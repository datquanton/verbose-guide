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p:scale>
          <a:sx n="50" d="100"/>
          <a:sy n="50" d="100"/>
        </p:scale>
        <p:origin x="3450"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6_8.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6_8.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6_8.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LPB</c:v>
                </c:pt>
                <c:pt idx="1">
                  <c:v>VNM</c:v>
                </c:pt>
                <c:pt idx="2">
                  <c:v>HPG</c:v>
                </c:pt>
                <c:pt idx="3">
                  <c:v>TCB</c:v>
                </c:pt>
                <c:pt idx="4">
                  <c:v>MCH</c:v>
                </c:pt>
                <c:pt idx="5">
                  <c:v>GEE</c:v>
                </c:pt>
                <c:pt idx="6">
                  <c:v>BID</c:v>
                </c:pt>
                <c:pt idx="7">
                  <c:v>BSR</c:v>
                </c:pt>
                <c:pt idx="8">
                  <c:v>CTG</c:v>
                </c:pt>
                <c:pt idx="9">
                  <c:v>VCB</c:v>
                </c:pt>
              </c:strCache>
            </c:strRef>
          </c:cat>
          <c:val>
            <c:numRef>
              <c:f>Source!$BQ$2:$BQ$11</c:f>
              <c:numCache>
                <c:formatCode>0.00</c:formatCode>
                <c:ptCount val="10"/>
                <c:pt idx="0">
                  <c:v>0.43557333989446029</c:v>
                </c:pt>
                <c:pt idx="1">
                  <c:v>0.43533545732292572</c:v>
                </c:pt>
                <c:pt idx="2">
                  <c:v>0.35173407076802243</c:v>
                </c:pt>
                <c:pt idx="3">
                  <c:v>0.22140843136458979</c:v>
                </c:pt>
                <c:pt idx="4">
                  <c:v>0.1906317251492507</c:v>
                </c:pt>
                <c:pt idx="5">
                  <c:v>-0.40024632232459434</c:v>
                </c:pt>
                <c:pt idx="6">
                  <c:v>-0.48606106148774147</c:v>
                </c:pt>
                <c:pt idx="7">
                  <c:v>-0.52150755270233806</c:v>
                </c:pt>
                <c:pt idx="8">
                  <c:v>-0.88981538912789215</c:v>
                </c:pt>
                <c:pt idx="9">
                  <c:v>-1.0442868474514118</c:v>
                </c:pt>
              </c:numCache>
            </c:numRef>
          </c:val>
          <c:extLst>
            <c:ext xmlns:c16="http://schemas.microsoft.com/office/drawing/2014/chart" uri="{C3380CC4-5D6E-409C-BE32-E72D297353CC}">
              <c16:uniqueId val="{00000000-D49E-4389-87C0-56BA7DE8133E}"/>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LPB</c:v>
                </c:pt>
                <c:pt idx="1">
                  <c:v>VNM</c:v>
                </c:pt>
                <c:pt idx="2">
                  <c:v>HPG</c:v>
                </c:pt>
                <c:pt idx="3">
                  <c:v>TCB</c:v>
                </c:pt>
                <c:pt idx="4">
                  <c:v>MCH</c:v>
                </c:pt>
                <c:pt idx="5">
                  <c:v>GEE</c:v>
                </c:pt>
                <c:pt idx="6">
                  <c:v>BID</c:v>
                </c:pt>
                <c:pt idx="7">
                  <c:v>BSR</c:v>
                </c:pt>
                <c:pt idx="8">
                  <c:v>CTG</c:v>
                </c:pt>
                <c:pt idx="9">
                  <c:v>VCB</c:v>
                </c:pt>
              </c:strCache>
            </c:strRef>
          </c:cat>
          <c:val>
            <c:numRef>
              <c:f>Source!$BR$2:$BR$11</c:f>
              <c:numCache>
                <c:formatCode>0.00</c:formatCode>
                <c:ptCount val="10"/>
                <c:pt idx="0">
                  <c:v>1.4000000000000001</c:v>
                </c:pt>
                <c:pt idx="1">
                  <c:v>1.6103059581320449</c:v>
                </c:pt>
                <c:pt idx="2">
                  <c:v>0.95238095238095244</c:v>
                </c:pt>
                <c:pt idx="3">
                  <c:v>0.48622366288492713</c:v>
                </c:pt>
                <c:pt idx="4">
                  <c:v>0.51508462104488595</c:v>
                </c:pt>
                <c:pt idx="5">
                  <c:v>-4.4247787610619467</c:v>
                </c:pt>
                <c:pt idx="6">
                  <c:v>-0.83333333333333337</c:v>
                </c:pt>
                <c:pt idx="7">
                  <c:v>-1.8382352941176472</c:v>
                </c:pt>
                <c:pt idx="8">
                  <c:v>-1.7432646592709984</c:v>
                </c:pt>
                <c:pt idx="9">
                  <c:v>-1.0344827586206897</c:v>
                </c:pt>
              </c:numCache>
            </c:numRef>
          </c:val>
          <c:smooth val="0"/>
          <c:extLst>
            <c:ext xmlns:c16="http://schemas.microsoft.com/office/drawing/2014/chart" uri="{C3380CC4-5D6E-409C-BE32-E72D297353CC}">
              <c16:uniqueId val="{00000001-D49E-4389-87C0-56BA7DE8133E}"/>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9CA-4272-B5DF-E1F24FD8F748}"/>
              </c:ext>
            </c:extLst>
          </c:dPt>
          <c:dPt>
            <c:idx val="6"/>
            <c:invertIfNegative val="0"/>
            <c:bubble3D val="0"/>
            <c:spPr>
              <a:noFill/>
              <a:ln>
                <a:solidFill>
                  <a:schemeClr val="tx1"/>
                </a:solidFill>
              </a:ln>
              <a:effectLst/>
            </c:spPr>
            <c:extLst>
              <c:ext xmlns:c16="http://schemas.microsoft.com/office/drawing/2014/chart" uri="{C3380CC4-5D6E-409C-BE32-E72D297353CC}">
                <c16:uniqueId val="{00000003-F9CA-4272-B5DF-E1F24FD8F748}"/>
              </c:ext>
            </c:extLst>
          </c:dPt>
          <c:dPt>
            <c:idx val="7"/>
            <c:invertIfNegative val="0"/>
            <c:bubble3D val="0"/>
            <c:spPr>
              <a:noFill/>
              <a:ln>
                <a:solidFill>
                  <a:schemeClr val="tx1"/>
                </a:solidFill>
              </a:ln>
              <a:effectLst/>
            </c:spPr>
            <c:extLst>
              <c:ext xmlns:c16="http://schemas.microsoft.com/office/drawing/2014/chart" uri="{C3380CC4-5D6E-409C-BE32-E72D297353CC}">
                <c16:uniqueId val="{00000005-F9CA-4272-B5DF-E1F24FD8F748}"/>
              </c:ext>
            </c:extLst>
          </c:dPt>
          <c:dPt>
            <c:idx val="8"/>
            <c:invertIfNegative val="0"/>
            <c:bubble3D val="0"/>
            <c:spPr>
              <a:noFill/>
              <a:ln>
                <a:solidFill>
                  <a:schemeClr val="tx1"/>
                </a:solidFill>
              </a:ln>
              <a:effectLst/>
            </c:spPr>
            <c:extLst>
              <c:ext xmlns:c16="http://schemas.microsoft.com/office/drawing/2014/chart" uri="{C3380CC4-5D6E-409C-BE32-E72D297353CC}">
                <c16:uniqueId val="{00000007-F9CA-4272-B5DF-E1F24FD8F748}"/>
              </c:ext>
            </c:extLst>
          </c:dPt>
          <c:dPt>
            <c:idx val="9"/>
            <c:invertIfNegative val="0"/>
            <c:bubble3D val="0"/>
            <c:spPr>
              <a:noFill/>
              <a:ln>
                <a:solidFill>
                  <a:schemeClr val="tx1"/>
                </a:solidFill>
              </a:ln>
              <a:effectLst/>
            </c:spPr>
            <c:extLst>
              <c:ext xmlns:c16="http://schemas.microsoft.com/office/drawing/2014/chart" uri="{C3380CC4-5D6E-409C-BE32-E72D297353CC}">
                <c16:uniqueId val="{00000009-F9CA-4272-B5DF-E1F24FD8F748}"/>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VNM</c:v>
                </c:pt>
                <c:pt idx="1">
                  <c:v>DGW</c:v>
                </c:pt>
                <c:pt idx="2">
                  <c:v>FRT</c:v>
                </c:pt>
                <c:pt idx="3">
                  <c:v>VIX</c:v>
                </c:pt>
                <c:pt idx="4">
                  <c:v>MSR</c:v>
                </c:pt>
                <c:pt idx="5">
                  <c:v>VCB</c:v>
                </c:pt>
                <c:pt idx="6">
                  <c:v>GMD</c:v>
                </c:pt>
                <c:pt idx="7">
                  <c:v>VPB</c:v>
                </c:pt>
                <c:pt idx="8">
                  <c:v>STB</c:v>
                </c:pt>
                <c:pt idx="9">
                  <c:v>VIC</c:v>
                </c:pt>
              </c:strCache>
            </c:strRef>
          </c:cat>
          <c:val>
            <c:numRef>
              <c:f>'Foreign trading'!$G$5:$G$14</c:f>
              <c:numCache>
                <c:formatCode>#,##0</c:formatCode>
                <c:ptCount val="10"/>
                <c:pt idx="0">
                  <c:v>61.07</c:v>
                </c:pt>
                <c:pt idx="1">
                  <c:v>47.7</c:v>
                </c:pt>
                <c:pt idx="2">
                  <c:v>33.270000000000003</c:v>
                </c:pt>
                <c:pt idx="3">
                  <c:v>23.15</c:v>
                </c:pt>
                <c:pt idx="4">
                  <c:v>20.61</c:v>
                </c:pt>
                <c:pt idx="5">
                  <c:v>-75.06</c:v>
                </c:pt>
                <c:pt idx="6">
                  <c:v>-93.05</c:v>
                </c:pt>
                <c:pt idx="7">
                  <c:v>-98.57</c:v>
                </c:pt>
                <c:pt idx="8">
                  <c:v>-122.54</c:v>
                </c:pt>
                <c:pt idx="9">
                  <c:v>-136.21</c:v>
                </c:pt>
              </c:numCache>
            </c:numRef>
          </c:val>
          <c:extLst>
            <c:ext xmlns:c16="http://schemas.microsoft.com/office/drawing/2014/chart" uri="{C3380CC4-5D6E-409C-BE32-E72D297353CC}">
              <c16:uniqueId val="{0000000A-F9CA-4272-B5DF-E1F24FD8F748}"/>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VNM</c:v>
                </c:pt>
                <c:pt idx="1">
                  <c:v>DGW</c:v>
                </c:pt>
                <c:pt idx="2">
                  <c:v>FRT</c:v>
                </c:pt>
                <c:pt idx="3">
                  <c:v>VIX</c:v>
                </c:pt>
                <c:pt idx="4">
                  <c:v>MSR</c:v>
                </c:pt>
                <c:pt idx="5">
                  <c:v>VCB</c:v>
                </c:pt>
                <c:pt idx="6">
                  <c:v>GMD</c:v>
                </c:pt>
                <c:pt idx="7">
                  <c:v>VPB</c:v>
                </c:pt>
                <c:pt idx="8">
                  <c:v>STB</c:v>
                </c:pt>
                <c:pt idx="9">
                  <c:v>VIC</c:v>
                </c:pt>
              </c:strCache>
            </c:strRef>
          </c:cat>
          <c:val>
            <c:numRef>
              <c:f>'Foreign trading'!$H$5:$H$14</c:f>
              <c:numCache>
                <c:formatCode>#,##0</c:formatCode>
                <c:ptCount val="10"/>
                <c:pt idx="0">
                  <c:v>-713</c:v>
                </c:pt>
                <c:pt idx="1">
                  <c:v>-713</c:v>
                </c:pt>
                <c:pt idx="2">
                  <c:v>-713</c:v>
                </c:pt>
                <c:pt idx="3">
                  <c:v>-713</c:v>
                </c:pt>
                <c:pt idx="4">
                  <c:v>-713</c:v>
                </c:pt>
                <c:pt idx="5">
                  <c:v>-713</c:v>
                </c:pt>
                <c:pt idx="6">
                  <c:v>-713</c:v>
                </c:pt>
                <c:pt idx="7">
                  <c:v>-713</c:v>
                </c:pt>
                <c:pt idx="8">
                  <c:v>-713</c:v>
                </c:pt>
                <c:pt idx="9">
                  <c:v>-713</c:v>
                </c:pt>
              </c:numCache>
            </c:numRef>
          </c:val>
          <c:smooth val="0"/>
          <c:extLst>
            <c:ext xmlns:c16="http://schemas.microsoft.com/office/drawing/2014/chart" uri="{C3380CC4-5D6E-409C-BE32-E72D297353CC}">
              <c16:uniqueId val="{0000000B-F9CA-4272-B5DF-E1F24FD8F748}"/>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44425</c:v>
                </c:pt>
                <c:pt idx="1">
                  <c:v>44426</c:v>
                </c:pt>
                <c:pt idx="2">
                  <c:v>44427</c:v>
                </c:pt>
                <c:pt idx="3">
                  <c:v>44428</c:v>
                </c:pt>
                <c:pt idx="4">
                  <c:v>44429</c:v>
                </c:pt>
                <c:pt idx="5">
                  <c:v>44430</c:v>
                </c:pt>
                <c:pt idx="6">
                  <c:v>44431</c:v>
                </c:pt>
                <c:pt idx="7">
                  <c:v>44432</c:v>
                </c:pt>
                <c:pt idx="8">
                  <c:v>44433</c:v>
                </c:pt>
                <c:pt idx="9">
                  <c:v>44434</c:v>
                </c:pt>
                <c:pt idx="10">
                  <c:v>44435</c:v>
                </c:pt>
                <c:pt idx="11">
                  <c:v>44436</c:v>
                </c:pt>
                <c:pt idx="12">
                  <c:v>44437</c:v>
                </c:pt>
                <c:pt idx="13">
                  <c:v>44438</c:v>
                </c:pt>
                <c:pt idx="14">
                  <c:v>44439</c:v>
                </c:pt>
                <c:pt idx="15">
                  <c:v>44440</c:v>
                </c:pt>
                <c:pt idx="16">
                  <c:v>44441</c:v>
                </c:pt>
                <c:pt idx="17">
                  <c:v>44442</c:v>
                </c:pt>
                <c:pt idx="18">
                  <c:v>44443</c:v>
                </c:pt>
                <c:pt idx="19">
                  <c:v>44444</c:v>
                </c:pt>
                <c:pt idx="20">
                  <c:v>44445</c:v>
                </c:pt>
                <c:pt idx="21">
                  <c:v>44446</c:v>
                </c:pt>
                <c:pt idx="22">
                  <c:v>44447</c:v>
                </c:pt>
                <c:pt idx="23">
                  <c:v>44448</c:v>
                </c:pt>
                <c:pt idx="24">
                  <c:v>44449</c:v>
                </c:pt>
                <c:pt idx="25">
                  <c:v>44450</c:v>
                </c:pt>
                <c:pt idx="26">
                  <c:v>44451</c:v>
                </c:pt>
                <c:pt idx="27">
                  <c:v>44452</c:v>
                </c:pt>
                <c:pt idx="28">
                  <c:v>44453</c:v>
                </c:pt>
                <c:pt idx="29">
                  <c:v>44454</c:v>
                </c:pt>
                <c:pt idx="30">
                  <c:v>44455</c:v>
                </c:pt>
                <c:pt idx="31">
                  <c:v>44456</c:v>
                </c:pt>
                <c:pt idx="32">
                  <c:v>44457</c:v>
                </c:pt>
                <c:pt idx="33">
                  <c:v>44458</c:v>
                </c:pt>
                <c:pt idx="34">
                  <c:v>44459</c:v>
                </c:pt>
                <c:pt idx="35">
                  <c:v>44460</c:v>
                </c:pt>
                <c:pt idx="36">
                  <c:v>44461</c:v>
                </c:pt>
                <c:pt idx="37">
                  <c:v>44462</c:v>
                </c:pt>
                <c:pt idx="38">
                  <c:v>44463</c:v>
                </c:pt>
                <c:pt idx="39">
                  <c:v>44464</c:v>
                </c:pt>
                <c:pt idx="40">
                  <c:v>44465</c:v>
                </c:pt>
                <c:pt idx="41">
                  <c:v>44466</c:v>
                </c:pt>
                <c:pt idx="42">
                  <c:v>44467</c:v>
                </c:pt>
                <c:pt idx="43">
                  <c:v>44468</c:v>
                </c:pt>
                <c:pt idx="44">
                  <c:v>44469</c:v>
                </c:pt>
                <c:pt idx="45">
                  <c:v>44470</c:v>
                </c:pt>
                <c:pt idx="46">
                  <c:v>44471</c:v>
                </c:pt>
                <c:pt idx="47">
                  <c:v>44472</c:v>
                </c:pt>
                <c:pt idx="48">
                  <c:v>44473</c:v>
                </c:pt>
                <c:pt idx="49">
                  <c:v>44474</c:v>
                </c:pt>
                <c:pt idx="50">
                  <c:v>44475</c:v>
                </c:pt>
                <c:pt idx="51">
                  <c:v>44476</c:v>
                </c:pt>
                <c:pt idx="52">
                  <c:v>44477</c:v>
                </c:pt>
                <c:pt idx="53">
                  <c:v>44478</c:v>
                </c:pt>
                <c:pt idx="54">
                  <c:v>44479</c:v>
                </c:pt>
                <c:pt idx="55">
                  <c:v>44480</c:v>
                </c:pt>
                <c:pt idx="56">
                  <c:v>44481</c:v>
                </c:pt>
                <c:pt idx="57">
                  <c:v>44482</c:v>
                </c:pt>
                <c:pt idx="58">
                  <c:v>44483</c:v>
                </c:pt>
                <c:pt idx="59">
                  <c:v>44484</c:v>
                </c:pt>
                <c:pt idx="60">
                  <c:v>44485</c:v>
                </c:pt>
                <c:pt idx="61">
                  <c:v>44486</c:v>
                </c:pt>
                <c:pt idx="62">
                  <c:v>44487</c:v>
                </c:pt>
                <c:pt idx="63">
                  <c:v>44488</c:v>
                </c:pt>
                <c:pt idx="64">
                  <c:v>44489</c:v>
                </c:pt>
                <c:pt idx="65">
                  <c:v>44490</c:v>
                </c:pt>
                <c:pt idx="66">
                  <c:v>44491</c:v>
                </c:pt>
                <c:pt idx="67">
                  <c:v>44492</c:v>
                </c:pt>
                <c:pt idx="68">
                  <c:v>44493</c:v>
                </c:pt>
                <c:pt idx="69">
                  <c:v>44494</c:v>
                </c:pt>
                <c:pt idx="70">
                  <c:v>44495</c:v>
                </c:pt>
                <c:pt idx="71">
                  <c:v>44496</c:v>
                </c:pt>
                <c:pt idx="72">
                  <c:v>44497</c:v>
                </c:pt>
                <c:pt idx="73">
                  <c:v>44498</c:v>
                </c:pt>
                <c:pt idx="74">
                  <c:v>44499</c:v>
                </c:pt>
                <c:pt idx="75">
                  <c:v>44500</c:v>
                </c:pt>
                <c:pt idx="76">
                  <c:v>44501</c:v>
                </c:pt>
                <c:pt idx="77">
                  <c:v>44502</c:v>
                </c:pt>
                <c:pt idx="78">
                  <c:v>44503</c:v>
                </c:pt>
                <c:pt idx="79">
                  <c:v>44504</c:v>
                </c:pt>
                <c:pt idx="80">
                  <c:v>44505</c:v>
                </c:pt>
                <c:pt idx="81">
                  <c:v>44506</c:v>
                </c:pt>
                <c:pt idx="82">
                  <c:v>44507</c:v>
                </c:pt>
                <c:pt idx="83">
                  <c:v>44508</c:v>
                </c:pt>
                <c:pt idx="84">
                  <c:v>44509</c:v>
                </c:pt>
                <c:pt idx="85">
                  <c:v>44510</c:v>
                </c:pt>
                <c:pt idx="86">
                  <c:v>44511</c:v>
                </c:pt>
                <c:pt idx="87">
                  <c:v>44512</c:v>
                </c:pt>
                <c:pt idx="88">
                  <c:v>44513</c:v>
                </c:pt>
                <c:pt idx="89">
                  <c:v>44514</c:v>
                </c:pt>
                <c:pt idx="90">
                  <c:v>44515</c:v>
                </c:pt>
                <c:pt idx="91">
                  <c:v>44516</c:v>
                </c:pt>
                <c:pt idx="92">
                  <c:v>44517</c:v>
                </c:pt>
                <c:pt idx="93">
                  <c:v>44518</c:v>
                </c:pt>
                <c:pt idx="94">
                  <c:v>44519</c:v>
                </c:pt>
                <c:pt idx="95">
                  <c:v>44520</c:v>
                </c:pt>
                <c:pt idx="96">
                  <c:v>44521</c:v>
                </c:pt>
                <c:pt idx="97">
                  <c:v>44522</c:v>
                </c:pt>
                <c:pt idx="98">
                  <c:v>44523</c:v>
                </c:pt>
                <c:pt idx="99">
                  <c:v>44524</c:v>
                </c:pt>
                <c:pt idx="100">
                  <c:v>44525</c:v>
                </c:pt>
                <c:pt idx="101">
                  <c:v>44526</c:v>
                </c:pt>
                <c:pt idx="102">
                  <c:v>44527</c:v>
                </c:pt>
                <c:pt idx="103">
                  <c:v>44528</c:v>
                </c:pt>
                <c:pt idx="104">
                  <c:v>44529</c:v>
                </c:pt>
                <c:pt idx="105">
                  <c:v>44530</c:v>
                </c:pt>
                <c:pt idx="106">
                  <c:v>44531</c:v>
                </c:pt>
                <c:pt idx="107">
                  <c:v>44532</c:v>
                </c:pt>
                <c:pt idx="108">
                  <c:v>44533</c:v>
                </c:pt>
                <c:pt idx="109">
                  <c:v>44534</c:v>
                </c:pt>
                <c:pt idx="110">
                  <c:v>44535</c:v>
                </c:pt>
                <c:pt idx="111">
                  <c:v>44536</c:v>
                </c:pt>
                <c:pt idx="112">
                  <c:v>44537</c:v>
                </c:pt>
                <c:pt idx="113">
                  <c:v>44538</c:v>
                </c:pt>
                <c:pt idx="114">
                  <c:v>44539</c:v>
                </c:pt>
                <c:pt idx="115">
                  <c:v>44540</c:v>
                </c:pt>
                <c:pt idx="116">
                  <c:v>44541</c:v>
                </c:pt>
                <c:pt idx="117">
                  <c:v>44542</c:v>
                </c:pt>
                <c:pt idx="118">
                  <c:v>44543</c:v>
                </c:pt>
                <c:pt idx="119">
                  <c:v>44544</c:v>
                </c:pt>
                <c:pt idx="120">
                  <c:v>44545</c:v>
                </c:pt>
                <c:pt idx="121">
                  <c:v>44546</c:v>
                </c:pt>
                <c:pt idx="122">
                  <c:v>44547</c:v>
                </c:pt>
                <c:pt idx="123">
                  <c:v>44548</c:v>
                </c:pt>
                <c:pt idx="124">
                  <c:v>44549</c:v>
                </c:pt>
                <c:pt idx="125">
                  <c:v>44550</c:v>
                </c:pt>
                <c:pt idx="126">
                  <c:v>44551</c:v>
                </c:pt>
                <c:pt idx="127">
                  <c:v>44552</c:v>
                </c:pt>
                <c:pt idx="128">
                  <c:v>44553</c:v>
                </c:pt>
                <c:pt idx="129">
                  <c:v>44554</c:v>
                </c:pt>
                <c:pt idx="130">
                  <c:v>44555</c:v>
                </c:pt>
                <c:pt idx="131">
                  <c:v>44556</c:v>
                </c:pt>
                <c:pt idx="132">
                  <c:v>44557</c:v>
                </c:pt>
                <c:pt idx="133">
                  <c:v>44558</c:v>
                </c:pt>
                <c:pt idx="134">
                  <c:v>44559</c:v>
                </c:pt>
                <c:pt idx="135">
                  <c:v>44560</c:v>
                </c:pt>
                <c:pt idx="136">
                  <c:v>44561</c:v>
                </c:pt>
                <c:pt idx="137">
                  <c:v>44562</c:v>
                </c:pt>
                <c:pt idx="138">
                  <c:v>44563</c:v>
                </c:pt>
                <c:pt idx="139">
                  <c:v>44564</c:v>
                </c:pt>
                <c:pt idx="140">
                  <c:v>44565</c:v>
                </c:pt>
                <c:pt idx="141">
                  <c:v>44566</c:v>
                </c:pt>
                <c:pt idx="142">
                  <c:v>44567</c:v>
                </c:pt>
                <c:pt idx="143">
                  <c:v>44568</c:v>
                </c:pt>
                <c:pt idx="144">
                  <c:v>44569</c:v>
                </c:pt>
                <c:pt idx="145">
                  <c:v>44570</c:v>
                </c:pt>
                <c:pt idx="146">
                  <c:v>44571</c:v>
                </c:pt>
                <c:pt idx="147">
                  <c:v>44572</c:v>
                </c:pt>
                <c:pt idx="148">
                  <c:v>44573</c:v>
                </c:pt>
                <c:pt idx="149">
                  <c:v>44574</c:v>
                </c:pt>
                <c:pt idx="150">
                  <c:v>44575</c:v>
                </c:pt>
                <c:pt idx="151">
                  <c:v>44576</c:v>
                </c:pt>
                <c:pt idx="152">
                  <c:v>44577</c:v>
                </c:pt>
                <c:pt idx="153">
                  <c:v>44578</c:v>
                </c:pt>
                <c:pt idx="154">
                  <c:v>44579</c:v>
                </c:pt>
                <c:pt idx="155">
                  <c:v>44580</c:v>
                </c:pt>
                <c:pt idx="156">
                  <c:v>44581</c:v>
                </c:pt>
                <c:pt idx="157">
                  <c:v>44582</c:v>
                </c:pt>
                <c:pt idx="158">
                  <c:v>44583</c:v>
                </c:pt>
                <c:pt idx="159">
                  <c:v>44584</c:v>
                </c:pt>
                <c:pt idx="160">
                  <c:v>44585</c:v>
                </c:pt>
                <c:pt idx="161">
                  <c:v>44586</c:v>
                </c:pt>
                <c:pt idx="162">
                  <c:v>44587</c:v>
                </c:pt>
                <c:pt idx="163">
                  <c:v>44588</c:v>
                </c:pt>
                <c:pt idx="164">
                  <c:v>44589</c:v>
                </c:pt>
                <c:pt idx="165">
                  <c:v>44590</c:v>
                </c:pt>
                <c:pt idx="166">
                  <c:v>44591</c:v>
                </c:pt>
                <c:pt idx="167">
                  <c:v>44592</c:v>
                </c:pt>
                <c:pt idx="168">
                  <c:v>44593</c:v>
                </c:pt>
                <c:pt idx="169">
                  <c:v>44594</c:v>
                </c:pt>
                <c:pt idx="170">
                  <c:v>44595</c:v>
                </c:pt>
                <c:pt idx="171">
                  <c:v>44596</c:v>
                </c:pt>
                <c:pt idx="172">
                  <c:v>44597</c:v>
                </c:pt>
                <c:pt idx="173">
                  <c:v>44598</c:v>
                </c:pt>
                <c:pt idx="174">
                  <c:v>44599</c:v>
                </c:pt>
                <c:pt idx="175">
                  <c:v>44600</c:v>
                </c:pt>
                <c:pt idx="176">
                  <c:v>44601</c:v>
                </c:pt>
                <c:pt idx="177">
                  <c:v>44602</c:v>
                </c:pt>
                <c:pt idx="178">
                  <c:v>44603</c:v>
                </c:pt>
                <c:pt idx="179">
                  <c:v>44604</c:v>
                </c:pt>
                <c:pt idx="180">
                  <c:v>44605</c:v>
                </c:pt>
                <c:pt idx="181">
                  <c:v>44606</c:v>
                </c:pt>
                <c:pt idx="182">
                  <c:v>44607</c:v>
                </c:pt>
                <c:pt idx="183">
                  <c:v>44608</c:v>
                </c:pt>
                <c:pt idx="184">
                  <c:v>44609</c:v>
                </c:pt>
                <c:pt idx="185">
                  <c:v>44610</c:v>
                </c:pt>
                <c:pt idx="186">
                  <c:v>44611</c:v>
                </c:pt>
                <c:pt idx="187">
                  <c:v>44612</c:v>
                </c:pt>
                <c:pt idx="188">
                  <c:v>44613</c:v>
                </c:pt>
                <c:pt idx="189">
                  <c:v>44614</c:v>
                </c:pt>
                <c:pt idx="190">
                  <c:v>44615</c:v>
                </c:pt>
                <c:pt idx="191">
                  <c:v>44616</c:v>
                </c:pt>
                <c:pt idx="192">
                  <c:v>44617</c:v>
                </c:pt>
                <c:pt idx="193">
                  <c:v>44618</c:v>
                </c:pt>
                <c:pt idx="194">
                  <c:v>44619</c:v>
                </c:pt>
                <c:pt idx="195">
                  <c:v>44620</c:v>
                </c:pt>
                <c:pt idx="196">
                  <c:v>44621</c:v>
                </c:pt>
                <c:pt idx="197">
                  <c:v>44622</c:v>
                </c:pt>
                <c:pt idx="198">
                  <c:v>44623</c:v>
                </c:pt>
                <c:pt idx="199">
                  <c:v>44624</c:v>
                </c:pt>
                <c:pt idx="200">
                  <c:v>44625</c:v>
                </c:pt>
                <c:pt idx="201">
                  <c:v>44626</c:v>
                </c:pt>
                <c:pt idx="202">
                  <c:v>44627</c:v>
                </c:pt>
                <c:pt idx="203">
                  <c:v>44628</c:v>
                </c:pt>
                <c:pt idx="204">
                  <c:v>44629</c:v>
                </c:pt>
                <c:pt idx="205">
                  <c:v>44630</c:v>
                </c:pt>
                <c:pt idx="206">
                  <c:v>44631</c:v>
                </c:pt>
                <c:pt idx="207">
                  <c:v>44632</c:v>
                </c:pt>
                <c:pt idx="208">
                  <c:v>44633</c:v>
                </c:pt>
                <c:pt idx="209">
                  <c:v>44634</c:v>
                </c:pt>
                <c:pt idx="210">
                  <c:v>44635</c:v>
                </c:pt>
                <c:pt idx="211">
                  <c:v>44636</c:v>
                </c:pt>
                <c:pt idx="212">
                  <c:v>44637</c:v>
                </c:pt>
                <c:pt idx="213">
                  <c:v>44638</c:v>
                </c:pt>
                <c:pt idx="214">
                  <c:v>44639</c:v>
                </c:pt>
                <c:pt idx="215">
                  <c:v>44640</c:v>
                </c:pt>
                <c:pt idx="216">
                  <c:v>44641</c:v>
                </c:pt>
                <c:pt idx="217">
                  <c:v>44642</c:v>
                </c:pt>
                <c:pt idx="218">
                  <c:v>44643</c:v>
                </c:pt>
                <c:pt idx="219">
                  <c:v>44644</c:v>
                </c:pt>
                <c:pt idx="220">
                  <c:v>44645</c:v>
                </c:pt>
                <c:pt idx="221">
                  <c:v>44646</c:v>
                </c:pt>
                <c:pt idx="222">
                  <c:v>44647</c:v>
                </c:pt>
                <c:pt idx="223">
                  <c:v>44648</c:v>
                </c:pt>
                <c:pt idx="224">
                  <c:v>44649</c:v>
                </c:pt>
                <c:pt idx="225">
                  <c:v>44650</c:v>
                </c:pt>
                <c:pt idx="226">
                  <c:v>44651</c:v>
                </c:pt>
                <c:pt idx="227">
                  <c:v>44652</c:v>
                </c:pt>
                <c:pt idx="228">
                  <c:v>44653</c:v>
                </c:pt>
                <c:pt idx="229">
                  <c:v>44654</c:v>
                </c:pt>
                <c:pt idx="230">
                  <c:v>44655</c:v>
                </c:pt>
                <c:pt idx="231">
                  <c:v>44656</c:v>
                </c:pt>
                <c:pt idx="232">
                  <c:v>44657</c:v>
                </c:pt>
                <c:pt idx="233">
                  <c:v>44658</c:v>
                </c:pt>
                <c:pt idx="234">
                  <c:v>44659</c:v>
                </c:pt>
                <c:pt idx="235">
                  <c:v>44660</c:v>
                </c:pt>
                <c:pt idx="236">
                  <c:v>44661</c:v>
                </c:pt>
                <c:pt idx="237">
                  <c:v>44662</c:v>
                </c:pt>
                <c:pt idx="238">
                  <c:v>44663</c:v>
                </c:pt>
                <c:pt idx="239">
                  <c:v>44664</c:v>
                </c:pt>
                <c:pt idx="240">
                  <c:v>44665</c:v>
                </c:pt>
                <c:pt idx="241">
                  <c:v>44666</c:v>
                </c:pt>
                <c:pt idx="242">
                  <c:v>44667</c:v>
                </c:pt>
                <c:pt idx="243">
                  <c:v>44668</c:v>
                </c:pt>
                <c:pt idx="244">
                  <c:v>44669</c:v>
                </c:pt>
                <c:pt idx="245">
                  <c:v>44670</c:v>
                </c:pt>
                <c:pt idx="246">
                  <c:v>44671</c:v>
                </c:pt>
                <c:pt idx="247">
                  <c:v>44672</c:v>
                </c:pt>
                <c:pt idx="248">
                  <c:v>44673</c:v>
                </c:pt>
                <c:pt idx="249">
                  <c:v>44674</c:v>
                </c:pt>
                <c:pt idx="250">
                  <c:v>44675</c:v>
                </c:pt>
                <c:pt idx="251">
                  <c:v>44676</c:v>
                </c:pt>
                <c:pt idx="252">
                  <c:v>44677</c:v>
                </c:pt>
                <c:pt idx="253">
                  <c:v>44678</c:v>
                </c:pt>
                <c:pt idx="254">
                  <c:v>44679</c:v>
                </c:pt>
                <c:pt idx="255">
                  <c:v>44680</c:v>
                </c:pt>
                <c:pt idx="256">
                  <c:v>44681</c:v>
                </c:pt>
                <c:pt idx="257">
                  <c:v>44682</c:v>
                </c:pt>
                <c:pt idx="258">
                  <c:v>44683</c:v>
                </c:pt>
                <c:pt idx="259">
                  <c:v>44684</c:v>
                </c:pt>
                <c:pt idx="260">
                  <c:v>44685</c:v>
                </c:pt>
                <c:pt idx="261">
                  <c:v>44686</c:v>
                </c:pt>
                <c:pt idx="262">
                  <c:v>44687</c:v>
                </c:pt>
                <c:pt idx="263">
                  <c:v>44688</c:v>
                </c:pt>
                <c:pt idx="264">
                  <c:v>44689</c:v>
                </c:pt>
                <c:pt idx="265">
                  <c:v>44690</c:v>
                </c:pt>
                <c:pt idx="266">
                  <c:v>44691</c:v>
                </c:pt>
                <c:pt idx="267">
                  <c:v>44692</c:v>
                </c:pt>
                <c:pt idx="268">
                  <c:v>44693</c:v>
                </c:pt>
                <c:pt idx="269">
                  <c:v>44694</c:v>
                </c:pt>
                <c:pt idx="270">
                  <c:v>44695</c:v>
                </c:pt>
                <c:pt idx="271">
                  <c:v>44696</c:v>
                </c:pt>
                <c:pt idx="272">
                  <c:v>44697</c:v>
                </c:pt>
                <c:pt idx="273">
                  <c:v>44698</c:v>
                </c:pt>
                <c:pt idx="274">
                  <c:v>44699</c:v>
                </c:pt>
                <c:pt idx="275">
                  <c:v>44700</c:v>
                </c:pt>
                <c:pt idx="276">
                  <c:v>44701</c:v>
                </c:pt>
                <c:pt idx="277">
                  <c:v>44702</c:v>
                </c:pt>
                <c:pt idx="278">
                  <c:v>44703</c:v>
                </c:pt>
                <c:pt idx="279">
                  <c:v>44704</c:v>
                </c:pt>
                <c:pt idx="280">
                  <c:v>44705</c:v>
                </c:pt>
                <c:pt idx="281">
                  <c:v>44706</c:v>
                </c:pt>
                <c:pt idx="282">
                  <c:v>44707</c:v>
                </c:pt>
                <c:pt idx="283">
                  <c:v>44708</c:v>
                </c:pt>
                <c:pt idx="284">
                  <c:v>44709</c:v>
                </c:pt>
                <c:pt idx="285">
                  <c:v>44710</c:v>
                </c:pt>
                <c:pt idx="286">
                  <c:v>44711</c:v>
                </c:pt>
                <c:pt idx="287">
                  <c:v>44712</c:v>
                </c:pt>
                <c:pt idx="288">
                  <c:v>44713</c:v>
                </c:pt>
                <c:pt idx="289">
                  <c:v>44714</c:v>
                </c:pt>
                <c:pt idx="290">
                  <c:v>44715</c:v>
                </c:pt>
                <c:pt idx="291">
                  <c:v>44716</c:v>
                </c:pt>
                <c:pt idx="292">
                  <c:v>44717</c:v>
                </c:pt>
                <c:pt idx="293">
                  <c:v>44718</c:v>
                </c:pt>
                <c:pt idx="294">
                  <c:v>44719</c:v>
                </c:pt>
                <c:pt idx="295">
                  <c:v>44720</c:v>
                </c:pt>
                <c:pt idx="296">
                  <c:v>44721</c:v>
                </c:pt>
                <c:pt idx="297">
                  <c:v>44722</c:v>
                </c:pt>
                <c:pt idx="298">
                  <c:v>44723</c:v>
                </c:pt>
                <c:pt idx="299">
                  <c:v>44724</c:v>
                </c:pt>
                <c:pt idx="300">
                  <c:v>44725</c:v>
                </c:pt>
                <c:pt idx="301">
                  <c:v>44726</c:v>
                </c:pt>
                <c:pt idx="302">
                  <c:v>44727</c:v>
                </c:pt>
                <c:pt idx="303">
                  <c:v>44728</c:v>
                </c:pt>
                <c:pt idx="304">
                  <c:v>44729</c:v>
                </c:pt>
                <c:pt idx="305">
                  <c:v>44730</c:v>
                </c:pt>
                <c:pt idx="306">
                  <c:v>44731</c:v>
                </c:pt>
                <c:pt idx="307">
                  <c:v>44732</c:v>
                </c:pt>
                <c:pt idx="308">
                  <c:v>44733</c:v>
                </c:pt>
                <c:pt idx="309">
                  <c:v>44734</c:v>
                </c:pt>
                <c:pt idx="310">
                  <c:v>44735</c:v>
                </c:pt>
                <c:pt idx="311">
                  <c:v>44736</c:v>
                </c:pt>
                <c:pt idx="312">
                  <c:v>44737</c:v>
                </c:pt>
                <c:pt idx="313">
                  <c:v>44738</c:v>
                </c:pt>
                <c:pt idx="314">
                  <c:v>44739</c:v>
                </c:pt>
                <c:pt idx="315">
                  <c:v>44740</c:v>
                </c:pt>
                <c:pt idx="316">
                  <c:v>44741</c:v>
                </c:pt>
                <c:pt idx="317">
                  <c:v>44742</c:v>
                </c:pt>
                <c:pt idx="318">
                  <c:v>44743</c:v>
                </c:pt>
                <c:pt idx="319">
                  <c:v>44744</c:v>
                </c:pt>
                <c:pt idx="320">
                  <c:v>44745</c:v>
                </c:pt>
                <c:pt idx="321">
                  <c:v>44746</c:v>
                </c:pt>
                <c:pt idx="322">
                  <c:v>44747</c:v>
                </c:pt>
                <c:pt idx="323">
                  <c:v>44748</c:v>
                </c:pt>
                <c:pt idx="324">
                  <c:v>44749</c:v>
                </c:pt>
                <c:pt idx="325">
                  <c:v>44750</c:v>
                </c:pt>
                <c:pt idx="326">
                  <c:v>44751</c:v>
                </c:pt>
                <c:pt idx="327">
                  <c:v>44752</c:v>
                </c:pt>
                <c:pt idx="328">
                  <c:v>44753</c:v>
                </c:pt>
                <c:pt idx="329">
                  <c:v>44754</c:v>
                </c:pt>
                <c:pt idx="330">
                  <c:v>44755</c:v>
                </c:pt>
                <c:pt idx="331">
                  <c:v>44756</c:v>
                </c:pt>
                <c:pt idx="332">
                  <c:v>44757</c:v>
                </c:pt>
                <c:pt idx="333">
                  <c:v>44758</c:v>
                </c:pt>
                <c:pt idx="334">
                  <c:v>44759</c:v>
                </c:pt>
                <c:pt idx="335">
                  <c:v>44760</c:v>
                </c:pt>
                <c:pt idx="336">
                  <c:v>44761</c:v>
                </c:pt>
                <c:pt idx="337">
                  <c:v>44762</c:v>
                </c:pt>
                <c:pt idx="338">
                  <c:v>44763</c:v>
                </c:pt>
                <c:pt idx="339">
                  <c:v>44764</c:v>
                </c:pt>
                <c:pt idx="340">
                  <c:v>44765</c:v>
                </c:pt>
                <c:pt idx="341">
                  <c:v>44766</c:v>
                </c:pt>
                <c:pt idx="342">
                  <c:v>44767</c:v>
                </c:pt>
                <c:pt idx="343">
                  <c:v>44768</c:v>
                </c:pt>
                <c:pt idx="344">
                  <c:v>44769</c:v>
                </c:pt>
                <c:pt idx="345">
                  <c:v>44770</c:v>
                </c:pt>
                <c:pt idx="346">
                  <c:v>44771</c:v>
                </c:pt>
                <c:pt idx="347">
                  <c:v>44772</c:v>
                </c:pt>
                <c:pt idx="348">
                  <c:v>44773</c:v>
                </c:pt>
                <c:pt idx="349">
                  <c:v>44774</c:v>
                </c:pt>
                <c:pt idx="350">
                  <c:v>44775</c:v>
                </c:pt>
                <c:pt idx="351">
                  <c:v>44776</c:v>
                </c:pt>
                <c:pt idx="352">
                  <c:v>44777</c:v>
                </c:pt>
                <c:pt idx="353">
                  <c:v>44778</c:v>
                </c:pt>
                <c:pt idx="354">
                  <c:v>44779</c:v>
                </c:pt>
                <c:pt idx="355">
                  <c:v>44780</c:v>
                </c:pt>
                <c:pt idx="356">
                  <c:v>44781</c:v>
                </c:pt>
                <c:pt idx="357">
                  <c:v>44782</c:v>
                </c:pt>
                <c:pt idx="358">
                  <c:v>44783</c:v>
                </c:pt>
                <c:pt idx="359">
                  <c:v>44784</c:v>
                </c:pt>
                <c:pt idx="360">
                  <c:v>44785</c:v>
                </c:pt>
                <c:pt idx="361">
                  <c:v>44786</c:v>
                </c:pt>
                <c:pt idx="362">
                  <c:v>44787</c:v>
                </c:pt>
                <c:pt idx="363">
                  <c:v>44788</c:v>
                </c:pt>
                <c:pt idx="364">
                  <c:v>44789</c:v>
                </c:pt>
                <c:pt idx="365">
                  <c:v>44790</c:v>
                </c:pt>
                <c:pt idx="366">
                  <c:v>44791</c:v>
                </c:pt>
                <c:pt idx="367">
                  <c:v>44792</c:v>
                </c:pt>
                <c:pt idx="368">
                  <c:v>44793</c:v>
                </c:pt>
                <c:pt idx="369">
                  <c:v>44794</c:v>
                </c:pt>
                <c:pt idx="370">
                  <c:v>44795</c:v>
                </c:pt>
                <c:pt idx="371">
                  <c:v>44796</c:v>
                </c:pt>
                <c:pt idx="372">
                  <c:v>44797</c:v>
                </c:pt>
                <c:pt idx="373">
                  <c:v>44798</c:v>
                </c:pt>
                <c:pt idx="374">
                  <c:v>44799</c:v>
                </c:pt>
                <c:pt idx="375">
                  <c:v>44800</c:v>
                </c:pt>
                <c:pt idx="376">
                  <c:v>44801</c:v>
                </c:pt>
                <c:pt idx="377">
                  <c:v>44802</c:v>
                </c:pt>
                <c:pt idx="378">
                  <c:v>44803</c:v>
                </c:pt>
                <c:pt idx="379">
                  <c:v>44804</c:v>
                </c:pt>
                <c:pt idx="380">
                  <c:v>44805</c:v>
                </c:pt>
                <c:pt idx="381">
                  <c:v>44806</c:v>
                </c:pt>
                <c:pt idx="382">
                  <c:v>44807</c:v>
                </c:pt>
                <c:pt idx="383">
                  <c:v>44808</c:v>
                </c:pt>
                <c:pt idx="384">
                  <c:v>44809</c:v>
                </c:pt>
                <c:pt idx="385">
                  <c:v>44810</c:v>
                </c:pt>
                <c:pt idx="386">
                  <c:v>44811</c:v>
                </c:pt>
                <c:pt idx="387">
                  <c:v>44812</c:v>
                </c:pt>
                <c:pt idx="388">
                  <c:v>44813</c:v>
                </c:pt>
                <c:pt idx="389">
                  <c:v>44814</c:v>
                </c:pt>
                <c:pt idx="390">
                  <c:v>44815</c:v>
                </c:pt>
                <c:pt idx="391">
                  <c:v>44816</c:v>
                </c:pt>
                <c:pt idx="392">
                  <c:v>44817</c:v>
                </c:pt>
                <c:pt idx="393">
                  <c:v>44818</c:v>
                </c:pt>
                <c:pt idx="394">
                  <c:v>44819</c:v>
                </c:pt>
                <c:pt idx="395">
                  <c:v>44820</c:v>
                </c:pt>
                <c:pt idx="396">
                  <c:v>44821</c:v>
                </c:pt>
                <c:pt idx="397">
                  <c:v>44822</c:v>
                </c:pt>
                <c:pt idx="398">
                  <c:v>44823</c:v>
                </c:pt>
                <c:pt idx="399">
                  <c:v>44824</c:v>
                </c:pt>
                <c:pt idx="400">
                  <c:v>44825</c:v>
                </c:pt>
                <c:pt idx="401">
                  <c:v>44826</c:v>
                </c:pt>
                <c:pt idx="402">
                  <c:v>44827</c:v>
                </c:pt>
                <c:pt idx="403">
                  <c:v>44828</c:v>
                </c:pt>
                <c:pt idx="404">
                  <c:v>44829</c:v>
                </c:pt>
                <c:pt idx="405">
                  <c:v>44830</c:v>
                </c:pt>
                <c:pt idx="406">
                  <c:v>44831</c:v>
                </c:pt>
                <c:pt idx="407">
                  <c:v>44832</c:v>
                </c:pt>
                <c:pt idx="408">
                  <c:v>44833</c:v>
                </c:pt>
                <c:pt idx="409">
                  <c:v>44834</c:v>
                </c:pt>
                <c:pt idx="410">
                  <c:v>44835</c:v>
                </c:pt>
                <c:pt idx="411">
                  <c:v>44836</c:v>
                </c:pt>
                <c:pt idx="412">
                  <c:v>44837</c:v>
                </c:pt>
                <c:pt idx="413">
                  <c:v>44838</c:v>
                </c:pt>
                <c:pt idx="414">
                  <c:v>44839</c:v>
                </c:pt>
                <c:pt idx="415">
                  <c:v>44840</c:v>
                </c:pt>
                <c:pt idx="416">
                  <c:v>44841</c:v>
                </c:pt>
                <c:pt idx="417">
                  <c:v>44842</c:v>
                </c:pt>
                <c:pt idx="418">
                  <c:v>44843</c:v>
                </c:pt>
                <c:pt idx="419">
                  <c:v>44844</c:v>
                </c:pt>
                <c:pt idx="420">
                  <c:v>44845</c:v>
                </c:pt>
                <c:pt idx="421">
                  <c:v>44846</c:v>
                </c:pt>
                <c:pt idx="422">
                  <c:v>44847</c:v>
                </c:pt>
                <c:pt idx="423">
                  <c:v>44848</c:v>
                </c:pt>
                <c:pt idx="424">
                  <c:v>44849</c:v>
                </c:pt>
                <c:pt idx="425">
                  <c:v>44850</c:v>
                </c:pt>
                <c:pt idx="426">
                  <c:v>44851</c:v>
                </c:pt>
                <c:pt idx="427">
                  <c:v>44852</c:v>
                </c:pt>
                <c:pt idx="428">
                  <c:v>44853</c:v>
                </c:pt>
                <c:pt idx="429">
                  <c:v>44854</c:v>
                </c:pt>
                <c:pt idx="430">
                  <c:v>44855</c:v>
                </c:pt>
                <c:pt idx="431">
                  <c:v>44856</c:v>
                </c:pt>
                <c:pt idx="432">
                  <c:v>44857</c:v>
                </c:pt>
                <c:pt idx="433">
                  <c:v>44858</c:v>
                </c:pt>
                <c:pt idx="434">
                  <c:v>44859</c:v>
                </c:pt>
                <c:pt idx="435">
                  <c:v>44860</c:v>
                </c:pt>
                <c:pt idx="436">
                  <c:v>44861</c:v>
                </c:pt>
                <c:pt idx="437">
                  <c:v>44862</c:v>
                </c:pt>
                <c:pt idx="438">
                  <c:v>44863</c:v>
                </c:pt>
                <c:pt idx="439">
                  <c:v>44864</c:v>
                </c:pt>
                <c:pt idx="440">
                  <c:v>44865</c:v>
                </c:pt>
                <c:pt idx="441">
                  <c:v>44866</c:v>
                </c:pt>
                <c:pt idx="442">
                  <c:v>44867</c:v>
                </c:pt>
                <c:pt idx="443">
                  <c:v>44868</c:v>
                </c:pt>
                <c:pt idx="444">
                  <c:v>44869</c:v>
                </c:pt>
                <c:pt idx="445">
                  <c:v>44870</c:v>
                </c:pt>
                <c:pt idx="446">
                  <c:v>44871</c:v>
                </c:pt>
                <c:pt idx="447">
                  <c:v>44872</c:v>
                </c:pt>
                <c:pt idx="448">
                  <c:v>44873</c:v>
                </c:pt>
                <c:pt idx="449">
                  <c:v>44874</c:v>
                </c:pt>
                <c:pt idx="450">
                  <c:v>44875</c:v>
                </c:pt>
                <c:pt idx="451">
                  <c:v>44876</c:v>
                </c:pt>
                <c:pt idx="452">
                  <c:v>44877</c:v>
                </c:pt>
                <c:pt idx="453">
                  <c:v>44878</c:v>
                </c:pt>
                <c:pt idx="454">
                  <c:v>44879</c:v>
                </c:pt>
                <c:pt idx="455">
                  <c:v>44880</c:v>
                </c:pt>
                <c:pt idx="456">
                  <c:v>44881</c:v>
                </c:pt>
                <c:pt idx="457">
                  <c:v>44882</c:v>
                </c:pt>
                <c:pt idx="458">
                  <c:v>44883</c:v>
                </c:pt>
                <c:pt idx="459">
                  <c:v>44884</c:v>
                </c:pt>
                <c:pt idx="460">
                  <c:v>44885</c:v>
                </c:pt>
                <c:pt idx="461">
                  <c:v>44886</c:v>
                </c:pt>
                <c:pt idx="462">
                  <c:v>44887</c:v>
                </c:pt>
                <c:pt idx="463">
                  <c:v>44888</c:v>
                </c:pt>
                <c:pt idx="464">
                  <c:v>44889</c:v>
                </c:pt>
                <c:pt idx="465">
                  <c:v>44890</c:v>
                </c:pt>
                <c:pt idx="466">
                  <c:v>44891</c:v>
                </c:pt>
                <c:pt idx="467">
                  <c:v>44892</c:v>
                </c:pt>
                <c:pt idx="468">
                  <c:v>44893</c:v>
                </c:pt>
                <c:pt idx="469">
                  <c:v>44894</c:v>
                </c:pt>
                <c:pt idx="470">
                  <c:v>44895</c:v>
                </c:pt>
                <c:pt idx="471">
                  <c:v>44896</c:v>
                </c:pt>
                <c:pt idx="472">
                  <c:v>44897</c:v>
                </c:pt>
                <c:pt idx="473">
                  <c:v>44898</c:v>
                </c:pt>
                <c:pt idx="474">
                  <c:v>44899</c:v>
                </c:pt>
                <c:pt idx="475">
                  <c:v>44900</c:v>
                </c:pt>
                <c:pt idx="476">
                  <c:v>44901</c:v>
                </c:pt>
                <c:pt idx="477">
                  <c:v>44902</c:v>
                </c:pt>
                <c:pt idx="478">
                  <c:v>44903</c:v>
                </c:pt>
                <c:pt idx="479">
                  <c:v>44904</c:v>
                </c:pt>
                <c:pt idx="480">
                  <c:v>44905</c:v>
                </c:pt>
                <c:pt idx="481">
                  <c:v>44906</c:v>
                </c:pt>
                <c:pt idx="482">
                  <c:v>44907</c:v>
                </c:pt>
                <c:pt idx="483">
                  <c:v>44908</c:v>
                </c:pt>
                <c:pt idx="484">
                  <c:v>44909</c:v>
                </c:pt>
                <c:pt idx="485">
                  <c:v>44910</c:v>
                </c:pt>
                <c:pt idx="486">
                  <c:v>44911</c:v>
                </c:pt>
                <c:pt idx="487">
                  <c:v>44912</c:v>
                </c:pt>
                <c:pt idx="488">
                  <c:v>44913</c:v>
                </c:pt>
                <c:pt idx="489">
                  <c:v>44914</c:v>
                </c:pt>
                <c:pt idx="490">
                  <c:v>44915</c:v>
                </c:pt>
                <c:pt idx="491">
                  <c:v>44916</c:v>
                </c:pt>
                <c:pt idx="492">
                  <c:v>44917</c:v>
                </c:pt>
                <c:pt idx="493">
                  <c:v>44918</c:v>
                </c:pt>
                <c:pt idx="494">
                  <c:v>44919</c:v>
                </c:pt>
                <c:pt idx="495">
                  <c:v>44920</c:v>
                </c:pt>
                <c:pt idx="496">
                  <c:v>44921</c:v>
                </c:pt>
                <c:pt idx="497">
                  <c:v>44922</c:v>
                </c:pt>
                <c:pt idx="498">
                  <c:v>44923</c:v>
                </c:pt>
                <c:pt idx="499">
                  <c:v>44924</c:v>
                </c:pt>
                <c:pt idx="500">
                  <c:v>44925</c:v>
                </c:pt>
                <c:pt idx="501">
                  <c:v>44926</c:v>
                </c:pt>
                <c:pt idx="502">
                  <c:v>44927</c:v>
                </c:pt>
                <c:pt idx="503">
                  <c:v>44928</c:v>
                </c:pt>
                <c:pt idx="504">
                  <c:v>44929</c:v>
                </c:pt>
                <c:pt idx="505">
                  <c:v>44930</c:v>
                </c:pt>
                <c:pt idx="506">
                  <c:v>44931</c:v>
                </c:pt>
                <c:pt idx="507">
                  <c:v>44932</c:v>
                </c:pt>
                <c:pt idx="508">
                  <c:v>44933</c:v>
                </c:pt>
                <c:pt idx="509">
                  <c:v>44934</c:v>
                </c:pt>
                <c:pt idx="510">
                  <c:v>44935</c:v>
                </c:pt>
                <c:pt idx="511">
                  <c:v>44936</c:v>
                </c:pt>
                <c:pt idx="512">
                  <c:v>44937</c:v>
                </c:pt>
                <c:pt idx="513">
                  <c:v>44938</c:v>
                </c:pt>
                <c:pt idx="514">
                  <c:v>44939</c:v>
                </c:pt>
                <c:pt idx="515">
                  <c:v>44940</c:v>
                </c:pt>
                <c:pt idx="516">
                  <c:v>44941</c:v>
                </c:pt>
                <c:pt idx="517">
                  <c:v>44942</c:v>
                </c:pt>
                <c:pt idx="518">
                  <c:v>44943</c:v>
                </c:pt>
                <c:pt idx="519">
                  <c:v>44944</c:v>
                </c:pt>
                <c:pt idx="520">
                  <c:v>44945</c:v>
                </c:pt>
                <c:pt idx="521">
                  <c:v>44946</c:v>
                </c:pt>
                <c:pt idx="522">
                  <c:v>44947</c:v>
                </c:pt>
                <c:pt idx="523">
                  <c:v>44948</c:v>
                </c:pt>
                <c:pt idx="524">
                  <c:v>44949</c:v>
                </c:pt>
                <c:pt idx="525">
                  <c:v>44950</c:v>
                </c:pt>
                <c:pt idx="526">
                  <c:v>44951</c:v>
                </c:pt>
                <c:pt idx="527">
                  <c:v>44952</c:v>
                </c:pt>
                <c:pt idx="528">
                  <c:v>44953</c:v>
                </c:pt>
                <c:pt idx="529">
                  <c:v>44954</c:v>
                </c:pt>
                <c:pt idx="530">
                  <c:v>44955</c:v>
                </c:pt>
                <c:pt idx="531">
                  <c:v>44956</c:v>
                </c:pt>
                <c:pt idx="532">
                  <c:v>44957</c:v>
                </c:pt>
                <c:pt idx="533">
                  <c:v>44958</c:v>
                </c:pt>
                <c:pt idx="534">
                  <c:v>44959</c:v>
                </c:pt>
                <c:pt idx="535">
                  <c:v>44960</c:v>
                </c:pt>
                <c:pt idx="536">
                  <c:v>44961</c:v>
                </c:pt>
                <c:pt idx="537">
                  <c:v>44962</c:v>
                </c:pt>
                <c:pt idx="538">
                  <c:v>44963</c:v>
                </c:pt>
                <c:pt idx="539">
                  <c:v>44964</c:v>
                </c:pt>
                <c:pt idx="540">
                  <c:v>44965</c:v>
                </c:pt>
                <c:pt idx="541">
                  <c:v>44966</c:v>
                </c:pt>
                <c:pt idx="542">
                  <c:v>44967</c:v>
                </c:pt>
                <c:pt idx="543">
                  <c:v>44968</c:v>
                </c:pt>
                <c:pt idx="544">
                  <c:v>44969</c:v>
                </c:pt>
                <c:pt idx="545">
                  <c:v>44970</c:v>
                </c:pt>
                <c:pt idx="546">
                  <c:v>44971</c:v>
                </c:pt>
                <c:pt idx="547">
                  <c:v>44972</c:v>
                </c:pt>
                <c:pt idx="548">
                  <c:v>44973</c:v>
                </c:pt>
                <c:pt idx="549">
                  <c:v>44974</c:v>
                </c:pt>
                <c:pt idx="550">
                  <c:v>44975</c:v>
                </c:pt>
                <c:pt idx="551">
                  <c:v>44976</c:v>
                </c:pt>
                <c:pt idx="552">
                  <c:v>44977</c:v>
                </c:pt>
                <c:pt idx="553">
                  <c:v>44978</c:v>
                </c:pt>
                <c:pt idx="554">
                  <c:v>44979</c:v>
                </c:pt>
                <c:pt idx="555">
                  <c:v>44980</c:v>
                </c:pt>
                <c:pt idx="556">
                  <c:v>44981</c:v>
                </c:pt>
                <c:pt idx="557">
                  <c:v>44982</c:v>
                </c:pt>
                <c:pt idx="558">
                  <c:v>44983</c:v>
                </c:pt>
                <c:pt idx="559">
                  <c:v>44984</c:v>
                </c:pt>
                <c:pt idx="560">
                  <c:v>44985</c:v>
                </c:pt>
                <c:pt idx="561">
                  <c:v>44986</c:v>
                </c:pt>
                <c:pt idx="562">
                  <c:v>44987</c:v>
                </c:pt>
                <c:pt idx="563">
                  <c:v>44988</c:v>
                </c:pt>
                <c:pt idx="564">
                  <c:v>44989</c:v>
                </c:pt>
                <c:pt idx="565">
                  <c:v>44990</c:v>
                </c:pt>
                <c:pt idx="566">
                  <c:v>44991</c:v>
                </c:pt>
                <c:pt idx="567">
                  <c:v>44992</c:v>
                </c:pt>
                <c:pt idx="568">
                  <c:v>44993</c:v>
                </c:pt>
                <c:pt idx="569">
                  <c:v>44994</c:v>
                </c:pt>
                <c:pt idx="570">
                  <c:v>44995</c:v>
                </c:pt>
                <c:pt idx="571">
                  <c:v>44996</c:v>
                </c:pt>
                <c:pt idx="572">
                  <c:v>44997</c:v>
                </c:pt>
                <c:pt idx="573">
                  <c:v>44998</c:v>
                </c:pt>
                <c:pt idx="574">
                  <c:v>44999</c:v>
                </c:pt>
                <c:pt idx="575">
                  <c:v>45000</c:v>
                </c:pt>
                <c:pt idx="576">
                  <c:v>45001</c:v>
                </c:pt>
                <c:pt idx="577">
                  <c:v>45002</c:v>
                </c:pt>
                <c:pt idx="578">
                  <c:v>45003</c:v>
                </c:pt>
                <c:pt idx="579">
                  <c:v>45004</c:v>
                </c:pt>
                <c:pt idx="580">
                  <c:v>45005</c:v>
                </c:pt>
                <c:pt idx="581">
                  <c:v>45006</c:v>
                </c:pt>
                <c:pt idx="582">
                  <c:v>45007</c:v>
                </c:pt>
                <c:pt idx="583">
                  <c:v>45008</c:v>
                </c:pt>
                <c:pt idx="584">
                  <c:v>45009</c:v>
                </c:pt>
                <c:pt idx="585">
                  <c:v>45010</c:v>
                </c:pt>
                <c:pt idx="586">
                  <c:v>45011</c:v>
                </c:pt>
                <c:pt idx="587">
                  <c:v>45012</c:v>
                </c:pt>
                <c:pt idx="588">
                  <c:v>45013</c:v>
                </c:pt>
                <c:pt idx="589">
                  <c:v>45014</c:v>
                </c:pt>
                <c:pt idx="590">
                  <c:v>45015</c:v>
                </c:pt>
                <c:pt idx="591">
                  <c:v>45016</c:v>
                </c:pt>
                <c:pt idx="592">
                  <c:v>45017</c:v>
                </c:pt>
                <c:pt idx="593">
                  <c:v>45018</c:v>
                </c:pt>
                <c:pt idx="594">
                  <c:v>45019</c:v>
                </c:pt>
                <c:pt idx="595">
                  <c:v>45020</c:v>
                </c:pt>
                <c:pt idx="596">
                  <c:v>45021</c:v>
                </c:pt>
                <c:pt idx="597">
                  <c:v>45022</c:v>
                </c:pt>
                <c:pt idx="598">
                  <c:v>45023</c:v>
                </c:pt>
                <c:pt idx="599">
                  <c:v>45024</c:v>
                </c:pt>
                <c:pt idx="600">
                  <c:v>45025</c:v>
                </c:pt>
                <c:pt idx="601">
                  <c:v>45026</c:v>
                </c:pt>
                <c:pt idx="602">
                  <c:v>45027</c:v>
                </c:pt>
                <c:pt idx="603">
                  <c:v>45028</c:v>
                </c:pt>
                <c:pt idx="604">
                  <c:v>45029</c:v>
                </c:pt>
                <c:pt idx="605">
                  <c:v>45030</c:v>
                </c:pt>
                <c:pt idx="606">
                  <c:v>45031</c:v>
                </c:pt>
                <c:pt idx="607">
                  <c:v>45032</c:v>
                </c:pt>
                <c:pt idx="608">
                  <c:v>45033</c:v>
                </c:pt>
                <c:pt idx="609">
                  <c:v>45034</c:v>
                </c:pt>
                <c:pt idx="610">
                  <c:v>45035</c:v>
                </c:pt>
                <c:pt idx="611">
                  <c:v>45036</c:v>
                </c:pt>
                <c:pt idx="612">
                  <c:v>45037</c:v>
                </c:pt>
                <c:pt idx="613">
                  <c:v>45038</c:v>
                </c:pt>
                <c:pt idx="614">
                  <c:v>45039</c:v>
                </c:pt>
                <c:pt idx="615">
                  <c:v>45040</c:v>
                </c:pt>
                <c:pt idx="616">
                  <c:v>45041</c:v>
                </c:pt>
                <c:pt idx="617">
                  <c:v>45042</c:v>
                </c:pt>
                <c:pt idx="618">
                  <c:v>45043</c:v>
                </c:pt>
                <c:pt idx="619">
                  <c:v>45044</c:v>
                </c:pt>
                <c:pt idx="620">
                  <c:v>45045</c:v>
                </c:pt>
                <c:pt idx="621">
                  <c:v>45046</c:v>
                </c:pt>
                <c:pt idx="622">
                  <c:v>45047</c:v>
                </c:pt>
                <c:pt idx="623">
                  <c:v>45048</c:v>
                </c:pt>
                <c:pt idx="624">
                  <c:v>45049</c:v>
                </c:pt>
                <c:pt idx="625">
                  <c:v>45050</c:v>
                </c:pt>
                <c:pt idx="626">
                  <c:v>45051</c:v>
                </c:pt>
                <c:pt idx="627">
                  <c:v>45052</c:v>
                </c:pt>
                <c:pt idx="628">
                  <c:v>45053</c:v>
                </c:pt>
                <c:pt idx="629">
                  <c:v>45054</c:v>
                </c:pt>
                <c:pt idx="630">
                  <c:v>45055</c:v>
                </c:pt>
                <c:pt idx="631">
                  <c:v>45056</c:v>
                </c:pt>
                <c:pt idx="632">
                  <c:v>45057</c:v>
                </c:pt>
                <c:pt idx="633">
                  <c:v>45058</c:v>
                </c:pt>
                <c:pt idx="634">
                  <c:v>45059</c:v>
                </c:pt>
                <c:pt idx="635">
                  <c:v>45060</c:v>
                </c:pt>
                <c:pt idx="636">
                  <c:v>45061</c:v>
                </c:pt>
                <c:pt idx="637">
                  <c:v>45062</c:v>
                </c:pt>
                <c:pt idx="638">
                  <c:v>45063</c:v>
                </c:pt>
                <c:pt idx="639">
                  <c:v>45064</c:v>
                </c:pt>
                <c:pt idx="640">
                  <c:v>45065</c:v>
                </c:pt>
                <c:pt idx="641">
                  <c:v>45066</c:v>
                </c:pt>
                <c:pt idx="642">
                  <c:v>45067</c:v>
                </c:pt>
                <c:pt idx="643">
                  <c:v>45068</c:v>
                </c:pt>
                <c:pt idx="644">
                  <c:v>45069</c:v>
                </c:pt>
                <c:pt idx="645">
                  <c:v>45070</c:v>
                </c:pt>
                <c:pt idx="646">
                  <c:v>45071</c:v>
                </c:pt>
                <c:pt idx="647">
                  <c:v>45072</c:v>
                </c:pt>
                <c:pt idx="648">
                  <c:v>45073</c:v>
                </c:pt>
                <c:pt idx="649">
                  <c:v>45074</c:v>
                </c:pt>
                <c:pt idx="650">
                  <c:v>45075</c:v>
                </c:pt>
                <c:pt idx="651">
                  <c:v>45076</c:v>
                </c:pt>
                <c:pt idx="652">
                  <c:v>45077</c:v>
                </c:pt>
                <c:pt idx="653">
                  <c:v>45078</c:v>
                </c:pt>
                <c:pt idx="654">
                  <c:v>45079</c:v>
                </c:pt>
                <c:pt idx="655">
                  <c:v>45080</c:v>
                </c:pt>
                <c:pt idx="656">
                  <c:v>45081</c:v>
                </c:pt>
                <c:pt idx="657">
                  <c:v>45082</c:v>
                </c:pt>
                <c:pt idx="658">
                  <c:v>45083</c:v>
                </c:pt>
                <c:pt idx="659">
                  <c:v>45084</c:v>
                </c:pt>
                <c:pt idx="660">
                  <c:v>45085</c:v>
                </c:pt>
                <c:pt idx="661">
                  <c:v>45086</c:v>
                </c:pt>
                <c:pt idx="662">
                  <c:v>45087</c:v>
                </c:pt>
                <c:pt idx="663">
                  <c:v>45088</c:v>
                </c:pt>
                <c:pt idx="664">
                  <c:v>45089</c:v>
                </c:pt>
                <c:pt idx="665">
                  <c:v>45090</c:v>
                </c:pt>
                <c:pt idx="666">
                  <c:v>45091</c:v>
                </c:pt>
                <c:pt idx="667">
                  <c:v>45092</c:v>
                </c:pt>
                <c:pt idx="668">
                  <c:v>45093</c:v>
                </c:pt>
                <c:pt idx="669">
                  <c:v>45094</c:v>
                </c:pt>
                <c:pt idx="670">
                  <c:v>45095</c:v>
                </c:pt>
                <c:pt idx="671">
                  <c:v>45096</c:v>
                </c:pt>
                <c:pt idx="672">
                  <c:v>45097</c:v>
                </c:pt>
                <c:pt idx="673">
                  <c:v>45098</c:v>
                </c:pt>
                <c:pt idx="674">
                  <c:v>45099</c:v>
                </c:pt>
                <c:pt idx="675">
                  <c:v>45100</c:v>
                </c:pt>
                <c:pt idx="676">
                  <c:v>45101</c:v>
                </c:pt>
                <c:pt idx="677">
                  <c:v>45102</c:v>
                </c:pt>
                <c:pt idx="678">
                  <c:v>45103</c:v>
                </c:pt>
                <c:pt idx="679">
                  <c:v>45104</c:v>
                </c:pt>
                <c:pt idx="680">
                  <c:v>45105</c:v>
                </c:pt>
                <c:pt idx="681">
                  <c:v>45106</c:v>
                </c:pt>
                <c:pt idx="682">
                  <c:v>45107</c:v>
                </c:pt>
                <c:pt idx="683">
                  <c:v>45108</c:v>
                </c:pt>
                <c:pt idx="684">
                  <c:v>45109</c:v>
                </c:pt>
                <c:pt idx="685">
                  <c:v>45110</c:v>
                </c:pt>
                <c:pt idx="686">
                  <c:v>45111</c:v>
                </c:pt>
                <c:pt idx="687">
                  <c:v>45112</c:v>
                </c:pt>
                <c:pt idx="688">
                  <c:v>45113</c:v>
                </c:pt>
                <c:pt idx="689">
                  <c:v>45114</c:v>
                </c:pt>
                <c:pt idx="690">
                  <c:v>45115</c:v>
                </c:pt>
                <c:pt idx="691">
                  <c:v>45116</c:v>
                </c:pt>
                <c:pt idx="692">
                  <c:v>45117</c:v>
                </c:pt>
                <c:pt idx="693">
                  <c:v>45118</c:v>
                </c:pt>
                <c:pt idx="694">
                  <c:v>45119</c:v>
                </c:pt>
                <c:pt idx="695">
                  <c:v>45120</c:v>
                </c:pt>
                <c:pt idx="696">
                  <c:v>45121</c:v>
                </c:pt>
                <c:pt idx="697">
                  <c:v>45122</c:v>
                </c:pt>
                <c:pt idx="698">
                  <c:v>45123</c:v>
                </c:pt>
                <c:pt idx="699">
                  <c:v>45124</c:v>
                </c:pt>
                <c:pt idx="700">
                  <c:v>45125</c:v>
                </c:pt>
                <c:pt idx="701">
                  <c:v>45126</c:v>
                </c:pt>
                <c:pt idx="702">
                  <c:v>45127</c:v>
                </c:pt>
                <c:pt idx="703">
                  <c:v>45128</c:v>
                </c:pt>
                <c:pt idx="704">
                  <c:v>45129</c:v>
                </c:pt>
                <c:pt idx="705">
                  <c:v>45130</c:v>
                </c:pt>
                <c:pt idx="706">
                  <c:v>45131</c:v>
                </c:pt>
                <c:pt idx="707">
                  <c:v>45132</c:v>
                </c:pt>
                <c:pt idx="708">
                  <c:v>45133</c:v>
                </c:pt>
                <c:pt idx="709">
                  <c:v>45134</c:v>
                </c:pt>
                <c:pt idx="710">
                  <c:v>45135</c:v>
                </c:pt>
                <c:pt idx="711">
                  <c:v>45136</c:v>
                </c:pt>
                <c:pt idx="712">
                  <c:v>45137</c:v>
                </c:pt>
                <c:pt idx="713">
                  <c:v>45138</c:v>
                </c:pt>
                <c:pt idx="714">
                  <c:v>45139</c:v>
                </c:pt>
                <c:pt idx="715">
                  <c:v>45140</c:v>
                </c:pt>
                <c:pt idx="716">
                  <c:v>45141</c:v>
                </c:pt>
                <c:pt idx="717">
                  <c:v>45142</c:v>
                </c:pt>
                <c:pt idx="718">
                  <c:v>45143</c:v>
                </c:pt>
                <c:pt idx="719">
                  <c:v>45144</c:v>
                </c:pt>
                <c:pt idx="720">
                  <c:v>45145</c:v>
                </c:pt>
                <c:pt idx="721">
                  <c:v>45146</c:v>
                </c:pt>
                <c:pt idx="722">
                  <c:v>45147</c:v>
                </c:pt>
                <c:pt idx="723">
                  <c:v>45148</c:v>
                </c:pt>
                <c:pt idx="724">
                  <c:v>45149</c:v>
                </c:pt>
                <c:pt idx="725">
                  <c:v>45150</c:v>
                </c:pt>
                <c:pt idx="726">
                  <c:v>45151</c:v>
                </c:pt>
                <c:pt idx="727">
                  <c:v>45152</c:v>
                </c:pt>
                <c:pt idx="728">
                  <c:v>45153</c:v>
                </c:pt>
                <c:pt idx="729">
                  <c:v>45154</c:v>
                </c:pt>
                <c:pt idx="730">
                  <c:v>45155</c:v>
                </c:pt>
                <c:pt idx="731">
                  <c:v>45156</c:v>
                </c:pt>
                <c:pt idx="732">
                  <c:v>45157</c:v>
                </c:pt>
                <c:pt idx="733">
                  <c:v>45158</c:v>
                </c:pt>
                <c:pt idx="734">
                  <c:v>45159</c:v>
                </c:pt>
                <c:pt idx="735">
                  <c:v>45160</c:v>
                </c:pt>
                <c:pt idx="736">
                  <c:v>45161</c:v>
                </c:pt>
                <c:pt idx="737">
                  <c:v>45162</c:v>
                </c:pt>
                <c:pt idx="738">
                  <c:v>45163</c:v>
                </c:pt>
                <c:pt idx="739">
                  <c:v>45164</c:v>
                </c:pt>
                <c:pt idx="740">
                  <c:v>45165</c:v>
                </c:pt>
                <c:pt idx="741">
                  <c:v>45166</c:v>
                </c:pt>
                <c:pt idx="742">
                  <c:v>45167</c:v>
                </c:pt>
                <c:pt idx="743">
                  <c:v>45168</c:v>
                </c:pt>
                <c:pt idx="744">
                  <c:v>45169</c:v>
                </c:pt>
                <c:pt idx="745">
                  <c:v>45170</c:v>
                </c:pt>
                <c:pt idx="746">
                  <c:v>45171</c:v>
                </c:pt>
                <c:pt idx="747">
                  <c:v>45172</c:v>
                </c:pt>
                <c:pt idx="748">
                  <c:v>45173</c:v>
                </c:pt>
                <c:pt idx="749">
                  <c:v>45174</c:v>
                </c:pt>
                <c:pt idx="750">
                  <c:v>45175</c:v>
                </c:pt>
                <c:pt idx="751">
                  <c:v>45176</c:v>
                </c:pt>
                <c:pt idx="752">
                  <c:v>45177</c:v>
                </c:pt>
                <c:pt idx="753">
                  <c:v>45178</c:v>
                </c:pt>
                <c:pt idx="754">
                  <c:v>45179</c:v>
                </c:pt>
                <c:pt idx="755">
                  <c:v>45180</c:v>
                </c:pt>
                <c:pt idx="756">
                  <c:v>45181</c:v>
                </c:pt>
                <c:pt idx="757">
                  <c:v>45182</c:v>
                </c:pt>
                <c:pt idx="758">
                  <c:v>45183</c:v>
                </c:pt>
                <c:pt idx="759">
                  <c:v>45184</c:v>
                </c:pt>
                <c:pt idx="760">
                  <c:v>45185</c:v>
                </c:pt>
                <c:pt idx="761">
                  <c:v>45186</c:v>
                </c:pt>
                <c:pt idx="762">
                  <c:v>45187</c:v>
                </c:pt>
                <c:pt idx="763">
                  <c:v>45188</c:v>
                </c:pt>
                <c:pt idx="764">
                  <c:v>45189</c:v>
                </c:pt>
                <c:pt idx="765">
                  <c:v>45190</c:v>
                </c:pt>
                <c:pt idx="766">
                  <c:v>45191</c:v>
                </c:pt>
                <c:pt idx="767">
                  <c:v>45192</c:v>
                </c:pt>
                <c:pt idx="768">
                  <c:v>45193</c:v>
                </c:pt>
                <c:pt idx="769">
                  <c:v>45194</c:v>
                </c:pt>
                <c:pt idx="770">
                  <c:v>45195</c:v>
                </c:pt>
                <c:pt idx="771">
                  <c:v>45196</c:v>
                </c:pt>
                <c:pt idx="772">
                  <c:v>45197</c:v>
                </c:pt>
                <c:pt idx="773">
                  <c:v>45198</c:v>
                </c:pt>
                <c:pt idx="774">
                  <c:v>45199</c:v>
                </c:pt>
                <c:pt idx="775">
                  <c:v>45200</c:v>
                </c:pt>
                <c:pt idx="776">
                  <c:v>45201</c:v>
                </c:pt>
                <c:pt idx="777">
                  <c:v>45202</c:v>
                </c:pt>
                <c:pt idx="778">
                  <c:v>45203</c:v>
                </c:pt>
                <c:pt idx="779">
                  <c:v>45204</c:v>
                </c:pt>
                <c:pt idx="780">
                  <c:v>45205</c:v>
                </c:pt>
                <c:pt idx="781">
                  <c:v>45206</c:v>
                </c:pt>
                <c:pt idx="782">
                  <c:v>45207</c:v>
                </c:pt>
                <c:pt idx="783">
                  <c:v>45208</c:v>
                </c:pt>
                <c:pt idx="784">
                  <c:v>45209</c:v>
                </c:pt>
                <c:pt idx="785">
                  <c:v>45210</c:v>
                </c:pt>
                <c:pt idx="786">
                  <c:v>45211</c:v>
                </c:pt>
                <c:pt idx="787">
                  <c:v>45212</c:v>
                </c:pt>
                <c:pt idx="788">
                  <c:v>45213</c:v>
                </c:pt>
                <c:pt idx="789">
                  <c:v>45214</c:v>
                </c:pt>
                <c:pt idx="790">
                  <c:v>45215</c:v>
                </c:pt>
                <c:pt idx="791">
                  <c:v>45216</c:v>
                </c:pt>
                <c:pt idx="792">
                  <c:v>45217</c:v>
                </c:pt>
                <c:pt idx="793">
                  <c:v>45218</c:v>
                </c:pt>
                <c:pt idx="794">
                  <c:v>45219</c:v>
                </c:pt>
                <c:pt idx="795">
                  <c:v>45220</c:v>
                </c:pt>
                <c:pt idx="796">
                  <c:v>45221</c:v>
                </c:pt>
                <c:pt idx="797">
                  <c:v>45222</c:v>
                </c:pt>
                <c:pt idx="798">
                  <c:v>45223</c:v>
                </c:pt>
                <c:pt idx="799">
                  <c:v>45224</c:v>
                </c:pt>
                <c:pt idx="800">
                  <c:v>45225</c:v>
                </c:pt>
                <c:pt idx="801">
                  <c:v>45226</c:v>
                </c:pt>
                <c:pt idx="802">
                  <c:v>45227</c:v>
                </c:pt>
                <c:pt idx="803">
                  <c:v>45228</c:v>
                </c:pt>
                <c:pt idx="804">
                  <c:v>45229</c:v>
                </c:pt>
                <c:pt idx="805">
                  <c:v>45230</c:v>
                </c:pt>
                <c:pt idx="806">
                  <c:v>45231</c:v>
                </c:pt>
                <c:pt idx="807">
                  <c:v>45232</c:v>
                </c:pt>
                <c:pt idx="808">
                  <c:v>45233</c:v>
                </c:pt>
                <c:pt idx="809">
                  <c:v>45234</c:v>
                </c:pt>
                <c:pt idx="810">
                  <c:v>45235</c:v>
                </c:pt>
                <c:pt idx="811">
                  <c:v>45236</c:v>
                </c:pt>
                <c:pt idx="812">
                  <c:v>45237</c:v>
                </c:pt>
                <c:pt idx="813">
                  <c:v>45238</c:v>
                </c:pt>
                <c:pt idx="814">
                  <c:v>45239</c:v>
                </c:pt>
                <c:pt idx="815">
                  <c:v>45240</c:v>
                </c:pt>
                <c:pt idx="816">
                  <c:v>45241</c:v>
                </c:pt>
                <c:pt idx="817">
                  <c:v>45242</c:v>
                </c:pt>
                <c:pt idx="818">
                  <c:v>45243</c:v>
                </c:pt>
                <c:pt idx="819">
                  <c:v>45244</c:v>
                </c:pt>
                <c:pt idx="820">
                  <c:v>45245</c:v>
                </c:pt>
                <c:pt idx="821">
                  <c:v>45246</c:v>
                </c:pt>
                <c:pt idx="822">
                  <c:v>45247</c:v>
                </c:pt>
                <c:pt idx="823">
                  <c:v>45248</c:v>
                </c:pt>
                <c:pt idx="824">
                  <c:v>45249</c:v>
                </c:pt>
                <c:pt idx="825">
                  <c:v>45250</c:v>
                </c:pt>
                <c:pt idx="826">
                  <c:v>45251</c:v>
                </c:pt>
                <c:pt idx="827">
                  <c:v>45252</c:v>
                </c:pt>
                <c:pt idx="828">
                  <c:v>45253</c:v>
                </c:pt>
                <c:pt idx="829">
                  <c:v>45254</c:v>
                </c:pt>
                <c:pt idx="830">
                  <c:v>45255</c:v>
                </c:pt>
                <c:pt idx="831">
                  <c:v>45256</c:v>
                </c:pt>
                <c:pt idx="832">
                  <c:v>45257</c:v>
                </c:pt>
                <c:pt idx="833">
                  <c:v>45258</c:v>
                </c:pt>
                <c:pt idx="834">
                  <c:v>45259</c:v>
                </c:pt>
                <c:pt idx="835">
                  <c:v>45260</c:v>
                </c:pt>
                <c:pt idx="836">
                  <c:v>45261</c:v>
                </c:pt>
                <c:pt idx="837">
                  <c:v>45262</c:v>
                </c:pt>
                <c:pt idx="838">
                  <c:v>45263</c:v>
                </c:pt>
                <c:pt idx="839">
                  <c:v>45264</c:v>
                </c:pt>
                <c:pt idx="840">
                  <c:v>45265</c:v>
                </c:pt>
                <c:pt idx="841">
                  <c:v>45266</c:v>
                </c:pt>
                <c:pt idx="842">
                  <c:v>45267</c:v>
                </c:pt>
                <c:pt idx="843">
                  <c:v>45268</c:v>
                </c:pt>
                <c:pt idx="844">
                  <c:v>45269</c:v>
                </c:pt>
                <c:pt idx="845">
                  <c:v>45270</c:v>
                </c:pt>
                <c:pt idx="846">
                  <c:v>45271</c:v>
                </c:pt>
                <c:pt idx="847">
                  <c:v>45272</c:v>
                </c:pt>
                <c:pt idx="848">
                  <c:v>45273</c:v>
                </c:pt>
                <c:pt idx="849">
                  <c:v>45274</c:v>
                </c:pt>
                <c:pt idx="850">
                  <c:v>45275</c:v>
                </c:pt>
                <c:pt idx="851">
                  <c:v>45276</c:v>
                </c:pt>
                <c:pt idx="852">
                  <c:v>45277</c:v>
                </c:pt>
                <c:pt idx="853">
                  <c:v>45278</c:v>
                </c:pt>
                <c:pt idx="854">
                  <c:v>45279</c:v>
                </c:pt>
                <c:pt idx="855">
                  <c:v>45280</c:v>
                </c:pt>
                <c:pt idx="856">
                  <c:v>45281</c:v>
                </c:pt>
                <c:pt idx="857">
                  <c:v>45282</c:v>
                </c:pt>
                <c:pt idx="858">
                  <c:v>45283</c:v>
                </c:pt>
                <c:pt idx="859">
                  <c:v>45284</c:v>
                </c:pt>
                <c:pt idx="860">
                  <c:v>45285</c:v>
                </c:pt>
                <c:pt idx="861">
                  <c:v>45286</c:v>
                </c:pt>
                <c:pt idx="862">
                  <c:v>45287</c:v>
                </c:pt>
                <c:pt idx="863">
                  <c:v>45288</c:v>
                </c:pt>
                <c:pt idx="864">
                  <c:v>45289</c:v>
                </c:pt>
                <c:pt idx="865">
                  <c:v>45290</c:v>
                </c:pt>
                <c:pt idx="866">
                  <c:v>45291</c:v>
                </c:pt>
                <c:pt idx="867">
                  <c:v>45292</c:v>
                </c:pt>
                <c:pt idx="868">
                  <c:v>45293</c:v>
                </c:pt>
                <c:pt idx="869">
                  <c:v>45294</c:v>
                </c:pt>
                <c:pt idx="870">
                  <c:v>45295</c:v>
                </c:pt>
                <c:pt idx="871">
                  <c:v>45296</c:v>
                </c:pt>
                <c:pt idx="872">
                  <c:v>45297</c:v>
                </c:pt>
                <c:pt idx="873">
                  <c:v>45298</c:v>
                </c:pt>
                <c:pt idx="874">
                  <c:v>45299</c:v>
                </c:pt>
                <c:pt idx="875">
                  <c:v>45300</c:v>
                </c:pt>
                <c:pt idx="876">
                  <c:v>45301</c:v>
                </c:pt>
                <c:pt idx="877">
                  <c:v>45302</c:v>
                </c:pt>
                <c:pt idx="878">
                  <c:v>45303</c:v>
                </c:pt>
                <c:pt idx="879">
                  <c:v>45304</c:v>
                </c:pt>
                <c:pt idx="880">
                  <c:v>45305</c:v>
                </c:pt>
                <c:pt idx="881">
                  <c:v>45306</c:v>
                </c:pt>
                <c:pt idx="882">
                  <c:v>45307</c:v>
                </c:pt>
                <c:pt idx="883">
                  <c:v>45308</c:v>
                </c:pt>
                <c:pt idx="884">
                  <c:v>45309</c:v>
                </c:pt>
                <c:pt idx="885">
                  <c:v>45310</c:v>
                </c:pt>
                <c:pt idx="886">
                  <c:v>45311</c:v>
                </c:pt>
                <c:pt idx="887">
                  <c:v>45312</c:v>
                </c:pt>
                <c:pt idx="888">
                  <c:v>45313</c:v>
                </c:pt>
                <c:pt idx="889">
                  <c:v>45314</c:v>
                </c:pt>
                <c:pt idx="890">
                  <c:v>45315</c:v>
                </c:pt>
                <c:pt idx="891">
                  <c:v>45316</c:v>
                </c:pt>
                <c:pt idx="892">
                  <c:v>45317</c:v>
                </c:pt>
                <c:pt idx="893">
                  <c:v>45318</c:v>
                </c:pt>
                <c:pt idx="894">
                  <c:v>45319</c:v>
                </c:pt>
                <c:pt idx="895">
                  <c:v>45320</c:v>
                </c:pt>
                <c:pt idx="896">
                  <c:v>45321</c:v>
                </c:pt>
                <c:pt idx="897">
                  <c:v>45322</c:v>
                </c:pt>
                <c:pt idx="898">
                  <c:v>45323</c:v>
                </c:pt>
                <c:pt idx="899">
                  <c:v>45324</c:v>
                </c:pt>
                <c:pt idx="900">
                  <c:v>45325</c:v>
                </c:pt>
                <c:pt idx="901">
                  <c:v>45326</c:v>
                </c:pt>
                <c:pt idx="902">
                  <c:v>45327</c:v>
                </c:pt>
                <c:pt idx="903">
                  <c:v>45328</c:v>
                </c:pt>
                <c:pt idx="904">
                  <c:v>45329</c:v>
                </c:pt>
                <c:pt idx="905">
                  <c:v>45330</c:v>
                </c:pt>
                <c:pt idx="906">
                  <c:v>45331</c:v>
                </c:pt>
                <c:pt idx="907">
                  <c:v>45332</c:v>
                </c:pt>
                <c:pt idx="908">
                  <c:v>45333</c:v>
                </c:pt>
                <c:pt idx="909">
                  <c:v>45334</c:v>
                </c:pt>
                <c:pt idx="910">
                  <c:v>45335</c:v>
                </c:pt>
                <c:pt idx="911">
                  <c:v>45336</c:v>
                </c:pt>
                <c:pt idx="912">
                  <c:v>45337</c:v>
                </c:pt>
                <c:pt idx="913">
                  <c:v>45338</c:v>
                </c:pt>
                <c:pt idx="914">
                  <c:v>45339</c:v>
                </c:pt>
                <c:pt idx="915">
                  <c:v>45340</c:v>
                </c:pt>
                <c:pt idx="916">
                  <c:v>45341</c:v>
                </c:pt>
                <c:pt idx="917">
                  <c:v>45342</c:v>
                </c:pt>
                <c:pt idx="918">
                  <c:v>45343</c:v>
                </c:pt>
                <c:pt idx="919">
                  <c:v>45344</c:v>
                </c:pt>
                <c:pt idx="920">
                  <c:v>45345</c:v>
                </c:pt>
                <c:pt idx="921">
                  <c:v>45346</c:v>
                </c:pt>
                <c:pt idx="922">
                  <c:v>45347</c:v>
                </c:pt>
                <c:pt idx="923">
                  <c:v>45348</c:v>
                </c:pt>
                <c:pt idx="924">
                  <c:v>45349</c:v>
                </c:pt>
                <c:pt idx="925">
                  <c:v>45350</c:v>
                </c:pt>
                <c:pt idx="926">
                  <c:v>45351</c:v>
                </c:pt>
                <c:pt idx="927">
                  <c:v>45352</c:v>
                </c:pt>
                <c:pt idx="928">
                  <c:v>45353</c:v>
                </c:pt>
                <c:pt idx="929">
                  <c:v>45354</c:v>
                </c:pt>
                <c:pt idx="930">
                  <c:v>45355</c:v>
                </c:pt>
                <c:pt idx="931">
                  <c:v>45356</c:v>
                </c:pt>
                <c:pt idx="932">
                  <c:v>45357</c:v>
                </c:pt>
                <c:pt idx="933">
                  <c:v>45358</c:v>
                </c:pt>
                <c:pt idx="934">
                  <c:v>45359</c:v>
                </c:pt>
                <c:pt idx="935">
                  <c:v>45360</c:v>
                </c:pt>
                <c:pt idx="936">
                  <c:v>45361</c:v>
                </c:pt>
                <c:pt idx="937">
                  <c:v>45362</c:v>
                </c:pt>
                <c:pt idx="938">
                  <c:v>45363</c:v>
                </c:pt>
                <c:pt idx="939">
                  <c:v>45364</c:v>
                </c:pt>
                <c:pt idx="940">
                  <c:v>45365</c:v>
                </c:pt>
                <c:pt idx="941">
                  <c:v>45366</c:v>
                </c:pt>
                <c:pt idx="942">
                  <c:v>45367</c:v>
                </c:pt>
                <c:pt idx="943">
                  <c:v>45368</c:v>
                </c:pt>
                <c:pt idx="944">
                  <c:v>45369</c:v>
                </c:pt>
                <c:pt idx="945">
                  <c:v>45370</c:v>
                </c:pt>
                <c:pt idx="946">
                  <c:v>45371</c:v>
                </c:pt>
                <c:pt idx="947">
                  <c:v>45372</c:v>
                </c:pt>
                <c:pt idx="948">
                  <c:v>45373</c:v>
                </c:pt>
                <c:pt idx="949">
                  <c:v>45374</c:v>
                </c:pt>
                <c:pt idx="950">
                  <c:v>45375</c:v>
                </c:pt>
                <c:pt idx="951">
                  <c:v>45376</c:v>
                </c:pt>
                <c:pt idx="952">
                  <c:v>45377</c:v>
                </c:pt>
                <c:pt idx="953">
                  <c:v>45378</c:v>
                </c:pt>
                <c:pt idx="954">
                  <c:v>45379</c:v>
                </c:pt>
                <c:pt idx="955">
                  <c:v>45380</c:v>
                </c:pt>
                <c:pt idx="956">
                  <c:v>45381</c:v>
                </c:pt>
                <c:pt idx="957">
                  <c:v>45382</c:v>
                </c:pt>
                <c:pt idx="958">
                  <c:v>45383</c:v>
                </c:pt>
                <c:pt idx="959">
                  <c:v>45384</c:v>
                </c:pt>
                <c:pt idx="960">
                  <c:v>45385</c:v>
                </c:pt>
                <c:pt idx="961">
                  <c:v>45386</c:v>
                </c:pt>
                <c:pt idx="962">
                  <c:v>45387</c:v>
                </c:pt>
                <c:pt idx="963">
                  <c:v>45388</c:v>
                </c:pt>
                <c:pt idx="964">
                  <c:v>45389</c:v>
                </c:pt>
                <c:pt idx="965">
                  <c:v>45390</c:v>
                </c:pt>
                <c:pt idx="966">
                  <c:v>45391</c:v>
                </c:pt>
                <c:pt idx="967">
                  <c:v>45392</c:v>
                </c:pt>
                <c:pt idx="968">
                  <c:v>45393</c:v>
                </c:pt>
                <c:pt idx="969">
                  <c:v>45394</c:v>
                </c:pt>
                <c:pt idx="970">
                  <c:v>45395</c:v>
                </c:pt>
                <c:pt idx="971">
                  <c:v>45396</c:v>
                </c:pt>
                <c:pt idx="972">
                  <c:v>45397</c:v>
                </c:pt>
                <c:pt idx="973">
                  <c:v>45398</c:v>
                </c:pt>
                <c:pt idx="974">
                  <c:v>45399</c:v>
                </c:pt>
                <c:pt idx="975">
                  <c:v>45400</c:v>
                </c:pt>
                <c:pt idx="976">
                  <c:v>45401</c:v>
                </c:pt>
                <c:pt idx="977">
                  <c:v>45402</c:v>
                </c:pt>
                <c:pt idx="978">
                  <c:v>45403</c:v>
                </c:pt>
                <c:pt idx="979">
                  <c:v>45404</c:v>
                </c:pt>
                <c:pt idx="980">
                  <c:v>45405</c:v>
                </c:pt>
                <c:pt idx="981">
                  <c:v>45406</c:v>
                </c:pt>
                <c:pt idx="982">
                  <c:v>45407</c:v>
                </c:pt>
                <c:pt idx="983">
                  <c:v>45408</c:v>
                </c:pt>
                <c:pt idx="984">
                  <c:v>45409</c:v>
                </c:pt>
                <c:pt idx="985">
                  <c:v>45410</c:v>
                </c:pt>
                <c:pt idx="986">
                  <c:v>45411</c:v>
                </c:pt>
                <c:pt idx="987">
                  <c:v>45412</c:v>
                </c:pt>
                <c:pt idx="988">
                  <c:v>45413</c:v>
                </c:pt>
                <c:pt idx="989">
                  <c:v>45414</c:v>
                </c:pt>
                <c:pt idx="990">
                  <c:v>45415</c:v>
                </c:pt>
                <c:pt idx="991">
                  <c:v>45416</c:v>
                </c:pt>
                <c:pt idx="992">
                  <c:v>45417</c:v>
                </c:pt>
                <c:pt idx="993">
                  <c:v>45418</c:v>
                </c:pt>
                <c:pt idx="994">
                  <c:v>45419</c:v>
                </c:pt>
                <c:pt idx="995">
                  <c:v>45420</c:v>
                </c:pt>
                <c:pt idx="996">
                  <c:v>45421</c:v>
                </c:pt>
                <c:pt idx="997">
                  <c:v>45422</c:v>
                </c:pt>
                <c:pt idx="998">
                  <c:v>45423</c:v>
                </c:pt>
                <c:pt idx="999">
                  <c:v>45424</c:v>
                </c:pt>
                <c:pt idx="1000">
                  <c:v>45425</c:v>
                </c:pt>
                <c:pt idx="1001">
                  <c:v>45426</c:v>
                </c:pt>
                <c:pt idx="1002">
                  <c:v>45427</c:v>
                </c:pt>
                <c:pt idx="1003">
                  <c:v>45428</c:v>
                </c:pt>
                <c:pt idx="1004">
                  <c:v>45429</c:v>
                </c:pt>
                <c:pt idx="1005">
                  <c:v>45430</c:v>
                </c:pt>
                <c:pt idx="1006">
                  <c:v>45431</c:v>
                </c:pt>
                <c:pt idx="1007">
                  <c:v>45432</c:v>
                </c:pt>
                <c:pt idx="1008">
                  <c:v>45433</c:v>
                </c:pt>
                <c:pt idx="1009">
                  <c:v>45434</c:v>
                </c:pt>
                <c:pt idx="1010">
                  <c:v>45435</c:v>
                </c:pt>
                <c:pt idx="1011">
                  <c:v>45436</c:v>
                </c:pt>
                <c:pt idx="1012">
                  <c:v>45437</c:v>
                </c:pt>
                <c:pt idx="1013">
                  <c:v>45438</c:v>
                </c:pt>
                <c:pt idx="1014">
                  <c:v>45439</c:v>
                </c:pt>
                <c:pt idx="1015">
                  <c:v>45440</c:v>
                </c:pt>
                <c:pt idx="1016">
                  <c:v>45441</c:v>
                </c:pt>
                <c:pt idx="1017">
                  <c:v>45442</c:v>
                </c:pt>
                <c:pt idx="1018">
                  <c:v>45443</c:v>
                </c:pt>
                <c:pt idx="1019">
                  <c:v>45444</c:v>
                </c:pt>
                <c:pt idx="1020">
                  <c:v>45445</c:v>
                </c:pt>
                <c:pt idx="1021">
                  <c:v>45446</c:v>
                </c:pt>
                <c:pt idx="1022">
                  <c:v>45447</c:v>
                </c:pt>
                <c:pt idx="1023">
                  <c:v>45448</c:v>
                </c:pt>
                <c:pt idx="1024">
                  <c:v>45449</c:v>
                </c:pt>
                <c:pt idx="1025">
                  <c:v>45450</c:v>
                </c:pt>
                <c:pt idx="1026">
                  <c:v>45451</c:v>
                </c:pt>
                <c:pt idx="1027">
                  <c:v>45452</c:v>
                </c:pt>
                <c:pt idx="1028">
                  <c:v>45453</c:v>
                </c:pt>
                <c:pt idx="1029">
                  <c:v>45454</c:v>
                </c:pt>
                <c:pt idx="1030">
                  <c:v>45455</c:v>
                </c:pt>
                <c:pt idx="1031">
                  <c:v>45456</c:v>
                </c:pt>
                <c:pt idx="1032">
                  <c:v>45457</c:v>
                </c:pt>
                <c:pt idx="1033">
                  <c:v>45458</c:v>
                </c:pt>
                <c:pt idx="1034">
                  <c:v>45459</c:v>
                </c:pt>
                <c:pt idx="1035">
                  <c:v>45460</c:v>
                </c:pt>
                <c:pt idx="1036">
                  <c:v>45461</c:v>
                </c:pt>
                <c:pt idx="1037">
                  <c:v>45462</c:v>
                </c:pt>
                <c:pt idx="1038">
                  <c:v>45463</c:v>
                </c:pt>
                <c:pt idx="1039">
                  <c:v>45464</c:v>
                </c:pt>
                <c:pt idx="1040">
                  <c:v>45465</c:v>
                </c:pt>
                <c:pt idx="1041">
                  <c:v>45466</c:v>
                </c:pt>
                <c:pt idx="1042">
                  <c:v>45467</c:v>
                </c:pt>
                <c:pt idx="1043">
                  <c:v>45468</c:v>
                </c:pt>
                <c:pt idx="1044">
                  <c:v>45469</c:v>
                </c:pt>
                <c:pt idx="1045">
                  <c:v>45470</c:v>
                </c:pt>
                <c:pt idx="1046">
                  <c:v>45471</c:v>
                </c:pt>
                <c:pt idx="1047">
                  <c:v>45472</c:v>
                </c:pt>
                <c:pt idx="1048">
                  <c:v>45473</c:v>
                </c:pt>
                <c:pt idx="1049">
                  <c:v>45474</c:v>
                </c:pt>
                <c:pt idx="1050">
                  <c:v>45475</c:v>
                </c:pt>
                <c:pt idx="1051">
                  <c:v>45476</c:v>
                </c:pt>
                <c:pt idx="1052">
                  <c:v>45477</c:v>
                </c:pt>
                <c:pt idx="1053">
                  <c:v>45478</c:v>
                </c:pt>
                <c:pt idx="1054">
                  <c:v>45479</c:v>
                </c:pt>
                <c:pt idx="1055">
                  <c:v>45480</c:v>
                </c:pt>
                <c:pt idx="1056">
                  <c:v>45481</c:v>
                </c:pt>
                <c:pt idx="1057">
                  <c:v>45482</c:v>
                </c:pt>
                <c:pt idx="1058">
                  <c:v>45483</c:v>
                </c:pt>
                <c:pt idx="1059">
                  <c:v>45484</c:v>
                </c:pt>
                <c:pt idx="1060">
                  <c:v>45485</c:v>
                </c:pt>
                <c:pt idx="1061">
                  <c:v>45486</c:v>
                </c:pt>
                <c:pt idx="1062">
                  <c:v>45487</c:v>
                </c:pt>
                <c:pt idx="1063">
                  <c:v>45488</c:v>
                </c:pt>
                <c:pt idx="1064">
                  <c:v>45489</c:v>
                </c:pt>
                <c:pt idx="1065">
                  <c:v>45490</c:v>
                </c:pt>
                <c:pt idx="1066">
                  <c:v>45491</c:v>
                </c:pt>
                <c:pt idx="1067">
                  <c:v>45492</c:v>
                </c:pt>
                <c:pt idx="1068">
                  <c:v>45493</c:v>
                </c:pt>
                <c:pt idx="1069">
                  <c:v>45494</c:v>
                </c:pt>
                <c:pt idx="1070">
                  <c:v>45495</c:v>
                </c:pt>
                <c:pt idx="1071">
                  <c:v>45496</c:v>
                </c:pt>
                <c:pt idx="1072">
                  <c:v>45497</c:v>
                </c:pt>
                <c:pt idx="1073">
                  <c:v>45498</c:v>
                </c:pt>
                <c:pt idx="1074">
                  <c:v>45499</c:v>
                </c:pt>
                <c:pt idx="1075">
                  <c:v>45500</c:v>
                </c:pt>
                <c:pt idx="1076">
                  <c:v>45501</c:v>
                </c:pt>
                <c:pt idx="1077">
                  <c:v>45502</c:v>
                </c:pt>
                <c:pt idx="1078">
                  <c:v>45503</c:v>
                </c:pt>
                <c:pt idx="1079">
                  <c:v>45504</c:v>
                </c:pt>
                <c:pt idx="1080">
                  <c:v>45505</c:v>
                </c:pt>
                <c:pt idx="1081">
                  <c:v>45506</c:v>
                </c:pt>
                <c:pt idx="1082">
                  <c:v>45507</c:v>
                </c:pt>
                <c:pt idx="1083">
                  <c:v>45508</c:v>
                </c:pt>
                <c:pt idx="1084">
                  <c:v>45509</c:v>
                </c:pt>
                <c:pt idx="1085">
                  <c:v>45510</c:v>
                </c:pt>
                <c:pt idx="1086">
                  <c:v>45511</c:v>
                </c:pt>
                <c:pt idx="1087">
                  <c:v>45512</c:v>
                </c:pt>
                <c:pt idx="1088">
                  <c:v>45513</c:v>
                </c:pt>
                <c:pt idx="1089">
                  <c:v>45514</c:v>
                </c:pt>
                <c:pt idx="1090">
                  <c:v>45515</c:v>
                </c:pt>
                <c:pt idx="1091">
                  <c:v>45516</c:v>
                </c:pt>
                <c:pt idx="1092">
                  <c:v>45517</c:v>
                </c:pt>
                <c:pt idx="1093">
                  <c:v>45518</c:v>
                </c:pt>
                <c:pt idx="1094">
                  <c:v>45519</c:v>
                </c:pt>
                <c:pt idx="1095">
                  <c:v>45520</c:v>
                </c:pt>
                <c:pt idx="1096">
                  <c:v>45521</c:v>
                </c:pt>
                <c:pt idx="1097">
                  <c:v>45522</c:v>
                </c:pt>
                <c:pt idx="1098">
                  <c:v>45523</c:v>
                </c:pt>
                <c:pt idx="1099">
                  <c:v>45524</c:v>
                </c:pt>
                <c:pt idx="1100">
                  <c:v>45525</c:v>
                </c:pt>
                <c:pt idx="1101">
                  <c:v>45526</c:v>
                </c:pt>
                <c:pt idx="1102">
                  <c:v>45527</c:v>
                </c:pt>
                <c:pt idx="1103">
                  <c:v>45528</c:v>
                </c:pt>
                <c:pt idx="1104">
                  <c:v>45529</c:v>
                </c:pt>
                <c:pt idx="1105">
                  <c:v>45530</c:v>
                </c:pt>
                <c:pt idx="1106">
                  <c:v>45531</c:v>
                </c:pt>
                <c:pt idx="1107">
                  <c:v>45532</c:v>
                </c:pt>
                <c:pt idx="1108">
                  <c:v>45533</c:v>
                </c:pt>
                <c:pt idx="1109">
                  <c:v>45534</c:v>
                </c:pt>
                <c:pt idx="1110">
                  <c:v>45535</c:v>
                </c:pt>
                <c:pt idx="1111">
                  <c:v>45536</c:v>
                </c:pt>
                <c:pt idx="1112">
                  <c:v>45537</c:v>
                </c:pt>
                <c:pt idx="1113">
                  <c:v>45538</c:v>
                </c:pt>
                <c:pt idx="1114">
                  <c:v>45539</c:v>
                </c:pt>
                <c:pt idx="1115">
                  <c:v>45540</c:v>
                </c:pt>
                <c:pt idx="1116">
                  <c:v>45541</c:v>
                </c:pt>
                <c:pt idx="1117">
                  <c:v>45542</c:v>
                </c:pt>
                <c:pt idx="1118">
                  <c:v>45543</c:v>
                </c:pt>
                <c:pt idx="1119">
                  <c:v>45544</c:v>
                </c:pt>
                <c:pt idx="1120">
                  <c:v>45545</c:v>
                </c:pt>
                <c:pt idx="1121">
                  <c:v>45546</c:v>
                </c:pt>
                <c:pt idx="1122">
                  <c:v>45547</c:v>
                </c:pt>
                <c:pt idx="1123">
                  <c:v>45548</c:v>
                </c:pt>
                <c:pt idx="1124">
                  <c:v>45549</c:v>
                </c:pt>
                <c:pt idx="1125">
                  <c:v>45550</c:v>
                </c:pt>
                <c:pt idx="1126">
                  <c:v>45551</c:v>
                </c:pt>
                <c:pt idx="1127">
                  <c:v>45552</c:v>
                </c:pt>
                <c:pt idx="1128">
                  <c:v>45553</c:v>
                </c:pt>
                <c:pt idx="1129">
                  <c:v>45554</c:v>
                </c:pt>
                <c:pt idx="1130">
                  <c:v>45555</c:v>
                </c:pt>
                <c:pt idx="1131">
                  <c:v>45556</c:v>
                </c:pt>
                <c:pt idx="1132">
                  <c:v>45557</c:v>
                </c:pt>
                <c:pt idx="1133">
                  <c:v>45558</c:v>
                </c:pt>
                <c:pt idx="1134">
                  <c:v>45559</c:v>
                </c:pt>
                <c:pt idx="1135">
                  <c:v>45560</c:v>
                </c:pt>
                <c:pt idx="1136">
                  <c:v>45561</c:v>
                </c:pt>
                <c:pt idx="1137">
                  <c:v>45562</c:v>
                </c:pt>
                <c:pt idx="1138">
                  <c:v>45563</c:v>
                </c:pt>
                <c:pt idx="1139">
                  <c:v>45564</c:v>
                </c:pt>
                <c:pt idx="1140">
                  <c:v>45565</c:v>
                </c:pt>
                <c:pt idx="1141">
                  <c:v>45566</c:v>
                </c:pt>
                <c:pt idx="1142">
                  <c:v>45567</c:v>
                </c:pt>
                <c:pt idx="1143">
                  <c:v>45568</c:v>
                </c:pt>
                <c:pt idx="1144">
                  <c:v>45569</c:v>
                </c:pt>
                <c:pt idx="1145">
                  <c:v>45570</c:v>
                </c:pt>
                <c:pt idx="1146">
                  <c:v>45571</c:v>
                </c:pt>
                <c:pt idx="1147">
                  <c:v>45572</c:v>
                </c:pt>
                <c:pt idx="1148">
                  <c:v>45573</c:v>
                </c:pt>
                <c:pt idx="1149">
                  <c:v>45574</c:v>
                </c:pt>
                <c:pt idx="1150">
                  <c:v>45575</c:v>
                </c:pt>
                <c:pt idx="1151">
                  <c:v>45576</c:v>
                </c:pt>
                <c:pt idx="1152">
                  <c:v>45577</c:v>
                </c:pt>
                <c:pt idx="1153">
                  <c:v>45578</c:v>
                </c:pt>
                <c:pt idx="1154">
                  <c:v>45579</c:v>
                </c:pt>
                <c:pt idx="1155">
                  <c:v>45580</c:v>
                </c:pt>
                <c:pt idx="1156">
                  <c:v>45581</c:v>
                </c:pt>
                <c:pt idx="1157">
                  <c:v>45582</c:v>
                </c:pt>
                <c:pt idx="1158">
                  <c:v>45583</c:v>
                </c:pt>
                <c:pt idx="1159">
                  <c:v>45584</c:v>
                </c:pt>
                <c:pt idx="1160">
                  <c:v>45585</c:v>
                </c:pt>
                <c:pt idx="1161">
                  <c:v>45586</c:v>
                </c:pt>
                <c:pt idx="1162">
                  <c:v>45587</c:v>
                </c:pt>
                <c:pt idx="1163">
                  <c:v>45588</c:v>
                </c:pt>
                <c:pt idx="1164">
                  <c:v>45589</c:v>
                </c:pt>
                <c:pt idx="1165">
                  <c:v>45590</c:v>
                </c:pt>
                <c:pt idx="1166">
                  <c:v>45591</c:v>
                </c:pt>
                <c:pt idx="1167">
                  <c:v>45592</c:v>
                </c:pt>
                <c:pt idx="1168">
                  <c:v>45593</c:v>
                </c:pt>
                <c:pt idx="1169">
                  <c:v>45594</c:v>
                </c:pt>
                <c:pt idx="1170">
                  <c:v>45595</c:v>
                </c:pt>
                <c:pt idx="1171">
                  <c:v>45596</c:v>
                </c:pt>
                <c:pt idx="1172">
                  <c:v>45597</c:v>
                </c:pt>
                <c:pt idx="1173">
                  <c:v>45598</c:v>
                </c:pt>
                <c:pt idx="1174">
                  <c:v>45599</c:v>
                </c:pt>
                <c:pt idx="1175">
                  <c:v>45600</c:v>
                </c:pt>
                <c:pt idx="1176">
                  <c:v>45601</c:v>
                </c:pt>
                <c:pt idx="1177">
                  <c:v>45602</c:v>
                </c:pt>
                <c:pt idx="1178">
                  <c:v>45603</c:v>
                </c:pt>
                <c:pt idx="1179">
                  <c:v>45604</c:v>
                </c:pt>
                <c:pt idx="1180">
                  <c:v>45605</c:v>
                </c:pt>
                <c:pt idx="1181">
                  <c:v>45606</c:v>
                </c:pt>
                <c:pt idx="1182">
                  <c:v>45607</c:v>
                </c:pt>
                <c:pt idx="1183">
                  <c:v>45608</c:v>
                </c:pt>
                <c:pt idx="1184">
                  <c:v>45609</c:v>
                </c:pt>
                <c:pt idx="1185">
                  <c:v>45610</c:v>
                </c:pt>
                <c:pt idx="1186">
                  <c:v>45611</c:v>
                </c:pt>
                <c:pt idx="1187">
                  <c:v>45612</c:v>
                </c:pt>
                <c:pt idx="1188">
                  <c:v>45613</c:v>
                </c:pt>
                <c:pt idx="1189">
                  <c:v>45614</c:v>
                </c:pt>
                <c:pt idx="1190">
                  <c:v>45615</c:v>
                </c:pt>
                <c:pt idx="1191">
                  <c:v>45616</c:v>
                </c:pt>
                <c:pt idx="1192">
                  <c:v>45617</c:v>
                </c:pt>
                <c:pt idx="1193">
                  <c:v>45618</c:v>
                </c:pt>
                <c:pt idx="1194">
                  <c:v>45619</c:v>
                </c:pt>
                <c:pt idx="1195">
                  <c:v>45620</c:v>
                </c:pt>
                <c:pt idx="1196">
                  <c:v>45621</c:v>
                </c:pt>
                <c:pt idx="1197">
                  <c:v>45622</c:v>
                </c:pt>
                <c:pt idx="1198">
                  <c:v>45623</c:v>
                </c:pt>
                <c:pt idx="1199">
                  <c:v>45624</c:v>
                </c:pt>
                <c:pt idx="1200">
                  <c:v>45625</c:v>
                </c:pt>
                <c:pt idx="1201">
                  <c:v>45626</c:v>
                </c:pt>
                <c:pt idx="1202">
                  <c:v>45627</c:v>
                </c:pt>
                <c:pt idx="1203">
                  <c:v>45628</c:v>
                </c:pt>
                <c:pt idx="1204">
                  <c:v>45629</c:v>
                </c:pt>
                <c:pt idx="1205">
                  <c:v>45630</c:v>
                </c:pt>
                <c:pt idx="1206">
                  <c:v>45631</c:v>
                </c:pt>
                <c:pt idx="1207">
                  <c:v>45632</c:v>
                </c:pt>
                <c:pt idx="1208">
                  <c:v>45633</c:v>
                </c:pt>
                <c:pt idx="1209">
                  <c:v>45634</c:v>
                </c:pt>
                <c:pt idx="1210">
                  <c:v>45635</c:v>
                </c:pt>
                <c:pt idx="1211">
                  <c:v>45636</c:v>
                </c:pt>
                <c:pt idx="1212">
                  <c:v>45637</c:v>
                </c:pt>
                <c:pt idx="1213">
                  <c:v>45638</c:v>
                </c:pt>
                <c:pt idx="1214">
                  <c:v>45639</c:v>
                </c:pt>
                <c:pt idx="1215">
                  <c:v>45640</c:v>
                </c:pt>
                <c:pt idx="1216">
                  <c:v>45641</c:v>
                </c:pt>
                <c:pt idx="1217">
                  <c:v>45642</c:v>
                </c:pt>
                <c:pt idx="1218">
                  <c:v>45643</c:v>
                </c:pt>
                <c:pt idx="1219">
                  <c:v>45644</c:v>
                </c:pt>
                <c:pt idx="1220">
                  <c:v>45645</c:v>
                </c:pt>
                <c:pt idx="1221">
                  <c:v>45646</c:v>
                </c:pt>
                <c:pt idx="1222">
                  <c:v>45647</c:v>
                </c:pt>
                <c:pt idx="1223">
                  <c:v>45648</c:v>
                </c:pt>
                <c:pt idx="1224">
                  <c:v>45649</c:v>
                </c:pt>
                <c:pt idx="1225">
                  <c:v>45650</c:v>
                </c:pt>
                <c:pt idx="1226">
                  <c:v>45651</c:v>
                </c:pt>
                <c:pt idx="1227">
                  <c:v>45652</c:v>
                </c:pt>
                <c:pt idx="1228">
                  <c:v>45653</c:v>
                </c:pt>
                <c:pt idx="1229">
                  <c:v>45654</c:v>
                </c:pt>
                <c:pt idx="1230">
                  <c:v>45655</c:v>
                </c:pt>
                <c:pt idx="1231">
                  <c:v>45656</c:v>
                </c:pt>
                <c:pt idx="1232">
                  <c:v>45657</c:v>
                </c:pt>
                <c:pt idx="1233">
                  <c:v>45658</c:v>
                </c:pt>
                <c:pt idx="1234">
                  <c:v>45659</c:v>
                </c:pt>
                <c:pt idx="1235">
                  <c:v>45660</c:v>
                </c:pt>
                <c:pt idx="1236">
                  <c:v>45661</c:v>
                </c:pt>
                <c:pt idx="1237">
                  <c:v>45662</c:v>
                </c:pt>
                <c:pt idx="1238">
                  <c:v>45663</c:v>
                </c:pt>
                <c:pt idx="1239">
                  <c:v>45664</c:v>
                </c:pt>
                <c:pt idx="1240">
                  <c:v>45665</c:v>
                </c:pt>
                <c:pt idx="1241">
                  <c:v>45666</c:v>
                </c:pt>
                <c:pt idx="1242">
                  <c:v>45667</c:v>
                </c:pt>
                <c:pt idx="1243">
                  <c:v>45668</c:v>
                </c:pt>
                <c:pt idx="1244">
                  <c:v>45669</c:v>
                </c:pt>
                <c:pt idx="1245">
                  <c:v>45670</c:v>
                </c:pt>
                <c:pt idx="1246">
                  <c:v>45671</c:v>
                </c:pt>
                <c:pt idx="1247">
                  <c:v>45672</c:v>
                </c:pt>
                <c:pt idx="1248">
                  <c:v>45673</c:v>
                </c:pt>
                <c:pt idx="1249">
                  <c:v>45674</c:v>
                </c:pt>
                <c:pt idx="1250">
                  <c:v>45675</c:v>
                </c:pt>
                <c:pt idx="1251">
                  <c:v>45676</c:v>
                </c:pt>
                <c:pt idx="1252">
                  <c:v>45677</c:v>
                </c:pt>
                <c:pt idx="1253">
                  <c:v>45678</c:v>
                </c:pt>
                <c:pt idx="1254">
                  <c:v>45679</c:v>
                </c:pt>
                <c:pt idx="1255">
                  <c:v>45680</c:v>
                </c:pt>
                <c:pt idx="1256">
                  <c:v>45681</c:v>
                </c:pt>
                <c:pt idx="1257">
                  <c:v>45682</c:v>
                </c:pt>
                <c:pt idx="1258">
                  <c:v>45683</c:v>
                </c:pt>
                <c:pt idx="1259">
                  <c:v>45684</c:v>
                </c:pt>
                <c:pt idx="1260">
                  <c:v>45685</c:v>
                </c:pt>
                <c:pt idx="1261">
                  <c:v>45686</c:v>
                </c:pt>
                <c:pt idx="1262">
                  <c:v>45687</c:v>
                </c:pt>
                <c:pt idx="1263">
                  <c:v>45688</c:v>
                </c:pt>
                <c:pt idx="1264">
                  <c:v>45689</c:v>
                </c:pt>
                <c:pt idx="1265">
                  <c:v>45690</c:v>
                </c:pt>
                <c:pt idx="1266">
                  <c:v>45691</c:v>
                </c:pt>
                <c:pt idx="1267">
                  <c:v>45692</c:v>
                </c:pt>
                <c:pt idx="1268">
                  <c:v>45693</c:v>
                </c:pt>
                <c:pt idx="1269">
                  <c:v>45694</c:v>
                </c:pt>
                <c:pt idx="1270">
                  <c:v>45695</c:v>
                </c:pt>
                <c:pt idx="1271">
                  <c:v>45696</c:v>
                </c:pt>
                <c:pt idx="1272">
                  <c:v>45697</c:v>
                </c:pt>
                <c:pt idx="1273">
                  <c:v>45698</c:v>
                </c:pt>
                <c:pt idx="1274">
                  <c:v>45699</c:v>
                </c:pt>
                <c:pt idx="1275">
                  <c:v>45700</c:v>
                </c:pt>
                <c:pt idx="1276">
                  <c:v>45701</c:v>
                </c:pt>
                <c:pt idx="1277">
                  <c:v>45702</c:v>
                </c:pt>
                <c:pt idx="1278">
                  <c:v>45703</c:v>
                </c:pt>
                <c:pt idx="1279">
                  <c:v>45704</c:v>
                </c:pt>
                <c:pt idx="1280">
                  <c:v>45705</c:v>
                </c:pt>
                <c:pt idx="1281">
                  <c:v>45706</c:v>
                </c:pt>
                <c:pt idx="1282">
                  <c:v>45707</c:v>
                </c:pt>
                <c:pt idx="1283">
                  <c:v>45708</c:v>
                </c:pt>
                <c:pt idx="1284">
                  <c:v>45709</c:v>
                </c:pt>
                <c:pt idx="1285">
                  <c:v>45710</c:v>
                </c:pt>
                <c:pt idx="1286">
                  <c:v>45711</c:v>
                </c:pt>
                <c:pt idx="1287">
                  <c:v>45712</c:v>
                </c:pt>
                <c:pt idx="1288">
                  <c:v>45713</c:v>
                </c:pt>
                <c:pt idx="1289">
                  <c:v>45714</c:v>
                </c:pt>
                <c:pt idx="1290">
                  <c:v>45715</c:v>
                </c:pt>
                <c:pt idx="1291">
                  <c:v>45716</c:v>
                </c:pt>
                <c:pt idx="1292">
                  <c:v>45717</c:v>
                </c:pt>
                <c:pt idx="1293">
                  <c:v>45718</c:v>
                </c:pt>
                <c:pt idx="1294">
                  <c:v>45719</c:v>
                </c:pt>
                <c:pt idx="1295">
                  <c:v>45720</c:v>
                </c:pt>
                <c:pt idx="1296">
                  <c:v>45721</c:v>
                </c:pt>
                <c:pt idx="1297">
                  <c:v>45722</c:v>
                </c:pt>
                <c:pt idx="1298">
                  <c:v>45723</c:v>
                </c:pt>
                <c:pt idx="1299">
                  <c:v>45724</c:v>
                </c:pt>
                <c:pt idx="1300">
                  <c:v>45725</c:v>
                </c:pt>
                <c:pt idx="1301">
                  <c:v>45726</c:v>
                </c:pt>
                <c:pt idx="1302">
                  <c:v>45727</c:v>
                </c:pt>
                <c:pt idx="1303">
                  <c:v>45728</c:v>
                </c:pt>
                <c:pt idx="1304">
                  <c:v>45729</c:v>
                </c:pt>
                <c:pt idx="1305">
                  <c:v>45730</c:v>
                </c:pt>
                <c:pt idx="1306">
                  <c:v>45731</c:v>
                </c:pt>
                <c:pt idx="1307">
                  <c:v>45732</c:v>
                </c:pt>
                <c:pt idx="1308">
                  <c:v>45733</c:v>
                </c:pt>
                <c:pt idx="1309">
                  <c:v>45734</c:v>
                </c:pt>
                <c:pt idx="1310">
                  <c:v>45735</c:v>
                </c:pt>
                <c:pt idx="1311">
                  <c:v>45736</c:v>
                </c:pt>
                <c:pt idx="1312">
                  <c:v>45737</c:v>
                </c:pt>
                <c:pt idx="1313">
                  <c:v>45738</c:v>
                </c:pt>
                <c:pt idx="1314">
                  <c:v>45739</c:v>
                </c:pt>
                <c:pt idx="1315">
                  <c:v>45740</c:v>
                </c:pt>
                <c:pt idx="1316">
                  <c:v>45741</c:v>
                </c:pt>
                <c:pt idx="1317">
                  <c:v>45742</c:v>
                </c:pt>
                <c:pt idx="1318">
                  <c:v>45743</c:v>
                </c:pt>
                <c:pt idx="1319">
                  <c:v>45744</c:v>
                </c:pt>
                <c:pt idx="1320">
                  <c:v>45745</c:v>
                </c:pt>
                <c:pt idx="1321">
                  <c:v>45746</c:v>
                </c:pt>
                <c:pt idx="1322">
                  <c:v>45747</c:v>
                </c:pt>
                <c:pt idx="1323">
                  <c:v>45748</c:v>
                </c:pt>
                <c:pt idx="1324">
                  <c:v>45749</c:v>
                </c:pt>
                <c:pt idx="1325">
                  <c:v>45750</c:v>
                </c:pt>
                <c:pt idx="1326">
                  <c:v>45751</c:v>
                </c:pt>
                <c:pt idx="1327">
                  <c:v>45752</c:v>
                </c:pt>
                <c:pt idx="1328">
                  <c:v>45753</c:v>
                </c:pt>
                <c:pt idx="1329">
                  <c:v>45754</c:v>
                </c:pt>
                <c:pt idx="1330">
                  <c:v>45755</c:v>
                </c:pt>
                <c:pt idx="1331">
                  <c:v>45756</c:v>
                </c:pt>
                <c:pt idx="1332">
                  <c:v>45757</c:v>
                </c:pt>
                <c:pt idx="1333">
                  <c:v>45758</c:v>
                </c:pt>
                <c:pt idx="1334">
                  <c:v>45759</c:v>
                </c:pt>
                <c:pt idx="1335">
                  <c:v>45760</c:v>
                </c:pt>
                <c:pt idx="1336">
                  <c:v>45761</c:v>
                </c:pt>
                <c:pt idx="1337">
                  <c:v>45762</c:v>
                </c:pt>
                <c:pt idx="1338">
                  <c:v>45763</c:v>
                </c:pt>
                <c:pt idx="1339">
                  <c:v>45764</c:v>
                </c:pt>
                <c:pt idx="1340">
                  <c:v>45765</c:v>
                </c:pt>
                <c:pt idx="1341">
                  <c:v>45766</c:v>
                </c:pt>
                <c:pt idx="1342">
                  <c:v>45767</c:v>
                </c:pt>
                <c:pt idx="1343">
                  <c:v>45768</c:v>
                </c:pt>
                <c:pt idx="1344">
                  <c:v>45769</c:v>
                </c:pt>
                <c:pt idx="1345">
                  <c:v>45770</c:v>
                </c:pt>
                <c:pt idx="1346">
                  <c:v>45771</c:v>
                </c:pt>
                <c:pt idx="1347">
                  <c:v>45772</c:v>
                </c:pt>
                <c:pt idx="1348">
                  <c:v>45773</c:v>
                </c:pt>
                <c:pt idx="1349">
                  <c:v>45774</c:v>
                </c:pt>
                <c:pt idx="1350">
                  <c:v>45775</c:v>
                </c:pt>
                <c:pt idx="1351">
                  <c:v>45776</c:v>
                </c:pt>
                <c:pt idx="1352">
                  <c:v>45777</c:v>
                </c:pt>
                <c:pt idx="1353">
                  <c:v>45778</c:v>
                </c:pt>
                <c:pt idx="1354">
                  <c:v>45779</c:v>
                </c:pt>
                <c:pt idx="1355">
                  <c:v>45780</c:v>
                </c:pt>
                <c:pt idx="1356">
                  <c:v>45781</c:v>
                </c:pt>
                <c:pt idx="1357">
                  <c:v>45782</c:v>
                </c:pt>
                <c:pt idx="1358">
                  <c:v>45783</c:v>
                </c:pt>
                <c:pt idx="1359">
                  <c:v>45784</c:v>
                </c:pt>
                <c:pt idx="1360">
                  <c:v>45785</c:v>
                </c:pt>
                <c:pt idx="1361">
                  <c:v>45786</c:v>
                </c:pt>
                <c:pt idx="1362">
                  <c:v>45787</c:v>
                </c:pt>
                <c:pt idx="1363">
                  <c:v>45788</c:v>
                </c:pt>
                <c:pt idx="1364">
                  <c:v>45789</c:v>
                </c:pt>
                <c:pt idx="1365">
                  <c:v>45790</c:v>
                </c:pt>
                <c:pt idx="1366">
                  <c:v>45791</c:v>
                </c:pt>
                <c:pt idx="1367">
                  <c:v>45792</c:v>
                </c:pt>
                <c:pt idx="1368">
                  <c:v>45793</c:v>
                </c:pt>
                <c:pt idx="1369">
                  <c:v>45794</c:v>
                </c:pt>
                <c:pt idx="1370">
                  <c:v>45795</c:v>
                </c:pt>
                <c:pt idx="1371">
                  <c:v>45796</c:v>
                </c:pt>
                <c:pt idx="1372">
                  <c:v>45797</c:v>
                </c:pt>
                <c:pt idx="1373">
                  <c:v>45798</c:v>
                </c:pt>
                <c:pt idx="1374">
                  <c:v>45799</c:v>
                </c:pt>
                <c:pt idx="1375">
                  <c:v>45800</c:v>
                </c:pt>
                <c:pt idx="1376">
                  <c:v>45801</c:v>
                </c:pt>
                <c:pt idx="1377">
                  <c:v>45802</c:v>
                </c:pt>
                <c:pt idx="1378">
                  <c:v>45803</c:v>
                </c:pt>
                <c:pt idx="1379">
                  <c:v>45804</c:v>
                </c:pt>
                <c:pt idx="1380">
                  <c:v>45805</c:v>
                </c:pt>
                <c:pt idx="1381">
                  <c:v>45806</c:v>
                </c:pt>
                <c:pt idx="1382">
                  <c:v>45807</c:v>
                </c:pt>
                <c:pt idx="1383">
                  <c:v>45808</c:v>
                </c:pt>
                <c:pt idx="1384">
                  <c:v>45809</c:v>
                </c:pt>
                <c:pt idx="1385">
                  <c:v>45810</c:v>
                </c:pt>
                <c:pt idx="1386">
                  <c:v>45811</c:v>
                </c:pt>
                <c:pt idx="1387">
                  <c:v>45812</c:v>
                </c:pt>
                <c:pt idx="1388">
                  <c:v>45813</c:v>
                </c:pt>
                <c:pt idx="1389">
                  <c:v>45814</c:v>
                </c:pt>
                <c:pt idx="1390">
                  <c:v>45815</c:v>
                </c:pt>
                <c:pt idx="1391">
                  <c:v>45816</c:v>
                </c:pt>
                <c:pt idx="1392">
                  <c:v>45817</c:v>
                </c:pt>
                <c:pt idx="1393">
                  <c:v>45818</c:v>
                </c:pt>
                <c:pt idx="1394">
                  <c:v>45819</c:v>
                </c:pt>
                <c:pt idx="1395">
                  <c:v>45820</c:v>
                </c:pt>
                <c:pt idx="1396">
                  <c:v>45821</c:v>
                </c:pt>
                <c:pt idx="1397">
                  <c:v>45822</c:v>
                </c:pt>
                <c:pt idx="1398">
                  <c:v>45823</c:v>
                </c:pt>
                <c:pt idx="1399">
                  <c:v>45824</c:v>
                </c:pt>
                <c:pt idx="1400">
                  <c:v>45825</c:v>
                </c:pt>
                <c:pt idx="1401">
                  <c:v>45826</c:v>
                </c:pt>
                <c:pt idx="1402">
                  <c:v>45827</c:v>
                </c:pt>
                <c:pt idx="1403">
                  <c:v>45828</c:v>
                </c:pt>
                <c:pt idx="1404">
                  <c:v>45829</c:v>
                </c:pt>
                <c:pt idx="1405">
                  <c:v>45830</c:v>
                </c:pt>
                <c:pt idx="1406">
                  <c:v>45831</c:v>
                </c:pt>
                <c:pt idx="1407">
                  <c:v>45832</c:v>
                </c:pt>
                <c:pt idx="1408">
                  <c:v>45833</c:v>
                </c:pt>
                <c:pt idx="1409">
                  <c:v>45834</c:v>
                </c:pt>
                <c:pt idx="1410">
                  <c:v>45835</c:v>
                </c:pt>
                <c:pt idx="1411">
                  <c:v>45836</c:v>
                </c:pt>
                <c:pt idx="1412">
                  <c:v>45837</c:v>
                </c:pt>
                <c:pt idx="1413">
                  <c:v>45838</c:v>
                </c:pt>
                <c:pt idx="1414">
                  <c:v>45839</c:v>
                </c:pt>
                <c:pt idx="1415">
                  <c:v>45840</c:v>
                </c:pt>
                <c:pt idx="1416">
                  <c:v>45841</c:v>
                </c:pt>
                <c:pt idx="1417">
                  <c:v>45842</c:v>
                </c:pt>
                <c:pt idx="1418">
                  <c:v>45843</c:v>
                </c:pt>
                <c:pt idx="1419">
                  <c:v>45844</c:v>
                </c:pt>
                <c:pt idx="1420">
                  <c:v>45845</c:v>
                </c:pt>
                <c:pt idx="1421">
                  <c:v>45846</c:v>
                </c:pt>
                <c:pt idx="1422">
                  <c:v>45847</c:v>
                </c:pt>
                <c:pt idx="1423">
                  <c:v>45848</c:v>
                </c:pt>
                <c:pt idx="1424">
                  <c:v>45849</c:v>
                </c:pt>
                <c:pt idx="1425">
                  <c:v>45850</c:v>
                </c:pt>
                <c:pt idx="1426">
                  <c:v>45851</c:v>
                </c:pt>
                <c:pt idx="1427">
                  <c:v>45852</c:v>
                </c:pt>
                <c:pt idx="1428">
                  <c:v>45853</c:v>
                </c:pt>
                <c:pt idx="1429">
                  <c:v>45854</c:v>
                </c:pt>
                <c:pt idx="1430">
                  <c:v>45855</c:v>
                </c:pt>
                <c:pt idx="1431">
                  <c:v>45856</c:v>
                </c:pt>
                <c:pt idx="1432">
                  <c:v>45857</c:v>
                </c:pt>
                <c:pt idx="1433">
                  <c:v>45858</c:v>
                </c:pt>
                <c:pt idx="1434">
                  <c:v>45859</c:v>
                </c:pt>
                <c:pt idx="1435">
                  <c:v>45860</c:v>
                </c:pt>
                <c:pt idx="1436">
                  <c:v>45861</c:v>
                </c:pt>
                <c:pt idx="1437">
                  <c:v>45862</c:v>
                </c:pt>
                <c:pt idx="1438">
                  <c:v>45863</c:v>
                </c:pt>
                <c:pt idx="1439">
                  <c:v>45864</c:v>
                </c:pt>
                <c:pt idx="1440">
                  <c:v>45865</c:v>
                </c:pt>
                <c:pt idx="1441">
                  <c:v>45866</c:v>
                </c:pt>
                <c:pt idx="1442">
                  <c:v>45867</c:v>
                </c:pt>
                <c:pt idx="1443">
                  <c:v>45868</c:v>
                </c:pt>
                <c:pt idx="1444">
                  <c:v>45869</c:v>
                </c:pt>
                <c:pt idx="1445">
                  <c:v>45870</c:v>
                </c:pt>
                <c:pt idx="1446">
                  <c:v>45871</c:v>
                </c:pt>
                <c:pt idx="1447">
                  <c:v>45872</c:v>
                </c:pt>
                <c:pt idx="1448">
                  <c:v>45873</c:v>
                </c:pt>
                <c:pt idx="1449">
                  <c:v>45874</c:v>
                </c:pt>
                <c:pt idx="1450">
                  <c:v>45875</c:v>
                </c:pt>
                <c:pt idx="1451">
                  <c:v>45876</c:v>
                </c:pt>
                <c:pt idx="1452">
                  <c:v>45877</c:v>
                </c:pt>
                <c:pt idx="1453">
                  <c:v>45878</c:v>
                </c:pt>
                <c:pt idx="1454">
                  <c:v>45879</c:v>
                </c:pt>
                <c:pt idx="1455">
                  <c:v>45880</c:v>
                </c:pt>
                <c:pt idx="1456">
                  <c:v>45881</c:v>
                </c:pt>
                <c:pt idx="1457">
                  <c:v>45882</c:v>
                </c:pt>
                <c:pt idx="1458">
                  <c:v>45883</c:v>
                </c:pt>
                <c:pt idx="1459">
                  <c:v>45884</c:v>
                </c:pt>
                <c:pt idx="1460">
                  <c:v>45885</c:v>
                </c:pt>
                <c:pt idx="1461">
                  <c:v>45886</c:v>
                </c:pt>
                <c:pt idx="1462">
                  <c:v>45887</c:v>
                </c:pt>
                <c:pt idx="1463">
                  <c:v>45888</c:v>
                </c:pt>
                <c:pt idx="1464">
                  <c:v>45889</c:v>
                </c:pt>
                <c:pt idx="1465">
                  <c:v>45890</c:v>
                </c:pt>
                <c:pt idx="1466">
                  <c:v>45891</c:v>
                </c:pt>
                <c:pt idx="1467">
                  <c:v>45892</c:v>
                </c:pt>
                <c:pt idx="1468">
                  <c:v>45893</c:v>
                </c:pt>
                <c:pt idx="1469">
                  <c:v>45894</c:v>
                </c:pt>
                <c:pt idx="1470">
                  <c:v>45895</c:v>
                </c:pt>
                <c:pt idx="1471">
                  <c:v>45896</c:v>
                </c:pt>
                <c:pt idx="1472">
                  <c:v>45897</c:v>
                </c:pt>
                <c:pt idx="1473">
                  <c:v>45898</c:v>
                </c:pt>
                <c:pt idx="1474">
                  <c:v>45899</c:v>
                </c:pt>
                <c:pt idx="1475">
                  <c:v>45900</c:v>
                </c:pt>
                <c:pt idx="1476">
                  <c:v>45901</c:v>
                </c:pt>
                <c:pt idx="1477">
                  <c:v>45902</c:v>
                </c:pt>
                <c:pt idx="1478">
                  <c:v>45903</c:v>
                </c:pt>
                <c:pt idx="1479">
                  <c:v>45904</c:v>
                </c:pt>
                <c:pt idx="1480">
                  <c:v>45905</c:v>
                </c:pt>
                <c:pt idx="1481">
                  <c:v>45906</c:v>
                </c:pt>
                <c:pt idx="1482">
                  <c:v>45907</c:v>
                </c:pt>
                <c:pt idx="1483">
                  <c:v>45908</c:v>
                </c:pt>
                <c:pt idx="1484">
                  <c:v>45909</c:v>
                </c:pt>
                <c:pt idx="1485">
                  <c:v>45910</c:v>
                </c:pt>
                <c:pt idx="1486">
                  <c:v>45911</c:v>
                </c:pt>
                <c:pt idx="1487">
                  <c:v>45912</c:v>
                </c:pt>
                <c:pt idx="1488">
                  <c:v>45913</c:v>
                </c:pt>
                <c:pt idx="1489">
                  <c:v>45914</c:v>
                </c:pt>
                <c:pt idx="1490">
                  <c:v>45915</c:v>
                </c:pt>
                <c:pt idx="1491">
                  <c:v>45916</c:v>
                </c:pt>
                <c:pt idx="1492">
                  <c:v>45917</c:v>
                </c:pt>
                <c:pt idx="1493">
                  <c:v>45918</c:v>
                </c:pt>
                <c:pt idx="1494">
                  <c:v>45919</c:v>
                </c:pt>
                <c:pt idx="1495">
                  <c:v>45920</c:v>
                </c:pt>
                <c:pt idx="1496">
                  <c:v>45921</c:v>
                </c:pt>
                <c:pt idx="1497">
                  <c:v>45922</c:v>
                </c:pt>
                <c:pt idx="1498">
                  <c:v>45923</c:v>
                </c:pt>
                <c:pt idx="1499">
                  <c:v>45924</c:v>
                </c:pt>
                <c:pt idx="1500">
                  <c:v>45925</c:v>
                </c:pt>
                <c:pt idx="1501">
                  <c:v>45926</c:v>
                </c:pt>
                <c:pt idx="1502">
                  <c:v>45927</c:v>
                </c:pt>
                <c:pt idx="1503">
                  <c:v>45928</c:v>
                </c:pt>
                <c:pt idx="1504">
                  <c:v>45929</c:v>
                </c:pt>
                <c:pt idx="1505">
                  <c:v>45930</c:v>
                </c:pt>
                <c:pt idx="1506">
                  <c:v>45931</c:v>
                </c:pt>
                <c:pt idx="1507">
                  <c:v>45932</c:v>
                </c:pt>
                <c:pt idx="1508">
                  <c:v>45933</c:v>
                </c:pt>
                <c:pt idx="1509">
                  <c:v>45934</c:v>
                </c:pt>
                <c:pt idx="1510">
                  <c:v>45935</c:v>
                </c:pt>
                <c:pt idx="1511">
                  <c:v>45936</c:v>
                </c:pt>
                <c:pt idx="1512">
                  <c:v>45937</c:v>
                </c:pt>
                <c:pt idx="1513">
                  <c:v>45938</c:v>
                </c:pt>
                <c:pt idx="1514">
                  <c:v>45939</c:v>
                </c:pt>
                <c:pt idx="1515">
                  <c:v>45940</c:v>
                </c:pt>
                <c:pt idx="1516">
                  <c:v>45941</c:v>
                </c:pt>
                <c:pt idx="1517">
                  <c:v>45942</c:v>
                </c:pt>
                <c:pt idx="1518">
                  <c:v>45943</c:v>
                </c:pt>
                <c:pt idx="1519">
                  <c:v>45944</c:v>
                </c:pt>
                <c:pt idx="1520">
                  <c:v>45945</c:v>
                </c:pt>
                <c:pt idx="1521">
                  <c:v>45946</c:v>
                </c:pt>
                <c:pt idx="1522">
                  <c:v>45947</c:v>
                </c:pt>
                <c:pt idx="1523">
                  <c:v>45948</c:v>
                </c:pt>
                <c:pt idx="1524">
                  <c:v>45949</c:v>
                </c:pt>
                <c:pt idx="1525">
                  <c:v>45950</c:v>
                </c:pt>
                <c:pt idx="1526">
                  <c:v>45951</c:v>
                </c:pt>
                <c:pt idx="1527">
                  <c:v>45952</c:v>
                </c:pt>
                <c:pt idx="1528">
                  <c:v>45953</c:v>
                </c:pt>
                <c:pt idx="1529">
                  <c:v>45954</c:v>
                </c:pt>
                <c:pt idx="1530">
                  <c:v>45955</c:v>
                </c:pt>
                <c:pt idx="1531">
                  <c:v>45956</c:v>
                </c:pt>
                <c:pt idx="1532">
                  <c:v>45957</c:v>
                </c:pt>
                <c:pt idx="1533">
                  <c:v>45958</c:v>
                </c:pt>
                <c:pt idx="1534">
                  <c:v>45959</c:v>
                </c:pt>
                <c:pt idx="1535">
                  <c:v>45960</c:v>
                </c:pt>
                <c:pt idx="1536">
                  <c:v>45961</c:v>
                </c:pt>
                <c:pt idx="1537">
                  <c:v>45962</c:v>
                </c:pt>
                <c:pt idx="1538">
                  <c:v>45963</c:v>
                </c:pt>
                <c:pt idx="1539">
                  <c:v>45964</c:v>
                </c:pt>
                <c:pt idx="1540">
                  <c:v>45965</c:v>
                </c:pt>
                <c:pt idx="1541">
                  <c:v>45966</c:v>
                </c:pt>
                <c:pt idx="1542">
                  <c:v>45967</c:v>
                </c:pt>
                <c:pt idx="1543">
                  <c:v>45968</c:v>
                </c:pt>
                <c:pt idx="1544">
                  <c:v>45969</c:v>
                </c:pt>
                <c:pt idx="1545">
                  <c:v>45970</c:v>
                </c:pt>
                <c:pt idx="1546">
                  <c:v>45971</c:v>
                </c:pt>
                <c:pt idx="1547">
                  <c:v>45972</c:v>
                </c:pt>
                <c:pt idx="1548">
                  <c:v>45973</c:v>
                </c:pt>
                <c:pt idx="1549">
                  <c:v>45974</c:v>
                </c:pt>
                <c:pt idx="1550">
                  <c:v>45975</c:v>
                </c:pt>
                <c:pt idx="1551">
                  <c:v>45976</c:v>
                </c:pt>
                <c:pt idx="1552">
                  <c:v>45977</c:v>
                </c:pt>
                <c:pt idx="1553">
                  <c:v>45978</c:v>
                </c:pt>
                <c:pt idx="1554">
                  <c:v>45979</c:v>
                </c:pt>
                <c:pt idx="1555">
                  <c:v>45980</c:v>
                </c:pt>
                <c:pt idx="1556">
                  <c:v>45981</c:v>
                </c:pt>
                <c:pt idx="1557">
                  <c:v>45982</c:v>
                </c:pt>
                <c:pt idx="1558">
                  <c:v>45983</c:v>
                </c:pt>
                <c:pt idx="1559">
                  <c:v>45984</c:v>
                </c:pt>
                <c:pt idx="1560">
                  <c:v>45985</c:v>
                </c:pt>
                <c:pt idx="1561">
                  <c:v>45986</c:v>
                </c:pt>
                <c:pt idx="1562">
                  <c:v>45987</c:v>
                </c:pt>
                <c:pt idx="1563">
                  <c:v>45988</c:v>
                </c:pt>
                <c:pt idx="1564">
                  <c:v>45989</c:v>
                </c:pt>
                <c:pt idx="1565">
                  <c:v>45990</c:v>
                </c:pt>
                <c:pt idx="1566">
                  <c:v>45991</c:v>
                </c:pt>
                <c:pt idx="1567">
                  <c:v>45992</c:v>
                </c:pt>
                <c:pt idx="1568">
                  <c:v>45993</c:v>
                </c:pt>
                <c:pt idx="1569">
                  <c:v>45994</c:v>
                </c:pt>
                <c:pt idx="1570">
                  <c:v>45995</c:v>
                </c:pt>
                <c:pt idx="1571">
                  <c:v>45996</c:v>
                </c:pt>
                <c:pt idx="1572">
                  <c:v>45997</c:v>
                </c:pt>
                <c:pt idx="1573">
                  <c:v>45998</c:v>
                </c:pt>
                <c:pt idx="1574">
                  <c:v>45999</c:v>
                </c:pt>
                <c:pt idx="1575">
                  <c:v>46000</c:v>
                </c:pt>
                <c:pt idx="1576">
                  <c:v>46001</c:v>
                </c:pt>
                <c:pt idx="1577">
                  <c:v>46002</c:v>
                </c:pt>
                <c:pt idx="1578">
                  <c:v>46003</c:v>
                </c:pt>
                <c:pt idx="1579">
                  <c:v>46004</c:v>
                </c:pt>
                <c:pt idx="1580">
                  <c:v>46005</c:v>
                </c:pt>
                <c:pt idx="1581">
                  <c:v>46006</c:v>
                </c:pt>
                <c:pt idx="1582">
                  <c:v>46007</c:v>
                </c:pt>
                <c:pt idx="1583">
                  <c:v>46008</c:v>
                </c:pt>
                <c:pt idx="1584">
                  <c:v>46009</c:v>
                </c:pt>
                <c:pt idx="1585">
                  <c:v>46010</c:v>
                </c:pt>
                <c:pt idx="1586">
                  <c:v>46011</c:v>
                </c:pt>
                <c:pt idx="1587">
                  <c:v>46012</c:v>
                </c:pt>
                <c:pt idx="1588">
                  <c:v>46013</c:v>
                </c:pt>
                <c:pt idx="1589">
                  <c:v>46014</c:v>
                </c:pt>
                <c:pt idx="1590">
                  <c:v>46015</c:v>
                </c:pt>
                <c:pt idx="1591">
                  <c:v>46016</c:v>
                </c:pt>
                <c:pt idx="1592">
                  <c:v>46017</c:v>
                </c:pt>
                <c:pt idx="1593">
                  <c:v>46018</c:v>
                </c:pt>
                <c:pt idx="1594">
                  <c:v>46019</c:v>
                </c:pt>
                <c:pt idx="1595">
                  <c:v>46020</c:v>
                </c:pt>
                <c:pt idx="1596">
                  <c:v>46021</c:v>
                </c:pt>
                <c:pt idx="1597">
                  <c:v>46022</c:v>
                </c:pt>
                <c:pt idx="1598">
                  <c:v>46023</c:v>
                </c:pt>
                <c:pt idx="1599">
                  <c:v>46024</c:v>
                </c:pt>
                <c:pt idx="1600">
                  <c:v>46025</c:v>
                </c:pt>
                <c:pt idx="1601">
                  <c:v>46026</c:v>
                </c:pt>
                <c:pt idx="1602">
                  <c:v>46027</c:v>
                </c:pt>
                <c:pt idx="1603">
                  <c:v>46028</c:v>
                </c:pt>
                <c:pt idx="1604">
                  <c:v>46029</c:v>
                </c:pt>
                <c:pt idx="1605">
                  <c:v>46030</c:v>
                </c:pt>
                <c:pt idx="1606">
                  <c:v>46031</c:v>
                </c:pt>
                <c:pt idx="1607">
                  <c:v>46032</c:v>
                </c:pt>
                <c:pt idx="1608">
                  <c:v>46033</c:v>
                </c:pt>
                <c:pt idx="1609">
                  <c:v>46034</c:v>
                </c:pt>
                <c:pt idx="1610">
                  <c:v>46035</c:v>
                </c:pt>
                <c:pt idx="1611">
                  <c:v>46036</c:v>
                </c:pt>
                <c:pt idx="1612">
                  <c:v>46037</c:v>
                </c:pt>
                <c:pt idx="1613">
                  <c:v>46038</c:v>
                </c:pt>
                <c:pt idx="1614">
                  <c:v>46039</c:v>
                </c:pt>
                <c:pt idx="1615">
                  <c:v>46040</c:v>
                </c:pt>
                <c:pt idx="1616">
                  <c:v>46041</c:v>
                </c:pt>
                <c:pt idx="1617">
                  <c:v>46042</c:v>
                </c:pt>
                <c:pt idx="1618">
                  <c:v>46043</c:v>
                </c:pt>
                <c:pt idx="1619">
                  <c:v>46044</c:v>
                </c:pt>
                <c:pt idx="1620">
                  <c:v>46045</c:v>
                </c:pt>
                <c:pt idx="1621">
                  <c:v>46046</c:v>
                </c:pt>
                <c:pt idx="1622">
                  <c:v>46047</c:v>
                </c:pt>
                <c:pt idx="1623">
                  <c:v>46048</c:v>
                </c:pt>
                <c:pt idx="1624">
                  <c:v>46049</c:v>
                </c:pt>
                <c:pt idx="1625">
                  <c:v>46050</c:v>
                </c:pt>
                <c:pt idx="1626">
                  <c:v>46051</c:v>
                </c:pt>
                <c:pt idx="1627">
                  <c:v>46052</c:v>
                </c:pt>
                <c:pt idx="1628">
                  <c:v>46053</c:v>
                </c:pt>
                <c:pt idx="1629">
                  <c:v>46054</c:v>
                </c:pt>
                <c:pt idx="1630">
                  <c:v>46055</c:v>
                </c:pt>
                <c:pt idx="1631">
                  <c:v>46056</c:v>
                </c:pt>
                <c:pt idx="1632">
                  <c:v>46057</c:v>
                </c:pt>
                <c:pt idx="1633">
                  <c:v>46058</c:v>
                </c:pt>
                <c:pt idx="1634">
                  <c:v>46059</c:v>
                </c:pt>
                <c:pt idx="1635">
                  <c:v>46060</c:v>
                </c:pt>
                <c:pt idx="1636">
                  <c:v>46061</c:v>
                </c:pt>
                <c:pt idx="1637">
                  <c:v>46062</c:v>
                </c:pt>
                <c:pt idx="1638">
                  <c:v>46063</c:v>
                </c:pt>
                <c:pt idx="1639">
                  <c:v>46064</c:v>
                </c:pt>
                <c:pt idx="1640">
                  <c:v>46065</c:v>
                </c:pt>
                <c:pt idx="1641">
                  <c:v>46066</c:v>
                </c:pt>
                <c:pt idx="1642">
                  <c:v>46067</c:v>
                </c:pt>
                <c:pt idx="1643">
                  <c:v>46068</c:v>
                </c:pt>
                <c:pt idx="1644">
                  <c:v>46069</c:v>
                </c:pt>
                <c:pt idx="1645">
                  <c:v>46070</c:v>
                </c:pt>
                <c:pt idx="1646">
                  <c:v>46071</c:v>
                </c:pt>
                <c:pt idx="1647">
                  <c:v>46072</c:v>
                </c:pt>
                <c:pt idx="1648">
                  <c:v>46073</c:v>
                </c:pt>
                <c:pt idx="1649">
                  <c:v>46074</c:v>
                </c:pt>
                <c:pt idx="1650">
                  <c:v>46075</c:v>
                </c:pt>
                <c:pt idx="1651">
                  <c:v>46076</c:v>
                </c:pt>
                <c:pt idx="1652">
                  <c:v>46077</c:v>
                </c:pt>
                <c:pt idx="1653">
                  <c:v>46078</c:v>
                </c:pt>
                <c:pt idx="1654">
                  <c:v>46079</c:v>
                </c:pt>
                <c:pt idx="1655">
                  <c:v>46080</c:v>
                </c:pt>
                <c:pt idx="1656">
                  <c:v>46081</c:v>
                </c:pt>
                <c:pt idx="1657">
                  <c:v>46082</c:v>
                </c:pt>
                <c:pt idx="1658">
                  <c:v>46083</c:v>
                </c:pt>
                <c:pt idx="1659">
                  <c:v>46084</c:v>
                </c:pt>
                <c:pt idx="1660">
                  <c:v>46085</c:v>
                </c:pt>
                <c:pt idx="1661">
                  <c:v>46086</c:v>
                </c:pt>
                <c:pt idx="1662">
                  <c:v>46087</c:v>
                </c:pt>
                <c:pt idx="1663">
                  <c:v>46088</c:v>
                </c:pt>
                <c:pt idx="1664">
                  <c:v>46089</c:v>
                </c:pt>
                <c:pt idx="1665">
                  <c:v>46090</c:v>
                </c:pt>
                <c:pt idx="1666">
                  <c:v>46091</c:v>
                </c:pt>
                <c:pt idx="1667">
                  <c:v>46092</c:v>
                </c:pt>
                <c:pt idx="1668">
                  <c:v>46093</c:v>
                </c:pt>
                <c:pt idx="1669">
                  <c:v>46094</c:v>
                </c:pt>
                <c:pt idx="1670">
                  <c:v>46095</c:v>
                </c:pt>
                <c:pt idx="1671">
                  <c:v>46096</c:v>
                </c:pt>
                <c:pt idx="1672">
                  <c:v>46097</c:v>
                </c:pt>
                <c:pt idx="1673">
                  <c:v>46098</c:v>
                </c:pt>
                <c:pt idx="1674">
                  <c:v>46099</c:v>
                </c:pt>
                <c:pt idx="1675">
                  <c:v>46100</c:v>
                </c:pt>
                <c:pt idx="1676">
                  <c:v>46101</c:v>
                </c:pt>
                <c:pt idx="1677">
                  <c:v>46102</c:v>
                </c:pt>
                <c:pt idx="1678">
                  <c:v>46103</c:v>
                </c:pt>
                <c:pt idx="1679">
                  <c:v>46104</c:v>
                </c:pt>
                <c:pt idx="1680">
                  <c:v>46105</c:v>
                </c:pt>
                <c:pt idx="1681">
                  <c:v>46106</c:v>
                </c:pt>
                <c:pt idx="1682">
                  <c:v>46107</c:v>
                </c:pt>
                <c:pt idx="1683">
                  <c:v>46108</c:v>
                </c:pt>
                <c:pt idx="1684">
                  <c:v>46109</c:v>
                </c:pt>
                <c:pt idx="1685">
                  <c:v>46110</c:v>
                </c:pt>
                <c:pt idx="1686">
                  <c:v>46111</c:v>
                </c:pt>
                <c:pt idx="1687">
                  <c:v>46112</c:v>
                </c:pt>
                <c:pt idx="1688">
                  <c:v>46113</c:v>
                </c:pt>
                <c:pt idx="1689">
                  <c:v>46114</c:v>
                </c:pt>
                <c:pt idx="1690">
                  <c:v>46115</c:v>
                </c:pt>
                <c:pt idx="1691">
                  <c:v>46116</c:v>
                </c:pt>
                <c:pt idx="1692">
                  <c:v>46117</c:v>
                </c:pt>
                <c:pt idx="1693">
                  <c:v>46118</c:v>
                </c:pt>
                <c:pt idx="1694">
                  <c:v>46119</c:v>
                </c:pt>
                <c:pt idx="1695">
                  <c:v>46120</c:v>
                </c:pt>
                <c:pt idx="1696">
                  <c:v>46121</c:v>
                </c:pt>
                <c:pt idx="1697">
                  <c:v>46122</c:v>
                </c:pt>
                <c:pt idx="1698">
                  <c:v>46123</c:v>
                </c:pt>
                <c:pt idx="1699">
                  <c:v>46124</c:v>
                </c:pt>
                <c:pt idx="1700">
                  <c:v>46125</c:v>
                </c:pt>
                <c:pt idx="1701">
                  <c:v>46126</c:v>
                </c:pt>
                <c:pt idx="1702">
                  <c:v>46127</c:v>
                </c:pt>
                <c:pt idx="1703">
                  <c:v>46128</c:v>
                </c:pt>
                <c:pt idx="1704">
                  <c:v>46129</c:v>
                </c:pt>
                <c:pt idx="1705">
                  <c:v>46130</c:v>
                </c:pt>
                <c:pt idx="1706">
                  <c:v>46131</c:v>
                </c:pt>
                <c:pt idx="1707">
                  <c:v>46132</c:v>
                </c:pt>
                <c:pt idx="1708">
                  <c:v>46133</c:v>
                </c:pt>
                <c:pt idx="1709">
                  <c:v>46134</c:v>
                </c:pt>
                <c:pt idx="1710">
                  <c:v>46135</c:v>
                </c:pt>
                <c:pt idx="1711">
                  <c:v>46136</c:v>
                </c:pt>
                <c:pt idx="1712">
                  <c:v>46137</c:v>
                </c:pt>
                <c:pt idx="1713">
                  <c:v>46138</c:v>
                </c:pt>
                <c:pt idx="1714">
                  <c:v>46139</c:v>
                </c:pt>
                <c:pt idx="1715">
                  <c:v>46140</c:v>
                </c:pt>
                <c:pt idx="1716">
                  <c:v>46141</c:v>
                </c:pt>
                <c:pt idx="1717">
                  <c:v>46142</c:v>
                </c:pt>
                <c:pt idx="1718">
                  <c:v>46143</c:v>
                </c:pt>
                <c:pt idx="1719">
                  <c:v>46144</c:v>
                </c:pt>
                <c:pt idx="1720">
                  <c:v>46145</c:v>
                </c:pt>
                <c:pt idx="1721">
                  <c:v>46146</c:v>
                </c:pt>
                <c:pt idx="1722">
                  <c:v>46147</c:v>
                </c:pt>
                <c:pt idx="1723">
                  <c:v>46148</c:v>
                </c:pt>
                <c:pt idx="1724">
                  <c:v>46149</c:v>
                </c:pt>
                <c:pt idx="1725">
                  <c:v>46150</c:v>
                </c:pt>
                <c:pt idx="1726">
                  <c:v>46151</c:v>
                </c:pt>
                <c:pt idx="1727">
                  <c:v>46152</c:v>
                </c:pt>
                <c:pt idx="1728">
                  <c:v>46153</c:v>
                </c:pt>
                <c:pt idx="1729">
                  <c:v>46154</c:v>
                </c:pt>
                <c:pt idx="1730">
                  <c:v>46155</c:v>
                </c:pt>
                <c:pt idx="1731">
                  <c:v>46156</c:v>
                </c:pt>
                <c:pt idx="1732">
                  <c:v>46157</c:v>
                </c:pt>
                <c:pt idx="1733">
                  <c:v>46158</c:v>
                </c:pt>
                <c:pt idx="1734">
                  <c:v>46159</c:v>
                </c:pt>
                <c:pt idx="1735">
                  <c:v>46160</c:v>
                </c:pt>
                <c:pt idx="1736">
                  <c:v>46161</c:v>
                </c:pt>
                <c:pt idx="1737">
                  <c:v>46162</c:v>
                </c:pt>
                <c:pt idx="1738">
                  <c:v>46163</c:v>
                </c:pt>
                <c:pt idx="1739">
                  <c:v>46164</c:v>
                </c:pt>
                <c:pt idx="1740">
                  <c:v>46165</c:v>
                </c:pt>
                <c:pt idx="1741">
                  <c:v>46166</c:v>
                </c:pt>
                <c:pt idx="1742">
                  <c:v>46167</c:v>
                </c:pt>
                <c:pt idx="1743">
                  <c:v>46168</c:v>
                </c:pt>
                <c:pt idx="1744">
                  <c:v>46169</c:v>
                </c:pt>
                <c:pt idx="1745">
                  <c:v>46170</c:v>
                </c:pt>
                <c:pt idx="1746">
                  <c:v>46171</c:v>
                </c:pt>
                <c:pt idx="1747">
                  <c:v>46172</c:v>
                </c:pt>
                <c:pt idx="1748">
                  <c:v>46173</c:v>
                </c:pt>
                <c:pt idx="1749">
                  <c:v>46174</c:v>
                </c:pt>
                <c:pt idx="1750">
                  <c:v>46175</c:v>
                </c:pt>
                <c:pt idx="1751">
                  <c:v>46176</c:v>
                </c:pt>
                <c:pt idx="1752">
                  <c:v>46177</c:v>
                </c:pt>
                <c:pt idx="1753">
                  <c:v>46178</c:v>
                </c:pt>
                <c:pt idx="1754">
                  <c:v>46179</c:v>
                </c:pt>
                <c:pt idx="1755">
                  <c:v>46180</c:v>
                </c:pt>
                <c:pt idx="1756">
                  <c:v>46181</c:v>
                </c:pt>
                <c:pt idx="1757">
                  <c:v>46182</c:v>
                </c:pt>
                <c:pt idx="1758">
                  <c:v>46183</c:v>
                </c:pt>
                <c:pt idx="1759">
                  <c:v>46184</c:v>
                </c:pt>
                <c:pt idx="1760">
                  <c:v>46185</c:v>
                </c:pt>
                <c:pt idx="1761">
                  <c:v>46186</c:v>
                </c:pt>
                <c:pt idx="1762">
                  <c:v>46187</c:v>
                </c:pt>
                <c:pt idx="1763">
                  <c:v>46188</c:v>
                </c:pt>
                <c:pt idx="1764">
                  <c:v>46189</c:v>
                </c:pt>
                <c:pt idx="1765">
                  <c:v>46190</c:v>
                </c:pt>
                <c:pt idx="1766">
                  <c:v>46191</c:v>
                </c:pt>
                <c:pt idx="1767">
                  <c:v>46192</c:v>
                </c:pt>
                <c:pt idx="1768">
                  <c:v>46193</c:v>
                </c:pt>
                <c:pt idx="1769">
                  <c:v>46194</c:v>
                </c:pt>
                <c:pt idx="1770">
                  <c:v>46195</c:v>
                </c:pt>
                <c:pt idx="1771">
                  <c:v>46196</c:v>
                </c:pt>
                <c:pt idx="1772">
                  <c:v>46197</c:v>
                </c:pt>
                <c:pt idx="1773">
                  <c:v>46198</c:v>
                </c:pt>
                <c:pt idx="1774">
                  <c:v>46199</c:v>
                </c:pt>
                <c:pt idx="1775">
                  <c:v>46200</c:v>
                </c:pt>
                <c:pt idx="1776">
                  <c:v>46201</c:v>
                </c:pt>
                <c:pt idx="1777">
                  <c:v>46202</c:v>
                </c:pt>
                <c:pt idx="1778">
                  <c:v>46203</c:v>
                </c:pt>
                <c:pt idx="1779">
                  <c:v>46204</c:v>
                </c:pt>
                <c:pt idx="1780">
                  <c:v>46205</c:v>
                </c:pt>
                <c:pt idx="1781">
                  <c:v>46206</c:v>
                </c:pt>
                <c:pt idx="1782">
                  <c:v>46207</c:v>
                </c:pt>
                <c:pt idx="1783">
                  <c:v>46208</c:v>
                </c:pt>
                <c:pt idx="1784">
                  <c:v>46209</c:v>
                </c:pt>
                <c:pt idx="1785">
                  <c:v>46210</c:v>
                </c:pt>
                <c:pt idx="1786">
                  <c:v>46211</c:v>
                </c:pt>
                <c:pt idx="1787">
                  <c:v>46212</c:v>
                </c:pt>
                <c:pt idx="1788">
                  <c:v>46213</c:v>
                </c:pt>
                <c:pt idx="1789">
                  <c:v>46214</c:v>
                </c:pt>
                <c:pt idx="1790">
                  <c:v>46215</c:v>
                </c:pt>
                <c:pt idx="1791">
                  <c:v>46216</c:v>
                </c:pt>
                <c:pt idx="1792">
                  <c:v>46217</c:v>
                </c:pt>
                <c:pt idx="1793">
                  <c:v>46218</c:v>
                </c:pt>
                <c:pt idx="1794">
                  <c:v>46219</c:v>
                </c:pt>
                <c:pt idx="1795">
                  <c:v>46220</c:v>
                </c:pt>
                <c:pt idx="1796">
                  <c:v>46221</c:v>
                </c:pt>
                <c:pt idx="1797">
                  <c:v>46222</c:v>
                </c:pt>
                <c:pt idx="1798">
                  <c:v>46223</c:v>
                </c:pt>
                <c:pt idx="1799">
                  <c:v>46224</c:v>
                </c:pt>
                <c:pt idx="1800">
                  <c:v>46225</c:v>
                </c:pt>
                <c:pt idx="1801">
                  <c:v>46226</c:v>
                </c:pt>
                <c:pt idx="1802">
                  <c:v>46227</c:v>
                </c:pt>
                <c:pt idx="1803">
                  <c:v>46228</c:v>
                </c:pt>
                <c:pt idx="1804">
                  <c:v>46229</c:v>
                </c:pt>
                <c:pt idx="1805">
                  <c:v>46230</c:v>
                </c:pt>
                <c:pt idx="1806">
                  <c:v>46231</c:v>
                </c:pt>
                <c:pt idx="1807">
                  <c:v>46232</c:v>
                </c:pt>
                <c:pt idx="1808">
                  <c:v>46233</c:v>
                </c:pt>
                <c:pt idx="1809">
                  <c:v>46234</c:v>
                </c:pt>
                <c:pt idx="1810">
                  <c:v>46235</c:v>
                </c:pt>
                <c:pt idx="1811">
                  <c:v>46236</c:v>
                </c:pt>
                <c:pt idx="1812">
                  <c:v>46237</c:v>
                </c:pt>
                <c:pt idx="1813">
                  <c:v>46238</c:v>
                </c:pt>
                <c:pt idx="1814">
                  <c:v>46239</c:v>
                </c:pt>
                <c:pt idx="1815">
                  <c:v>46240</c:v>
                </c:pt>
                <c:pt idx="1816">
                  <c:v>46241</c:v>
                </c:pt>
                <c:pt idx="1817">
                  <c:v>46242</c:v>
                </c:pt>
                <c:pt idx="1818">
                  <c:v>46243</c:v>
                </c:pt>
                <c:pt idx="1819">
                  <c:v>46244</c:v>
                </c:pt>
                <c:pt idx="1820">
                  <c:v>46245</c:v>
                </c:pt>
                <c:pt idx="1821">
                  <c:v>46246</c:v>
                </c:pt>
                <c:pt idx="1822">
                  <c:v>46247</c:v>
                </c:pt>
                <c:pt idx="1823">
                  <c:v>46248</c:v>
                </c:pt>
                <c:pt idx="1824">
                  <c:v>46249</c:v>
                </c:pt>
                <c:pt idx="1825">
                  <c:v>46250</c:v>
                </c:pt>
                <c:pt idx="1826">
                  <c:v>46251</c:v>
                </c:pt>
                <c:pt idx="1827">
                  <c:v>46252</c:v>
                </c:pt>
                <c:pt idx="1828">
                  <c:v>46253</c:v>
                </c:pt>
              </c:numCache>
            </c:numRef>
          </c:cat>
          <c:val>
            <c:numRef>
              <c:f>Source!$AW$3:$AW$3656</c:f>
              <c:numCache>
                <c:formatCode>General</c:formatCode>
                <c:ptCount val="3654"/>
                <c:pt idx="0">
                  <c:v>17.667899999999999</c:v>
                </c:pt>
                <c:pt idx="1">
                  <c:v>17.6905</c:v>
                </c:pt>
                <c:pt idx="2">
                  <c:v>17.872499999999999</c:v>
                </c:pt>
                <c:pt idx="3">
                  <c:v>17.282</c:v>
                </c:pt>
                <c:pt idx="4">
                  <c:v>17.282</c:v>
                </c:pt>
                <c:pt idx="5">
                  <c:v>17.282</c:v>
                </c:pt>
                <c:pt idx="6">
                  <c:v>16.889700000000001</c:v>
                </c:pt>
                <c:pt idx="7">
                  <c:v>17.0063</c:v>
                </c:pt>
                <c:pt idx="8">
                  <c:v>17.143599999999999</c:v>
                </c:pt>
                <c:pt idx="9">
                  <c:v>17.0505</c:v>
                </c:pt>
                <c:pt idx="10">
                  <c:v>17.206399999999999</c:v>
                </c:pt>
                <c:pt idx="11">
                  <c:v>17.204000000000001</c:v>
                </c:pt>
                <c:pt idx="12">
                  <c:v>17.204699999999999</c:v>
                </c:pt>
                <c:pt idx="13">
                  <c:v>17.819400000000002</c:v>
                </c:pt>
                <c:pt idx="14">
                  <c:v>17.902100000000001</c:v>
                </c:pt>
                <c:pt idx="15">
                  <c:v>17.945</c:v>
                </c:pt>
                <c:pt idx="16">
                  <c:v>17.945</c:v>
                </c:pt>
                <c:pt idx="17">
                  <c:v>17.945</c:v>
                </c:pt>
                <c:pt idx="18">
                  <c:v>17.945</c:v>
                </c:pt>
                <c:pt idx="19">
                  <c:v>17.945</c:v>
                </c:pt>
                <c:pt idx="20">
                  <c:v>18.1053</c:v>
                </c:pt>
                <c:pt idx="21">
                  <c:v>18.044899999999998</c:v>
                </c:pt>
                <c:pt idx="22">
                  <c:v>17.933399999999999</c:v>
                </c:pt>
                <c:pt idx="23">
                  <c:v>18.072800000000001</c:v>
                </c:pt>
                <c:pt idx="24">
                  <c:v>18.090699999999998</c:v>
                </c:pt>
                <c:pt idx="25">
                  <c:v>18.090699999999998</c:v>
                </c:pt>
                <c:pt idx="26">
                  <c:v>18.090699999999998</c:v>
                </c:pt>
                <c:pt idx="27">
                  <c:v>18.038599999999999</c:v>
                </c:pt>
                <c:pt idx="28">
                  <c:v>18.0154</c:v>
                </c:pt>
                <c:pt idx="29">
                  <c:v>18.109100000000002</c:v>
                </c:pt>
                <c:pt idx="30">
                  <c:v>18.1097</c:v>
                </c:pt>
                <c:pt idx="31">
                  <c:v>18.2011</c:v>
                </c:pt>
                <c:pt idx="32">
                  <c:v>18.2011</c:v>
                </c:pt>
                <c:pt idx="33">
                  <c:v>18.2011</c:v>
                </c:pt>
                <c:pt idx="34">
                  <c:v>18.366900000000001</c:v>
                </c:pt>
                <c:pt idx="35">
                  <c:v>18.222000000000001</c:v>
                </c:pt>
                <c:pt idx="36">
                  <c:v>18.369399999999999</c:v>
                </c:pt>
                <c:pt idx="37">
                  <c:v>18.398700000000002</c:v>
                </c:pt>
                <c:pt idx="38">
                  <c:v>18.376999999999999</c:v>
                </c:pt>
                <c:pt idx="39">
                  <c:v>18.376999999999999</c:v>
                </c:pt>
                <c:pt idx="40">
                  <c:v>18.376999999999999</c:v>
                </c:pt>
                <c:pt idx="41">
                  <c:v>18.021000000000001</c:v>
                </c:pt>
                <c:pt idx="42">
                  <c:v>18.216100000000001</c:v>
                </c:pt>
                <c:pt idx="43">
                  <c:v>18.2148</c:v>
                </c:pt>
                <c:pt idx="44">
                  <c:v>18.253499999999999</c:v>
                </c:pt>
                <c:pt idx="45">
                  <c:v>18.160499999999999</c:v>
                </c:pt>
                <c:pt idx="46">
                  <c:v>18.160499999999999</c:v>
                </c:pt>
                <c:pt idx="47">
                  <c:v>18.160499999999999</c:v>
                </c:pt>
                <c:pt idx="48">
                  <c:v>18.223800000000001</c:v>
                </c:pt>
                <c:pt idx="49">
                  <c:v>18.429099999999998</c:v>
                </c:pt>
                <c:pt idx="50">
                  <c:v>18.540500000000002</c:v>
                </c:pt>
                <c:pt idx="51">
                  <c:v>18.583600000000001</c:v>
                </c:pt>
                <c:pt idx="52">
                  <c:v>18.6753</c:v>
                </c:pt>
                <c:pt idx="53">
                  <c:v>18.6753</c:v>
                </c:pt>
                <c:pt idx="54">
                  <c:v>18.6753</c:v>
                </c:pt>
                <c:pt idx="55">
                  <c:v>18.966200000000001</c:v>
                </c:pt>
                <c:pt idx="56">
                  <c:v>18.975899999999999</c:v>
                </c:pt>
                <c:pt idx="57">
                  <c:v>18.936499999999999</c:v>
                </c:pt>
                <c:pt idx="58">
                  <c:v>18.934999999999999</c:v>
                </c:pt>
                <c:pt idx="59">
                  <c:v>18.9404</c:v>
                </c:pt>
                <c:pt idx="60">
                  <c:v>18.9404</c:v>
                </c:pt>
                <c:pt idx="61">
                  <c:v>18.9404</c:v>
                </c:pt>
                <c:pt idx="62">
                  <c:v>18.978899999999999</c:v>
                </c:pt>
                <c:pt idx="63">
                  <c:v>18.976199999999999</c:v>
                </c:pt>
                <c:pt idx="64">
                  <c:v>18.955300000000001</c:v>
                </c:pt>
                <c:pt idx="65">
                  <c:v>18.8325</c:v>
                </c:pt>
                <c:pt idx="66">
                  <c:v>18.8933</c:v>
                </c:pt>
                <c:pt idx="67">
                  <c:v>18.8933</c:v>
                </c:pt>
                <c:pt idx="68">
                  <c:v>18.8933</c:v>
                </c:pt>
                <c:pt idx="69">
                  <c:v>18.841100000000001</c:v>
                </c:pt>
                <c:pt idx="70">
                  <c:v>18.925799999999999</c:v>
                </c:pt>
                <c:pt idx="71">
                  <c:v>19.352699999999999</c:v>
                </c:pt>
                <c:pt idx="72">
                  <c:v>19.5566</c:v>
                </c:pt>
                <c:pt idx="73">
                  <c:v>19.6417</c:v>
                </c:pt>
                <c:pt idx="74">
                  <c:v>19.6417</c:v>
                </c:pt>
                <c:pt idx="75">
                  <c:v>19.6417</c:v>
                </c:pt>
                <c:pt idx="76">
                  <c:v>18.206700000000001</c:v>
                </c:pt>
                <c:pt idx="77">
                  <c:v>18.319900000000001</c:v>
                </c:pt>
                <c:pt idx="78">
                  <c:v>18.216999999999999</c:v>
                </c:pt>
                <c:pt idx="79">
                  <c:v>18.2532</c:v>
                </c:pt>
                <c:pt idx="80">
                  <c:v>18.3553</c:v>
                </c:pt>
                <c:pt idx="81">
                  <c:v>18.3553</c:v>
                </c:pt>
                <c:pt idx="82">
                  <c:v>18.3553</c:v>
                </c:pt>
                <c:pt idx="83">
                  <c:v>18.494</c:v>
                </c:pt>
                <c:pt idx="84">
                  <c:v>18.4175</c:v>
                </c:pt>
                <c:pt idx="85">
                  <c:v>18.4618</c:v>
                </c:pt>
                <c:pt idx="86">
                  <c:v>18.4282</c:v>
                </c:pt>
                <c:pt idx="87">
                  <c:v>18.579999999999998</c:v>
                </c:pt>
                <c:pt idx="88">
                  <c:v>18.579999999999998</c:v>
                </c:pt>
                <c:pt idx="89">
                  <c:v>18.579999999999998</c:v>
                </c:pt>
                <c:pt idx="90">
                  <c:v>18.6204</c:v>
                </c:pt>
                <c:pt idx="91">
                  <c:v>18.492699999999999</c:v>
                </c:pt>
                <c:pt idx="92">
                  <c:v>18.6113</c:v>
                </c:pt>
                <c:pt idx="93">
                  <c:v>18.535399999999999</c:v>
                </c:pt>
                <c:pt idx="94">
                  <c:v>18.315000000000001</c:v>
                </c:pt>
                <c:pt idx="95">
                  <c:v>18.315000000000001</c:v>
                </c:pt>
                <c:pt idx="96">
                  <c:v>18.315000000000001</c:v>
                </c:pt>
                <c:pt idx="97">
                  <c:v>18.250699999999998</c:v>
                </c:pt>
                <c:pt idx="98">
                  <c:v>18.4572</c:v>
                </c:pt>
                <c:pt idx="99">
                  <c:v>18.775600000000001</c:v>
                </c:pt>
                <c:pt idx="100">
                  <c:v>18.926100000000002</c:v>
                </c:pt>
                <c:pt idx="101">
                  <c:v>18.635999999999999</c:v>
                </c:pt>
                <c:pt idx="102">
                  <c:v>18.635999999999999</c:v>
                </c:pt>
                <c:pt idx="103">
                  <c:v>18.635999999999999</c:v>
                </c:pt>
                <c:pt idx="104">
                  <c:v>18.533799999999999</c:v>
                </c:pt>
                <c:pt idx="105">
                  <c:v>18.454599999999999</c:v>
                </c:pt>
                <c:pt idx="106">
                  <c:v>18.538900000000002</c:v>
                </c:pt>
                <c:pt idx="107">
                  <c:v>18.501000000000001</c:v>
                </c:pt>
                <c:pt idx="108">
                  <c:v>18.017499999999998</c:v>
                </c:pt>
                <c:pt idx="109">
                  <c:v>18.017499999999998</c:v>
                </c:pt>
                <c:pt idx="110">
                  <c:v>18.017499999999998</c:v>
                </c:pt>
                <c:pt idx="111">
                  <c:v>17.6462</c:v>
                </c:pt>
                <c:pt idx="112">
                  <c:v>18.060500000000001</c:v>
                </c:pt>
                <c:pt idx="113">
                  <c:v>18.136700000000001</c:v>
                </c:pt>
                <c:pt idx="114">
                  <c:v>18.325299999999999</c:v>
                </c:pt>
                <c:pt idx="115">
                  <c:v>18.2699</c:v>
                </c:pt>
                <c:pt idx="116">
                  <c:v>18.2699</c:v>
                </c:pt>
                <c:pt idx="117">
                  <c:v>18.2699</c:v>
                </c:pt>
                <c:pt idx="118">
                  <c:v>18.413</c:v>
                </c:pt>
                <c:pt idx="119">
                  <c:v>18.410599999999999</c:v>
                </c:pt>
                <c:pt idx="120">
                  <c:v>18.404199999999999</c:v>
                </c:pt>
                <c:pt idx="121">
                  <c:v>18.417999999999999</c:v>
                </c:pt>
                <c:pt idx="122">
                  <c:v>18.457699999999999</c:v>
                </c:pt>
                <c:pt idx="123">
                  <c:v>18.457699999999999</c:v>
                </c:pt>
                <c:pt idx="124">
                  <c:v>18.457699999999999</c:v>
                </c:pt>
                <c:pt idx="125">
                  <c:v>18.427</c:v>
                </c:pt>
                <c:pt idx="126">
                  <c:v>18.444600000000001</c:v>
                </c:pt>
                <c:pt idx="127">
                  <c:v>18.4312</c:v>
                </c:pt>
                <c:pt idx="128">
                  <c:v>18.172899999999998</c:v>
                </c:pt>
                <c:pt idx="129">
                  <c:v>18.423200000000001</c:v>
                </c:pt>
                <c:pt idx="130">
                  <c:v>18.423200000000001</c:v>
                </c:pt>
                <c:pt idx="131">
                  <c:v>18.423200000000001</c:v>
                </c:pt>
                <c:pt idx="132">
                  <c:v>18.571100000000001</c:v>
                </c:pt>
                <c:pt idx="133">
                  <c:v>18.639800000000001</c:v>
                </c:pt>
                <c:pt idx="134">
                  <c:v>18.532900000000001</c:v>
                </c:pt>
                <c:pt idx="135">
                  <c:v>18.5351</c:v>
                </c:pt>
                <c:pt idx="136">
                  <c:v>18.688600000000001</c:v>
                </c:pt>
                <c:pt idx="137">
                  <c:v>19.090699999999998</c:v>
                </c:pt>
                <c:pt idx="138">
                  <c:v>19.090699999999998</c:v>
                </c:pt>
                <c:pt idx="139">
                  <c:v>19.090699999999998</c:v>
                </c:pt>
                <c:pt idx="140">
                  <c:v>19.438600000000001</c:v>
                </c:pt>
                <c:pt idx="141">
                  <c:v>19.3993</c:v>
                </c:pt>
                <c:pt idx="142">
                  <c:v>19.476700000000001</c:v>
                </c:pt>
                <c:pt idx="143">
                  <c:v>19.4755</c:v>
                </c:pt>
                <c:pt idx="144">
                  <c:v>19.4755</c:v>
                </c:pt>
                <c:pt idx="145">
                  <c:v>19.4755</c:v>
                </c:pt>
                <c:pt idx="146">
                  <c:v>19.1599</c:v>
                </c:pt>
                <c:pt idx="147">
                  <c:v>19.014700000000001</c:v>
                </c:pt>
                <c:pt idx="148">
                  <c:v>19.246600000000001</c:v>
                </c:pt>
                <c:pt idx="149">
                  <c:v>19.0623</c:v>
                </c:pt>
                <c:pt idx="150">
                  <c:v>19.061900000000001</c:v>
                </c:pt>
                <c:pt idx="151">
                  <c:v>19.061900000000001</c:v>
                </c:pt>
                <c:pt idx="152">
                  <c:v>19.061900000000001</c:v>
                </c:pt>
                <c:pt idx="153">
                  <c:v>18.511700000000001</c:v>
                </c:pt>
                <c:pt idx="154">
                  <c:v>18.351500000000001</c:v>
                </c:pt>
                <c:pt idx="155">
                  <c:v>18.351199999999999</c:v>
                </c:pt>
                <c:pt idx="156">
                  <c:v>18.633900000000001</c:v>
                </c:pt>
                <c:pt idx="157">
                  <c:v>18.7316</c:v>
                </c:pt>
                <c:pt idx="158">
                  <c:v>18.7316</c:v>
                </c:pt>
                <c:pt idx="159">
                  <c:v>18.7316</c:v>
                </c:pt>
                <c:pt idx="160">
                  <c:v>18.302900000000001</c:v>
                </c:pt>
                <c:pt idx="161">
                  <c:v>18.825800000000001</c:v>
                </c:pt>
                <c:pt idx="162">
                  <c:v>18.747</c:v>
                </c:pt>
                <c:pt idx="163">
                  <c:v>18.604099999999999</c:v>
                </c:pt>
                <c:pt idx="164">
                  <c:v>18.831700000000001</c:v>
                </c:pt>
                <c:pt idx="165">
                  <c:v>16.8306</c:v>
                </c:pt>
                <c:pt idx="166">
                  <c:v>16.829499999999999</c:v>
                </c:pt>
                <c:pt idx="167">
                  <c:v>16.842500000000001</c:v>
                </c:pt>
                <c:pt idx="168">
                  <c:v>16.842500000000001</c:v>
                </c:pt>
                <c:pt idx="169">
                  <c:v>16.842500000000001</c:v>
                </c:pt>
                <c:pt idx="170">
                  <c:v>16.842500000000001</c:v>
                </c:pt>
                <c:pt idx="171">
                  <c:v>16.8675</c:v>
                </c:pt>
                <c:pt idx="172">
                  <c:v>16.8675</c:v>
                </c:pt>
                <c:pt idx="173">
                  <c:v>16.8675</c:v>
                </c:pt>
                <c:pt idx="174">
                  <c:v>17.413900000000002</c:v>
                </c:pt>
                <c:pt idx="175">
                  <c:v>17.4697</c:v>
                </c:pt>
                <c:pt idx="176">
                  <c:v>17.520800000000001</c:v>
                </c:pt>
                <c:pt idx="177">
                  <c:v>17.549099999999999</c:v>
                </c:pt>
                <c:pt idx="178">
                  <c:v>17.4923</c:v>
                </c:pt>
                <c:pt idx="179">
                  <c:v>17.4923</c:v>
                </c:pt>
                <c:pt idx="180">
                  <c:v>17.4923</c:v>
                </c:pt>
                <c:pt idx="181">
                  <c:v>17.145800000000001</c:v>
                </c:pt>
                <c:pt idx="182">
                  <c:v>17.402699999999999</c:v>
                </c:pt>
                <c:pt idx="183">
                  <c:v>17.3948</c:v>
                </c:pt>
                <c:pt idx="184">
                  <c:v>17.5808</c:v>
                </c:pt>
                <c:pt idx="185">
                  <c:v>17.544599999999999</c:v>
                </c:pt>
                <c:pt idx="186">
                  <c:v>17.544599999999999</c:v>
                </c:pt>
                <c:pt idx="187">
                  <c:v>17.544599999999999</c:v>
                </c:pt>
                <c:pt idx="188">
                  <c:v>17.6145</c:v>
                </c:pt>
                <c:pt idx="189">
                  <c:v>17.522600000000001</c:v>
                </c:pt>
                <c:pt idx="190">
                  <c:v>17.626899999999999</c:v>
                </c:pt>
                <c:pt idx="191">
                  <c:v>17.423999999999999</c:v>
                </c:pt>
                <c:pt idx="192">
                  <c:v>17.4695</c:v>
                </c:pt>
                <c:pt idx="193">
                  <c:v>17.4695</c:v>
                </c:pt>
                <c:pt idx="194">
                  <c:v>17.575900000000001</c:v>
                </c:pt>
                <c:pt idx="195">
                  <c:v>17.474599999999999</c:v>
                </c:pt>
                <c:pt idx="196">
                  <c:v>17.577100000000002</c:v>
                </c:pt>
                <c:pt idx="197">
                  <c:v>17.421600000000002</c:v>
                </c:pt>
                <c:pt idx="198">
                  <c:v>17.650099999999998</c:v>
                </c:pt>
                <c:pt idx="199">
                  <c:v>17.657900000000001</c:v>
                </c:pt>
                <c:pt idx="200">
                  <c:v>17.658000000000001</c:v>
                </c:pt>
                <c:pt idx="201">
                  <c:v>17.658000000000001</c:v>
                </c:pt>
                <c:pt idx="202">
                  <c:v>17.5806</c:v>
                </c:pt>
                <c:pt idx="203">
                  <c:v>17.283899999999999</c:v>
                </c:pt>
                <c:pt idx="204">
                  <c:v>17.2851</c:v>
                </c:pt>
                <c:pt idx="205">
                  <c:v>17.349299999999999</c:v>
                </c:pt>
                <c:pt idx="206">
                  <c:v>17.202400000000001</c:v>
                </c:pt>
                <c:pt idx="207">
                  <c:v>17.202400000000001</c:v>
                </c:pt>
                <c:pt idx="208">
                  <c:v>17.202400000000001</c:v>
                </c:pt>
                <c:pt idx="209">
                  <c:v>16.964300000000001</c:v>
                </c:pt>
                <c:pt idx="210">
                  <c:v>17.040700000000001</c:v>
                </c:pt>
                <c:pt idx="211">
                  <c:v>17.118600000000001</c:v>
                </c:pt>
                <c:pt idx="212">
                  <c:v>17.140999999999998</c:v>
                </c:pt>
                <c:pt idx="213">
                  <c:v>17.232199999999999</c:v>
                </c:pt>
                <c:pt idx="214">
                  <c:v>17.232199999999999</c:v>
                </c:pt>
                <c:pt idx="215">
                  <c:v>17.232199999999999</c:v>
                </c:pt>
                <c:pt idx="216">
                  <c:v>17.536999999999999</c:v>
                </c:pt>
                <c:pt idx="217">
                  <c:v>17.6401</c:v>
                </c:pt>
                <c:pt idx="218">
                  <c:v>17.623000000000001</c:v>
                </c:pt>
                <c:pt idx="219">
                  <c:v>17.566600000000001</c:v>
                </c:pt>
                <c:pt idx="220">
                  <c:v>17.571300000000001</c:v>
                </c:pt>
                <c:pt idx="221">
                  <c:v>17.571300000000001</c:v>
                </c:pt>
                <c:pt idx="222">
                  <c:v>17.571300000000001</c:v>
                </c:pt>
                <c:pt idx="223">
                  <c:v>17.392800000000001</c:v>
                </c:pt>
                <c:pt idx="224">
                  <c:v>17.5641</c:v>
                </c:pt>
                <c:pt idx="225">
                  <c:v>17.475100000000001</c:v>
                </c:pt>
                <c:pt idx="226">
                  <c:v>17.5061</c:v>
                </c:pt>
                <c:pt idx="227">
                  <c:v>18.402100000000001</c:v>
                </c:pt>
                <c:pt idx="228">
                  <c:v>18.403199999999998</c:v>
                </c:pt>
                <c:pt idx="229">
                  <c:v>18.403199999999998</c:v>
                </c:pt>
                <c:pt idx="230">
                  <c:v>18.363299999999999</c:v>
                </c:pt>
                <c:pt idx="231">
                  <c:v>18.4816</c:v>
                </c:pt>
                <c:pt idx="232">
                  <c:v>18.516300000000001</c:v>
                </c:pt>
                <c:pt idx="233">
                  <c:v>18.266400000000001</c:v>
                </c:pt>
                <c:pt idx="234">
                  <c:v>18.019300000000001</c:v>
                </c:pt>
                <c:pt idx="235">
                  <c:v>18.019300000000001</c:v>
                </c:pt>
                <c:pt idx="236">
                  <c:v>18.019300000000001</c:v>
                </c:pt>
                <c:pt idx="237">
                  <c:v>18.019300000000001</c:v>
                </c:pt>
                <c:pt idx="238">
                  <c:v>17.694400000000002</c:v>
                </c:pt>
                <c:pt idx="239">
                  <c:v>17.961300000000001</c:v>
                </c:pt>
                <c:pt idx="240">
                  <c:v>17.8995</c:v>
                </c:pt>
                <c:pt idx="241">
                  <c:v>17.7346</c:v>
                </c:pt>
                <c:pt idx="242">
                  <c:v>17.7346</c:v>
                </c:pt>
                <c:pt idx="243">
                  <c:v>17.7346</c:v>
                </c:pt>
                <c:pt idx="244">
                  <c:v>17.419</c:v>
                </c:pt>
                <c:pt idx="245">
                  <c:v>17.100999999999999</c:v>
                </c:pt>
                <c:pt idx="246">
                  <c:v>16.8385</c:v>
                </c:pt>
                <c:pt idx="247">
                  <c:v>16.661999999999999</c:v>
                </c:pt>
                <c:pt idx="248">
                  <c:v>16.771699999999999</c:v>
                </c:pt>
                <c:pt idx="249">
                  <c:v>16.771699999999999</c:v>
                </c:pt>
                <c:pt idx="250">
                  <c:v>16.771699999999999</c:v>
                </c:pt>
                <c:pt idx="251">
                  <c:v>15.9411</c:v>
                </c:pt>
                <c:pt idx="252">
                  <c:v>16.311</c:v>
                </c:pt>
                <c:pt idx="253">
                  <c:v>16.4621</c:v>
                </c:pt>
                <c:pt idx="254">
                  <c:v>16.4283</c:v>
                </c:pt>
                <c:pt idx="255">
                  <c:v>15.335100000000001</c:v>
                </c:pt>
                <c:pt idx="256">
                  <c:v>15.346500000000001</c:v>
                </c:pt>
                <c:pt idx="257">
                  <c:v>15.346500000000001</c:v>
                </c:pt>
                <c:pt idx="258">
                  <c:v>15.353400000000001</c:v>
                </c:pt>
                <c:pt idx="259">
                  <c:v>15.3531</c:v>
                </c:pt>
                <c:pt idx="260">
                  <c:v>15.2988</c:v>
                </c:pt>
                <c:pt idx="261">
                  <c:v>15.529500000000001</c:v>
                </c:pt>
                <c:pt idx="262">
                  <c:v>15.1721</c:v>
                </c:pt>
                <c:pt idx="263">
                  <c:v>15.1721</c:v>
                </c:pt>
                <c:pt idx="264">
                  <c:v>15.1721</c:v>
                </c:pt>
                <c:pt idx="265">
                  <c:v>14.530099999999999</c:v>
                </c:pt>
                <c:pt idx="266">
                  <c:v>14.8041</c:v>
                </c:pt>
                <c:pt idx="267">
                  <c:v>14.902100000000001</c:v>
                </c:pt>
                <c:pt idx="268">
                  <c:v>14.1843</c:v>
                </c:pt>
                <c:pt idx="269">
                  <c:v>13.542299999999999</c:v>
                </c:pt>
                <c:pt idx="270">
                  <c:v>13.542299999999999</c:v>
                </c:pt>
                <c:pt idx="271">
                  <c:v>13.542299999999999</c:v>
                </c:pt>
                <c:pt idx="272">
                  <c:v>13.4184</c:v>
                </c:pt>
                <c:pt idx="273">
                  <c:v>14.064399999999999</c:v>
                </c:pt>
                <c:pt idx="274">
                  <c:v>14.206300000000001</c:v>
                </c:pt>
                <c:pt idx="275">
                  <c:v>14.2164</c:v>
                </c:pt>
                <c:pt idx="276">
                  <c:v>14.2057</c:v>
                </c:pt>
                <c:pt idx="277">
                  <c:v>14.2057</c:v>
                </c:pt>
                <c:pt idx="278">
                  <c:v>14.2057</c:v>
                </c:pt>
                <c:pt idx="279">
                  <c:v>14.0237</c:v>
                </c:pt>
                <c:pt idx="280">
                  <c:v>14.1914</c:v>
                </c:pt>
                <c:pt idx="281">
                  <c:v>14.5947</c:v>
                </c:pt>
                <c:pt idx="282">
                  <c:v>14.596299999999999</c:v>
                </c:pt>
                <c:pt idx="283">
                  <c:v>14.7905</c:v>
                </c:pt>
                <c:pt idx="284">
                  <c:v>14.7905</c:v>
                </c:pt>
                <c:pt idx="285">
                  <c:v>14.7905</c:v>
                </c:pt>
                <c:pt idx="286">
                  <c:v>14.8894</c:v>
                </c:pt>
                <c:pt idx="287">
                  <c:v>14.8758</c:v>
                </c:pt>
                <c:pt idx="288">
                  <c:v>14.954499999999999</c:v>
                </c:pt>
                <c:pt idx="289">
                  <c:v>14.8291</c:v>
                </c:pt>
                <c:pt idx="290">
                  <c:v>14.8217</c:v>
                </c:pt>
                <c:pt idx="291">
                  <c:v>14.8217</c:v>
                </c:pt>
                <c:pt idx="292">
                  <c:v>14.8217</c:v>
                </c:pt>
                <c:pt idx="293">
                  <c:v>14.8451</c:v>
                </c:pt>
                <c:pt idx="294">
                  <c:v>14.8605</c:v>
                </c:pt>
                <c:pt idx="295">
                  <c:v>15.0511</c:v>
                </c:pt>
                <c:pt idx="296">
                  <c:v>15.049799999999999</c:v>
                </c:pt>
                <c:pt idx="297">
                  <c:v>14.7767</c:v>
                </c:pt>
                <c:pt idx="298">
                  <c:v>14.7767</c:v>
                </c:pt>
                <c:pt idx="299">
                  <c:v>14.7767</c:v>
                </c:pt>
                <c:pt idx="300">
                  <c:v>14.1203</c:v>
                </c:pt>
                <c:pt idx="301">
                  <c:v>14.1579</c:v>
                </c:pt>
                <c:pt idx="302">
                  <c:v>13.9694</c:v>
                </c:pt>
                <c:pt idx="303">
                  <c:v>14.230600000000001</c:v>
                </c:pt>
                <c:pt idx="304">
                  <c:v>14.0082</c:v>
                </c:pt>
                <c:pt idx="305">
                  <c:v>14.0082</c:v>
                </c:pt>
                <c:pt idx="306">
                  <c:v>14.0082</c:v>
                </c:pt>
                <c:pt idx="307">
                  <c:v>13.583600000000001</c:v>
                </c:pt>
                <c:pt idx="308">
                  <c:v>13.4923</c:v>
                </c:pt>
                <c:pt idx="309">
                  <c:v>13.455500000000001</c:v>
                </c:pt>
                <c:pt idx="310">
                  <c:v>13.6812</c:v>
                </c:pt>
                <c:pt idx="311">
                  <c:v>13.641999999999999</c:v>
                </c:pt>
                <c:pt idx="312">
                  <c:v>13.641999999999999</c:v>
                </c:pt>
                <c:pt idx="313">
                  <c:v>13.641999999999999</c:v>
                </c:pt>
                <c:pt idx="314">
                  <c:v>13.8416</c:v>
                </c:pt>
                <c:pt idx="315">
                  <c:v>14.0174</c:v>
                </c:pt>
                <c:pt idx="316">
                  <c:v>14.0182</c:v>
                </c:pt>
                <c:pt idx="317">
                  <c:v>13.782299999999999</c:v>
                </c:pt>
                <c:pt idx="318">
                  <c:v>13.7973</c:v>
                </c:pt>
                <c:pt idx="319">
                  <c:v>13.7973</c:v>
                </c:pt>
                <c:pt idx="320">
                  <c:v>13.7973</c:v>
                </c:pt>
                <c:pt idx="321">
                  <c:v>13.7585</c:v>
                </c:pt>
                <c:pt idx="322">
                  <c:v>13.5946</c:v>
                </c:pt>
                <c:pt idx="323">
                  <c:v>13.2301</c:v>
                </c:pt>
                <c:pt idx="324">
                  <c:v>13.424200000000001</c:v>
                </c:pt>
                <c:pt idx="325">
                  <c:v>13.479799999999999</c:v>
                </c:pt>
                <c:pt idx="326">
                  <c:v>13.479799999999999</c:v>
                </c:pt>
                <c:pt idx="327">
                  <c:v>13.479799999999999</c:v>
                </c:pt>
                <c:pt idx="328">
                  <c:v>13.295400000000001</c:v>
                </c:pt>
                <c:pt idx="329">
                  <c:v>13.520200000000001</c:v>
                </c:pt>
                <c:pt idx="330">
                  <c:v>13.5098</c:v>
                </c:pt>
                <c:pt idx="331">
                  <c:v>13.604799999999999</c:v>
                </c:pt>
                <c:pt idx="332">
                  <c:v>13.571199999999999</c:v>
                </c:pt>
                <c:pt idx="333">
                  <c:v>13.571199999999999</c:v>
                </c:pt>
                <c:pt idx="334">
                  <c:v>13.571199999999999</c:v>
                </c:pt>
                <c:pt idx="335">
                  <c:v>13.539400000000001</c:v>
                </c:pt>
                <c:pt idx="336">
                  <c:v>13.560600000000001</c:v>
                </c:pt>
                <c:pt idx="337">
                  <c:v>13.7425</c:v>
                </c:pt>
                <c:pt idx="338">
                  <c:v>13.792400000000001</c:v>
                </c:pt>
                <c:pt idx="339">
                  <c:v>13.749700000000001</c:v>
                </c:pt>
                <c:pt idx="340">
                  <c:v>13.749700000000001</c:v>
                </c:pt>
                <c:pt idx="341">
                  <c:v>13.749700000000001</c:v>
                </c:pt>
                <c:pt idx="342">
                  <c:v>13.6776</c:v>
                </c:pt>
                <c:pt idx="343">
                  <c:v>13.6381</c:v>
                </c:pt>
                <c:pt idx="344">
                  <c:v>13.706799999999999</c:v>
                </c:pt>
                <c:pt idx="345">
                  <c:v>13.9034</c:v>
                </c:pt>
                <c:pt idx="346">
                  <c:v>12.785600000000001</c:v>
                </c:pt>
                <c:pt idx="347">
                  <c:v>12.8332</c:v>
                </c:pt>
                <c:pt idx="348">
                  <c:v>12.8332</c:v>
                </c:pt>
                <c:pt idx="349">
                  <c:v>13.31</c:v>
                </c:pt>
                <c:pt idx="350">
                  <c:v>13.4251</c:v>
                </c:pt>
                <c:pt idx="351">
                  <c:v>13.516400000000001</c:v>
                </c:pt>
                <c:pt idx="352">
                  <c:v>13.563800000000001</c:v>
                </c:pt>
                <c:pt idx="353">
                  <c:v>13.5486</c:v>
                </c:pt>
                <c:pt idx="354">
                  <c:v>13.5486</c:v>
                </c:pt>
                <c:pt idx="355">
                  <c:v>13.5486</c:v>
                </c:pt>
                <c:pt idx="356">
                  <c:v>13.592000000000001</c:v>
                </c:pt>
                <c:pt idx="357">
                  <c:v>13.614699999999999</c:v>
                </c:pt>
                <c:pt idx="358">
                  <c:v>14.3072</c:v>
                </c:pt>
                <c:pt idx="359">
                  <c:v>14.246600000000001</c:v>
                </c:pt>
                <c:pt idx="360">
                  <c:v>14.363200000000001</c:v>
                </c:pt>
                <c:pt idx="361">
                  <c:v>14.363200000000001</c:v>
                </c:pt>
                <c:pt idx="362">
                  <c:v>14.363200000000001</c:v>
                </c:pt>
                <c:pt idx="363">
                  <c:v>14.4962</c:v>
                </c:pt>
                <c:pt idx="364">
                  <c:v>14.5014</c:v>
                </c:pt>
                <c:pt idx="365">
                  <c:v>14.508800000000001</c:v>
                </c:pt>
                <c:pt idx="366">
                  <c:v>14.4916</c:v>
                </c:pt>
                <c:pt idx="367">
                  <c:v>14.5343</c:v>
                </c:pt>
                <c:pt idx="368">
                  <c:v>14.5343</c:v>
                </c:pt>
                <c:pt idx="369">
                  <c:v>14.5343</c:v>
                </c:pt>
                <c:pt idx="370">
                  <c:v>14.433999999999999</c:v>
                </c:pt>
                <c:pt idx="371">
                  <c:v>14.552899999999999</c:v>
                </c:pt>
                <c:pt idx="372">
                  <c:v>14.654</c:v>
                </c:pt>
                <c:pt idx="373">
                  <c:v>14.7874</c:v>
                </c:pt>
                <c:pt idx="374">
                  <c:v>14.728400000000001</c:v>
                </c:pt>
                <c:pt idx="375">
                  <c:v>14.728400000000001</c:v>
                </c:pt>
                <c:pt idx="376">
                  <c:v>14.728400000000001</c:v>
                </c:pt>
                <c:pt idx="377">
                  <c:v>14.6043</c:v>
                </c:pt>
                <c:pt idx="378">
                  <c:v>14.7333</c:v>
                </c:pt>
                <c:pt idx="379">
                  <c:v>14.7525</c:v>
                </c:pt>
                <c:pt idx="380">
                  <c:v>14.7525</c:v>
                </c:pt>
                <c:pt idx="381">
                  <c:v>14.7525</c:v>
                </c:pt>
                <c:pt idx="382">
                  <c:v>14.7525</c:v>
                </c:pt>
                <c:pt idx="383">
                  <c:v>14.7525</c:v>
                </c:pt>
                <c:pt idx="384">
                  <c:v>14.716100000000001</c:v>
                </c:pt>
                <c:pt idx="385">
                  <c:v>14.716699999999999</c:v>
                </c:pt>
                <c:pt idx="386">
                  <c:v>14.319800000000001</c:v>
                </c:pt>
                <c:pt idx="387">
                  <c:v>14.2211</c:v>
                </c:pt>
                <c:pt idx="388">
                  <c:v>14.384399999999999</c:v>
                </c:pt>
                <c:pt idx="389">
                  <c:v>14.384399999999999</c:v>
                </c:pt>
                <c:pt idx="390">
                  <c:v>14.384399999999999</c:v>
                </c:pt>
                <c:pt idx="391">
                  <c:v>14.3941</c:v>
                </c:pt>
                <c:pt idx="392">
                  <c:v>14.38</c:v>
                </c:pt>
                <c:pt idx="393">
                  <c:v>14.2921</c:v>
                </c:pt>
                <c:pt idx="394">
                  <c:v>14.3485</c:v>
                </c:pt>
                <c:pt idx="395">
                  <c:v>14.214499999999999</c:v>
                </c:pt>
                <c:pt idx="396">
                  <c:v>14.214499999999999</c:v>
                </c:pt>
                <c:pt idx="397">
                  <c:v>14.214499999999999</c:v>
                </c:pt>
                <c:pt idx="398">
                  <c:v>13.8851</c:v>
                </c:pt>
                <c:pt idx="399">
                  <c:v>14.0406</c:v>
                </c:pt>
                <c:pt idx="400">
                  <c:v>13.944000000000001</c:v>
                </c:pt>
                <c:pt idx="401">
                  <c:v>13.9918</c:v>
                </c:pt>
                <c:pt idx="402">
                  <c:v>13.860300000000001</c:v>
                </c:pt>
                <c:pt idx="403">
                  <c:v>13.860300000000001</c:v>
                </c:pt>
                <c:pt idx="404">
                  <c:v>13.860300000000001</c:v>
                </c:pt>
                <c:pt idx="405">
                  <c:v>13.527100000000001</c:v>
                </c:pt>
                <c:pt idx="406">
                  <c:v>13.437099999999999</c:v>
                </c:pt>
                <c:pt idx="407">
                  <c:v>13.1731</c:v>
                </c:pt>
                <c:pt idx="408">
                  <c:v>12.9709</c:v>
                </c:pt>
                <c:pt idx="409">
                  <c:v>13.0405</c:v>
                </c:pt>
                <c:pt idx="410">
                  <c:v>13.0405</c:v>
                </c:pt>
                <c:pt idx="411">
                  <c:v>13.0405</c:v>
                </c:pt>
                <c:pt idx="412">
                  <c:v>12.5144</c:v>
                </c:pt>
                <c:pt idx="413">
                  <c:v>12.418799999999999</c:v>
                </c:pt>
                <c:pt idx="414">
                  <c:v>12.7197</c:v>
                </c:pt>
                <c:pt idx="415">
                  <c:v>12.3771</c:v>
                </c:pt>
                <c:pt idx="416">
                  <c:v>11.932399999999999</c:v>
                </c:pt>
                <c:pt idx="417">
                  <c:v>11.932399999999999</c:v>
                </c:pt>
                <c:pt idx="418">
                  <c:v>11.932399999999999</c:v>
                </c:pt>
                <c:pt idx="419">
                  <c:v>12.008100000000001</c:v>
                </c:pt>
                <c:pt idx="420">
                  <c:v>11.590199999999999</c:v>
                </c:pt>
                <c:pt idx="421">
                  <c:v>11.919700000000001</c:v>
                </c:pt>
                <c:pt idx="422">
                  <c:v>12.1061</c:v>
                </c:pt>
                <c:pt idx="423">
                  <c:v>12.231199999999999</c:v>
                </c:pt>
                <c:pt idx="424">
                  <c:v>12.231199999999999</c:v>
                </c:pt>
                <c:pt idx="425">
                  <c:v>12.231199999999999</c:v>
                </c:pt>
                <c:pt idx="426">
                  <c:v>12.1129</c:v>
                </c:pt>
                <c:pt idx="427">
                  <c:v>12.252000000000001</c:v>
                </c:pt>
                <c:pt idx="428">
                  <c:v>12.210699999999999</c:v>
                </c:pt>
                <c:pt idx="429">
                  <c:v>12.192</c:v>
                </c:pt>
                <c:pt idx="430">
                  <c:v>11.7471</c:v>
                </c:pt>
                <c:pt idx="431">
                  <c:v>11.7471</c:v>
                </c:pt>
                <c:pt idx="432">
                  <c:v>11.7471</c:v>
                </c:pt>
                <c:pt idx="433">
                  <c:v>11.3592</c:v>
                </c:pt>
                <c:pt idx="434">
                  <c:v>11.4923</c:v>
                </c:pt>
                <c:pt idx="435">
                  <c:v>11.442299999999999</c:v>
                </c:pt>
                <c:pt idx="436">
                  <c:v>11.8414</c:v>
                </c:pt>
                <c:pt idx="437">
                  <c:v>11.071199999999999</c:v>
                </c:pt>
                <c:pt idx="438">
                  <c:v>11.057</c:v>
                </c:pt>
                <c:pt idx="439">
                  <c:v>11.114100000000001</c:v>
                </c:pt>
                <c:pt idx="440">
                  <c:v>11.2112</c:v>
                </c:pt>
                <c:pt idx="441">
                  <c:v>11.339499999999999</c:v>
                </c:pt>
                <c:pt idx="442">
                  <c:v>11.223699999999999</c:v>
                </c:pt>
                <c:pt idx="443">
                  <c:v>11.1866</c:v>
                </c:pt>
                <c:pt idx="444">
                  <c:v>10.9381</c:v>
                </c:pt>
                <c:pt idx="445">
                  <c:v>10.9381</c:v>
                </c:pt>
                <c:pt idx="446">
                  <c:v>10.9381</c:v>
                </c:pt>
                <c:pt idx="447">
                  <c:v>10.965400000000001</c:v>
                </c:pt>
                <c:pt idx="448">
                  <c:v>11.038</c:v>
                </c:pt>
                <c:pt idx="449">
                  <c:v>11.0823</c:v>
                </c:pt>
                <c:pt idx="450">
                  <c:v>10.6511</c:v>
                </c:pt>
                <c:pt idx="451">
                  <c:v>10.733000000000001</c:v>
                </c:pt>
                <c:pt idx="452">
                  <c:v>10.733000000000001</c:v>
                </c:pt>
                <c:pt idx="453">
                  <c:v>10.733000000000001</c:v>
                </c:pt>
                <c:pt idx="454">
                  <c:v>10.5814</c:v>
                </c:pt>
                <c:pt idx="455">
                  <c:v>10.2537</c:v>
                </c:pt>
                <c:pt idx="456">
                  <c:v>10.6023</c:v>
                </c:pt>
                <c:pt idx="457">
                  <c:v>10.8987</c:v>
                </c:pt>
                <c:pt idx="458">
                  <c:v>10.8995</c:v>
                </c:pt>
                <c:pt idx="459">
                  <c:v>10.8995</c:v>
                </c:pt>
                <c:pt idx="460">
                  <c:v>10.8995</c:v>
                </c:pt>
                <c:pt idx="461">
                  <c:v>10.8019</c:v>
                </c:pt>
                <c:pt idx="462">
                  <c:v>10.706</c:v>
                </c:pt>
                <c:pt idx="463">
                  <c:v>10.6372</c:v>
                </c:pt>
                <c:pt idx="464">
                  <c:v>10.6564</c:v>
                </c:pt>
                <c:pt idx="465">
                  <c:v>10.923400000000001</c:v>
                </c:pt>
                <c:pt idx="466">
                  <c:v>10.923400000000001</c:v>
                </c:pt>
                <c:pt idx="467">
                  <c:v>10.923400000000001</c:v>
                </c:pt>
                <c:pt idx="468">
                  <c:v>11.308299999999999</c:v>
                </c:pt>
                <c:pt idx="469">
                  <c:v>11.6059</c:v>
                </c:pt>
                <c:pt idx="470">
                  <c:v>11.789099999999999</c:v>
                </c:pt>
                <c:pt idx="471">
                  <c:v>11.6526</c:v>
                </c:pt>
                <c:pt idx="472">
                  <c:v>12.1447</c:v>
                </c:pt>
                <c:pt idx="473">
                  <c:v>12.1447</c:v>
                </c:pt>
                <c:pt idx="474">
                  <c:v>12.1447</c:v>
                </c:pt>
                <c:pt idx="475">
                  <c:v>12.298299999999999</c:v>
                </c:pt>
                <c:pt idx="476">
                  <c:v>11.7925</c:v>
                </c:pt>
                <c:pt idx="477">
                  <c:v>11.706200000000001</c:v>
                </c:pt>
                <c:pt idx="478">
                  <c:v>11.8132</c:v>
                </c:pt>
                <c:pt idx="479">
                  <c:v>11.8276</c:v>
                </c:pt>
                <c:pt idx="480">
                  <c:v>11.8276</c:v>
                </c:pt>
                <c:pt idx="481">
                  <c:v>11.8276</c:v>
                </c:pt>
                <c:pt idx="482">
                  <c:v>11.605600000000001</c:v>
                </c:pt>
                <c:pt idx="483">
                  <c:v>11.778499999999999</c:v>
                </c:pt>
                <c:pt idx="484">
                  <c:v>11.811999999999999</c:v>
                </c:pt>
                <c:pt idx="485">
                  <c:v>11.867000000000001</c:v>
                </c:pt>
                <c:pt idx="486">
                  <c:v>11.835100000000001</c:v>
                </c:pt>
                <c:pt idx="487">
                  <c:v>11.835100000000001</c:v>
                </c:pt>
                <c:pt idx="488">
                  <c:v>11.835100000000001</c:v>
                </c:pt>
                <c:pt idx="489">
                  <c:v>11.6768</c:v>
                </c:pt>
                <c:pt idx="490">
                  <c:v>11.505100000000001</c:v>
                </c:pt>
                <c:pt idx="491">
                  <c:v>11.4573</c:v>
                </c:pt>
                <c:pt idx="492">
                  <c:v>11.4992</c:v>
                </c:pt>
                <c:pt idx="493">
                  <c:v>11.473699999999999</c:v>
                </c:pt>
                <c:pt idx="494">
                  <c:v>11.473699999999999</c:v>
                </c:pt>
                <c:pt idx="495">
                  <c:v>11.473699999999999</c:v>
                </c:pt>
                <c:pt idx="496">
                  <c:v>11.0786</c:v>
                </c:pt>
                <c:pt idx="497">
                  <c:v>11.2963</c:v>
                </c:pt>
                <c:pt idx="498">
                  <c:v>11.421099999999999</c:v>
                </c:pt>
                <c:pt idx="499">
                  <c:v>11.349399999999999</c:v>
                </c:pt>
                <c:pt idx="500">
                  <c:v>11.3247</c:v>
                </c:pt>
                <c:pt idx="501">
                  <c:v>11.3247</c:v>
                </c:pt>
                <c:pt idx="502">
                  <c:v>11.3247</c:v>
                </c:pt>
                <c:pt idx="503">
                  <c:v>11.3247</c:v>
                </c:pt>
                <c:pt idx="504">
                  <c:v>11.7387</c:v>
                </c:pt>
                <c:pt idx="505">
                  <c:v>11.7662</c:v>
                </c:pt>
                <c:pt idx="506">
                  <c:v>11.8727</c:v>
                </c:pt>
                <c:pt idx="507">
                  <c:v>11.823499999999999</c:v>
                </c:pt>
                <c:pt idx="508">
                  <c:v>11.823499999999999</c:v>
                </c:pt>
                <c:pt idx="509">
                  <c:v>11.823499999999999</c:v>
                </c:pt>
                <c:pt idx="510">
                  <c:v>11.8546</c:v>
                </c:pt>
                <c:pt idx="511">
                  <c:v>11.845000000000001</c:v>
                </c:pt>
                <c:pt idx="512">
                  <c:v>11.8721</c:v>
                </c:pt>
                <c:pt idx="513">
                  <c:v>11.879099999999999</c:v>
                </c:pt>
                <c:pt idx="514">
                  <c:v>11.9217</c:v>
                </c:pt>
                <c:pt idx="515">
                  <c:v>11.9217</c:v>
                </c:pt>
                <c:pt idx="516">
                  <c:v>11.9217</c:v>
                </c:pt>
                <c:pt idx="517">
                  <c:v>11.994899999999999</c:v>
                </c:pt>
                <c:pt idx="518">
                  <c:v>12.243600000000001</c:v>
                </c:pt>
                <c:pt idx="519">
                  <c:v>12.356</c:v>
                </c:pt>
                <c:pt idx="520">
                  <c:v>12.5755</c:v>
                </c:pt>
                <c:pt idx="521">
                  <c:v>12.589</c:v>
                </c:pt>
                <c:pt idx="522">
                  <c:v>12.595000000000001</c:v>
                </c:pt>
                <c:pt idx="523">
                  <c:v>12.595000000000001</c:v>
                </c:pt>
                <c:pt idx="524">
                  <c:v>12.595000000000001</c:v>
                </c:pt>
                <c:pt idx="525">
                  <c:v>12.595000000000001</c:v>
                </c:pt>
                <c:pt idx="526">
                  <c:v>12.595000000000001</c:v>
                </c:pt>
                <c:pt idx="527">
                  <c:v>12.595000000000001</c:v>
                </c:pt>
                <c:pt idx="528">
                  <c:v>12.7189</c:v>
                </c:pt>
                <c:pt idx="529">
                  <c:v>12.7189</c:v>
                </c:pt>
                <c:pt idx="530">
                  <c:v>12.7189</c:v>
                </c:pt>
                <c:pt idx="531">
                  <c:v>12.4602</c:v>
                </c:pt>
                <c:pt idx="532">
                  <c:v>12.570499999999999</c:v>
                </c:pt>
                <c:pt idx="533">
                  <c:v>12.2712</c:v>
                </c:pt>
                <c:pt idx="534">
                  <c:v>12.291499999999999</c:v>
                </c:pt>
                <c:pt idx="535">
                  <c:v>12.2933</c:v>
                </c:pt>
                <c:pt idx="536">
                  <c:v>12.2933</c:v>
                </c:pt>
                <c:pt idx="537">
                  <c:v>12.2933</c:v>
                </c:pt>
                <c:pt idx="538">
                  <c:v>12.432499999999999</c:v>
                </c:pt>
                <c:pt idx="539">
                  <c:v>12.166399999999999</c:v>
                </c:pt>
                <c:pt idx="540">
                  <c:v>12.2392</c:v>
                </c:pt>
                <c:pt idx="541">
                  <c:v>12.181100000000001</c:v>
                </c:pt>
                <c:pt idx="542">
                  <c:v>12.129</c:v>
                </c:pt>
                <c:pt idx="543">
                  <c:v>12.129</c:v>
                </c:pt>
                <c:pt idx="544">
                  <c:v>12.129</c:v>
                </c:pt>
                <c:pt idx="545">
                  <c:v>11.997199999999999</c:v>
                </c:pt>
                <c:pt idx="546">
                  <c:v>11.9391</c:v>
                </c:pt>
                <c:pt idx="547">
                  <c:v>12.0488</c:v>
                </c:pt>
                <c:pt idx="548">
                  <c:v>12.167899999999999</c:v>
                </c:pt>
                <c:pt idx="549">
                  <c:v>12.179500000000001</c:v>
                </c:pt>
                <c:pt idx="550">
                  <c:v>12.179500000000001</c:v>
                </c:pt>
                <c:pt idx="551">
                  <c:v>12.179399999999999</c:v>
                </c:pt>
                <c:pt idx="552">
                  <c:v>12.493600000000001</c:v>
                </c:pt>
                <c:pt idx="553">
                  <c:v>12.442299999999999</c:v>
                </c:pt>
                <c:pt idx="554">
                  <c:v>12.121</c:v>
                </c:pt>
                <c:pt idx="555">
                  <c:v>12.113899999999999</c:v>
                </c:pt>
                <c:pt idx="556">
                  <c:v>11.9564</c:v>
                </c:pt>
                <c:pt idx="557">
                  <c:v>11.9564</c:v>
                </c:pt>
                <c:pt idx="558">
                  <c:v>11.9564</c:v>
                </c:pt>
                <c:pt idx="559">
                  <c:v>11.7456</c:v>
                </c:pt>
                <c:pt idx="560">
                  <c:v>11.7851</c:v>
                </c:pt>
                <c:pt idx="561">
                  <c:v>11.9687</c:v>
                </c:pt>
                <c:pt idx="562">
                  <c:v>11.934900000000001</c:v>
                </c:pt>
                <c:pt idx="563">
                  <c:v>11.7867</c:v>
                </c:pt>
                <c:pt idx="564">
                  <c:v>11.7867</c:v>
                </c:pt>
                <c:pt idx="565">
                  <c:v>11.7867</c:v>
                </c:pt>
                <c:pt idx="566">
                  <c:v>11.8218</c:v>
                </c:pt>
                <c:pt idx="567">
                  <c:v>11.946099999999999</c:v>
                </c:pt>
                <c:pt idx="568">
                  <c:v>12.075699999999999</c:v>
                </c:pt>
                <c:pt idx="569">
                  <c:v>12.1534</c:v>
                </c:pt>
                <c:pt idx="570">
                  <c:v>12.1204</c:v>
                </c:pt>
                <c:pt idx="571">
                  <c:v>12.1204</c:v>
                </c:pt>
                <c:pt idx="572">
                  <c:v>12.1204</c:v>
                </c:pt>
                <c:pt idx="573">
                  <c:v>12.119</c:v>
                </c:pt>
                <c:pt idx="574">
                  <c:v>11.9742</c:v>
                </c:pt>
                <c:pt idx="575">
                  <c:v>12.228999999999999</c:v>
                </c:pt>
                <c:pt idx="576">
                  <c:v>12.0594</c:v>
                </c:pt>
                <c:pt idx="577">
                  <c:v>12.034800000000001</c:v>
                </c:pt>
                <c:pt idx="578">
                  <c:v>12.034800000000001</c:v>
                </c:pt>
                <c:pt idx="579">
                  <c:v>12.034800000000001</c:v>
                </c:pt>
                <c:pt idx="580">
                  <c:v>11.780900000000001</c:v>
                </c:pt>
                <c:pt idx="581">
                  <c:v>11.8889</c:v>
                </c:pt>
                <c:pt idx="582">
                  <c:v>11.9825</c:v>
                </c:pt>
                <c:pt idx="583">
                  <c:v>12.0337</c:v>
                </c:pt>
                <c:pt idx="584">
                  <c:v>12.053599999999999</c:v>
                </c:pt>
                <c:pt idx="585">
                  <c:v>12.053699999999999</c:v>
                </c:pt>
                <c:pt idx="586">
                  <c:v>12.053699999999999</c:v>
                </c:pt>
                <c:pt idx="587">
                  <c:v>12.117900000000001</c:v>
                </c:pt>
                <c:pt idx="588">
                  <c:v>12.1418</c:v>
                </c:pt>
                <c:pt idx="589">
                  <c:v>12.1663</c:v>
                </c:pt>
                <c:pt idx="590">
                  <c:v>12.206799999999999</c:v>
                </c:pt>
                <c:pt idx="591">
                  <c:v>12.2746</c:v>
                </c:pt>
                <c:pt idx="592">
                  <c:v>12.2784</c:v>
                </c:pt>
                <c:pt idx="593">
                  <c:v>12.2814</c:v>
                </c:pt>
                <c:pt idx="594">
                  <c:v>12.3392</c:v>
                </c:pt>
                <c:pt idx="595">
                  <c:v>12.3301</c:v>
                </c:pt>
                <c:pt idx="596">
                  <c:v>12.357699999999999</c:v>
                </c:pt>
                <c:pt idx="597">
                  <c:v>12.2439</c:v>
                </c:pt>
                <c:pt idx="598">
                  <c:v>12.2302</c:v>
                </c:pt>
                <c:pt idx="599">
                  <c:v>12.230700000000001</c:v>
                </c:pt>
                <c:pt idx="600">
                  <c:v>12.230700000000001</c:v>
                </c:pt>
                <c:pt idx="601">
                  <c:v>12.178900000000001</c:v>
                </c:pt>
                <c:pt idx="602">
                  <c:v>12.225899999999999</c:v>
                </c:pt>
                <c:pt idx="603">
                  <c:v>12.2257</c:v>
                </c:pt>
                <c:pt idx="604">
                  <c:v>12.1669</c:v>
                </c:pt>
                <c:pt idx="605">
                  <c:v>12.0364</c:v>
                </c:pt>
                <c:pt idx="606">
                  <c:v>12.0364</c:v>
                </c:pt>
                <c:pt idx="607">
                  <c:v>12.0364</c:v>
                </c:pt>
                <c:pt idx="608">
                  <c:v>12.047000000000001</c:v>
                </c:pt>
                <c:pt idx="609">
                  <c:v>12.0608</c:v>
                </c:pt>
                <c:pt idx="610">
                  <c:v>11.9918</c:v>
                </c:pt>
                <c:pt idx="611">
                  <c:v>11.994899999999999</c:v>
                </c:pt>
                <c:pt idx="612">
                  <c:v>11.9224</c:v>
                </c:pt>
                <c:pt idx="613">
                  <c:v>11.9224</c:v>
                </c:pt>
                <c:pt idx="614">
                  <c:v>11.9224</c:v>
                </c:pt>
                <c:pt idx="615">
                  <c:v>11.9047</c:v>
                </c:pt>
                <c:pt idx="616">
                  <c:v>11.830299999999999</c:v>
                </c:pt>
                <c:pt idx="617">
                  <c:v>11.898300000000001</c:v>
                </c:pt>
                <c:pt idx="618">
                  <c:v>11.8849</c:v>
                </c:pt>
                <c:pt idx="619">
                  <c:v>12.5099</c:v>
                </c:pt>
                <c:pt idx="620">
                  <c:v>12.462400000000001</c:v>
                </c:pt>
                <c:pt idx="621">
                  <c:v>12.5108</c:v>
                </c:pt>
                <c:pt idx="622">
                  <c:v>12.5108</c:v>
                </c:pt>
                <c:pt idx="623">
                  <c:v>12.5174</c:v>
                </c:pt>
                <c:pt idx="624">
                  <c:v>12.5204</c:v>
                </c:pt>
                <c:pt idx="625">
                  <c:v>12.5831</c:v>
                </c:pt>
                <c:pt idx="626">
                  <c:v>12.5907</c:v>
                </c:pt>
                <c:pt idx="627">
                  <c:v>12.6214</c:v>
                </c:pt>
                <c:pt idx="628">
                  <c:v>12.6214</c:v>
                </c:pt>
                <c:pt idx="629">
                  <c:v>12.7902</c:v>
                </c:pt>
                <c:pt idx="630">
                  <c:v>12.7942</c:v>
                </c:pt>
                <c:pt idx="631">
                  <c:v>12.848699999999999</c:v>
                </c:pt>
                <c:pt idx="632">
                  <c:v>12.834899999999999</c:v>
                </c:pt>
                <c:pt idx="633">
                  <c:v>12.9536</c:v>
                </c:pt>
                <c:pt idx="634">
                  <c:v>12.9536</c:v>
                </c:pt>
                <c:pt idx="635">
                  <c:v>12.9536</c:v>
                </c:pt>
                <c:pt idx="636">
                  <c:v>12.9391</c:v>
                </c:pt>
                <c:pt idx="637">
                  <c:v>12.941599999999999</c:v>
                </c:pt>
                <c:pt idx="638">
                  <c:v>12.8752</c:v>
                </c:pt>
                <c:pt idx="639">
                  <c:v>12.970700000000001</c:v>
                </c:pt>
                <c:pt idx="640">
                  <c:v>12.9557</c:v>
                </c:pt>
                <c:pt idx="641">
                  <c:v>12.9557</c:v>
                </c:pt>
                <c:pt idx="642">
                  <c:v>12.9557</c:v>
                </c:pt>
                <c:pt idx="643">
                  <c:v>12.999000000000001</c:v>
                </c:pt>
                <c:pt idx="644">
                  <c:v>12.940799999999999</c:v>
                </c:pt>
                <c:pt idx="645">
                  <c:v>12.8916</c:v>
                </c:pt>
                <c:pt idx="646">
                  <c:v>12.926</c:v>
                </c:pt>
                <c:pt idx="647">
                  <c:v>12.9155</c:v>
                </c:pt>
                <c:pt idx="648">
                  <c:v>12.9155</c:v>
                </c:pt>
                <c:pt idx="649">
                  <c:v>12.9155</c:v>
                </c:pt>
                <c:pt idx="650">
                  <c:v>13.051500000000001</c:v>
                </c:pt>
                <c:pt idx="651">
                  <c:v>13.088800000000001</c:v>
                </c:pt>
                <c:pt idx="652">
                  <c:v>13.053800000000001</c:v>
                </c:pt>
                <c:pt idx="653">
                  <c:v>13.093</c:v>
                </c:pt>
                <c:pt idx="654">
                  <c:v>13.2441</c:v>
                </c:pt>
                <c:pt idx="655">
                  <c:v>13.2441</c:v>
                </c:pt>
                <c:pt idx="656">
                  <c:v>13.2441</c:v>
                </c:pt>
                <c:pt idx="657">
                  <c:v>13.328900000000001</c:v>
                </c:pt>
                <c:pt idx="658">
                  <c:v>13.456200000000001</c:v>
                </c:pt>
                <c:pt idx="659">
                  <c:v>13.4712</c:v>
                </c:pt>
                <c:pt idx="660">
                  <c:v>13.3714</c:v>
                </c:pt>
                <c:pt idx="661">
                  <c:v>13.4468</c:v>
                </c:pt>
                <c:pt idx="662">
                  <c:v>13.4468</c:v>
                </c:pt>
                <c:pt idx="663">
                  <c:v>13.4468</c:v>
                </c:pt>
                <c:pt idx="664">
                  <c:v>13.5503</c:v>
                </c:pt>
                <c:pt idx="665">
                  <c:v>13.628500000000001</c:v>
                </c:pt>
                <c:pt idx="666">
                  <c:v>13.567299999999999</c:v>
                </c:pt>
                <c:pt idx="667">
                  <c:v>13.5618</c:v>
                </c:pt>
                <c:pt idx="668">
                  <c:v>13.5406</c:v>
                </c:pt>
                <c:pt idx="669">
                  <c:v>13.5406</c:v>
                </c:pt>
                <c:pt idx="670">
                  <c:v>13.5406</c:v>
                </c:pt>
                <c:pt idx="671">
                  <c:v>13.4213</c:v>
                </c:pt>
                <c:pt idx="672">
                  <c:v>13.498100000000001</c:v>
                </c:pt>
                <c:pt idx="673">
                  <c:v>13.5799</c:v>
                </c:pt>
                <c:pt idx="674">
                  <c:v>13.663</c:v>
                </c:pt>
                <c:pt idx="675">
                  <c:v>13.7125</c:v>
                </c:pt>
                <c:pt idx="676">
                  <c:v>13.7125</c:v>
                </c:pt>
                <c:pt idx="677">
                  <c:v>13.7125</c:v>
                </c:pt>
                <c:pt idx="678">
                  <c:v>13.7447</c:v>
                </c:pt>
                <c:pt idx="679">
                  <c:v>13.772600000000001</c:v>
                </c:pt>
                <c:pt idx="680">
                  <c:v>13.821400000000001</c:v>
                </c:pt>
                <c:pt idx="681">
                  <c:v>13.664099999999999</c:v>
                </c:pt>
                <c:pt idx="682">
                  <c:v>13.601000000000001</c:v>
                </c:pt>
                <c:pt idx="683">
                  <c:v>13.6053</c:v>
                </c:pt>
                <c:pt idx="684">
                  <c:v>13.6053</c:v>
                </c:pt>
                <c:pt idx="685">
                  <c:v>13.717599999999999</c:v>
                </c:pt>
                <c:pt idx="686">
                  <c:v>13.796799999999999</c:v>
                </c:pt>
                <c:pt idx="687">
                  <c:v>13.828799999999999</c:v>
                </c:pt>
                <c:pt idx="688">
                  <c:v>13.7264</c:v>
                </c:pt>
                <c:pt idx="689">
                  <c:v>13.870799999999999</c:v>
                </c:pt>
                <c:pt idx="690">
                  <c:v>13.870799999999999</c:v>
                </c:pt>
                <c:pt idx="691">
                  <c:v>13.870799999999999</c:v>
                </c:pt>
                <c:pt idx="692">
                  <c:v>14.004300000000001</c:v>
                </c:pt>
                <c:pt idx="693">
                  <c:v>14.037800000000001</c:v>
                </c:pt>
                <c:pt idx="694">
                  <c:v>14.067399999999999</c:v>
                </c:pt>
                <c:pt idx="695">
                  <c:v>14.2042</c:v>
                </c:pt>
                <c:pt idx="696">
                  <c:v>14.240500000000001</c:v>
                </c:pt>
                <c:pt idx="697">
                  <c:v>14.240500000000001</c:v>
                </c:pt>
                <c:pt idx="698">
                  <c:v>14.240500000000001</c:v>
                </c:pt>
                <c:pt idx="699">
                  <c:v>14.2981</c:v>
                </c:pt>
                <c:pt idx="700">
                  <c:v>14.309799999999999</c:v>
                </c:pt>
                <c:pt idx="701">
                  <c:v>14.2963</c:v>
                </c:pt>
                <c:pt idx="702">
                  <c:v>14.2942</c:v>
                </c:pt>
                <c:pt idx="703">
                  <c:v>14.453799999999999</c:v>
                </c:pt>
                <c:pt idx="704">
                  <c:v>14.453799999999999</c:v>
                </c:pt>
                <c:pt idx="705">
                  <c:v>14.453799999999999</c:v>
                </c:pt>
                <c:pt idx="706">
                  <c:v>14.512499999999999</c:v>
                </c:pt>
                <c:pt idx="707">
                  <c:v>14.575699999999999</c:v>
                </c:pt>
                <c:pt idx="708">
                  <c:v>14.635899999999999</c:v>
                </c:pt>
                <c:pt idx="709">
                  <c:v>14.5931</c:v>
                </c:pt>
                <c:pt idx="710">
                  <c:v>14.719099999999999</c:v>
                </c:pt>
                <c:pt idx="711">
                  <c:v>14.3018</c:v>
                </c:pt>
                <c:pt idx="712">
                  <c:v>14.3308</c:v>
                </c:pt>
                <c:pt idx="713">
                  <c:v>14.8292</c:v>
                </c:pt>
                <c:pt idx="714">
                  <c:v>14.914099999999999</c:v>
                </c:pt>
                <c:pt idx="715">
                  <c:v>14.9575</c:v>
                </c:pt>
                <c:pt idx="716">
                  <c:v>14.8414</c:v>
                </c:pt>
                <c:pt idx="717">
                  <c:v>15.0411</c:v>
                </c:pt>
                <c:pt idx="718">
                  <c:v>15.0411</c:v>
                </c:pt>
                <c:pt idx="719">
                  <c:v>15.0411</c:v>
                </c:pt>
                <c:pt idx="720">
                  <c:v>15.2301</c:v>
                </c:pt>
                <c:pt idx="721">
                  <c:v>15.2401</c:v>
                </c:pt>
                <c:pt idx="722">
                  <c:v>15.1396</c:v>
                </c:pt>
                <c:pt idx="723">
                  <c:v>14.975899999999999</c:v>
                </c:pt>
                <c:pt idx="724">
                  <c:v>15.1187</c:v>
                </c:pt>
                <c:pt idx="725">
                  <c:v>15.1187</c:v>
                </c:pt>
                <c:pt idx="726">
                  <c:v>15.1187</c:v>
                </c:pt>
                <c:pt idx="727">
                  <c:v>15.18</c:v>
                </c:pt>
                <c:pt idx="728">
                  <c:v>15.1465</c:v>
                </c:pt>
                <c:pt idx="729">
                  <c:v>15.259600000000001</c:v>
                </c:pt>
                <c:pt idx="730">
                  <c:v>15.1389</c:v>
                </c:pt>
                <c:pt idx="731">
                  <c:v>14.489599999999999</c:v>
                </c:pt>
                <c:pt idx="732">
                  <c:v>14.489599999999999</c:v>
                </c:pt>
                <c:pt idx="733">
                  <c:v>14.489599999999999</c:v>
                </c:pt>
                <c:pt idx="734">
                  <c:v>14.5121</c:v>
                </c:pt>
                <c:pt idx="735">
                  <c:v>14.521000000000001</c:v>
                </c:pt>
                <c:pt idx="736">
                  <c:v>14.423400000000001</c:v>
                </c:pt>
                <c:pt idx="737">
                  <c:v>14.631</c:v>
                </c:pt>
                <c:pt idx="738">
                  <c:v>14.563499999999999</c:v>
                </c:pt>
                <c:pt idx="739">
                  <c:v>14.563499999999999</c:v>
                </c:pt>
                <c:pt idx="740">
                  <c:v>14.563499999999999</c:v>
                </c:pt>
                <c:pt idx="741">
                  <c:v>14.7958</c:v>
                </c:pt>
                <c:pt idx="742">
                  <c:v>14.855</c:v>
                </c:pt>
                <c:pt idx="743">
                  <c:v>14.986800000000001</c:v>
                </c:pt>
                <c:pt idx="744">
                  <c:v>15.1213</c:v>
                </c:pt>
                <c:pt idx="745">
                  <c:v>15.1213</c:v>
                </c:pt>
                <c:pt idx="746">
                  <c:v>15.1213</c:v>
                </c:pt>
                <c:pt idx="747">
                  <c:v>15.1213</c:v>
                </c:pt>
                <c:pt idx="748">
                  <c:v>15.1212</c:v>
                </c:pt>
                <c:pt idx="749">
                  <c:v>15.268599999999999</c:v>
                </c:pt>
                <c:pt idx="750">
                  <c:v>15.4092</c:v>
                </c:pt>
                <c:pt idx="751">
                  <c:v>15.38</c:v>
                </c:pt>
                <c:pt idx="752">
                  <c:v>15.359500000000001</c:v>
                </c:pt>
                <c:pt idx="753">
                  <c:v>15.359500000000001</c:v>
                </c:pt>
                <c:pt idx="754">
                  <c:v>15.359500000000001</c:v>
                </c:pt>
                <c:pt idx="755">
                  <c:v>15.1386</c:v>
                </c:pt>
                <c:pt idx="756">
                  <c:v>15.4122</c:v>
                </c:pt>
                <c:pt idx="757">
                  <c:v>15.324999999999999</c:v>
                </c:pt>
                <c:pt idx="758">
                  <c:v>15.1449</c:v>
                </c:pt>
                <c:pt idx="759">
                  <c:v>15.188599999999999</c:v>
                </c:pt>
                <c:pt idx="760">
                  <c:v>15.188599999999999</c:v>
                </c:pt>
                <c:pt idx="761">
                  <c:v>15.188599999999999</c:v>
                </c:pt>
                <c:pt idx="762">
                  <c:v>14.9962</c:v>
                </c:pt>
                <c:pt idx="763">
                  <c:v>14.9923</c:v>
                </c:pt>
                <c:pt idx="764">
                  <c:v>15.1731</c:v>
                </c:pt>
                <c:pt idx="765">
                  <c:v>15.0077</c:v>
                </c:pt>
                <c:pt idx="766">
                  <c:v>14.763999999999999</c:v>
                </c:pt>
                <c:pt idx="767">
                  <c:v>14.763999999999999</c:v>
                </c:pt>
                <c:pt idx="768">
                  <c:v>14.763999999999999</c:v>
                </c:pt>
                <c:pt idx="769">
                  <c:v>14.270899999999999</c:v>
                </c:pt>
                <c:pt idx="770">
                  <c:v>14.0823</c:v>
                </c:pt>
                <c:pt idx="771">
                  <c:v>14.2789</c:v>
                </c:pt>
                <c:pt idx="772">
                  <c:v>14.2613</c:v>
                </c:pt>
                <c:pt idx="773">
                  <c:v>14.4533</c:v>
                </c:pt>
                <c:pt idx="774">
                  <c:v>14.4533</c:v>
                </c:pt>
                <c:pt idx="775">
                  <c:v>14.4533</c:v>
                </c:pt>
                <c:pt idx="776">
                  <c:v>14.4671</c:v>
                </c:pt>
                <c:pt idx="777">
                  <c:v>14.001899999999999</c:v>
                </c:pt>
                <c:pt idx="778">
                  <c:v>14.1342</c:v>
                </c:pt>
                <c:pt idx="779">
                  <c:v>13.949199999999999</c:v>
                </c:pt>
                <c:pt idx="780">
                  <c:v>14.1326</c:v>
                </c:pt>
                <c:pt idx="781">
                  <c:v>14.1326</c:v>
                </c:pt>
                <c:pt idx="782">
                  <c:v>14.1326</c:v>
                </c:pt>
                <c:pt idx="783">
                  <c:v>14.2431</c:v>
                </c:pt>
                <c:pt idx="784">
                  <c:v>14.3223</c:v>
                </c:pt>
                <c:pt idx="785">
                  <c:v>14.4115</c:v>
                </c:pt>
                <c:pt idx="786">
                  <c:v>14.4215</c:v>
                </c:pt>
                <c:pt idx="787">
                  <c:v>14.460599999999999</c:v>
                </c:pt>
                <c:pt idx="788">
                  <c:v>14.460599999999999</c:v>
                </c:pt>
                <c:pt idx="789">
                  <c:v>14.460599999999999</c:v>
                </c:pt>
                <c:pt idx="790">
                  <c:v>14.2942</c:v>
                </c:pt>
                <c:pt idx="791">
                  <c:v>14.0466</c:v>
                </c:pt>
                <c:pt idx="792">
                  <c:v>13.818</c:v>
                </c:pt>
                <c:pt idx="793">
                  <c:v>13.6233</c:v>
                </c:pt>
                <c:pt idx="794">
                  <c:v>13.875999999999999</c:v>
                </c:pt>
                <c:pt idx="795">
                  <c:v>13.875999999999999</c:v>
                </c:pt>
                <c:pt idx="796">
                  <c:v>13.875999999999999</c:v>
                </c:pt>
                <c:pt idx="797">
                  <c:v>13.6944</c:v>
                </c:pt>
                <c:pt idx="798">
                  <c:v>13.849299999999999</c:v>
                </c:pt>
                <c:pt idx="799">
                  <c:v>13.796200000000001</c:v>
                </c:pt>
                <c:pt idx="800">
                  <c:v>13.217599999999999</c:v>
                </c:pt>
                <c:pt idx="801">
                  <c:v>13.226800000000001</c:v>
                </c:pt>
                <c:pt idx="802">
                  <c:v>13.226800000000001</c:v>
                </c:pt>
                <c:pt idx="803">
                  <c:v>13.226800000000001</c:v>
                </c:pt>
                <c:pt idx="804">
                  <c:v>12.308199999999999</c:v>
                </c:pt>
                <c:pt idx="805">
                  <c:v>12.338200000000001</c:v>
                </c:pt>
                <c:pt idx="806">
                  <c:v>12.529199999999999</c:v>
                </c:pt>
                <c:pt idx="807">
                  <c:v>12.953900000000001</c:v>
                </c:pt>
                <c:pt idx="808">
                  <c:v>12.9816</c:v>
                </c:pt>
                <c:pt idx="809">
                  <c:v>12.9816</c:v>
                </c:pt>
                <c:pt idx="810">
                  <c:v>12.9816</c:v>
                </c:pt>
                <c:pt idx="811">
                  <c:v>13.1363</c:v>
                </c:pt>
                <c:pt idx="812">
                  <c:v>13.023400000000001</c:v>
                </c:pt>
                <c:pt idx="813">
                  <c:v>13.4229</c:v>
                </c:pt>
                <c:pt idx="814">
                  <c:v>13.4284</c:v>
                </c:pt>
                <c:pt idx="815">
                  <c:v>13.2812</c:v>
                </c:pt>
                <c:pt idx="816">
                  <c:v>13.2812</c:v>
                </c:pt>
                <c:pt idx="817">
                  <c:v>13.2812</c:v>
                </c:pt>
                <c:pt idx="818">
                  <c:v>13.261799999999999</c:v>
                </c:pt>
                <c:pt idx="819">
                  <c:v>13.378299999999999</c:v>
                </c:pt>
                <c:pt idx="820">
                  <c:v>13.5311</c:v>
                </c:pt>
                <c:pt idx="821">
                  <c:v>13.590199999999999</c:v>
                </c:pt>
                <c:pt idx="822">
                  <c:v>13.2963</c:v>
                </c:pt>
                <c:pt idx="823">
                  <c:v>13.2963</c:v>
                </c:pt>
                <c:pt idx="824">
                  <c:v>13.2963</c:v>
                </c:pt>
                <c:pt idx="825">
                  <c:v>13.3261</c:v>
                </c:pt>
                <c:pt idx="826">
                  <c:v>13.408200000000001</c:v>
                </c:pt>
                <c:pt idx="827">
                  <c:v>13.4488</c:v>
                </c:pt>
                <c:pt idx="828">
                  <c:v>13.142899999999999</c:v>
                </c:pt>
                <c:pt idx="829">
                  <c:v>13.228899999999999</c:v>
                </c:pt>
                <c:pt idx="830">
                  <c:v>13.228899999999999</c:v>
                </c:pt>
                <c:pt idx="831">
                  <c:v>13.228899999999999</c:v>
                </c:pt>
                <c:pt idx="832">
                  <c:v>13.138199999999999</c:v>
                </c:pt>
                <c:pt idx="833">
                  <c:v>13.2272</c:v>
                </c:pt>
                <c:pt idx="834">
                  <c:v>13.3162</c:v>
                </c:pt>
                <c:pt idx="835">
                  <c:v>13.212899999999999</c:v>
                </c:pt>
                <c:pt idx="836">
                  <c:v>13.31</c:v>
                </c:pt>
                <c:pt idx="837">
                  <c:v>13.31</c:v>
                </c:pt>
                <c:pt idx="838">
                  <c:v>13.31</c:v>
                </c:pt>
                <c:pt idx="839">
                  <c:v>13.5314</c:v>
                </c:pt>
                <c:pt idx="840">
                  <c:v>13.476800000000001</c:v>
                </c:pt>
                <c:pt idx="841">
                  <c:v>13.6031</c:v>
                </c:pt>
                <c:pt idx="842">
                  <c:v>13.5434</c:v>
                </c:pt>
                <c:pt idx="843">
                  <c:v>13.5791</c:v>
                </c:pt>
                <c:pt idx="844">
                  <c:v>13.5791</c:v>
                </c:pt>
                <c:pt idx="845">
                  <c:v>13.5791</c:v>
                </c:pt>
                <c:pt idx="846">
                  <c:v>13.591900000000001</c:v>
                </c:pt>
                <c:pt idx="847">
                  <c:v>13.617599999999999</c:v>
                </c:pt>
                <c:pt idx="848">
                  <c:v>13.455399999999999</c:v>
                </c:pt>
                <c:pt idx="849">
                  <c:v>13.4062</c:v>
                </c:pt>
                <c:pt idx="850">
                  <c:v>13.3116</c:v>
                </c:pt>
                <c:pt idx="851">
                  <c:v>13.3116</c:v>
                </c:pt>
                <c:pt idx="852">
                  <c:v>13.3116</c:v>
                </c:pt>
                <c:pt idx="853">
                  <c:v>13.1858</c:v>
                </c:pt>
                <c:pt idx="854">
                  <c:v>13.2392</c:v>
                </c:pt>
                <c:pt idx="855">
                  <c:v>13.292999999999999</c:v>
                </c:pt>
                <c:pt idx="856">
                  <c:v>13.3132</c:v>
                </c:pt>
                <c:pt idx="857">
                  <c:v>13.3208</c:v>
                </c:pt>
                <c:pt idx="858">
                  <c:v>13.3208</c:v>
                </c:pt>
                <c:pt idx="859">
                  <c:v>13.3208</c:v>
                </c:pt>
                <c:pt idx="860">
                  <c:v>13.4971</c:v>
                </c:pt>
                <c:pt idx="861">
                  <c:v>13.5526</c:v>
                </c:pt>
                <c:pt idx="862">
                  <c:v>13.5494</c:v>
                </c:pt>
                <c:pt idx="863">
                  <c:v>13.6332</c:v>
                </c:pt>
                <c:pt idx="864">
                  <c:v>13.645300000000001</c:v>
                </c:pt>
                <c:pt idx="865">
                  <c:v>13.645099999999999</c:v>
                </c:pt>
                <c:pt idx="866">
                  <c:v>13.645099999999999</c:v>
                </c:pt>
                <c:pt idx="867">
                  <c:v>13.984400000000001</c:v>
                </c:pt>
                <c:pt idx="868">
                  <c:v>14.006500000000001</c:v>
                </c:pt>
                <c:pt idx="869">
                  <c:v>14.1608</c:v>
                </c:pt>
                <c:pt idx="870">
                  <c:v>14.241899999999999</c:v>
                </c:pt>
                <c:pt idx="871">
                  <c:v>14.290900000000001</c:v>
                </c:pt>
                <c:pt idx="872">
                  <c:v>14.290900000000001</c:v>
                </c:pt>
                <c:pt idx="873">
                  <c:v>14.290900000000001</c:v>
                </c:pt>
                <c:pt idx="874">
                  <c:v>14.3591</c:v>
                </c:pt>
                <c:pt idx="875">
                  <c:v>14.3393</c:v>
                </c:pt>
                <c:pt idx="876">
                  <c:v>14.3758</c:v>
                </c:pt>
                <c:pt idx="877">
                  <c:v>14.3842</c:v>
                </c:pt>
                <c:pt idx="878">
                  <c:v>14.2911</c:v>
                </c:pt>
                <c:pt idx="879">
                  <c:v>14.2911</c:v>
                </c:pt>
                <c:pt idx="880">
                  <c:v>14.2911</c:v>
                </c:pt>
                <c:pt idx="881">
                  <c:v>14.284000000000001</c:v>
                </c:pt>
                <c:pt idx="882">
                  <c:v>14.3954</c:v>
                </c:pt>
                <c:pt idx="883">
                  <c:v>14.3851</c:v>
                </c:pt>
                <c:pt idx="884">
                  <c:v>14.4649</c:v>
                </c:pt>
                <c:pt idx="885">
                  <c:v>14.639699999999999</c:v>
                </c:pt>
                <c:pt idx="886">
                  <c:v>14.639699999999999</c:v>
                </c:pt>
                <c:pt idx="887">
                  <c:v>14.639699999999999</c:v>
                </c:pt>
                <c:pt idx="888">
                  <c:v>14.581200000000001</c:v>
                </c:pt>
                <c:pt idx="889">
                  <c:v>14.512600000000001</c:v>
                </c:pt>
                <c:pt idx="890">
                  <c:v>14.4567</c:v>
                </c:pt>
                <c:pt idx="891">
                  <c:v>14.436</c:v>
                </c:pt>
                <c:pt idx="892">
                  <c:v>14.495100000000001</c:v>
                </c:pt>
                <c:pt idx="893">
                  <c:v>14.495100000000001</c:v>
                </c:pt>
                <c:pt idx="894">
                  <c:v>14.495100000000001</c:v>
                </c:pt>
                <c:pt idx="895">
                  <c:v>14.4838</c:v>
                </c:pt>
                <c:pt idx="896">
                  <c:v>13.857900000000001</c:v>
                </c:pt>
                <c:pt idx="897">
                  <c:v>13.8172</c:v>
                </c:pt>
                <c:pt idx="898">
                  <c:v>14.040699999999999</c:v>
                </c:pt>
                <c:pt idx="899">
                  <c:v>14.034700000000001</c:v>
                </c:pt>
                <c:pt idx="900">
                  <c:v>14.034700000000001</c:v>
                </c:pt>
                <c:pt idx="901">
                  <c:v>14.034700000000001</c:v>
                </c:pt>
                <c:pt idx="902">
                  <c:v>14.196400000000001</c:v>
                </c:pt>
                <c:pt idx="903">
                  <c:v>14.225300000000001</c:v>
                </c:pt>
                <c:pt idx="904">
                  <c:v>14.345599999999999</c:v>
                </c:pt>
                <c:pt idx="905">
                  <c:v>14.345599999999999</c:v>
                </c:pt>
                <c:pt idx="906">
                  <c:v>14.345599999999999</c:v>
                </c:pt>
                <c:pt idx="907">
                  <c:v>14.345599999999999</c:v>
                </c:pt>
                <c:pt idx="908">
                  <c:v>14.345599999999999</c:v>
                </c:pt>
                <c:pt idx="909">
                  <c:v>14.345599999999999</c:v>
                </c:pt>
                <c:pt idx="910">
                  <c:v>14.345599999999999</c:v>
                </c:pt>
                <c:pt idx="911">
                  <c:v>14.345599999999999</c:v>
                </c:pt>
                <c:pt idx="912">
                  <c:v>14.3932</c:v>
                </c:pt>
                <c:pt idx="913">
                  <c:v>14.4793</c:v>
                </c:pt>
                <c:pt idx="914">
                  <c:v>14.4793</c:v>
                </c:pt>
                <c:pt idx="915">
                  <c:v>14.4793</c:v>
                </c:pt>
                <c:pt idx="916">
                  <c:v>14.662100000000001</c:v>
                </c:pt>
                <c:pt idx="917">
                  <c:v>14.723000000000001</c:v>
                </c:pt>
                <c:pt idx="918">
                  <c:v>14.722799999999999</c:v>
                </c:pt>
                <c:pt idx="919">
                  <c:v>14.690099999999999</c:v>
                </c:pt>
                <c:pt idx="920">
                  <c:v>14.5069</c:v>
                </c:pt>
                <c:pt idx="921">
                  <c:v>14.5069</c:v>
                </c:pt>
                <c:pt idx="922">
                  <c:v>14.5069</c:v>
                </c:pt>
                <c:pt idx="923">
                  <c:v>14.6525</c:v>
                </c:pt>
                <c:pt idx="924">
                  <c:v>14.8116</c:v>
                </c:pt>
                <c:pt idx="925">
                  <c:v>15.016299999999999</c:v>
                </c:pt>
                <c:pt idx="926">
                  <c:v>14.9954</c:v>
                </c:pt>
                <c:pt idx="927">
                  <c:v>15.061400000000001</c:v>
                </c:pt>
                <c:pt idx="928">
                  <c:v>15.0611</c:v>
                </c:pt>
                <c:pt idx="929">
                  <c:v>15.0611</c:v>
                </c:pt>
                <c:pt idx="930">
                  <c:v>15.0985</c:v>
                </c:pt>
                <c:pt idx="931">
                  <c:v>15.202199999999999</c:v>
                </c:pt>
                <c:pt idx="932">
                  <c:v>15.116</c:v>
                </c:pt>
                <c:pt idx="933">
                  <c:v>15.1852</c:v>
                </c:pt>
                <c:pt idx="934">
                  <c:v>14.933299999999999</c:v>
                </c:pt>
                <c:pt idx="935">
                  <c:v>14.933299999999999</c:v>
                </c:pt>
                <c:pt idx="936">
                  <c:v>14.933299999999999</c:v>
                </c:pt>
                <c:pt idx="937">
                  <c:v>14.7906</c:v>
                </c:pt>
                <c:pt idx="938">
                  <c:v>14.9049</c:v>
                </c:pt>
                <c:pt idx="939">
                  <c:v>15.2102</c:v>
                </c:pt>
                <c:pt idx="940">
                  <c:v>15.135400000000001</c:v>
                </c:pt>
                <c:pt idx="941">
                  <c:v>15.1297</c:v>
                </c:pt>
                <c:pt idx="942">
                  <c:v>15.131500000000001</c:v>
                </c:pt>
                <c:pt idx="943">
                  <c:v>15.131500000000001</c:v>
                </c:pt>
                <c:pt idx="944">
                  <c:v>14.889200000000001</c:v>
                </c:pt>
                <c:pt idx="945">
                  <c:v>14.880800000000001</c:v>
                </c:pt>
                <c:pt idx="946">
                  <c:v>15.0936</c:v>
                </c:pt>
                <c:pt idx="947">
                  <c:v>15.2902</c:v>
                </c:pt>
                <c:pt idx="948">
                  <c:v>15.3552</c:v>
                </c:pt>
                <c:pt idx="949">
                  <c:v>15.3552</c:v>
                </c:pt>
                <c:pt idx="950">
                  <c:v>15.3552</c:v>
                </c:pt>
                <c:pt idx="951">
                  <c:v>15.189299999999999</c:v>
                </c:pt>
                <c:pt idx="952">
                  <c:v>15.3645</c:v>
                </c:pt>
                <c:pt idx="953">
                  <c:v>15.376300000000001</c:v>
                </c:pt>
                <c:pt idx="954">
                  <c:v>15.457000000000001</c:v>
                </c:pt>
                <c:pt idx="955">
                  <c:v>15.394299999999999</c:v>
                </c:pt>
                <c:pt idx="956">
                  <c:v>15.394299999999999</c:v>
                </c:pt>
                <c:pt idx="957">
                  <c:v>15.4206</c:v>
                </c:pt>
                <c:pt idx="958">
                  <c:v>15.410600000000001</c:v>
                </c:pt>
                <c:pt idx="959">
                  <c:v>15.491899999999999</c:v>
                </c:pt>
                <c:pt idx="960">
                  <c:v>15.305</c:v>
                </c:pt>
                <c:pt idx="961">
                  <c:v>15.2662</c:v>
                </c:pt>
                <c:pt idx="962">
                  <c:v>15.1081</c:v>
                </c:pt>
                <c:pt idx="963">
                  <c:v>15.1083</c:v>
                </c:pt>
                <c:pt idx="964">
                  <c:v>15.1083</c:v>
                </c:pt>
                <c:pt idx="965">
                  <c:v>15.051</c:v>
                </c:pt>
                <c:pt idx="966">
                  <c:v>15.2011</c:v>
                </c:pt>
                <c:pt idx="967">
                  <c:v>15.149800000000001</c:v>
                </c:pt>
                <c:pt idx="968">
                  <c:v>15.1455</c:v>
                </c:pt>
                <c:pt idx="969">
                  <c:v>15.367000000000001</c:v>
                </c:pt>
                <c:pt idx="970">
                  <c:v>15.367000000000001</c:v>
                </c:pt>
                <c:pt idx="971">
                  <c:v>15.367000000000001</c:v>
                </c:pt>
                <c:pt idx="972">
                  <c:v>14.658799999999999</c:v>
                </c:pt>
                <c:pt idx="973">
                  <c:v>14.647600000000001</c:v>
                </c:pt>
                <c:pt idx="974">
                  <c:v>14.3744</c:v>
                </c:pt>
                <c:pt idx="975">
                  <c:v>14.3744</c:v>
                </c:pt>
                <c:pt idx="976">
                  <c:v>14.1556</c:v>
                </c:pt>
                <c:pt idx="977">
                  <c:v>14.1556</c:v>
                </c:pt>
                <c:pt idx="978">
                  <c:v>14.1556</c:v>
                </c:pt>
                <c:pt idx="979">
                  <c:v>14.3408</c:v>
                </c:pt>
                <c:pt idx="980">
                  <c:v>14.186400000000001</c:v>
                </c:pt>
                <c:pt idx="981">
                  <c:v>14.526300000000001</c:v>
                </c:pt>
                <c:pt idx="982">
                  <c:v>14.5185</c:v>
                </c:pt>
                <c:pt idx="983">
                  <c:v>14.598599999999999</c:v>
                </c:pt>
                <c:pt idx="984">
                  <c:v>14.0906</c:v>
                </c:pt>
                <c:pt idx="985">
                  <c:v>14.1655</c:v>
                </c:pt>
                <c:pt idx="986">
                  <c:v>14.2288</c:v>
                </c:pt>
                <c:pt idx="987">
                  <c:v>14.2569</c:v>
                </c:pt>
                <c:pt idx="988">
                  <c:v>14.273300000000001</c:v>
                </c:pt>
                <c:pt idx="989">
                  <c:v>14.3635</c:v>
                </c:pt>
                <c:pt idx="990">
                  <c:v>14.479200000000001</c:v>
                </c:pt>
                <c:pt idx="991">
                  <c:v>14.511699999999999</c:v>
                </c:pt>
                <c:pt idx="992">
                  <c:v>14.5121</c:v>
                </c:pt>
                <c:pt idx="993">
                  <c:v>14.756399999999999</c:v>
                </c:pt>
                <c:pt idx="994">
                  <c:v>14.8401</c:v>
                </c:pt>
                <c:pt idx="995">
                  <c:v>14.8619</c:v>
                </c:pt>
                <c:pt idx="996">
                  <c:v>14.840299999999999</c:v>
                </c:pt>
                <c:pt idx="997">
                  <c:v>14.7934</c:v>
                </c:pt>
                <c:pt idx="998">
                  <c:v>14.7934</c:v>
                </c:pt>
                <c:pt idx="999">
                  <c:v>14.7934</c:v>
                </c:pt>
                <c:pt idx="1000">
                  <c:v>14.74</c:v>
                </c:pt>
                <c:pt idx="1001">
                  <c:v>14.824</c:v>
                </c:pt>
                <c:pt idx="1002">
                  <c:v>14.9565</c:v>
                </c:pt>
                <c:pt idx="1003">
                  <c:v>15.128</c:v>
                </c:pt>
                <c:pt idx="1004">
                  <c:v>15.1797</c:v>
                </c:pt>
                <c:pt idx="1005">
                  <c:v>15.1797</c:v>
                </c:pt>
                <c:pt idx="1006">
                  <c:v>15.1797</c:v>
                </c:pt>
                <c:pt idx="1007">
                  <c:v>15.233000000000001</c:v>
                </c:pt>
                <c:pt idx="1008">
                  <c:v>15.2277</c:v>
                </c:pt>
                <c:pt idx="1009">
                  <c:v>15.105700000000001</c:v>
                </c:pt>
                <c:pt idx="1010">
                  <c:v>15.274100000000001</c:v>
                </c:pt>
                <c:pt idx="1011">
                  <c:v>15.0464</c:v>
                </c:pt>
                <c:pt idx="1012">
                  <c:v>15.0464</c:v>
                </c:pt>
                <c:pt idx="1013">
                  <c:v>15.0464</c:v>
                </c:pt>
                <c:pt idx="1014">
                  <c:v>15.1149</c:v>
                </c:pt>
                <c:pt idx="1015">
                  <c:v>15.282400000000001</c:v>
                </c:pt>
                <c:pt idx="1016">
                  <c:v>15.174099999999999</c:v>
                </c:pt>
                <c:pt idx="1017">
                  <c:v>15.098699999999999</c:v>
                </c:pt>
                <c:pt idx="1018">
                  <c:v>15.043900000000001</c:v>
                </c:pt>
                <c:pt idx="1019">
                  <c:v>15.043900000000001</c:v>
                </c:pt>
                <c:pt idx="1020">
                  <c:v>15.043900000000001</c:v>
                </c:pt>
                <c:pt idx="1021">
                  <c:v>15.262600000000001</c:v>
                </c:pt>
                <c:pt idx="1022">
                  <c:v>15.304500000000001</c:v>
                </c:pt>
                <c:pt idx="1023">
                  <c:v>15.314399999999999</c:v>
                </c:pt>
                <c:pt idx="1024">
                  <c:v>15.305</c:v>
                </c:pt>
                <c:pt idx="1025">
                  <c:v>15.3529</c:v>
                </c:pt>
                <c:pt idx="1026">
                  <c:v>15.3529</c:v>
                </c:pt>
                <c:pt idx="1027">
                  <c:v>15.3529</c:v>
                </c:pt>
                <c:pt idx="1028">
                  <c:v>15.389799999999999</c:v>
                </c:pt>
                <c:pt idx="1029">
                  <c:v>15.315099999999999</c:v>
                </c:pt>
                <c:pt idx="1030">
                  <c:v>15.503299999999999</c:v>
                </c:pt>
                <c:pt idx="1031">
                  <c:v>15.519</c:v>
                </c:pt>
                <c:pt idx="1032">
                  <c:v>15.2615</c:v>
                </c:pt>
                <c:pt idx="1033">
                  <c:v>15.2615</c:v>
                </c:pt>
                <c:pt idx="1034">
                  <c:v>15.2615</c:v>
                </c:pt>
                <c:pt idx="1035">
                  <c:v>15.200200000000001</c:v>
                </c:pt>
                <c:pt idx="1036">
                  <c:v>15.256600000000001</c:v>
                </c:pt>
                <c:pt idx="1037">
                  <c:v>15.26</c:v>
                </c:pt>
                <c:pt idx="1038">
                  <c:v>15.29</c:v>
                </c:pt>
                <c:pt idx="1039">
                  <c:v>15.2866</c:v>
                </c:pt>
                <c:pt idx="1040">
                  <c:v>15.2866</c:v>
                </c:pt>
                <c:pt idx="1041">
                  <c:v>15.2866</c:v>
                </c:pt>
                <c:pt idx="1042">
                  <c:v>14.954000000000001</c:v>
                </c:pt>
                <c:pt idx="1043">
                  <c:v>14.9831</c:v>
                </c:pt>
                <c:pt idx="1044">
                  <c:v>15.0389</c:v>
                </c:pt>
                <c:pt idx="1045">
                  <c:v>15.013199999999999</c:v>
                </c:pt>
                <c:pt idx="1046">
                  <c:v>14.849</c:v>
                </c:pt>
                <c:pt idx="1047">
                  <c:v>14.849</c:v>
                </c:pt>
                <c:pt idx="1048">
                  <c:v>14.849</c:v>
                </c:pt>
                <c:pt idx="1049">
                  <c:v>14.9597</c:v>
                </c:pt>
                <c:pt idx="1050">
                  <c:v>15.141299999999999</c:v>
                </c:pt>
                <c:pt idx="1051">
                  <c:v>15.2255</c:v>
                </c:pt>
                <c:pt idx="1052">
                  <c:v>15.261699999999999</c:v>
                </c:pt>
                <c:pt idx="1053">
                  <c:v>15.299300000000001</c:v>
                </c:pt>
                <c:pt idx="1054">
                  <c:v>15.299300000000001</c:v>
                </c:pt>
                <c:pt idx="1055">
                  <c:v>15.299300000000001</c:v>
                </c:pt>
                <c:pt idx="1056">
                  <c:v>15.3055</c:v>
                </c:pt>
                <c:pt idx="1057">
                  <c:v>15.426500000000001</c:v>
                </c:pt>
                <c:pt idx="1058">
                  <c:v>15.3338</c:v>
                </c:pt>
                <c:pt idx="1059">
                  <c:v>15.308299999999999</c:v>
                </c:pt>
                <c:pt idx="1060">
                  <c:v>15.272</c:v>
                </c:pt>
                <c:pt idx="1061">
                  <c:v>15.272</c:v>
                </c:pt>
                <c:pt idx="1062">
                  <c:v>15.272</c:v>
                </c:pt>
                <c:pt idx="1063">
                  <c:v>15.260899999999999</c:v>
                </c:pt>
                <c:pt idx="1064">
                  <c:v>15.277100000000001</c:v>
                </c:pt>
                <c:pt idx="1065">
                  <c:v>15.127800000000001</c:v>
                </c:pt>
                <c:pt idx="1066">
                  <c:v>15.1967</c:v>
                </c:pt>
                <c:pt idx="1067">
                  <c:v>15.0815</c:v>
                </c:pt>
                <c:pt idx="1068">
                  <c:v>15.080500000000001</c:v>
                </c:pt>
                <c:pt idx="1069">
                  <c:v>15.080500000000001</c:v>
                </c:pt>
                <c:pt idx="1070">
                  <c:v>14.9596</c:v>
                </c:pt>
                <c:pt idx="1071">
                  <c:v>14.6874</c:v>
                </c:pt>
                <c:pt idx="1072">
                  <c:v>14.7668</c:v>
                </c:pt>
                <c:pt idx="1073">
                  <c:v>14.703799999999999</c:v>
                </c:pt>
                <c:pt idx="1074">
                  <c:v>14.807499999999999</c:v>
                </c:pt>
                <c:pt idx="1075">
                  <c:v>14.807499999999999</c:v>
                </c:pt>
                <c:pt idx="1076">
                  <c:v>14.807499999999999</c:v>
                </c:pt>
                <c:pt idx="1077">
                  <c:v>14.861000000000001</c:v>
                </c:pt>
                <c:pt idx="1078">
                  <c:v>14.7681</c:v>
                </c:pt>
                <c:pt idx="1079">
                  <c:v>14.0548</c:v>
                </c:pt>
                <c:pt idx="1080">
                  <c:v>13.645899999999999</c:v>
                </c:pt>
                <c:pt idx="1081">
                  <c:v>13.9247</c:v>
                </c:pt>
                <c:pt idx="1082">
                  <c:v>13.9346</c:v>
                </c:pt>
                <c:pt idx="1083">
                  <c:v>13.9346</c:v>
                </c:pt>
                <c:pt idx="1084">
                  <c:v>13.3878</c:v>
                </c:pt>
                <c:pt idx="1085">
                  <c:v>13.6381</c:v>
                </c:pt>
                <c:pt idx="1086">
                  <c:v>13.8575</c:v>
                </c:pt>
                <c:pt idx="1087">
                  <c:v>13.7751</c:v>
                </c:pt>
                <c:pt idx="1088">
                  <c:v>13.9498</c:v>
                </c:pt>
                <c:pt idx="1089">
                  <c:v>13.9498</c:v>
                </c:pt>
                <c:pt idx="1090">
                  <c:v>13.9498</c:v>
                </c:pt>
                <c:pt idx="1091">
                  <c:v>14.025399999999999</c:v>
                </c:pt>
                <c:pt idx="1092">
                  <c:v>14.0275</c:v>
                </c:pt>
                <c:pt idx="1093">
                  <c:v>14.050800000000001</c:v>
                </c:pt>
                <c:pt idx="1094">
                  <c:v>13.972899999999999</c:v>
                </c:pt>
                <c:pt idx="1095">
                  <c:v>14.322900000000001</c:v>
                </c:pt>
                <c:pt idx="1096">
                  <c:v>14.323600000000001</c:v>
                </c:pt>
                <c:pt idx="1097">
                  <c:v>14.323600000000001</c:v>
                </c:pt>
                <c:pt idx="1098">
                  <c:v>14.431100000000001</c:v>
                </c:pt>
                <c:pt idx="1099">
                  <c:v>14.5562</c:v>
                </c:pt>
                <c:pt idx="1100">
                  <c:v>14.687900000000001</c:v>
                </c:pt>
                <c:pt idx="1101">
                  <c:v>14.673400000000001</c:v>
                </c:pt>
                <c:pt idx="1102">
                  <c:v>14.7029</c:v>
                </c:pt>
                <c:pt idx="1103">
                  <c:v>14.7029</c:v>
                </c:pt>
                <c:pt idx="1104">
                  <c:v>14.7029</c:v>
                </c:pt>
                <c:pt idx="1105">
                  <c:v>14.6431</c:v>
                </c:pt>
                <c:pt idx="1106">
                  <c:v>14.649699999999999</c:v>
                </c:pt>
                <c:pt idx="1107">
                  <c:v>14.667299999999999</c:v>
                </c:pt>
                <c:pt idx="1108">
                  <c:v>14.6739</c:v>
                </c:pt>
                <c:pt idx="1109">
                  <c:v>14.720599999999999</c:v>
                </c:pt>
                <c:pt idx="1110">
                  <c:v>14.720599999999999</c:v>
                </c:pt>
                <c:pt idx="1111">
                  <c:v>14.720599999999999</c:v>
                </c:pt>
                <c:pt idx="1112">
                  <c:v>14.720599999999999</c:v>
                </c:pt>
                <c:pt idx="1113">
                  <c:v>14.720599999999999</c:v>
                </c:pt>
                <c:pt idx="1114">
                  <c:v>14.6287</c:v>
                </c:pt>
                <c:pt idx="1115">
                  <c:v>14.541700000000001</c:v>
                </c:pt>
                <c:pt idx="1116">
                  <c:v>14.6076</c:v>
                </c:pt>
                <c:pt idx="1117">
                  <c:v>14.6076</c:v>
                </c:pt>
                <c:pt idx="1118">
                  <c:v>14.6076</c:v>
                </c:pt>
                <c:pt idx="1119">
                  <c:v>14.536</c:v>
                </c:pt>
                <c:pt idx="1120">
                  <c:v>14.3926</c:v>
                </c:pt>
                <c:pt idx="1121">
                  <c:v>14.370200000000001</c:v>
                </c:pt>
                <c:pt idx="1122">
                  <c:v>14.4055</c:v>
                </c:pt>
                <c:pt idx="1123">
                  <c:v>14.3523</c:v>
                </c:pt>
                <c:pt idx="1124">
                  <c:v>14.3523</c:v>
                </c:pt>
                <c:pt idx="1125">
                  <c:v>14.3523</c:v>
                </c:pt>
                <c:pt idx="1126">
                  <c:v>14.2095</c:v>
                </c:pt>
                <c:pt idx="1127">
                  <c:v>14.4353</c:v>
                </c:pt>
                <c:pt idx="1128">
                  <c:v>14.503500000000001</c:v>
                </c:pt>
                <c:pt idx="1129">
                  <c:v>14.576599999999999</c:v>
                </c:pt>
                <c:pt idx="1130">
                  <c:v>14.5854</c:v>
                </c:pt>
                <c:pt idx="1131">
                  <c:v>14.5854</c:v>
                </c:pt>
                <c:pt idx="1132">
                  <c:v>14.5854</c:v>
                </c:pt>
                <c:pt idx="1133">
                  <c:v>14.544</c:v>
                </c:pt>
                <c:pt idx="1134">
                  <c:v>14.641500000000001</c:v>
                </c:pt>
                <c:pt idx="1135">
                  <c:v>14.761799999999999</c:v>
                </c:pt>
                <c:pt idx="1136">
                  <c:v>14.8078</c:v>
                </c:pt>
                <c:pt idx="1137">
                  <c:v>14.8012</c:v>
                </c:pt>
                <c:pt idx="1138">
                  <c:v>15.0709</c:v>
                </c:pt>
                <c:pt idx="1139">
                  <c:v>15.0709</c:v>
                </c:pt>
                <c:pt idx="1140">
                  <c:v>15.036099999999999</c:v>
                </c:pt>
                <c:pt idx="1141">
                  <c:v>15.085900000000001</c:v>
                </c:pt>
                <c:pt idx="1142">
                  <c:v>15.035</c:v>
                </c:pt>
                <c:pt idx="1143">
                  <c:v>14.9213</c:v>
                </c:pt>
                <c:pt idx="1144">
                  <c:v>14.8337</c:v>
                </c:pt>
                <c:pt idx="1145">
                  <c:v>14.8337</c:v>
                </c:pt>
                <c:pt idx="1146">
                  <c:v>14.8337</c:v>
                </c:pt>
                <c:pt idx="1147">
                  <c:v>14.825900000000001</c:v>
                </c:pt>
                <c:pt idx="1148">
                  <c:v>14.8498</c:v>
                </c:pt>
                <c:pt idx="1149">
                  <c:v>14.965</c:v>
                </c:pt>
                <c:pt idx="1150">
                  <c:v>15.0177</c:v>
                </c:pt>
                <c:pt idx="1151">
                  <c:v>15.041399999999999</c:v>
                </c:pt>
                <c:pt idx="1152">
                  <c:v>15.041399999999999</c:v>
                </c:pt>
                <c:pt idx="1153">
                  <c:v>15.041399999999999</c:v>
                </c:pt>
                <c:pt idx="1154">
                  <c:v>15.0175</c:v>
                </c:pt>
                <c:pt idx="1155">
                  <c:v>14.956</c:v>
                </c:pt>
                <c:pt idx="1156">
                  <c:v>14.9374</c:v>
                </c:pt>
                <c:pt idx="1157">
                  <c:v>15.019600000000001</c:v>
                </c:pt>
                <c:pt idx="1158">
                  <c:v>15.007199999999999</c:v>
                </c:pt>
                <c:pt idx="1159">
                  <c:v>15.007199999999999</c:v>
                </c:pt>
                <c:pt idx="1160">
                  <c:v>15.007199999999999</c:v>
                </c:pt>
                <c:pt idx="1161">
                  <c:v>14.9407</c:v>
                </c:pt>
                <c:pt idx="1162">
                  <c:v>14.8254</c:v>
                </c:pt>
                <c:pt idx="1163">
                  <c:v>14.837199999999999</c:v>
                </c:pt>
                <c:pt idx="1164">
                  <c:v>14.6797</c:v>
                </c:pt>
                <c:pt idx="1165">
                  <c:v>14.625</c:v>
                </c:pt>
                <c:pt idx="1166">
                  <c:v>14.625</c:v>
                </c:pt>
                <c:pt idx="1167">
                  <c:v>14.625</c:v>
                </c:pt>
                <c:pt idx="1168">
                  <c:v>14.648899999999999</c:v>
                </c:pt>
                <c:pt idx="1169">
                  <c:v>14.730700000000001</c:v>
                </c:pt>
                <c:pt idx="1170">
                  <c:v>13.4931</c:v>
                </c:pt>
                <c:pt idx="1171">
                  <c:v>14.1076</c:v>
                </c:pt>
                <c:pt idx="1172">
                  <c:v>14.0006</c:v>
                </c:pt>
                <c:pt idx="1173">
                  <c:v>14.0006</c:v>
                </c:pt>
                <c:pt idx="1174">
                  <c:v>14.0006</c:v>
                </c:pt>
                <c:pt idx="1175">
                  <c:v>13.8865</c:v>
                </c:pt>
                <c:pt idx="1176">
                  <c:v>13.900600000000001</c:v>
                </c:pt>
                <c:pt idx="1177">
                  <c:v>14.0738</c:v>
                </c:pt>
                <c:pt idx="1178">
                  <c:v>14.056699999999999</c:v>
                </c:pt>
                <c:pt idx="1179">
                  <c:v>13.9765</c:v>
                </c:pt>
                <c:pt idx="1180">
                  <c:v>13.9765</c:v>
                </c:pt>
                <c:pt idx="1181">
                  <c:v>13.9765</c:v>
                </c:pt>
                <c:pt idx="1182">
                  <c:v>13.951499999999999</c:v>
                </c:pt>
                <c:pt idx="1183">
                  <c:v>13.8902</c:v>
                </c:pt>
                <c:pt idx="1184">
                  <c:v>13.9038</c:v>
                </c:pt>
                <c:pt idx="1185">
                  <c:v>13.745900000000001</c:v>
                </c:pt>
                <c:pt idx="1186">
                  <c:v>13.597200000000001</c:v>
                </c:pt>
                <c:pt idx="1187">
                  <c:v>13.597200000000001</c:v>
                </c:pt>
                <c:pt idx="1188">
                  <c:v>13.597200000000001</c:v>
                </c:pt>
                <c:pt idx="1189">
                  <c:v>13.581099999999999</c:v>
                </c:pt>
                <c:pt idx="1190">
                  <c:v>13.4475</c:v>
                </c:pt>
                <c:pt idx="1191">
                  <c:v>13.5746</c:v>
                </c:pt>
                <c:pt idx="1192">
                  <c:v>13.706099999999999</c:v>
                </c:pt>
                <c:pt idx="1193">
                  <c:v>13.7036</c:v>
                </c:pt>
                <c:pt idx="1194">
                  <c:v>13.7036</c:v>
                </c:pt>
                <c:pt idx="1195">
                  <c:v>13.7036</c:v>
                </c:pt>
                <c:pt idx="1196">
                  <c:v>13.777200000000001</c:v>
                </c:pt>
                <c:pt idx="1197">
                  <c:v>13.860099999999999</c:v>
                </c:pt>
                <c:pt idx="1198">
                  <c:v>13.8583</c:v>
                </c:pt>
                <c:pt idx="1199">
                  <c:v>13.8599</c:v>
                </c:pt>
                <c:pt idx="1200">
                  <c:v>13.953099999999999</c:v>
                </c:pt>
                <c:pt idx="1201">
                  <c:v>13.953099999999999</c:v>
                </c:pt>
                <c:pt idx="1202">
                  <c:v>13.953099999999999</c:v>
                </c:pt>
                <c:pt idx="1203">
                  <c:v>13.9621</c:v>
                </c:pt>
                <c:pt idx="1204">
                  <c:v>13.9467</c:v>
                </c:pt>
                <c:pt idx="1205">
                  <c:v>13.8416</c:v>
                </c:pt>
                <c:pt idx="1206">
                  <c:v>14.1442</c:v>
                </c:pt>
                <c:pt idx="1207">
                  <c:v>14.173400000000001</c:v>
                </c:pt>
                <c:pt idx="1208">
                  <c:v>14.173400000000001</c:v>
                </c:pt>
                <c:pt idx="1209">
                  <c:v>14.173400000000001</c:v>
                </c:pt>
                <c:pt idx="1210">
                  <c:v>14.214600000000001</c:v>
                </c:pt>
                <c:pt idx="1211">
                  <c:v>14.194900000000001</c:v>
                </c:pt>
                <c:pt idx="1212">
                  <c:v>14.1591</c:v>
                </c:pt>
                <c:pt idx="1213">
                  <c:v>14.142200000000001</c:v>
                </c:pt>
                <c:pt idx="1214">
                  <c:v>14.088900000000001</c:v>
                </c:pt>
                <c:pt idx="1215">
                  <c:v>14.088900000000001</c:v>
                </c:pt>
                <c:pt idx="1216">
                  <c:v>14.088900000000001</c:v>
                </c:pt>
                <c:pt idx="1217">
                  <c:v>14.102499999999999</c:v>
                </c:pt>
                <c:pt idx="1218">
                  <c:v>14.0794</c:v>
                </c:pt>
                <c:pt idx="1219">
                  <c:v>14.1272</c:v>
                </c:pt>
                <c:pt idx="1220">
                  <c:v>14.0007</c:v>
                </c:pt>
                <c:pt idx="1221">
                  <c:v>14.032299999999999</c:v>
                </c:pt>
                <c:pt idx="1222">
                  <c:v>14.032299999999999</c:v>
                </c:pt>
                <c:pt idx="1223">
                  <c:v>14.032299999999999</c:v>
                </c:pt>
                <c:pt idx="1224">
                  <c:v>14.090999999999999</c:v>
                </c:pt>
                <c:pt idx="1225">
                  <c:v>14.0642</c:v>
                </c:pt>
                <c:pt idx="1226">
                  <c:v>14.216900000000001</c:v>
                </c:pt>
                <c:pt idx="1227">
                  <c:v>14.203799999999999</c:v>
                </c:pt>
                <c:pt idx="1228">
                  <c:v>14.229100000000001</c:v>
                </c:pt>
                <c:pt idx="1229">
                  <c:v>14.229100000000001</c:v>
                </c:pt>
                <c:pt idx="1230">
                  <c:v>14.229100000000001</c:v>
                </c:pt>
                <c:pt idx="1231">
                  <c:v>14.1943</c:v>
                </c:pt>
                <c:pt idx="1232">
                  <c:v>14.1358</c:v>
                </c:pt>
                <c:pt idx="1233">
                  <c:v>14.1358</c:v>
                </c:pt>
                <c:pt idx="1234">
                  <c:v>14.1685</c:v>
                </c:pt>
                <c:pt idx="1235">
                  <c:v>13.9998</c:v>
                </c:pt>
                <c:pt idx="1236">
                  <c:v>13.9998</c:v>
                </c:pt>
                <c:pt idx="1237">
                  <c:v>13.9998</c:v>
                </c:pt>
                <c:pt idx="1238">
                  <c:v>13.9079</c:v>
                </c:pt>
                <c:pt idx="1239">
                  <c:v>13.9146</c:v>
                </c:pt>
                <c:pt idx="1240">
                  <c:v>13.96</c:v>
                </c:pt>
                <c:pt idx="1241">
                  <c:v>13.901400000000001</c:v>
                </c:pt>
                <c:pt idx="1242">
                  <c:v>13.7308</c:v>
                </c:pt>
                <c:pt idx="1243">
                  <c:v>13.7308</c:v>
                </c:pt>
                <c:pt idx="1244">
                  <c:v>13.7308</c:v>
                </c:pt>
                <c:pt idx="1245">
                  <c:v>13.788500000000001</c:v>
                </c:pt>
                <c:pt idx="1246">
                  <c:v>13.715</c:v>
                </c:pt>
                <c:pt idx="1247">
                  <c:v>13.7944</c:v>
                </c:pt>
                <c:pt idx="1248">
                  <c:v>13.863300000000001</c:v>
                </c:pt>
                <c:pt idx="1249">
                  <c:v>13.9335</c:v>
                </c:pt>
                <c:pt idx="1250">
                  <c:v>13.9331</c:v>
                </c:pt>
                <c:pt idx="1251">
                  <c:v>13.9331</c:v>
                </c:pt>
                <c:pt idx="1252">
                  <c:v>13.952</c:v>
                </c:pt>
                <c:pt idx="1253">
                  <c:v>13.910500000000001</c:v>
                </c:pt>
                <c:pt idx="1254">
                  <c:v>13.878500000000001</c:v>
                </c:pt>
                <c:pt idx="1255">
                  <c:v>14.111700000000001</c:v>
                </c:pt>
                <c:pt idx="1256">
                  <c:v>13.912599999999999</c:v>
                </c:pt>
                <c:pt idx="1257">
                  <c:v>12.352399999999999</c:v>
                </c:pt>
                <c:pt idx="1258">
                  <c:v>12.358499999999999</c:v>
                </c:pt>
                <c:pt idx="1259">
                  <c:v>12.3927</c:v>
                </c:pt>
                <c:pt idx="1260">
                  <c:v>12.394299999999999</c:v>
                </c:pt>
                <c:pt idx="1261">
                  <c:v>12.394299999999999</c:v>
                </c:pt>
                <c:pt idx="1262">
                  <c:v>12.3939</c:v>
                </c:pt>
                <c:pt idx="1263">
                  <c:v>12.3939</c:v>
                </c:pt>
                <c:pt idx="1264">
                  <c:v>12.3939</c:v>
                </c:pt>
                <c:pt idx="1265">
                  <c:v>12.3985</c:v>
                </c:pt>
                <c:pt idx="1266">
                  <c:v>12.4213</c:v>
                </c:pt>
                <c:pt idx="1267">
                  <c:v>12.535500000000001</c:v>
                </c:pt>
                <c:pt idx="1268">
                  <c:v>12.581</c:v>
                </c:pt>
                <c:pt idx="1269">
                  <c:v>12.806100000000001</c:v>
                </c:pt>
                <c:pt idx="1270">
                  <c:v>12.8423</c:v>
                </c:pt>
                <c:pt idx="1271">
                  <c:v>12.8423</c:v>
                </c:pt>
                <c:pt idx="1272">
                  <c:v>12.8423</c:v>
                </c:pt>
                <c:pt idx="1273">
                  <c:v>12.722200000000001</c:v>
                </c:pt>
                <c:pt idx="1274">
                  <c:v>12.7744</c:v>
                </c:pt>
                <c:pt idx="1275">
                  <c:v>12.758900000000001</c:v>
                </c:pt>
                <c:pt idx="1276">
                  <c:v>12.8001</c:v>
                </c:pt>
                <c:pt idx="1277">
                  <c:v>12.857799999999999</c:v>
                </c:pt>
                <c:pt idx="1278">
                  <c:v>12.857799999999999</c:v>
                </c:pt>
                <c:pt idx="1279">
                  <c:v>12.857799999999999</c:v>
                </c:pt>
                <c:pt idx="1280">
                  <c:v>12.824299999999999</c:v>
                </c:pt>
                <c:pt idx="1281">
                  <c:v>12.8789</c:v>
                </c:pt>
                <c:pt idx="1282">
                  <c:v>12.984</c:v>
                </c:pt>
                <c:pt idx="1283">
                  <c:v>13.028600000000001</c:v>
                </c:pt>
                <c:pt idx="1284">
                  <c:v>13.067600000000001</c:v>
                </c:pt>
                <c:pt idx="1285">
                  <c:v>13.067600000000001</c:v>
                </c:pt>
                <c:pt idx="1286">
                  <c:v>13.067600000000001</c:v>
                </c:pt>
                <c:pt idx="1287">
                  <c:v>13.1471</c:v>
                </c:pt>
                <c:pt idx="1288">
                  <c:v>13.132999999999999</c:v>
                </c:pt>
                <c:pt idx="1289">
                  <c:v>13.131</c:v>
                </c:pt>
                <c:pt idx="1290">
                  <c:v>13.1805</c:v>
                </c:pt>
                <c:pt idx="1291">
                  <c:v>13.1624</c:v>
                </c:pt>
                <c:pt idx="1292">
                  <c:v>13.1625</c:v>
                </c:pt>
                <c:pt idx="1293">
                  <c:v>13.188700000000001</c:v>
                </c:pt>
                <c:pt idx="1294">
                  <c:v>13.2264</c:v>
                </c:pt>
                <c:pt idx="1295">
                  <c:v>13.252000000000001</c:v>
                </c:pt>
                <c:pt idx="1296">
                  <c:v>13.180199999999999</c:v>
                </c:pt>
                <c:pt idx="1297">
                  <c:v>13.316700000000001</c:v>
                </c:pt>
                <c:pt idx="1298">
                  <c:v>13.396599999999999</c:v>
                </c:pt>
                <c:pt idx="1299">
                  <c:v>13.396599999999999</c:v>
                </c:pt>
                <c:pt idx="1300">
                  <c:v>13.396599999999999</c:v>
                </c:pt>
                <c:pt idx="1301">
                  <c:v>13.442500000000001</c:v>
                </c:pt>
                <c:pt idx="1302">
                  <c:v>13.4651</c:v>
                </c:pt>
                <c:pt idx="1303">
                  <c:v>13.484500000000001</c:v>
                </c:pt>
                <c:pt idx="1304">
                  <c:v>13.4025</c:v>
                </c:pt>
                <c:pt idx="1305">
                  <c:v>13.401199999999999</c:v>
                </c:pt>
                <c:pt idx="1306">
                  <c:v>13.401199999999999</c:v>
                </c:pt>
                <c:pt idx="1307">
                  <c:v>13.401199999999999</c:v>
                </c:pt>
                <c:pt idx="1308">
                  <c:v>13.5036</c:v>
                </c:pt>
                <c:pt idx="1309">
                  <c:v>13.4506</c:v>
                </c:pt>
                <c:pt idx="1310">
                  <c:v>13.3865</c:v>
                </c:pt>
                <c:pt idx="1311">
                  <c:v>13.389099999999999</c:v>
                </c:pt>
                <c:pt idx="1312">
                  <c:v>13.3688</c:v>
                </c:pt>
                <c:pt idx="1313">
                  <c:v>13.3688</c:v>
                </c:pt>
                <c:pt idx="1314">
                  <c:v>13.3688</c:v>
                </c:pt>
                <c:pt idx="1315">
                  <c:v>13.454800000000001</c:v>
                </c:pt>
                <c:pt idx="1316">
                  <c:v>13.4709</c:v>
                </c:pt>
                <c:pt idx="1317">
                  <c:v>13.414</c:v>
                </c:pt>
                <c:pt idx="1318">
                  <c:v>13.392300000000001</c:v>
                </c:pt>
                <c:pt idx="1319">
                  <c:v>13.3195</c:v>
                </c:pt>
                <c:pt idx="1320">
                  <c:v>13.3207</c:v>
                </c:pt>
                <c:pt idx="1321">
                  <c:v>13.320499999999999</c:v>
                </c:pt>
                <c:pt idx="1322">
                  <c:v>13.2044</c:v>
                </c:pt>
                <c:pt idx="1323">
                  <c:v>13.317399999999999</c:v>
                </c:pt>
                <c:pt idx="1324">
                  <c:v>13.3218</c:v>
                </c:pt>
                <c:pt idx="1325">
                  <c:v>12.4323</c:v>
                </c:pt>
                <c:pt idx="1326">
                  <c:v>12.2515</c:v>
                </c:pt>
                <c:pt idx="1327">
                  <c:v>12.2515</c:v>
                </c:pt>
                <c:pt idx="1328">
                  <c:v>12.2515</c:v>
                </c:pt>
                <c:pt idx="1329">
                  <c:v>12.2515</c:v>
                </c:pt>
                <c:pt idx="1330">
                  <c:v>11.4634</c:v>
                </c:pt>
                <c:pt idx="1331">
                  <c:v>11.0745</c:v>
                </c:pt>
                <c:pt idx="1332">
                  <c:v>11.823700000000001</c:v>
                </c:pt>
                <c:pt idx="1333">
                  <c:v>12.3714</c:v>
                </c:pt>
                <c:pt idx="1334">
                  <c:v>12.3714</c:v>
                </c:pt>
                <c:pt idx="1335">
                  <c:v>12.3714</c:v>
                </c:pt>
                <c:pt idx="1336">
                  <c:v>12.563499999999999</c:v>
                </c:pt>
                <c:pt idx="1337">
                  <c:v>12.4254</c:v>
                </c:pt>
                <c:pt idx="1338">
                  <c:v>12.2484</c:v>
                </c:pt>
                <c:pt idx="1339">
                  <c:v>12.3187</c:v>
                </c:pt>
                <c:pt idx="1340">
                  <c:v>12.3376</c:v>
                </c:pt>
                <c:pt idx="1341">
                  <c:v>12.3376</c:v>
                </c:pt>
                <c:pt idx="1342">
                  <c:v>12.3376</c:v>
                </c:pt>
                <c:pt idx="1343">
                  <c:v>12.2157</c:v>
                </c:pt>
                <c:pt idx="1344">
                  <c:v>12.115399999999999</c:v>
                </c:pt>
                <c:pt idx="1345">
                  <c:v>12.255800000000001</c:v>
                </c:pt>
                <c:pt idx="1346">
                  <c:v>12.380800000000001</c:v>
                </c:pt>
                <c:pt idx="1347">
                  <c:v>12.440300000000001</c:v>
                </c:pt>
                <c:pt idx="1348">
                  <c:v>12.440300000000001</c:v>
                </c:pt>
                <c:pt idx="1349">
                  <c:v>12.440300000000001</c:v>
                </c:pt>
                <c:pt idx="1350">
                  <c:v>12.415800000000001</c:v>
                </c:pt>
                <c:pt idx="1351">
                  <c:v>12.167400000000001</c:v>
                </c:pt>
                <c:pt idx="1352">
                  <c:v>12.1844</c:v>
                </c:pt>
                <c:pt idx="1353">
                  <c:v>12.2193</c:v>
                </c:pt>
                <c:pt idx="1354">
                  <c:v>12.2255</c:v>
                </c:pt>
                <c:pt idx="1355">
                  <c:v>12.2255</c:v>
                </c:pt>
                <c:pt idx="1356">
                  <c:v>12.2255</c:v>
                </c:pt>
                <c:pt idx="1357">
                  <c:v>12.3515</c:v>
                </c:pt>
                <c:pt idx="1358">
                  <c:v>12.4086</c:v>
                </c:pt>
                <c:pt idx="1359">
                  <c:v>12.492699999999999</c:v>
                </c:pt>
                <c:pt idx="1360">
                  <c:v>12.6868</c:v>
                </c:pt>
                <c:pt idx="1361">
                  <c:v>12.661799999999999</c:v>
                </c:pt>
                <c:pt idx="1362">
                  <c:v>12.661799999999999</c:v>
                </c:pt>
                <c:pt idx="1363">
                  <c:v>12.661799999999999</c:v>
                </c:pt>
                <c:pt idx="1364">
                  <c:v>12.821300000000001</c:v>
                </c:pt>
                <c:pt idx="1365">
                  <c:v>12.9229</c:v>
                </c:pt>
                <c:pt idx="1366">
                  <c:v>13.085800000000001</c:v>
                </c:pt>
                <c:pt idx="1367">
                  <c:v>13.120799999999999</c:v>
                </c:pt>
                <c:pt idx="1368">
                  <c:v>13.002800000000001</c:v>
                </c:pt>
                <c:pt idx="1369">
                  <c:v>13.002800000000001</c:v>
                </c:pt>
                <c:pt idx="1370">
                  <c:v>13.002800000000001</c:v>
                </c:pt>
                <c:pt idx="1371">
                  <c:v>12.9518</c:v>
                </c:pt>
                <c:pt idx="1372">
                  <c:v>13.1403</c:v>
                </c:pt>
                <c:pt idx="1373">
                  <c:v>13.2173</c:v>
                </c:pt>
                <c:pt idx="1374">
                  <c:v>13.125299999999999</c:v>
                </c:pt>
                <c:pt idx="1375">
                  <c:v>13.131500000000001</c:v>
                </c:pt>
                <c:pt idx="1376">
                  <c:v>13.131500000000001</c:v>
                </c:pt>
                <c:pt idx="1377">
                  <c:v>13.131500000000001</c:v>
                </c:pt>
                <c:pt idx="1378">
                  <c:v>13.3118</c:v>
                </c:pt>
                <c:pt idx="1379">
                  <c:v>13.3847</c:v>
                </c:pt>
                <c:pt idx="1380">
                  <c:v>13.4053</c:v>
                </c:pt>
                <c:pt idx="1381">
                  <c:v>13.405200000000001</c:v>
                </c:pt>
                <c:pt idx="1382">
                  <c:v>13.3127</c:v>
                </c:pt>
                <c:pt idx="1383">
                  <c:v>13.3127</c:v>
                </c:pt>
                <c:pt idx="1384">
                  <c:v>13.3127</c:v>
                </c:pt>
                <c:pt idx="1385">
                  <c:v>13.349600000000001</c:v>
                </c:pt>
                <c:pt idx="1386">
                  <c:v>13.459</c:v>
                </c:pt>
                <c:pt idx="1387">
                  <c:v>13.443899999999999</c:v>
                </c:pt>
                <c:pt idx="1388">
                  <c:v>13.407500000000001</c:v>
                </c:pt>
                <c:pt idx="1389">
                  <c:v>13.2857</c:v>
                </c:pt>
                <c:pt idx="1390">
                  <c:v>13.2857</c:v>
                </c:pt>
                <c:pt idx="1391">
                  <c:v>13.2857</c:v>
                </c:pt>
                <c:pt idx="1392">
                  <c:v>13.092700000000001</c:v>
                </c:pt>
                <c:pt idx="1393">
                  <c:v>13.1492</c:v>
                </c:pt>
                <c:pt idx="1394">
                  <c:v>13.1389</c:v>
                </c:pt>
                <c:pt idx="1395">
                  <c:v>13.216699999999999</c:v>
                </c:pt>
                <c:pt idx="1396">
                  <c:v>13.1418</c:v>
                </c:pt>
                <c:pt idx="1397">
                  <c:v>13.1418</c:v>
                </c:pt>
                <c:pt idx="1398">
                  <c:v>13.1418</c:v>
                </c:pt>
                <c:pt idx="1399">
                  <c:v>13.367800000000001</c:v>
                </c:pt>
                <c:pt idx="1400">
                  <c:v>13.4635</c:v>
                </c:pt>
                <c:pt idx="1401">
                  <c:v>13.4549</c:v>
                </c:pt>
                <c:pt idx="1402">
                  <c:v>13.5068</c:v>
                </c:pt>
                <c:pt idx="1403">
                  <c:v>13.479900000000001</c:v>
                </c:pt>
                <c:pt idx="1404">
                  <c:v>13.479900000000001</c:v>
                </c:pt>
                <c:pt idx="1405">
                  <c:v>13.479900000000001</c:v>
                </c:pt>
                <c:pt idx="1406">
                  <c:v>13.568099999999999</c:v>
                </c:pt>
                <c:pt idx="1407">
                  <c:v>13.654</c:v>
                </c:pt>
                <c:pt idx="1408">
                  <c:v>13.6538</c:v>
                </c:pt>
                <c:pt idx="1409">
                  <c:v>13.643000000000001</c:v>
                </c:pt>
                <c:pt idx="1410">
                  <c:v>13.7006</c:v>
                </c:pt>
                <c:pt idx="1411">
                  <c:v>13.7006</c:v>
                </c:pt>
                <c:pt idx="1412">
                  <c:v>13.7006</c:v>
                </c:pt>
                <c:pt idx="1413">
                  <c:v>13.7469</c:v>
                </c:pt>
                <c:pt idx="1414">
                  <c:v>13.7645</c:v>
                </c:pt>
                <c:pt idx="1415">
                  <c:v>13.832000000000001</c:v>
                </c:pt>
                <c:pt idx="1416">
                  <c:v>13.8057</c:v>
                </c:pt>
                <c:pt idx="1417">
                  <c:v>13.8558</c:v>
                </c:pt>
                <c:pt idx="1418">
                  <c:v>13.8558</c:v>
                </c:pt>
                <c:pt idx="1419">
                  <c:v>13.8558</c:v>
                </c:pt>
                <c:pt idx="1420">
                  <c:v>14.006500000000001</c:v>
                </c:pt>
                <c:pt idx="1421">
                  <c:v>14.1404</c:v>
                </c:pt>
                <c:pt idx="1422">
                  <c:v>14.2988</c:v>
                </c:pt>
                <c:pt idx="1423">
                  <c:v>14.4419</c:v>
                </c:pt>
                <c:pt idx="1424">
                  <c:v>14.562900000000001</c:v>
                </c:pt>
                <c:pt idx="1425">
                  <c:v>14.562900000000001</c:v>
                </c:pt>
                <c:pt idx="1426">
                  <c:v>14.562900000000001</c:v>
                </c:pt>
                <c:pt idx="1427">
                  <c:v>14.689399999999999</c:v>
                </c:pt>
                <c:pt idx="1428">
                  <c:v>14.591799999999999</c:v>
                </c:pt>
                <c:pt idx="1429">
                  <c:v>14.7399</c:v>
                </c:pt>
                <c:pt idx="1430">
                  <c:v>14.8851</c:v>
                </c:pt>
                <c:pt idx="1431">
                  <c:v>14.957700000000001</c:v>
                </c:pt>
                <c:pt idx="1432">
                  <c:v>14.957700000000001</c:v>
                </c:pt>
                <c:pt idx="1433">
                  <c:v>14.957700000000001</c:v>
                </c:pt>
                <c:pt idx="1434">
                  <c:v>14.835599999999999</c:v>
                </c:pt>
                <c:pt idx="1435">
                  <c:v>15.0802</c:v>
                </c:pt>
                <c:pt idx="1436">
                  <c:v>15.107900000000001</c:v>
                </c:pt>
                <c:pt idx="1437">
                  <c:v>15.194900000000001</c:v>
                </c:pt>
                <c:pt idx="1438">
                  <c:v>15.2959</c:v>
                </c:pt>
                <c:pt idx="1439">
                  <c:v>15.2959</c:v>
                </c:pt>
                <c:pt idx="1440">
                  <c:v>15.2959</c:v>
                </c:pt>
                <c:pt idx="1441">
                  <c:v>15.5585</c:v>
                </c:pt>
                <c:pt idx="1442">
                  <c:v>14.9191</c:v>
                </c:pt>
                <c:pt idx="1443">
                  <c:v>14.2828</c:v>
                </c:pt>
                <c:pt idx="1444">
                  <c:v>14.4815</c:v>
                </c:pt>
                <c:pt idx="1445">
                  <c:v>14.419700000000001</c:v>
                </c:pt>
                <c:pt idx="1446">
                  <c:v>14.419700000000001</c:v>
                </c:pt>
                <c:pt idx="1447">
                  <c:v>14.419700000000001</c:v>
                </c:pt>
                <c:pt idx="1448">
                  <c:v>14.7441</c:v>
                </c:pt>
                <c:pt idx="1449">
                  <c:v>14.927099999999999</c:v>
                </c:pt>
                <c:pt idx="1450">
                  <c:v>15.183299999999999</c:v>
                </c:pt>
                <c:pt idx="1451">
                  <c:v>15.2614</c:v>
                </c:pt>
                <c:pt idx="1452">
                  <c:v>15.291700000000001</c:v>
                </c:pt>
                <c:pt idx="1453">
                  <c:v>15.291700000000001</c:v>
                </c:pt>
                <c:pt idx="1454">
                  <c:v>15.291700000000001</c:v>
                </c:pt>
                <c:pt idx="1455">
                  <c:v>15.406599999999999</c:v>
                </c:pt>
                <c:pt idx="1456">
                  <c:v>15.5166</c:v>
                </c:pt>
                <c:pt idx="1457">
                  <c:v>15.555400000000001</c:v>
                </c:pt>
                <c:pt idx="1458">
                  <c:v>15.837899999999999</c:v>
                </c:pt>
                <c:pt idx="1459">
                  <c:v>15.735900000000001</c:v>
                </c:pt>
                <c:pt idx="1460">
                  <c:v>15.736000000000001</c:v>
                </c:pt>
                <c:pt idx="1461">
                  <c:v>15.736000000000001</c:v>
                </c:pt>
                <c:pt idx="1462">
                  <c:v>15.7979</c:v>
                </c:pt>
                <c:pt idx="1463">
                  <c:v>15.9703</c:v>
                </c:pt>
                <c:pt idx="1464">
                  <c:v>16.0685</c:v>
                </c:pt>
                <c:pt idx="1465">
                  <c:v>16.2957</c:v>
                </c:pt>
                <c:pt idx="1466">
                  <c:v>15.8911</c:v>
                </c:pt>
                <c:pt idx="1467">
                  <c:v>15.8911</c:v>
                </c:pt>
                <c:pt idx="1468">
                  <c:v>15.8911</c:v>
                </c:pt>
                <c:pt idx="1469">
                  <c:v>15.590299999999999</c:v>
                </c:pt>
                <c:pt idx="1470">
                  <c:v>16.1084</c:v>
                </c:pt>
                <c:pt idx="1471">
                  <c:v>16.158300000000001</c:v>
                </c:pt>
                <c:pt idx="1472">
                  <c:v>16.238399999999999</c:v>
                </c:pt>
                <c:pt idx="1473">
                  <c:v>16.262499999999999</c:v>
                </c:pt>
                <c:pt idx="1474">
                  <c:v>16.262799999999999</c:v>
                </c:pt>
                <c:pt idx="1475">
                  <c:v>16.263500000000001</c:v>
                </c:pt>
                <c:pt idx="1476">
                  <c:v>16.264099999999999</c:v>
                </c:pt>
                <c:pt idx="1477">
                  <c:v>16.264099999999999</c:v>
                </c:pt>
                <c:pt idx="1478">
                  <c:v>16.2577</c:v>
                </c:pt>
                <c:pt idx="1479">
                  <c:v>16.402799999999999</c:v>
                </c:pt>
                <c:pt idx="1480">
                  <c:v>16.119299999999999</c:v>
                </c:pt>
                <c:pt idx="1481">
                  <c:v>16.119299999999999</c:v>
                </c:pt>
                <c:pt idx="1482">
                  <c:v>16.119299999999999</c:v>
                </c:pt>
                <c:pt idx="1483">
                  <c:v>15.711399999999999</c:v>
                </c:pt>
                <c:pt idx="1484">
                  <c:v>15.835100000000001</c:v>
                </c:pt>
                <c:pt idx="1485">
                  <c:v>15.8926</c:v>
                </c:pt>
                <c:pt idx="1486">
                  <c:v>16.032699999999998</c:v>
                </c:pt>
                <c:pt idx="1487">
                  <c:v>16.124700000000001</c:v>
                </c:pt>
                <c:pt idx="1488">
                  <c:v>16.124700000000001</c:v>
                </c:pt>
                <c:pt idx="1489">
                  <c:v>16.124700000000001</c:v>
                </c:pt>
                <c:pt idx="1490">
                  <c:v>16.295300000000001</c:v>
                </c:pt>
                <c:pt idx="1491">
                  <c:v>16.256599999999999</c:v>
                </c:pt>
                <c:pt idx="1492">
                  <c:v>16.160499999999999</c:v>
                </c:pt>
                <c:pt idx="1493">
                  <c:v>16.104500000000002</c:v>
                </c:pt>
                <c:pt idx="1494">
                  <c:v>16.0411</c:v>
                </c:pt>
                <c:pt idx="1495">
                  <c:v>16.0411</c:v>
                </c:pt>
                <c:pt idx="1496">
                  <c:v>16.0411</c:v>
                </c:pt>
                <c:pt idx="1497">
                  <c:v>15.807399999999999</c:v>
                </c:pt>
                <c:pt idx="1498">
                  <c:v>15.815200000000001</c:v>
                </c:pt>
                <c:pt idx="1499">
                  <c:v>16.029900000000001</c:v>
                </c:pt>
                <c:pt idx="1500">
                  <c:v>16.113399999999999</c:v>
                </c:pt>
                <c:pt idx="1501">
                  <c:v>16.061199999999999</c:v>
                </c:pt>
                <c:pt idx="1502">
                  <c:v>16.061199999999999</c:v>
                </c:pt>
                <c:pt idx="1503">
                  <c:v>16.061199999999999</c:v>
                </c:pt>
                <c:pt idx="1504">
                  <c:v>16.117100000000001</c:v>
                </c:pt>
                <c:pt idx="1505">
                  <c:v>16.070900000000002</c:v>
                </c:pt>
                <c:pt idx="1506">
                  <c:v>16.103300000000001</c:v>
                </c:pt>
                <c:pt idx="1507">
                  <c:v>15.984</c:v>
                </c:pt>
                <c:pt idx="1508">
                  <c:v>15.917299999999999</c:v>
                </c:pt>
                <c:pt idx="1509">
                  <c:v>15.917299999999999</c:v>
                </c:pt>
                <c:pt idx="1510">
                  <c:v>15.917299999999999</c:v>
                </c:pt>
                <c:pt idx="1511">
                  <c:v>16.3978</c:v>
                </c:pt>
                <c:pt idx="1512">
                  <c:v>16.299099999999999</c:v>
                </c:pt>
                <c:pt idx="1513">
                  <c:v>16.420300000000001</c:v>
                </c:pt>
                <c:pt idx="1514">
                  <c:v>16.6006</c:v>
                </c:pt>
                <c:pt idx="1515">
                  <c:v>16.901199999999999</c:v>
                </c:pt>
                <c:pt idx="1516">
                  <c:v>16.901199999999999</c:v>
                </c:pt>
                <c:pt idx="1517">
                  <c:v>16.901199999999999</c:v>
                </c:pt>
                <c:pt idx="1518">
                  <c:v>17.071100000000001</c:v>
                </c:pt>
                <c:pt idx="1519">
                  <c:v>17.0318</c:v>
                </c:pt>
                <c:pt idx="1520">
                  <c:v>17.001799999999999</c:v>
                </c:pt>
                <c:pt idx="1521">
                  <c:v>17.087800000000001</c:v>
                </c:pt>
                <c:pt idx="1522">
                  <c:v>16.742999999999999</c:v>
                </c:pt>
                <c:pt idx="1523">
                  <c:v>16.742999999999999</c:v>
                </c:pt>
                <c:pt idx="1524">
                  <c:v>16.742999999999999</c:v>
                </c:pt>
                <c:pt idx="1525">
                  <c:v>15.826499999999999</c:v>
                </c:pt>
                <c:pt idx="1526">
                  <c:v>16.087599999999998</c:v>
                </c:pt>
                <c:pt idx="1527">
                  <c:v>16.2334</c:v>
                </c:pt>
                <c:pt idx="1528">
                  <c:v>16.316199999999998</c:v>
                </c:pt>
                <c:pt idx="1529">
                  <c:v>16.278600000000001</c:v>
                </c:pt>
                <c:pt idx="1530">
                  <c:v>16.278600000000001</c:v>
                </c:pt>
                <c:pt idx="1531">
                  <c:v>16.278600000000001</c:v>
                </c:pt>
                <c:pt idx="1532">
                  <c:v>15.9823</c:v>
                </c:pt>
                <c:pt idx="1533">
                  <c:v>16.252700000000001</c:v>
                </c:pt>
                <c:pt idx="1534">
                  <c:v>16.304300000000001</c:v>
                </c:pt>
                <c:pt idx="1535">
                  <c:v>16.146999999999998</c:v>
                </c:pt>
                <c:pt idx="1536">
                  <c:v>16.1433</c:v>
                </c:pt>
                <c:pt idx="1537">
                  <c:v>16.1434</c:v>
                </c:pt>
                <c:pt idx="1538">
                  <c:v>16.1434</c:v>
                </c:pt>
                <c:pt idx="1539">
                  <c:v>15.920400000000001</c:v>
                </c:pt>
                <c:pt idx="1540">
                  <c:v>16.264299999999999</c:v>
                </c:pt>
                <c:pt idx="1541">
                  <c:v>16.292999999999999</c:v>
                </c:pt>
                <c:pt idx="1542">
                  <c:v>16.1724</c:v>
                </c:pt>
                <c:pt idx="1543">
                  <c:v>15.7437</c:v>
                </c:pt>
                <c:pt idx="1544">
                  <c:v>15.7437</c:v>
                </c:pt>
                <c:pt idx="1545">
                  <c:v>15.7437</c:v>
                </c:pt>
                <c:pt idx="1546">
                  <c:v>15.561</c:v>
                </c:pt>
                <c:pt idx="1547">
                  <c:v>15.6897</c:v>
                </c:pt>
                <c:pt idx="1548">
                  <c:v>16.066199999999998</c:v>
                </c:pt>
                <c:pt idx="1549">
                  <c:v>16.062100000000001</c:v>
                </c:pt>
                <c:pt idx="1550">
                  <c:v>16.101700000000001</c:v>
                </c:pt>
                <c:pt idx="1551">
                  <c:v>16.101600000000001</c:v>
                </c:pt>
                <c:pt idx="1552">
                  <c:v>16.101600000000001</c:v>
                </c:pt>
                <c:pt idx="1553">
                  <c:v>16.2883</c:v>
                </c:pt>
                <c:pt idx="1554">
                  <c:v>16.342500000000001</c:v>
                </c:pt>
                <c:pt idx="1555">
                  <c:v>16.2392</c:v>
                </c:pt>
                <c:pt idx="1556">
                  <c:v>16.3081</c:v>
                </c:pt>
                <c:pt idx="1557">
                  <c:v>16.297599999999999</c:v>
                </c:pt>
                <c:pt idx="1558">
                  <c:v>16.297599999999999</c:v>
                </c:pt>
                <c:pt idx="1559">
                  <c:v>16.297599999999999</c:v>
                </c:pt>
                <c:pt idx="1560">
                  <c:v>16.426200000000001</c:v>
                </c:pt>
                <c:pt idx="1561">
                  <c:v>16.351099999999999</c:v>
                </c:pt>
                <c:pt idx="1562">
                  <c:v>16.548100000000002</c:v>
                </c:pt>
                <c:pt idx="1563">
                  <c:v>16.5871</c:v>
                </c:pt>
                <c:pt idx="1564">
                  <c:v>16.652799999999999</c:v>
                </c:pt>
                <c:pt idx="1565">
                  <c:v>16.652799999999999</c:v>
                </c:pt>
                <c:pt idx="1566">
                  <c:v>16.652799999999999</c:v>
                </c:pt>
                <c:pt idx="1567">
                  <c:v>16.7578</c:v>
                </c:pt>
                <c:pt idx="1568">
                  <c:v>16.909400000000002</c:v>
                </c:pt>
                <c:pt idx="1569">
                  <c:v>17.0549</c:v>
                </c:pt>
                <c:pt idx="1570">
                  <c:v>17.108799999999999</c:v>
                </c:pt>
                <c:pt idx="1571">
                  <c:v>17.148900000000001</c:v>
                </c:pt>
                <c:pt idx="1572">
                  <c:v>17.148900000000001</c:v>
                </c:pt>
                <c:pt idx="1573">
                  <c:v>17.148900000000001</c:v>
                </c:pt>
                <c:pt idx="1574">
                  <c:v>17.2712</c:v>
                </c:pt>
                <c:pt idx="1575">
                  <c:v>17.206499999999998</c:v>
                </c:pt>
                <c:pt idx="1576">
                  <c:v>16.928899999999999</c:v>
                </c:pt>
                <c:pt idx="1577">
                  <c:v>16.731200000000001</c:v>
                </c:pt>
                <c:pt idx="1578">
                  <c:v>16.219000000000001</c:v>
                </c:pt>
                <c:pt idx="1579">
                  <c:v>16.219000000000001</c:v>
                </c:pt>
                <c:pt idx="1580">
                  <c:v>16.219000000000001</c:v>
                </c:pt>
                <c:pt idx="1581">
                  <c:v>16.2103</c:v>
                </c:pt>
                <c:pt idx="1582">
                  <c:v>16.536999999999999</c:v>
                </c:pt>
                <c:pt idx="1583">
                  <c:v>16.482600000000001</c:v>
                </c:pt>
                <c:pt idx="1584">
                  <c:v>16.5153</c:v>
                </c:pt>
                <c:pt idx="1585">
                  <c:v>16.784500000000001</c:v>
                </c:pt>
                <c:pt idx="1586">
                  <c:v>16.784500000000001</c:v>
                </c:pt>
                <c:pt idx="1587">
                  <c:v>16.784500000000001</c:v>
                </c:pt>
                <c:pt idx="1588">
                  <c:v>17.244599999999998</c:v>
                </c:pt>
                <c:pt idx="1589">
                  <c:v>17.4526</c:v>
                </c:pt>
                <c:pt idx="1590">
                  <c:v>17.557700000000001</c:v>
                </c:pt>
                <c:pt idx="1591">
                  <c:v>17.164000000000001</c:v>
                </c:pt>
                <c:pt idx="1592">
                  <c:v>17.035499999999999</c:v>
                </c:pt>
                <c:pt idx="1593">
                  <c:v>17.035499999999999</c:v>
                </c:pt>
                <c:pt idx="1594">
                  <c:v>17.035499999999999</c:v>
                </c:pt>
                <c:pt idx="1595">
                  <c:v>17.2821</c:v>
                </c:pt>
                <c:pt idx="1596">
                  <c:v>17.4009</c:v>
                </c:pt>
                <c:pt idx="1597">
                  <c:v>17.574100000000001</c:v>
                </c:pt>
                <c:pt idx="1598">
                  <c:v>17.574100000000001</c:v>
                </c:pt>
                <c:pt idx="1599">
                  <c:v>17.574100000000001</c:v>
                </c:pt>
                <c:pt idx="1600">
                  <c:v>17.574100000000001</c:v>
                </c:pt>
                <c:pt idx="1601">
                  <c:v>17.574100000000001</c:v>
                </c:pt>
                <c:pt idx="1602">
                  <c:v>17.6126</c:v>
                </c:pt>
                <c:pt idx="1603">
                  <c:v>17.8871</c:v>
                </c:pt>
                <c:pt idx="1604">
                  <c:v>18.333300000000001</c:v>
                </c:pt>
                <c:pt idx="1605">
                  <c:v>18.274000000000001</c:v>
                </c:pt>
                <c:pt idx="1606">
                  <c:v>18.396000000000001</c:v>
                </c:pt>
                <c:pt idx="1607">
                  <c:v>18.396000000000001</c:v>
                </c:pt>
                <c:pt idx="1608">
                  <c:v>18.396000000000001</c:v>
                </c:pt>
                <c:pt idx="1609">
                  <c:v>18.488900000000001</c:v>
                </c:pt>
                <c:pt idx="1610">
                  <c:v>18.741</c:v>
                </c:pt>
                <c:pt idx="1611">
                  <c:v>18.657399999999999</c:v>
                </c:pt>
                <c:pt idx="1612">
                  <c:v>18.365500000000001</c:v>
                </c:pt>
                <c:pt idx="1613">
                  <c:v>18.506599999999999</c:v>
                </c:pt>
                <c:pt idx="1614">
                  <c:v>18.506599999999999</c:v>
                </c:pt>
                <c:pt idx="1615">
                  <c:v>18.506599999999999</c:v>
                </c:pt>
                <c:pt idx="1616">
                  <c:v>18.679400000000001</c:v>
                </c:pt>
                <c:pt idx="1617">
                  <c:v>18.655799999999999</c:v>
                </c:pt>
                <c:pt idx="1618">
                  <c:v>18.568899999999999</c:v>
                </c:pt>
                <c:pt idx="1619">
                  <c:v>18.542200000000001</c:v>
                </c:pt>
                <c:pt idx="1620">
                  <c:v>18.424600000000002</c:v>
                </c:pt>
                <c:pt idx="1621">
                  <c:v>18.424600000000002</c:v>
                </c:pt>
                <c:pt idx="1622">
                  <c:v>18.424600000000002</c:v>
                </c:pt>
                <c:pt idx="1623">
                  <c:v>18.156400000000001</c:v>
                </c:pt>
                <c:pt idx="1624">
                  <c:v>18.0426</c:v>
                </c:pt>
                <c:pt idx="1625">
                  <c:v>17.7712</c:v>
                </c:pt>
                <c:pt idx="1626">
                  <c:v>17.892499999999998</c:v>
                </c:pt>
                <c:pt idx="1627">
                  <c:v>15.364000000000001</c:v>
                </c:pt>
                <c:pt idx="1628">
                  <c:v>15.305400000000001</c:v>
                </c:pt>
                <c:pt idx="1629">
                  <c:v>15.305400000000001</c:v>
                </c:pt>
                <c:pt idx="1630">
                  <c:v>15.1433</c:v>
                </c:pt>
                <c:pt idx="1631">
                  <c:v>15.2029</c:v>
                </c:pt>
                <c:pt idx="1632">
                  <c:v>15.027900000000001</c:v>
                </c:pt>
                <c:pt idx="1633">
                  <c:v>14.9635</c:v>
                </c:pt>
                <c:pt idx="1634">
                  <c:v>14.7363</c:v>
                </c:pt>
                <c:pt idx="1635">
                  <c:v>14.7363</c:v>
                </c:pt>
                <c:pt idx="1636">
                  <c:v>14.7363</c:v>
                </c:pt>
                <c:pt idx="1637">
                  <c:v>14.730700000000001</c:v>
                </c:pt>
                <c:pt idx="1638">
                  <c:v>14.7204</c:v>
                </c:pt>
                <c:pt idx="1639">
                  <c:v>15.079700000000001</c:v>
                </c:pt>
                <c:pt idx="1640">
                  <c:v>15.224500000000001</c:v>
                </c:pt>
                <c:pt idx="1641">
                  <c:v>15.3088</c:v>
                </c:pt>
                <c:pt idx="1642">
                  <c:v>15.3088</c:v>
                </c:pt>
                <c:pt idx="1643">
                  <c:v>15.3088</c:v>
                </c:pt>
                <c:pt idx="1644">
                  <c:v>15.3088</c:v>
                </c:pt>
                <c:pt idx="1645">
                  <c:v>15.3088</c:v>
                </c:pt>
                <c:pt idx="1646">
                  <c:v>15.3088</c:v>
                </c:pt>
                <c:pt idx="1647">
                  <c:v>15.3088</c:v>
                </c:pt>
                <c:pt idx="1648">
                  <c:v>15.3088</c:v>
                </c:pt>
                <c:pt idx="1649">
                  <c:v>15.3088</c:v>
                </c:pt>
                <c:pt idx="1650">
                  <c:v>15.3088</c:v>
                </c:pt>
                <c:pt idx="1651">
                  <c:v>15.6113</c:v>
                </c:pt>
                <c:pt idx="1652">
                  <c:v>15.674099999999999</c:v>
                </c:pt>
                <c:pt idx="1653">
                  <c:v>15.617800000000001</c:v>
                </c:pt>
                <c:pt idx="1654">
                  <c:v>15.774900000000001</c:v>
                </c:pt>
                <c:pt idx="1655">
                  <c:v>15.7807</c:v>
                </c:pt>
                <c:pt idx="1656">
                  <c:v>15.780799999999999</c:v>
                </c:pt>
                <c:pt idx="1657">
                  <c:v>15.780799999999999</c:v>
                </c:pt>
                <c:pt idx="1658">
                  <c:v>15.494</c:v>
                </c:pt>
                <c:pt idx="1659">
                  <c:v>15.217499999999999</c:v>
                </c:pt>
                <c:pt idx="1660">
                  <c:v>15.260300000000001</c:v>
                </c:pt>
                <c:pt idx="1661">
                  <c:v>15.178599999999999</c:v>
                </c:pt>
                <c:pt idx="1662">
                  <c:v>14.8371</c:v>
                </c:pt>
                <c:pt idx="1663">
                  <c:v>14.8371</c:v>
                </c:pt>
                <c:pt idx="1664">
                  <c:v>14.8371</c:v>
                </c:pt>
                <c:pt idx="1665">
                  <c:v>13.871499999999999</c:v>
                </c:pt>
                <c:pt idx="1666">
                  <c:v>14.0724</c:v>
                </c:pt>
                <c:pt idx="1667">
                  <c:v>14.5062</c:v>
                </c:pt>
                <c:pt idx="1668">
                  <c:v>14.350300000000001</c:v>
                </c:pt>
                <c:pt idx="1669">
                  <c:v>14.2385</c:v>
                </c:pt>
                <c:pt idx="1670">
                  <c:v>14.2385</c:v>
                </c:pt>
                <c:pt idx="1671">
                  <c:v>14.2384</c:v>
                </c:pt>
                <c:pt idx="1672">
                  <c:v>14.2134</c:v>
                </c:pt>
                <c:pt idx="1673">
                  <c:v>14.357699999999999</c:v>
                </c:pt>
                <c:pt idx="1674">
                  <c:v>14.387499999999999</c:v>
                </c:pt>
                <c:pt idx="1675">
                  <c:v>14.265000000000001</c:v>
                </c:pt>
                <c:pt idx="1676">
                  <c:v>13.834899999999999</c:v>
                </c:pt>
                <c:pt idx="1677">
                  <c:v>13.835100000000001</c:v>
                </c:pt>
                <c:pt idx="1678">
                  <c:v>13.835100000000001</c:v>
                </c:pt>
                <c:pt idx="1679">
                  <c:v>13.3597</c:v>
                </c:pt>
                <c:pt idx="1680">
                  <c:v>13.558</c:v>
                </c:pt>
                <c:pt idx="1681">
                  <c:v>13.925800000000001</c:v>
                </c:pt>
                <c:pt idx="1682">
                  <c:v>13.815300000000001</c:v>
                </c:pt>
                <c:pt idx="1683">
                  <c:v>14.054</c:v>
                </c:pt>
                <c:pt idx="1684">
                  <c:v>14.0558</c:v>
                </c:pt>
                <c:pt idx="1685">
                  <c:v>14.055999999999999</c:v>
                </c:pt>
                <c:pt idx="1686">
                  <c:v>13.974399999999999</c:v>
                </c:pt>
                <c:pt idx="1687">
                  <c:v>14.0816</c:v>
                </c:pt>
                <c:pt idx="1688">
                  <c:v>14.322100000000001</c:v>
                </c:pt>
                <c:pt idx="1689">
                  <c:v>14.2539</c:v>
                </c:pt>
                <c:pt idx="1690">
                  <c:v>14.163399999999999</c:v>
                </c:pt>
                <c:pt idx="1691">
                  <c:v>14.163399999999999</c:v>
                </c:pt>
                <c:pt idx="1692">
                  <c:v>14.163399999999999</c:v>
                </c:pt>
                <c:pt idx="1693">
                  <c:v>14.087300000000001</c:v>
                </c:pt>
                <c:pt idx="1694">
                  <c:v>14.1084</c:v>
                </c:pt>
                <c:pt idx="1695">
                  <c:v>14.7729</c:v>
                </c:pt>
                <c:pt idx="1696">
                  <c:v>14.6058</c:v>
                </c:pt>
                <c:pt idx="1697">
                  <c:v>14.7173</c:v>
                </c:pt>
                <c:pt idx="1698">
                  <c:v>14.7173</c:v>
                </c:pt>
                <c:pt idx="1699">
                  <c:v>14.7173</c:v>
                </c:pt>
                <c:pt idx="1700">
                  <c:v>14.7926</c:v>
                </c:pt>
                <c:pt idx="1701">
                  <c:v>14.933</c:v>
                </c:pt>
                <c:pt idx="1702">
                  <c:v>15.1433</c:v>
                </c:pt>
                <c:pt idx="1703">
                  <c:v>15.3048</c:v>
                </c:pt>
                <c:pt idx="1704">
                  <c:v>15.282500000000001</c:v>
                </c:pt>
                <c:pt idx="1705">
                  <c:v>15.2826</c:v>
                </c:pt>
                <c:pt idx="1706">
                  <c:v>15.2826</c:v>
                </c:pt>
                <c:pt idx="1707">
                  <c:v>15.4503</c:v>
                </c:pt>
                <c:pt idx="1708">
                  <c:v>15.4199</c:v>
                </c:pt>
                <c:pt idx="1709">
                  <c:v>15.620200000000001</c:v>
                </c:pt>
                <c:pt idx="1710">
                  <c:v>15.7301</c:v>
                </c:pt>
                <c:pt idx="1711">
                  <c:v>15.586499999999999</c:v>
                </c:pt>
                <c:pt idx="1712">
                  <c:v>15.586499999999999</c:v>
                </c:pt>
                <c:pt idx="1713">
                  <c:v>15.586499999999999</c:v>
                </c:pt>
                <c:pt idx="1714">
                  <c:v>15.586499999999999</c:v>
                </c:pt>
                <c:pt idx="1715">
                  <c:v>15.7761</c:v>
                </c:pt>
                <c:pt idx="1716">
                  <c:v>15.2851</c:v>
                </c:pt>
                <c:pt idx="1717">
                  <c:v>15.289300000000001</c:v>
                </c:pt>
                <c:pt idx="1718">
                  <c:v>15.289300000000001</c:v>
                </c:pt>
                <c:pt idx="1719">
                  <c:v>15.289300000000001</c:v>
                </c:pt>
                <c:pt idx="1720">
                  <c:v>15.289300000000001</c:v>
                </c:pt>
                <c:pt idx="1721">
                  <c:v>15.3102</c:v>
                </c:pt>
                <c:pt idx="1722">
                  <c:v>15.481999999999999</c:v>
                </c:pt>
                <c:pt idx="1723">
                  <c:v>15.601699999999999</c:v>
                </c:pt>
                <c:pt idx="1724">
                  <c:v>15.7499</c:v>
                </c:pt>
                <c:pt idx="1725">
                  <c:v>15.8024</c:v>
                </c:pt>
                <c:pt idx="1726">
                  <c:v>15.8024</c:v>
                </c:pt>
                <c:pt idx="1727">
                  <c:v>15.8024</c:v>
                </c:pt>
                <c:pt idx="1728">
                  <c:v>15.638400000000001</c:v>
                </c:pt>
                <c:pt idx="1729">
                  <c:v>15.684799999999999</c:v>
                </c:pt>
                <c:pt idx="1730">
                  <c:v>15.6623</c:v>
                </c:pt>
                <c:pt idx="1731">
                  <c:v>15.8858</c:v>
                </c:pt>
                <c:pt idx="1732">
                  <c:v>15.853999999999999</c:v>
                </c:pt>
                <c:pt idx="1733">
                  <c:v>15.853999999999999</c:v>
                </c:pt>
                <c:pt idx="1734">
                  <c:v>15.8543</c:v>
                </c:pt>
                <c:pt idx="1735">
                  <c:v>15.906599999999999</c:v>
                </c:pt>
                <c:pt idx="1736">
                  <c:v>15.818899999999999</c:v>
                </c:pt>
                <c:pt idx="1737">
                  <c:v>15.821400000000001</c:v>
                </c:pt>
                <c:pt idx="1738">
                  <c:v>15.686299999999999</c:v>
                </c:pt>
                <c:pt idx="1739">
                  <c:v>15.5229</c:v>
                </c:pt>
                <c:pt idx="1740">
                  <c:v>15.5229</c:v>
                </c:pt>
                <c:pt idx="1741">
                  <c:v>15.5229</c:v>
                </c:pt>
                <c:pt idx="1742">
                  <c:v>15.596500000000001</c:v>
                </c:pt>
                <c:pt idx="1743">
                  <c:v>15.5623</c:v>
                </c:pt>
                <c:pt idx="1744">
                  <c:v>15.4818</c:v>
                </c:pt>
                <c:pt idx="1745">
                  <c:v>15.392899999999999</c:v>
                </c:pt>
                <c:pt idx="1746">
                  <c:v>15.391400000000001</c:v>
                </c:pt>
                <c:pt idx="1747">
                  <c:v>15.391400000000001</c:v>
                </c:pt>
                <c:pt idx="1748">
                  <c:v>15.391400000000001</c:v>
                </c:pt>
                <c:pt idx="1749">
                  <c:v>15.2349</c:v>
                </c:pt>
                <c:pt idx="1750">
                  <c:v>15.085699999999999</c:v>
                </c:pt>
                <c:pt idx="1751">
                  <c:v>15.0228</c:v>
                </c:pt>
                <c:pt idx="1752">
                  <c:v>15.1264</c:v>
                </c:pt>
                <c:pt idx="1753">
                  <c:v>15.187099999999999</c:v>
                </c:pt>
                <c:pt idx="1754">
                  <c:v>15.187099999999999</c:v>
                </c:pt>
                <c:pt idx="1755">
                  <c:v>15.187099999999999</c:v>
                </c:pt>
                <c:pt idx="1756">
                  <c:v>14.787599999999999</c:v>
                </c:pt>
                <c:pt idx="1757">
                  <c:v>14.808400000000001</c:v>
                </c:pt>
                <c:pt idx="1758">
                  <c:v>14.8965</c:v>
                </c:pt>
                <c:pt idx="1759">
                  <c:v>14.8544</c:v>
                </c:pt>
                <c:pt idx="1760">
                  <c:v>14.796900000000001</c:v>
                </c:pt>
                <c:pt idx="1761">
                  <c:v>14.796900000000001</c:v>
                </c:pt>
                <c:pt idx="1762">
                  <c:v>14.796900000000001</c:v>
                </c:pt>
                <c:pt idx="1763">
                  <c:v>14.860200000000001</c:v>
                </c:pt>
                <c:pt idx="1764">
                  <c:v>14.9314</c:v>
                </c:pt>
                <c:pt idx="1765">
                  <c:v>14.9171</c:v>
                </c:pt>
                <c:pt idx="1766">
                  <c:v>15.1175</c:v>
                </c:pt>
                <c:pt idx="1767">
                  <c:v>15.0684</c:v>
                </c:pt>
                <c:pt idx="1768">
                  <c:v>15.0684</c:v>
                </c:pt>
                <c:pt idx="1769">
                  <c:v>15.0684</c:v>
                </c:pt>
                <c:pt idx="1770">
                  <c:v>15.344099999999999</c:v>
                </c:pt>
                <c:pt idx="1771">
                  <c:v>15.434200000000001</c:v>
                </c:pt>
                <c:pt idx="1772">
                  <c:v>15.5083</c:v>
                </c:pt>
                <c:pt idx="1773">
                  <c:v>15.3849</c:v>
                </c:pt>
                <c:pt idx="1774">
                  <c:v>15.4579</c:v>
                </c:pt>
                <c:pt idx="1775">
                  <c:v>15.4579</c:v>
                </c:pt>
                <c:pt idx="1776">
                  <c:v>15.4579</c:v>
                </c:pt>
                <c:pt idx="1777">
                  <c:v>15.318199999999999</c:v>
                </c:pt>
                <c:pt idx="1778">
                  <c:v>15.3598</c:v>
                </c:pt>
                <c:pt idx="1779">
                  <c:v>15.4193</c:v>
                </c:pt>
                <c:pt idx="1780">
                  <c:v>15.4122</c:v>
                </c:pt>
                <c:pt idx="1781">
                  <c:v>15.376899999999999</c:v>
                </c:pt>
                <c:pt idx="1782">
                  <c:v>15.376899999999999</c:v>
                </c:pt>
                <c:pt idx="1783">
                  <c:v>15.376899999999999</c:v>
                </c:pt>
                <c:pt idx="1784">
                  <c:v>15.282299999999999</c:v>
                </c:pt>
                <c:pt idx="1785">
                  <c:v>15.3217</c:v>
                </c:pt>
                <c:pt idx="1786">
                  <c:v>15.366899999999999</c:v>
                </c:pt>
                <c:pt idx="1787">
                  <c:v>15.2591</c:v>
                </c:pt>
                <c:pt idx="1788">
                  <c:v>15.156700000000001</c:v>
                </c:pt>
                <c:pt idx="1789">
                  <c:v>15.156700000000001</c:v>
                </c:pt>
                <c:pt idx="1790">
                  <c:v>15.156700000000001</c:v>
                </c:pt>
                <c:pt idx="1791">
                  <c:v>14.9262</c:v>
                </c:pt>
                <c:pt idx="1792">
                  <c:v>14.976699999999999</c:v>
                </c:pt>
                <c:pt idx="1793">
                  <c:v>14.7735</c:v>
                </c:pt>
                <c:pt idx="1794">
                  <c:v>14.956899999999999</c:v>
                </c:pt>
                <c:pt idx="1795">
                  <c:v>14.817299999999999</c:v>
                </c:pt>
                <c:pt idx="1796">
                  <c:v>14.817299999999999</c:v>
                </c:pt>
                <c:pt idx="1797">
                  <c:v>14.817299999999999</c:v>
                </c:pt>
                <c:pt idx="1798">
                  <c:v>14.452999999999999</c:v>
                </c:pt>
                <c:pt idx="1799">
                  <c:v>14.345700000000001</c:v>
                </c:pt>
                <c:pt idx="1800">
                  <c:v>13.8315</c:v>
                </c:pt>
                <c:pt idx="1801">
                  <c:v>14.087199999999999</c:v>
                </c:pt>
                <c:pt idx="1802">
                  <c:v>13.9772</c:v>
                </c:pt>
                <c:pt idx="1803">
                  <c:v>13.9772</c:v>
                </c:pt>
                <c:pt idx="1804">
                  <c:v>13.9772</c:v>
                </c:pt>
                <c:pt idx="1805">
                  <c:v>13.836</c:v>
                </c:pt>
                <c:pt idx="1806">
                  <c:v>13.9322</c:v>
                </c:pt>
                <c:pt idx="1807">
                  <c:v>14.132</c:v>
                </c:pt>
                <c:pt idx="1808">
                  <c:v>14.3322</c:v>
                </c:pt>
                <c:pt idx="1809">
                  <c:v>12.591100000000001</c:v>
                </c:pt>
                <c:pt idx="1810">
                  <c:v>12.6121</c:v>
                </c:pt>
                <c:pt idx="1811">
                  <c:v>12.6121</c:v>
                </c:pt>
                <c:pt idx="1812">
                  <c:v>12.8087</c:v>
                </c:pt>
                <c:pt idx="1813">
                  <c:v>12.9208</c:v>
                </c:pt>
                <c:pt idx="1814">
                  <c:v>12.9152</c:v>
                </c:pt>
                <c:pt idx="1815">
                  <c:v>12.829599999999999</c:v>
                </c:pt>
                <c:pt idx="1816">
                  <c:v>12.853300000000001</c:v>
                </c:pt>
                <c:pt idx="1817">
                  <c:v>12.853300000000001</c:v>
                </c:pt>
                <c:pt idx="1818">
                  <c:v>12.853300000000001</c:v>
                </c:pt>
                <c:pt idx="1819">
                  <c:v>12.916600000000001</c:v>
                </c:pt>
                <c:pt idx="1820">
                  <c:v>12.9285</c:v>
                </c:pt>
                <c:pt idx="1821">
                  <c:v>13.0753</c:v>
                </c:pt>
                <c:pt idx="1822">
                  <c:v>12.8744</c:v>
                </c:pt>
                <c:pt idx="1823">
                  <c:v>12.608000000000001</c:v>
                </c:pt>
                <c:pt idx="1824">
                  <c:v>12.608000000000001</c:v>
                </c:pt>
                <c:pt idx="1825">
                  <c:v>12.608000000000001</c:v>
                </c:pt>
                <c:pt idx="1826">
                  <c:v>12.5962</c:v>
                </c:pt>
                <c:pt idx="1827">
                  <c:v>12.6295</c:v>
                </c:pt>
                <c:pt idx="1828">
                  <c:v>12.6295</c:v>
                </c:pt>
              </c:numCache>
            </c:numRef>
          </c:val>
          <c:smooth val="1"/>
          <c:extLst>
            <c:ext xmlns:c16="http://schemas.microsoft.com/office/drawing/2014/chart" uri="{C3380CC4-5D6E-409C-BE32-E72D297353CC}">
              <c16:uniqueId val="{00000000-81C4-4815-9680-5AA56E5DE3F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44425</c:v>
                </c:pt>
                <c:pt idx="1">
                  <c:v>44426</c:v>
                </c:pt>
                <c:pt idx="2">
                  <c:v>44427</c:v>
                </c:pt>
                <c:pt idx="3">
                  <c:v>44428</c:v>
                </c:pt>
                <c:pt idx="4">
                  <c:v>44429</c:v>
                </c:pt>
                <c:pt idx="5">
                  <c:v>44430</c:v>
                </c:pt>
                <c:pt idx="6">
                  <c:v>44431</c:v>
                </c:pt>
                <c:pt idx="7">
                  <c:v>44432</c:v>
                </c:pt>
                <c:pt idx="8">
                  <c:v>44433</c:v>
                </c:pt>
                <c:pt idx="9">
                  <c:v>44434</c:v>
                </c:pt>
                <c:pt idx="10">
                  <c:v>44435</c:v>
                </c:pt>
                <c:pt idx="11">
                  <c:v>44436</c:v>
                </c:pt>
                <c:pt idx="12">
                  <c:v>44437</c:v>
                </c:pt>
                <c:pt idx="13">
                  <c:v>44438</c:v>
                </c:pt>
                <c:pt idx="14">
                  <c:v>44439</c:v>
                </c:pt>
                <c:pt idx="15">
                  <c:v>44440</c:v>
                </c:pt>
                <c:pt idx="16">
                  <c:v>44441</c:v>
                </c:pt>
                <c:pt idx="17">
                  <c:v>44442</c:v>
                </c:pt>
                <c:pt idx="18">
                  <c:v>44443</c:v>
                </c:pt>
                <c:pt idx="19">
                  <c:v>44444</c:v>
                </c:pt>
                <c:pt idx="20">
                  <c:v>44445</c:v>
                </c:pt>
                <c:pt idx="21">
                  <c:v>44446</c:v>
                </c:pt>
                <c:pt idx="22">
                  <c:v>44447</c:v>
                </c:pt>
                <c:pt idx="23">
                  <c:v>44448</c:v>
                </c:pt>
                <c:pt idx="24">
                  <c:v>44449</c:v>
                </c:pt>
                <c:pt idx="25">
                  <c:v>44450</c:v>
                </c:pt>
                <c:pt idx="26">
                  <c:v>44451</c:v>
                </c:pt>
                <c:pt idx="27">
                  <c:v>44452</c:v>
                </c:pt>
                <c:pt idx="28">
                  <c:v>44453</c:v>
                </c:pt>
                <c:pt idx="29">
                  <c:v>44454</c:v>
                </c:pt>
                <c:pt idx="30">
                  <c:v>44455</c:v>
                </c:pt>
                <c:pt idx="31">
                  <c:v>44456</c:v>
                </c:pt>
                <c:pt idx="32">
                  <c:v>44457</c:v>
                </c:pt>
                <c:pt idx="33">
                  <c:v>44458</c:v>
                </c:pt>
                <c:pt idx="34">
                  <c:v>44459</c:v>
                </c:pt>
                <c:pt idx="35">
                  <c:v>44460</c:v>
                </c:pt>
                <c:pt idx="36">
                  <c:v>44461</c:v>
                </c:pt>
                <c:pt idx="37">
                  <c:v>44462</c:v>
                </c:pt>
                <c:pt idx="38">
                  <c:v>44463</c:v>
                </c:pt>
                <c:pt idx="39">
                  <c:v>44464</c:v>
                </c:pt>
                <c:pt idx="40">
                  <c:v>44465</c:v>
                </c:pt>
                <c:pt idx="41">
                  <c:v>44466</c:v>
                </c:pt>
                <c:pt idx="42">
                  <c:v>44467</c:v>
                </c:pt>
                <c:pt idx="43">
                  <c:v>44468</c:v>
                </c:pt>
                <c:pt idx="44">
                  <c:v>44469</c:v>
                </c:pt>
                <c:pt idx="45">
                  <c:v>44470</c:v>
                </c:pt>
                <c:pt idx="46">
                  <c:v>44471</c:v>
                </c:pt>
                <c:pt idx="47">
                  <c:v>44472</c:v>
                </c:pt>
                <c:pt idx="48">
                  <c:v>44473</c:v>
                </c:pt>
                <c:pt idx="49">
                  <c:v>44474</c:v>
                </c:pt>
                <c:pt idx="50">
                  <c:v>44475</c:v>
                </c:pt>
                <c:pt idx="51">
                  <c:v>44476</c:v>
                </c:pt>
                <c:pt idx="52">
                  <c:v>44477</c:v>
                </c:pt>
                <c:pt idx="53">
                  <c:v>44478</c:v>
                </c:pt>
                <c:pt idx="54">
                  <c:v>44479</c:v>
                </c:pt>
                <c:pt idx="55">
                  <c:v>44480</c:v>
                </c:pt>
                <c:pt idx="56">
                  <c:v>44481</c:v>
                </c:pt>
                <c:pt idx="57">
                  <c:v>44482</c:v>
                </c:pt>
                <c:pt idx="58">
                  <c:v>44483</c:v>
                </c:pt>
                <c:pt idx="59">
                  <c:v>44484</c:v>
                </c:pt>
                <c:pt idx="60">
                  <c:v>44485</c:v>
                </c:pt>
                <c:pt idx="61">
                  <c:v>44486</c:v>
                </c:pt>
                <c:pt idx="62">
                  <c:v>44487</c:v>
                </c:pt>
                <c:pt idx="63">
                  <c:v>44488</c:v>
                </c:pt>
                <c:pt idx="64">
                  <c:v>44489</c:v>
                </c:pt>
                <c:pt idx="65">
                  <c:v>44490</c:v>
                </c:pt>
                <c:pt idx="66">
                  <c:v>44491</c:v>
                </c:pt>
                <c:pt idx="67">
                  <c:v>44492</c:v>
                </c:pt>
                <c:pt idx="68">
                  <c:v>44493</c:v>
                </c:pt>
                <c:pt idx="69">
                  <c:v>44494</c:v>
                </c:pt>
                <c:pt idx="70">
                  <c:v>44495</c:v>
                </c:pt>
                <c:pt idx="71">
                  <c:v>44496</c:v>
                </c:pt>
                <c:pt idx="72">
                  <c:v>44497</c:v>
                </c:pt>
                <c:pt idx="73">
                  <c:v>44498</c:v>
                </c:pt>
                <c:pt idx="74">
                  <c:v>44499</c:v>
                </c:pt>
                <c:pt idx="75">
                  <c:v>44500</c:v>
                </c:pt>
                <c:pt idx="76">
                  <c:v>44501</c:v>
                </c:pt>
                <c:pt idx="77">
                  <c:v>44502</c:v>
                </c:pt>
                <c:pt idx="78">
                  <c:v>44503</c:v>
                </c:pt>
                <c:pt idx="79">
                  <c:v>44504</c:v>
                </c:pt>
                <c:pt idx="80">
                  <c:v>44505</c:v>
                </c:pt>
                <c:pt idx="81">
                  <c:v>44506</c:v>
                </c:pt>
                <c:pt idx="82">
                  <c:v>44507</c:v>
                </c:pt>
                <c:pt idx="83">
                  <c:v>44508</c:v>
                </c:pt>
                <c:pt idx="84">
                  <c:v>44509</c:v>
                </c:pt>
                <c:pt idx="85">
                  <c:v>44510</c:v>
                </c:pt>
                <c:pt idx="86">
                  <c:v>44511</c:v>
                </c:pt>
                <c:pt idx="87">
                  <c:v>44512</c:v>
                </c:pt>
                <c:pt idx="88">
                  <c:v>44513</c:v>
                </c:pt>
                <c:pt idx="89">
                  <c:v>44514</c:v>
                </c:pt>
                <c:pt idx="90">
                  <c:v>44515</c:v>
                </c:pt>
                <c:pt idx="91">
                  <c:v>44516</c:v>
                </c:pt>
                <c:pt idx="92">
                  <c:v>44517</c:v>
                </c:pt>
                <c:pt idx="93">
                  <c:v>44518</c:v>
                </c:pt>
                <c:pt idx="94">
                  <c:v>44519</c:v>
                </c:pt>
                <c:pt idx="95">
                  <c:v>44520</c:v>
                </c:pt>
                <c:pt idx="96">
                  <c:v>44521</c:v>
                </c:pt>
                <c:pt idx="97">
                  <c:v>44522</c:v>
                </c:pt>
                <c:pt idx="98">
                  <c:v>44523</c:v>
                </c:pt>
                <c:pt idx="99">
                  <c:v>44524</c:v>
                </c:pt>
                <c:pt idx="100">
                  <c:v>44525</c:v>
                </c:pt>
                <c:pt idx="101">
                  <c:v>44526</c:v>
                </c:pt>
                <c:pt idx="102">
                  <c:v>44527</c:v>
                </c:pt>
                <c:pt idx="103">
                  <c:v>44528</c:v>
                </c:pt>
                <c:pt idx="104">
                  <c:v>44529</c:v>
                </c:pt>
                <c:pt idx="105">
                  <c:v>44530</c:v>
                </c:pt>
                <c:pt idx="106">
                  <c:v>44531</c:v>
                </c:pt>
                <c:pt idx="107">
                  <c:v>44532</c:v>
                </c:pt>
                <c:pt idx="108">
                  <c:v>44533</c:v>
                </c:pt>
                <c:pt idx="109">
                  <c:v>44534</c:v>
                </c:pt>
                <c:pt idx="110">
                  <c:v>44535</c:v>
                </c:pt>
                <c:pt idx="111">
                  <c:v>44536</c:v>
                </c:pt>
                <c:pt idx="112">
                  <c:v>44537</c:v>
                </c:pt>
                <c:pt idx="113">
                  <c:v>44538</c:v>
                </c:pt>
                <c:pt idx="114">
                  <c:v>44539</c:v>
                </c:pt>
                <c:pt idx="115">
                  <c:v>44540</c:v>
                </c:pt>
                <c:pt idx="116">
                  <c:v>44541</c:v>
                </c:pt>
                <c:pt idx="117">
                  <c:v>44542</c:v>
                </c:pt>
                <c:pt idx="118">
                  <c:v>44543</c:v>
                </c:pt>
                <c:pt idx="119">
                  <c:v>44544</c:v>
                </c:pt>
                <c:pt idx="120">
                  <c:v>44545</c:v>
                </c:pt>
                <c:pt idx="121">
                  <c:v>44546</c:v>
                </c:pt>
                <c:pt idx="122">
                  <c:v>44547</c:v>
                </c:pt>
                <c:pt idx="123">
                  <c:v>44548</c:v>
                </c:pt>
                <c:pt idx="124">
                  <c:v>44549</c:v>
                </c:pt>
                <c:pt idx="125">
                  <c:v>44550</c:v>
                </c:pt>
                <c:pt idx="126">
                  <c:v>44551</c:v>
                </c:pt>
                <c:pt idx="127">
                  <c:v>44552</c:v>
                </c:pt>
                <c:pt idx="128">
                  <c:v>44553</c:v>
                </c:pt>
                <c:pt idx="129">
                  <c:v>44554</c:v>
                </c:pt>
                <c:pt idx="130">
                  <c:v>44555</c:v>
                </c:pt>
                <c:pt idx="131">
                  <c:v>44556</c:v>
                </c:pt>
                <c:pt idx="132">
                  <c:v>44557</c:v>
                </c:pt>
                <c:pt idx="133">
                  <c:v>44558</c:v>
                </c:pt>
                <c:pt idx="134">
                  <c:v>44559</c:v>
                </c:pt>
                <c:pt idx="135">
                  <c:v>44560</c:v>
                </c:pt>
                <c:pt idx="136">
                  <c:v>44561</c:v>
                </c:pt>
                <c:pt idx="137">
                  <c:v>44562</c:v>
                </c:pt>
                <c:pt idx="138">
                  <c:v>44563</c:v>
                </c:pt>
                <c:pt idx="139">
                  <c:v>44564</c:v>
                </c:pt>
                <c:pt idx="140">
                  <c:v>44565</c:v>
                </c:pt>
                <c:pt idx="141">
                  <c:v>44566</c:v>
                </c:pt>
                <c:pt idx="142">
                  <c:v>44567</c:v>
                </c:pt>
                <c:pt idx="143">
                  <c:v>44568</c:v>
                </c:pt>
                <c:pt idx="144">
                  <c:v>44569</c:v>
                </c:pt>
                <c:pt idx="145">
                  <c:v>44570</c:v>
                </c:pt>
                <c:pt idx="146">
                  <c:v>44571</c:v>
                </c:pt>
                <c:pt idx="147">
                  <c:v>44572</c:v>
                </c:pt>
                <c:pt idx="148">
                  <c:v>44573</c:v>
                </c:pt>
                <c:pt idx="149">
                  <c:v>44574</c:v>
                </c:pt>
                <c:pt idx="150">
                  <c:v>44575</c:v>
                </c:pt>
                <c:pt idx="151">
                  <c:v>44576</c:v>
                </c:pt>
                <c:pt idx="152">
                  <c:v>44577</c:v>
                </c:pt>
                <c:pt idx="153">
                  <c:v>44578</c:v>
                </c:pt>
                <c:pt idx="154">
                  <c:v>44579</c:v>
                </c:pt>
                <c:pt idx="155">
                  <c:v>44580</c:v>
                </c:pt>
                <c:pt idx="156">
                  <c:v>44581</c:v>
                </c:pt>
                <c:pt idx="157">
                  <c:v>44582</c:v>
                </c:pt>
                <c:pt idx="158">
                  <c:v>44583</c:v>
                </c:pt>
                <c:pt idx="159">
                  <c:v>44584</c:v>
                </c:pt>
                <c:pt idx="160">
                  <c:v>44585</c:v>
                </c:pt>
                <c:pt idx="161">
                  <c:v>44586</c:v>
                </c:pt>
                <c:pt idx="162">
                  <c:v>44587</c:v>
                </c:pt>
                <c:pt idx="163">
                  <c:v>44588</c:v>
                </c:pt>
                <c:pt idx="164">
                  <c:v>44589</c:v>
                </c:pt>
                <c:pt idx="165">
                  <c:v>44590</c:v>
                </c:pt>
                <c:pt idx="166">
                  <c:v>44591</c:v>
                </c:pt>
                <c:pt idx="167">
                  <c:v>44592</c:v>
                </c:pt>
                <c:pt idx="168">
                  <c:v>44593</c:v>
                </c:pt>
                <c:pt idx="169">
                  <c:v>44594</c:v>
                </c:pt>
                <c:pt idx="170">
                  <c:v>44595</c:v>
                </c:pt>
                <c:pt idx="171">
                  <c:v>44596</c:v>
                </c:pt>
                <c:pt idx="172">
                  <c:v>44597</c:v>
                </c:pt>
                <c:pt idx="173">
                  <c:v>44598</c:v>
                </c:pt>
                <c:pt idx="174">
                  <c:v>44599</c:v>
                </c:pt>
                <c:pt idx="175">
                  <c:v>44600</c:v>
                </c:pt>
                <c:pt idx="176">
                  <c:v>44601</c:v>
                </c:pt>
                <c:pt idx="177">
                  <c:v>44602</c:v>
                </c:pt>
                <c:pt idx="178">
                  <c:v>44603</c:v>
                </c:pt>
                <c:pt idx="179">
                  <c:v>44604</c:v>
                </c:pt>
                <c:pt idx="180">
                  <c:v>44605</c:v>
                </c:pt>
                <c:pt idx="181">
                  <c:v>44606</c:v>
                </c:pt>
                <c:pt idx="182">
                  <c:v>44607</c:v>
                </c:pt>
                <c:pt idx="183">
                  <c:v>44608</c:v>
                </c:pt>
                <c:pt idx="184">
                  <c:v>44609</c:v>
                </c:pt>
                <c:pt idx="185">
                  <c:v>44610</c:v>
                </c:pt>
                <c:pt idx="186">
                  <c:v>44611</c:v>
                </c:pt>
                <c:pt idx="187">
                  <c:v>44612</c:v>
                </c:pt>
                <c:pt idx="188">
                  <c:v>44613</c:v>
                </c:pt>
                <c:pt idx="189">
                  <c:v>44614</c:v>
                </c:pt>
                <c:pt idx="190">
                  <c:v>44615</c:v>
                </c:pt>
                <c:pt idx="191">
                  <c:v>44616</c:v>
                </c:pt>
                <c:pt idx="192">
                  <c:v>44617</c:v>
                </c:pt>
                <c:pt idx="193">
                  <c:v>44618</c:v>
                </c:pt>
                <c:pt idx="194">
                  <c:v>44619</c:v>
                </c:pt>
                <c:pt idx="195">
                  <c:v>44620</c:v>
                </c:pt>
                <c:pt idx="196">
                  <c:v>44621</c:v>
                </c:pt>
                <c:pt idx="197">
                  <c:v>44622</c:v>
                </c:pt>
                <c:pt idx="198">
                  <c:v>44623</c:v>
                </c:pt>
                <c:pt idx="199">
                  <c:v>44624</c:v>
                </c:pt>
                <c:pt idx="200">
                  <c:v>44625</c:v>
                </c:pt>
                <c:pt idx="201">
                  <c:v>44626</c:v>
                </c:pt>
                <c:pt idx="202">
                  <c:v>44627</c:v>
                </c:pt>
                <c:pt idx="203">
                  <c:v>44628</c:v>
                </c:pt>
                <c:pt idx="204">
                  <c:v>44629</c:v>
                </c:pt>
                <c:pt idx="205">
                  <c:v>44630</c:v>
                </c:pt>
                <c:pt idx="206">
                  <c:v>44631</c:v>
                </c:pt>
                <c:pt idx="207">
                  <c:v>44632</c:v>
                </c:pt>
                <c:pt idx="208">
                  <c:v>44633</c:v>
                </c:pt>
                <c:pt idx="209">
                  <c:v>44634</c:v>
                </c:pt>
                <c:pt idx="210">
                  <c:v>44635</c:v>
                </c:pt>
                <c:pt idx="211">
                  <c:v>44636</c:v>
                </c:pt>
                <c:pt idx="212">
                  <c:v>44637</c:v>
                </c:pt>
                <c:pt idx="213">
                  <c:v>44638</c:v>
                </c:pt>
                <c:pt idx="214">
                  <c:v>44639</c:v>
                </c:pt>
                <c:pt idx="215">
                  <c:v>44640</c:v>
                </c:pt>
                <c:pt idx="216">
                  <c:v>44641</c:v>
                </c:pt>
                <c:pt idx="217">
                  <c:v>44642</c:v>
                </c:pt>
                <c:pt idx="218">
                  <c:v>44643</c:v>
                </c:pt>
                <c:pt idx="219">
                  <c:v>44644</c:v>
                </c:pt>
                <c:pt idx="220">
                  <c:v>44645</c:v>
                </c:pt>
                <c:pt idx="221">
                  <c:v>44646</c:v>
                </c:pt>
                <c:pt idx="222">
                  <c:v>44647</c:v>
                </c:pt>
                <c:pt idx="223">
                  <c:v>44648</c:v>
                </c:pt>
                <c:pt idx="224">
                  <c:v>44649</c:v>
                </c:pt>
                <c:pt idx="225">
                  <c:v>44650</c:v>
                </c:pt>
                <c:pt idx="226">
                  <c:v>44651</c:v>
                </c:pt>
                <c:pt idx="227">
                  <c:v>44652</c:v>
                </c:pt>
                <c:pt idx="228">
                  <c:v>44653</c:v>
                </c:pt>
                <c:pt idx="229">
                  <c:v>44654</c:v>
                </c:pt>
                <c:pt idx="230">
                  <c:v>44655</c:v>
                </c:pt>
                <c:pt idx="231">
                  <c:v>44656</c:v>
                </c:pt>
                <c:pt idx="232">
                  <c:v>44657</c:v>
                </c:pt>
                <c:pt idx="233">
                  <c:v>44658</c:v>
                </c:pt>
                <c:pt idx="234">
                  <c:v>44659</c:v>
                </c:pt>
                <c:pt idx="235">
                  <c:v>44660</c:v>
                </c:pt>
                <c:pt idx="236">
                  <c:v>44661</c:v>
                </c:pt>
                <c:pt idx="237">
                  <c:v>44662</c:v>
                </c:pt>
                <c:pt idx="238">
                  <c:v>44663</c:v>
                </c:pt>
                <c:pt idx="239">
                  <c:v>44664</c:v>
                </c:pt>
                <c:pt idx="240">
                  <c:v>44665</c:v>
                </c:pt>
                <c:pt idx="241">
                  <c:v>44666</c:v>
                </c:pt>
                <c:pt idx="242">
                  <c:v>44667</c:v>
                </c:pt>
                <c:pt idx="243">
                  <c:v>44668</c:v>
                </c:pt>
                <c:pt idx="244">
                  <c:v>44669</c:v>
                </c:pt>
                <c:pt idx="245">
                  <c:v>44670</c:v>
                </c:pt>
                <c:pt idx="246">
                  <c:v>44671</c:v>
                </c:pt>
                <c:pt idx="247">
                  <c:v>44672</c:v>
                </c:pt>
                <c:pt idx="248">
                  <c:v>44673</c:v>
                </c:pt>
                <c:pt idx="249">
                  <c:v>44674</c:v>
                </c:pt>
                <c:pt idx="250">
                  <c:v>44675</c:v>
                </c:pt>
                <c:pt idx="251">
                  <c:v>44676</c:v>
                </c:pt>
                <c:pt idx="252">
                  <c:v>44677</c:v>
                </c:pt>
                <c:pt idx="253">
                  <c:v>44678</c:v>
                </c:pt>
                <c:pt idx="254">
                  <c:v>44679</c:v>
                </c:pt>
                <c:pt idx="255">
                  <c:v>44680</c:v>
                </c:pt>
                <c:pt idx="256">
                  <c:v>44681</c:v>
                </c:pt>
                <c:pt idx="257">
                  <c:v>44682</c:v>
                </c:pt>
                <c:pt idx="258">
                  <c:v>44683</c:v>
                </c:pt>
                <c:pt idx="259">
                  <c:v>44684</c:v>
                </c:pt>
                <c:pt idx="260">
                  <c:v>44685</c:v>
                </c:pt>
                <c:pt idx="261">
                  <c:v>44686</c:v>
                </c:pt>
                <c:pt idx="262">
                  <c:v>44687</c:v>
                </c:pt>
                <c:pt idx="263">
                  <c:v>44688</c:v>
                </c:pt>
                <c:pt idx="264">
                  <c:v>44689</c:v>
                </c:pt>
                <c:pt idx="265">
                  <c:v>44690</c:v>
                </c:pt>
                <c:pt idx="266">
                  <c:v>44691</c:v>
                </c:pt>
                <c:pt idx="267">
                  <c:v>44692</c:v>
                </c:pt>
                <c:pt idx="268">
                  <c:v>44693</c:v>
                </c:pt>
                <c:pt idx="269">
                  <c:v>44694</c:v>
                </c:pt>
                <c:pt idx="270">
                  <c:v>44695</c:v>
                </c:pt>
                <c:pt idx="271">
                  <c:v>44696</c:v>
                </c:pt>
                <c:pt idx="272">
                  <c:v>44697</c:v>
                </c:pt>
                <c:pt idx="273">
                  <c:v>44698</c:v>
                </c:pt>
                <c:pt idx="274">
                  <c:v>44699</c:v>
                </c:pt>
                <c:pt idx="275">
                  <c:v>44700</c:v>
                </c:pt>
                <c:pt idx="276">
                  <c:v>44701</c:v>
                </c:pt>
                <c:pt idx="277">
                  <c:v>44702</c:v>
                </c:pt>
                <c:pt idx="278">
                  <c:v>44703</c:v>
                </c:pt>
                <c:pt idx="279">
                  <c:v>44704</c:v>
                </c:pt>
                <c:pt idx="280">
                  <c:v>44705</c:v>
                </c:pt>
                <c:pt idx="281">
                  <c:v>44706</c:v>
                </c:pt>
                <c:pt idx="282">
                  <c:v>44707</c:v>
                </c:pt>
                <c:pt idx="283">
                  <c:v>44708</c:v>
                </c:pt>
                <c:pt idx="284">
                  <c:v>44709</c:v>
                </c:pt>
                <c:pt idx="285">
                  <c:v>44710</c:v>
                </c:pt>
                <c:pt idx="286">
                  <c:v>44711</c:v>
                </c:pt>
                <c:pt idx="287">
                  <c:v>44712</c:v>
                </c:pt>
                <c:pt idx="288">
                  <c:v>44713</c:v>
                </c:pt>
                <c:pt idx="289">
                  <c:v>44714</c:v>
                </c:pt>
                <c:pt idx="290">
                  <c:v>44715</c:v>
                </c:pt>
                <c:pt idx="291">
                  <c:v>44716</c:v>
                </c:pt>
                <c:pt idx="292">
                  <c:v>44717</c:v>
                </c:pt>
                <c:pt idx="293">
                  <c:v>44718</c:v>
                </c:pt>
                <c:pt idx="294">
                  <c:v>44719</c:v>
                </c:pt>
                <c:pt idx="295">
                  <c:v>44720</c:v>
                </c:pt>
                <c:pt idx="296">
                  <c:v>44721</c:v>
                </c:pt>
                <c:pt idx="297">
                  <c:v>44722</c:v>
                </c:pt>
                <c:pt idx="298">
                  <c:v>44723</c:v>
                </c:pt>
                <c:pt idx="299">
                  <c:v>44724</c:v>
                </c:pt>
                <c:pt idx="300">
                  <c:v>44725</c:v>
                </c:pt>
                <c:pt idx="301">
                  <c:v>44726</c:v>
                </c:pt>
                <c:pt idx="302">
                  <c:v>44727</c:v>
                </c:pt>
                <c:pt idx="303">
                  <c:v>44728</c:v>
                </c:pt>
                <c:pt idx="304">
                  <c:v>44729</c:v>
                </c:pt>
                <c:pt idx="305">
                  <c:v>44730</c:v>
                </c:pt>
                <c:pt idx="306">
                  <c:v>44731</c:v>
                </c:pt>
                <c:pt idx="307">
                  <c:v>44732</c:v>
                </c:pt>
                <c:pt idx="308">
                  <c:v>44733</c:v>
                </c:pt>
                <c:pt idx="309">
                  <c:v>44734</c:v>
                </c:pt>
                <c:pt idx="310">
                  <c:v>44735</c:v>
                </c:pt>
                <c:pt idx="311">
                  <c:v>44736</c:v>
                </c:pt>
                <c:pt idx="312">
                  <c:v>44737</c:v>
                </c:pt>
                <c:pt idx="313">
                  <c:v>44738</c:v>
                </c:pt>
                <c:pt idx="314">
                  <c:v>44739</c:v>
                </c:pt>
                <c:pt idx="315">
                  <c:v>44740</c:v>
                </c:pt>
                <c:pt idx="316">
                  <c:v>44741</c:v>
                </c:pt>
                <c:pt idx="317">
                  <c:v>44742</c:v>
                </c:pt>
                <c:pt idx="318">
                  <c:v>44743</c:v>
                </c:pt>
                <c:pt idx="319">
                  <c:v>44744</c:v>
                </c:pt>
                <c:pt idx="320">
                  <c:v>44745</c:v>
                </c:pt>
                <c:pt idx="321">
                  <c:v>44746</c:v>
                </c:pt>
                <c:pt idx="322">
                  <c:v>44747</c:v>
                </c:pt>
                <c:pt idx="323">
                  <c:v>44748</c:v>
                </c:pt>
                <c:pt idx="324">
                  <c:v>44749</c:v>
                </c:pt>
                <c:pt idx="325">
                  <c:v>44750</c:v>
                </c:pt>
                <c:pt idx="326">
                  <c:v>44751</c:v>
                </c:pt>
                <c:pt idx="327">
                  <c:v>44752</c:v>
                </c:pt>
                <c:pt idx="328">
                  <c:v>44753</c:v>
                </c:pt>
                <c:pt idx="329">
                  <c:v>44754</c:v>
                </c:pt>
                <c:pt idx="330">
                  <c:v>44755</c:v>
                </c:pt>
                <c:pt idx="331">
                  <c:v>44756</c:v>
                </c:pt>
                <c:pt idx="332">
                  <c:v>44757</c:v>
                </c:pt>
                <c:pt idx="333">
                  <c:v>44758</c:v>
                </c:pt>
                <c:pt idx="334">
                  <c:v>44759</c:v>
                </c:pt>
                <c:pt idx="335">
                  <c:v>44760</c:v>
                </c:pt>
                <c:pt idx="336">
                  <c:v>44761</c:v>
                </c:pt>
                <c:pt idx="337">
                  <c:v>44762</c:v>
                </c:pt>
                <c:pt idx="338">
                  <c:v>44763</c:v>
                </c:pt>
                <c:pt idx="339">
                  <c:v>44764</c:v>
                </c:pt>
                <c:pt idx="340">
                  <c:v>44765</c:v>
                </c:pt>
                <c:pt idx="341">
                  <c:v>44766</c:v>
                </c:pt>
                <c:pt idx="342">
                  <c:v>44767</c:v>
                </c:pt>
                <c:pt idx="343">
                  <c:v>44768</c:v>
                </c:pt>
                <c:pt idx="344">
                  <c:v>44769</c:v>
                </c:pt>
                <c:pt idx="345">
                  <c:v>44770</c:v>
                </c:pt>
                <c:pt idx="346">
                  <c:v>44771</c:v>
                </c:pt>
                <c:pt idx="347">
                  <c:v>44772</c:v>
                </c:pt>
                <c:pt idx="348">
                  <c:v>44773</c:v>
                </c:pt>
                <c:pt idx="349">
                  <c:v>44774</c:v>
                </c:pt>
                <c:pt idx="350">
                  <c:v>44775</c:v>
                </c:pt>
                <c:pt idx="351">
                  <c:v>44776</c:v>
                </c:pt>
                <c:pt idx="352">
                  <c:v>44777</c:v>
                </c:pt>
                <c:pt idx="353">
                  <c:v>44778</c:v>
                </c:pt>
                <c:pt idx="354">
                  <c:v>44779</c:v>
                </c:pt>
                <c:pt idx="355">
                  <c:v>44780</c:v>
                </c:pt>
                <c:pt idx="356">
                  <c:v>44781</c:v>
                </c:pt>
                <c:pt idx="357">
                  <c:v>44782</c:v>
                </c:pt>
                <c:pt idx="358">
                  <c:v>44783</c:v>
                </c:pt>
                <c:pt idx="359">
                  <c:v>44784</c:v>
                </c:pt>
                <c:pt idx="360">
                  <c:v>44785</c:v>
                </c:pt>
                <c:pt idx="361">
                  <c:v>44786</c:v>
                </c:pt>
                <c:pt idx="362">
                  <c:v>44787</c:v>
                </c:pt>
                <c:pt idx="363">
                  <c:v>44788</c:v>
                </c:pt>
                <c:pt idx="364">
                  <c:v>44789</c:v>
                </c:pt>
                <c:pt idx="365">
                  <c:v>44790</c:v>
                </c:pt>
                <c:pt idx="366">
                  <c:v>44791</c:v>
                </c:pt>
                <c:pt idx="367">
                  <c:v>44792</c:v>
                </c:pt>
                <c:pt idx="368">
                  <c:v>44793</c:v>
                </c:pt>
                <c:pt idx="369">
                  <c:v>44794</c:v>
                </c:pt>
                <c:pt idx="370">
                  <c:v>44795</c:v>
                </c:pt>
                <c:pt idx="371">
                  <c:v>44796</c:v>
                </c:pt>
                <c:pt idx="372">
                  <c:v>44797</c:v>
                </c:pt>
                <c:pt idx="373">
                  <c:v>44798</c:v>
                </c:pt>
                <c:pt idx="374">
                  <c:v>44799</c:v>
                </c:pt>
                <c:pt idx="375">
                  <c:v>44800</c:v>
                </c:pt>
                <c:pt idx="376">
                  <c:v>44801</c:v>
                </c:pt>
                <c:pt idx="377">
                  <c:v>44802</c:v>
                </c:pt>
                <c:pt idx="378">
                  <c:v>44803</c:v>
                </c:pt>
                <c:pt idx="379">
                  <c:v>44804</c:v>
                </c:pt>
                <c:pt idx="380">
                  <c:v>44805</c:v>
                </c:pt>
                <c:pt idx="381">
                  <c:v>44806</c:v>
                </c:pt>
                <c:pt idx="382">
                  <c:v>44807</c:v>
                </c:pt>
                <c:pt idx="383">
                  <c:v>44808</c:v>
                </c:pt>
                <c:pt idx="384">
                  <c:v>44809</c:v>
                </c:pt>
                <c:pt idx="385">
                  <c:v>44810</c:v>
                </c:pt>
                <c:pt idx="386">
                  <c:v>44811</c:v>
                </c:pt>
                <c:pt idx="387">
                  <c:v>44812</c:v>
                </c:pt>
                <c:pt idx="388">
                  <c:v>44813</c:v>
                </c:pt>
                <c:pt idx="389">
                  <c:v>44814</c:v>
                </c:pt>
                <c:pt idx="390">
                  <c:v>44815</c:v>
                </c:pt>
                <c:pt idx="391">
                  <c:v>44816</c:v>
                </c:pt>
                <c:pt idx="392">
                  <c:v>44817</c:v>
                </c:pt>
                <c:pt idx="393">
                  <c:v>44818</c:v>
                </c:pt>
                <c:pt idx="394">
                  <c:v>44819</c:v>
                </c:pt>
                <c:pt idx="395">
                  <c:v>44820</c:v>
                </c:pt>
                <c:pt idx="396">
                  <c:v>44821</c:v>
                </c:pt>
                <c:pt idx="397">
                  <c:v>44822</c:v>
                </c:pt>
                <c:pt idx="398">
                  <c:v>44823</c:v>
                </c:pt>
                <c:pt idx="399">
                  <c:v>44824</c:v>
                </c:pt>
                <c:pt idx="400">
                  <c:v>44825</c:v>
                </c:pt>
                <c:pt idx="401">
                  <c:v>44826</c:v>
                </c:pt>
                <c:pt idx="402">
                  <c:v>44827</c:v>
                </c:pt>
                <c:pt idx="403">
                  <c:v>44828</c:v>
                </c:pt>
                <c:pt idx="404">
                  <c:v>44829</c:v>
                </c:pt>
                <c:pt idx="405">
                  <c:v>44830</c:v>
                </c:pt>
                <c:pt idx="406">
                  <c:v>44831</c:v>
                </c:pt>
                <c:pt idx="407">
                  <c:v>44832</c:v>
                </c:pt>
                <c:pt idx="408">
                  <c:v>44833</c:v>
                </c:pt>
                <c:pt idx="409">
                  <c:v>44834</c:v>
                </c:pt>
                <c:pt idx="410">
                  <c:v>44835</c:v>
                </c:pt>
                <c:pt idx="411">
                  <c:v>44836</c:v>
                </c:pt>
                <c:pt idx="412">
                  <c:v>44837</c:v>
                </c:pt>
                <c:pt idx="413">
                  <c:v>44838</c:v>
                </c:pt>
                <c:pt idx="414">
                  <c:v>44839</c:v>
                </c:pt>
                <c:pt idx="415">
                  <c:v>44840</c:v>
                </c:pt>
                <c:pt idx="416">
                  <c:v>44841</c:v>
                </c:pt>
                <c:pt idx="417">
                  <c:v>44842</c:v>
                </c:pt>
                <c:pt idx="418">
                  <c:v>44843</c:v>
                </c:pt>
                <c:pt idx="419">
                  <c:v>44844</c:v>
                </c:pt>
                <c:pt idx="420">
                  <c:v>44845</c:v>
                </c:pt>
                <c:pt idx="421">
                  <c:v>44846</c:v>
                </c:pt>
                <c:pt idx="422">
                  <c:v>44847</c:v>
                </c:pt>
                <c:pt idx="423">
                  <c:v>44848</c:v>
                </c:pt>
                <c:pt idx="424">
                  <c:v>44849</c:v>
                </c:pt>
                <c:pt idx="425">
                  <c:v>44850</c:v>
                </c:pt>
                <c:pt idx="426">
                  <c:v>44851</c:v>
                </c:pt>
                <c:pt idx="427">
                  <c:v>44852</c:v>
                </c:pt>
                <c:pt idx="428">
                  <c:v>44853</c:v>
                </c:pt>
                <c:pt idx="429">
                  <c:v>44854</c:v>
                </c:pt>
                <c:pt idx="430">
                  <c:v>44855</c:v>
                </c:pt>
                <c:pt idx="431">
                  <c:v>44856</c:v>
                </c:pt>
                <c:pt idx="432">
                  <c:v>44857</c:v>
                </c:pt>
                <c:pt idx="433">
                  <c:v>44858</c:v>
                </c:pt>
                <c:pt idx="434">
                  <c:v>44859</c:v>
                </c:pt>
                <c:pt idx="435">
                  <c:v>44860</c:v>
                </c:pt>
                <c:pt idx="436">
                  <c:v>44861</c:v>
                </c:pt>
                <c:pt idx="437">
                  <c:v>44862</c:v>
                </c:pt>
                <c:pt idx="438">
                  <c:v>44863</c:v>
                </c:pt>
                <c:pt idx="439">
                  <c:v>44864</c:v>
                </c:pt>
                <c:pt idx="440">
                  <c:v>44865</c:v>
                </c:pt>
                <c:pt idx="441">
                  <c:v>44866</c:v>
                </c:pt>
                <c:pt idx="442">
                  <c:v>44867</c:v>
                </c:pt>
                <c:pt idx="443">
                  <c:v>44868</c:v>
                </c:pt>
                <c:pt idx="444">
                  <c:v>44869</c:v>
                </c:pt>
                <c:pt idx="445">
                  <c:v>44870</c:v>
                </c:pt>
                <c:pt idx="446">
                  <c:v>44871</c:v>
                </c:pt>
                <c:pt idx="447">
                  <c:v>44872</c:v>
                </c:pt>
                <c:pt idx="448">
                  <c:v>44873</c:v>
                </c:pt>
                <c:pt idx="449">
                  <c:v>44874</c:v>
                </c:pt>
                <c:pt idx="450">
                  <c:v>44875</c:v>
                </c:pt>
                <c:pt idx="451">
                  <c:v>44876</c:v>
                </c:pt>
                <c:pt idx="452">
                  <c:v>44877</c:v>
                </c:pt>
                <c:pt idx="453">
                  <c:v>44878</c:v>
                </c:pt>
                <c:pt idx="454">
                  <c:v>44879</c:v>
                </c:pt>
                <c:pt idx="455">
                  <c:v>44880</c:v>
                </c:pt>
                <c:pt idx="456">
                  <c:v>44881</c:v>
                </c:pt>
                <c:pt idx="457">
                  <c:v>44882</c:v>
                </c:pt>
                <c:pt idx="458">
                  <c:v>44883</c:v>
                </c:pt>
                <c:pt idx="459">
                  <c:v>44884</c:v>
                </c:pt>
                <c:pt idx="460">
                  <c:v>44885</c:v>
                </c:pt>
                <c:pt idx="461">
                  <c:v>44886</c:v>
                </c:pt>
                <c:pt idx="462">
                  <c:v>44887</c:v>
                </c:pt>
                <c:pt idx="463">
                  <c:v>44888</c:v>
                </c:pt>
                <c:pt idx="464">
                  <c:v>44889</c:v>
                </c:pt>
                <c:pt idx="465">
                  <c:v>44890</c:v>
                </c:pt>
                <c:pt idx="466">
                  <c:v>44891</c:v>
                </c:pt>
                <c:pt idx="467">
                  <c:v>44892</c:v>
                </c:pt>
                <c:pt idx="468">
                  <c:v>44893</c:v>
                </c:pt>
                <c:pt idx="469">
                  <c:v>44894</c:v>
                </c:pt>
                <c:pt idx="470">
                  <c:v>44895</c:v>
                </c:pt>
                <c:pt idx="471">
                  <c:v>44896</c:v>
                </c:pt>
                <c:pt idx="472">
                  <c:v>44897</c:v>
                </c:pt>
                <c:pt idx="473">
                  <c:v>44898</c:v>
                </c:pt>
                <c:pt idx="474">
                  <c:v>44899</c:v>
                </c:pt>
                <c:pt idx="475">
                  <c:v>44900</c:v>
                </c:pt>
                <c:pt idx="476">
                  <c:v>44901</c:v>
                </c:pt>
                <c:pt idx="477">
                  <c:v>44902</c:v>
                </c:pt>
                <c:pt idx="478">
                  <c:v>44903</c:v>
                </c:pt>
                <c:pt idx="479">
                  <c:v>44904</c:v>
                </c:pt>
                <c:pt idx="480">
                  <c:v>44905</c:v>
                </c:pt>
                <c:pt idx="481">
                  <c:v>44906</c:v>
                </c:pt>
                <c:pt idx="482">
                  <c:v>44907</c:v>
                </c:pt>
                <c:pt idx="483">
                  <c:v>44908</c:v>
                </c:pt>
                <c:pt idx="484">
                  <c:v>44909</c:v>
                </c:pt>
                <c:pt idx="485">
                  <c:v>44910</c:v>
                </c:pt>
                <c:pt idx="486">
                  <c:v>44911</c:v>
                </c:pt>
                <c:pt idx="487">
                  <c:v>44912</c:v>
                </c:pt>
                <c:pt idx="488">
                  <c:v>44913</c:v>
                </c:pt>
                <c:pt idx="489">
                  <c:v>44914</c:v>
                </c:pt>
                <c:pt idx="490">
                  <c:v>44915</c:v>
                </c:pt>
                <c:pt idx="491">
                  <c:v>44916</c:v>
                </c:pt>
                <c:pt idx="492">
                  <c:v>44917</c:v>
                </c:pt>
                <c:pt idx="493">
                  <c:v>44918</c:v>
                </c:pt>
                <c:pt idx="494">
                  <c:v>44919</c:v>
                </c:pt>
                <c:pt idx="495">
                  <c:v>44920</c:v>
                </c:pt>
                <c:pt idx="496">
                  <c:v>44921</c:v>
                </c:pt>
                <c:pt idx="497">
                  <c:v>44922</c:v>
                </c:pt>
                <c:pt idx="498">
                  <c:v>44923</c:v>
                </c:pt>
                <c:pt idx="499">
                  <c:v>44924</c:v>
                </c:pt>
                <c:pt idx="500">
                  <c:v>44925</c:v>
                </c:pt>
                <c:pt idx="501">
                  <c:v>44926</c:v>
                </c:pt>
                <c:pt idx="502">
                  <c:v>44927</c:v>
                </c:pt>
                <c:pt idx="503">
                  <c:v>44928</c:v>
                </c:pt>
                <c:pt idx="504">
                  <c:v>44929</c:v>
                </c:pt>
                <c:pt idx="505">
                  <c:v>44930</c:v>
                </c:pt>
                <c:pt idx="506">
                  <c:v>44931</c:v>
                </c:pt>
                <c:pt idx="507">
                  <c:v>44932</c:v>
                </c:pt>
                <c:pt idx="508">
                  <c:v>44933</c:v>
                </c:pt>
                <c:pt idx="509">
                  <c:v>44934</c:v>
                </c:pt>
                <c:pt idx="510">
                  <c:v>44935</c:v>
                </c:pt>
                <c:pt idx="511">
                  <c:v>44936</c:v>
                </c:pt>
                <c:pt idx="512">
                  <c:v>44937</c:v>
                </c:pt>
                <c:pt idx="513">
                  <c:v>44938</c:v>
                </c:pt>
                <c:pt idx="514">
                  <c:v>44939</c:v>
                </c:pt>
                <c:pt idx="515">
                  <c:v>44940</c:v>
                </c:pt>
                <c:pt idx="516">
                  <c:v>44941</c:v>
                </c:pt>
                <c:pt idx="517">
                  <c:v>44942</c:v>
                </c:pt>
                <c:pt idx="518">
                  <c:v>44943</c:v>
                </c:pt>
                <c:pt idx="519">
                  <c:v>44944</c:v>
                </c:pt>
                <c:pt idx="520">
                  <c:v>44945</c:v>
                </c:pt>
                <c:pt idx="521">
                  <c:v>44946</c:v>
                </c:pt>
                <c:pt idx="522">
                  <c:v>44947</c:v>
                </c:pt>
                <c:pt idx="523">
                  <c:v>44948</c:v>
                </c:pt>
                <c:pt idx="524">
                  <c:v>44949</c:v>
                </c:pt>
                <c:pt idx="525">
                  <c:v>44950</c:v>
                </c:pt>
                <c:pt idx="526">
                  <c:v>44951</c:v>
                </c:pt>
                <c:pt idx="527">
                  <c:v>44952</c:v>
                </c:pt>
                <c:pt idx="528">
                  <c:v>44953</c:v>
                </c:pt>
                <c:pt idx="529">
                  <c:v>44954</c:v>
                </c:pt>
                <c:pt idx="530">
                  <c:v>44955</c:v>
                </c:pt>
                <c:pt idx="531">
                  <c:v>44956</c:v>
                </c:pt>
                <c:pt idx="532">
                  <c:v>44957</c:v>
                </c:pt>
                <c:pt idx="533">
                  <c:v>44958</c:v>
                </c:pt>
                <c:pt idx="534">
                  <c:v>44959</c:v>
                </c:pt>
                <c:pt idx="535">
                  <c:v>44960</c:v>
                </c:pt>
                <c:pt idx="536">
                  <c:v>44961</c:v>
                </c:pt>
                <c:pt idx="537">
                  <c:v>44962</c:v>
                </c:pt>
                <c:pt idx="538">
                  <c:v>44963</c:v>
                </c:pt>
                <c:pt idx="539">
                  <c:v>44964</c:v>
                </c:pt>
                <c:pt idx="540">
                  <c:v>44965</c:v>
                </c:pt>
                <c:pt idx="541">
                  <c:v>44966</c:v>
                </c:pt>
                <c:pt idx="542">
                  <c:v>44967</c:v>
                </c:pt>
                <c:pt idx="543">
                  <c:v>44968</c:v>
                </c:pt>
                <c:pt idx="544">
                  <c:v>44969</c:v>
                </c:pt>
                <c:pt idx="545">
                  <c:v>44970</c:v>
                </c:pt>
                <c:pt idx="546">
                  <c:v>44971</c:v>
                </c:pt>
                <c:pt idx="547">
                  <c:v>44972</c:v>
                </c:pt>
                <c:pt idx="548">
                  <c:v>44973</c:v>
                </c:pt>
                <c:pt idx="549">
                  <c:v>44974</c:v>
                </c:pt>
                <c:pt idx="550">
                  <c:v>44975</c:v>
                </c:pt>
                <c:pt idx="551">
                  <c:v>44976</c:v>
                </c:pt>
                <c:pt idx="552">
                  <c:v>44977</c:v>
                </c:pt>
                <c:pt idx="553">
                  <c:v>44978</c:v>
                </c:pt>
                <c:pt idx="554">
                  <c:v>44979</c:v>
                </c:pt>
                <c:pt idx="555">
                  <c:v>44980</c:v>
                </c:pt>
                <c:pt idx="556">
                  <c:v>44981</c:v>
                </c:pt>
                <c:pt idx="557">
                  <c:v>44982</c:v>
                </c:pt>
                <c:pt idx="558">
                  <c:v>44983</c:v>
                </c:pt>
                <c:pt idx="559">
                  <c:v>44984</c:v>
                </c:pt>
                <c:pt idx="560">
                  <c:v>44985</c:v>
                </c:pt>
                <c:pt idx="561">
                  <c:v>44986</c:v>
                </c:pt>
                <c:pt idx="562">
                  <c:v>44987</c:v>
                </c:pt>
                <c:pt idx="563">
                  <c:v>44988</c:v>
                </c:pt>
                <c:pt idx="564">
                  <c:v>44989</c:v>
                </c:pt>
                <c:pt idx="565">
                  <c:v>44990</c:v>
                </c:pt>
                <c:pt idx="566">
                  <c:v>44991</c:v>
                </c:pt>
                <c:pt idx="567">
                  <c:v>44992</c:v>
                </c:pt>
                <c:pt idx="568">
                  <c:v>44993</c:v>
                </c:pt>
                <c:pt idx="569">
                  <c:v>44994</c:v>
                </c:pt>
                <c:pt idx="570">
                  <c:v>44995</c:v>
                </c:pt>
                <c:pt idx="571">
                  <c:v>44996</c:v>
                </c:pt>
                <c:pt idx="572">
                  <c:v>44997</c:v>
                </c:pt>
                <c:pt idx="573">
                  <c:v>44998</c:v>
                </c:pt>
                <c:pt idx="574">
                  <c:v>44999</c:v>
                </c:pt>
                <c:pt idx="575">
                  <c:v>45000</c:v>
                </c:pt>
                <c:pt idx="576">
                  <c:v>45001</c:v>
                </c:pt>
                <c:pt idx="577">
                  <c:v>45002</c:v>
                </c:pt>
                <c:pt idx="578">
                  <c:v>45003</c:v>
                </c:pt>
                <c:pt idx="579">
                  <c:v>45004</c:v>
                </c:pt>
                <c:pt idx="580">
                  <c:v>45005</c:v>
                </c:pt>
                <c:pt idx="581">
                  <c:v>45006</c:v>
                </c:pt>
                <c:pt idx="582">
                  <c:v>45007</c:v>
                </c:pt>
                <c:pt idx="583">
                  <c:v>45008</c:v>
                </c:pt>
                <c:pt idx="584">
                  <c:v>45009</c:v>
                </c:pt>
                <c:pt idx="585">
                  <c:v>45010</c:v>
                </c:pt>
                <c:pt idx="586">
                  <c:v>45011</c:v>
                </c:pt>
                <c:pt idx="587">
                  <c:v>45012</c:v>
                </c:pt>
                <c:pt idx="588">
                  <c:v>45013</c:v>
                </c:pt>
                <c:pt idx="589">
                  <c:v>45014</c:v>
                </c:pt>
                <c:pt idx="590">
                  <c:v>45015</c:v>
                </c:pt>
                <c:pt idx="591">
                  <c:v>45016</c:v>
                </c:pt>
                <c:pt idx="592">
                  <c:v>45017</c:v>
                </c:pt>
                <c:pt idx="593">
                  <c:v>45018</c:v>
                </c:pt>
                <c:pt idx="594">
                  <c:v>45019</c:v>
                </c:pt>
                <c:pt idx="595">
                  <c:v>45020</c:v>
                </c:pt>
                <c:pt idx="596">
                  <c:v>45021</c:v>
                </c:pt>
                <c:pt idx="597">
                  <c:v>45022</c:v>
                </c:pt>
                <c:pt idx="598">
                  <c:v>45023</c:v>
                </c:pt>
                <c:pt idx="599">
                  <c:v>45024</c:v>
                </c:pt>
                <c:pt idx="600">
                  <c:v>45025</c:v>
                </c:pt>
                <c:pt idx="601">
                  <c:v>45026</c:v>
                </c:pt>
                <c:pt idx="602">
                  <c:v>45027</c:v>
                </c:pt>
                <c:pt idx="603">
                  <c:v>45028</c:v>
                </c:pt>
                <c:pt idx="604">
                  <c:v>45029</c:v>
                </c:pt>
                <c:pt idx="605">
                  <c:v>45030</c:v>
                </c:pt>
                <c:pt idx="606">
                  <c:v>45031</c:v>
                </c:pt>
                <c:pt idx="607">
                  <c:v>45032</c:v>
                </c:pt>
                <c:pt idx="608">
                  <c:v>45033</c:v>
                </c:pt>
                <c:pt idx="609">
                  <c:v>45034</c:v>
                </c:pt>
                <c:pt idx="610">
                  <c:v>45035</c:v>
                </c:pt>
                <c:pt idx="611">
                  <c:v>45036</c:v>
                </c:pt>
                <c:pt idx="612">
                  <c:v>45037</c:v>
                </c:pt>
                <c:pt idx="613">
                  <c:v>45038</c:v>
                </c:pt>
                <c:pt idx="614">
                  <c:v>45039</c:v>
                </c:pt>
                <c:pt idx="615">
                  <c:v>45040</c:v>
                </c:pt>
                <c:pt idx="616">
                  <c:v>45041</c:v>
                </c:pt>
                <c:pt idx="617">
                  <c:v>45042</c:v>
                </c:pt>
                <c:pt idx="618">
                  <c:v>45043</c:v>
                </c:pt>
                <c:pt idx="619">
                  <c:v>45044</c:v>
                </c:pt>
                <c:pt idx="620">
                  <c:v>45045</c:v>
                </c:pt>
                <c:pt idx="621">
                  <c:v>45046</c:v>
                </c:pt>
                <c:pt idx="622">
                  <c:v>45047</c:v>
                </c:pt>
                <c:pt idx="623">
                  <c:v>45048</c:v>
                </c:pt>
                <c:pt idx="624">
                  <c:v>45049</c:v>
                </c:pt>
                <c:pt idx="625">
                  <c:v>45050</c:v>
                </c:pt>
                <c:pt idx="626">
                  <c:v>45051</c:v>
                </c:pt>
                <c:pt idx="627">
                  <c:v>45052</c:v>
                </c:pt>
                <c:pt idx="628">
                  <c:v>45053</c:v>
                </c:pt>
                <c:pt idx="629">
                  <c:v>45054</c:v>
                </c:pt>
                <c:pt idx="630">
                  <c:v>45055</c:v>
                </c:pt>
                <c:pt idx="631">
                  <c:v>45056</c:v>
                </c:pt>
                <c:pt idx="632">
                  <c:v>45057</c:v>
                </c:pt>
                <c:pt idx="633">
                  <c:v>45058</c:v>
                </c:pt>
                <c:pt idx="634">
                  <c:v>45059</c:v>
                </c:pt>
                <c:pt idx="635">
                  <c:v>45060</c:v>
                </c:pt>
                <c:pt idx="636">
                  <c:v>45061</c:v>
                </c:pt>
                <c:pt idx="637">
                  <c:v>45062</c:v>
                </c:pt>
                <c:pt idx="638">
                  <c:v>45063</c:v>
                </c:pt>
                <c:pt idx="639">
                  <c:v>45064</c:v>
                </c:pt>
                <c:pt idx="640">
                  <c:v>45065</c:v>
                </c:pt>
                <c:pt idx="641">
                  <c:v>45066</c:v>
                </c:pt>
                <c:pt idx="642">
                  <c:v>45067</c:v>
                </c:pt>
                <c:pt idx="643">
                  <c:v>45068</c:v>
                </c:pt>
                <c:pt idx="644">
                  <c:v>45069</c:v>
                </c:pt>
                <c:pt idx="645">
                  <c:v>45070</c:v>
                </c:pt>
                <c:pt idx="646">
                  <c:v>45071</c:v>
                </c:pt>
                <c:pt idx="647">
                  <c:v>45072</c:v>
                </c:pt>
                <c:pt idx="648">
                  <c:v>45073</c:v>
                </c:pt>
                <c:pt idx="649">
                  <c:v>45074</c:v>
                </c:pt>
                <c:pt idx="650">
                  <c:v>45075</c:v>
                </c:pt>
                <c:pt idx="651">
                  <c:v>45076</c:v>
                </c:pt>
                <c:pt idx="652">
                  <c:v>45077</c:v>
                </c:pt>
                <c:pt idx="653">
                  <c:v>45078</c:v>
                </c:pt>
                <c:pt idx="654">
                  <c:v>45079</c:v>
                </c:pt>
                <c:pt idx="655">
                  <c:v>45080</c:v>
                </c:pt>
                <c:pt idx="656">
                  <c:v>45081</c:v>
                </c:pt>
                <c:pt idx="657">
                  <c:v>45082</c:v>
                </c:pt>
                <c:pt idx="658">
                  <c:v>45083</c:v>
                </c:pt>
                <c:pt idx="659">
                  <c:v>45084</c:v>
                </c:pt>
                <c:pt idx="660">
                  <c:v>45085</c:v>
                </c:pt>
                <c:pt idx="661">
                  <c:v>45086</c:v>
                </c:pt>
                <c:pt idx="662">
                  <c:v>45087</c:v>
                </c:pt>
                <c:pt idx="663">
                  <c:v>45088</c:v>
                </c:pt>
                <c:pt idx="664">
                  <c:v>45089</c:v>
                </c:pt>
                <c:pt idx="665">
                  <c:v>45090</c:v>
                </c:pt>
                <c:pt idx="666">
                  <c:v>45091</c:v>
                </c:pt>
                <c:pt idx="667">
                  <c:v>45092</c:v>
                </c:pt>
                <c:pt idx="668">
                  <c:v>45093</c:v>
                </c:pt>
                <c:pt idx="669">
                  <c:v>45094</c:v>
                </c:pt>
                <c:pt idx="670">
                  <c:v>45095</c:v>
                </c:pt>
                <c:pt idx="671">
                  <c:v>45096</c:v>
                </c:pt>
                <c:pt idx="672">
                  <c:v>45097</c:v>
                </c:pt>
                <c:pt idx="673">
                  <c:v>45098</c:v>
                </c:pt>
                <c:pt idx="674">
                  <c:v>45099</c:v>
                </c:pt>
                <c:pt idx="675">
                  <c:v>45100</c:v>
                </c:pt>
                <c:pt idx="676">
                  <c:v>45101</c:v>
                </c:pt>
                <c:pt idx="677">
                  <c:v>45102</c:v>
                </c:pt>
                <c:pt idx="678">
                  <c:v>45103</c:v>
                </c:pt>
                <c:pt idx="679">
                  <c:v>45104</c:v>
                </c:pt>
                <c:pt idx="680">
                  <c:v>45105</c:v>
                </c:pt>
                <c:pt idx="681">
                  <c:v>45106</c:v>
                </c:pt>
                <c:pt idx="682">
                  <c:v>45107</c:v>
                </c:pt>
                <c:pt idx="683">
                  <c:v>45108</c:v>
                </c:pt>
                <c:pt idx="684">
                  <c:v>45109</c:v>
                </c:pt>
                <c:pt idx="685">
                  <c:v>45110</c:v>
                </c:pt>
                <c:pt idx="686">
                  <c:v>45111</c:v>
                </c:pt>
                <c:pt idx="687">
                  <c:v>45112</c:v>
                </c:pt>
                <c:pt idx="688">
                  <c:v>45113</c:v>
                </c:pt>
                <c:pt idx="689">
                  <c:v>45114</c:v>
                </c:pt>
                <c:pt idx="690">
                  <c:v>45115</c:v>
                </c:pt>
                <c:pt idx="691">
                  <c:v>45116</c:v>
                </c:pt>
                <c:pt idx="692">
                  <c:v>45117</c:v>
                </c:pt>
                <c:pt idx="693">
                  <c:v>45118</c:v>
                </c:pt>
                <c:pt idx="694">
                  <c:v>45119</c:v>
                </c:pt>
                <c:pt idx="695">
                  <c:v>45120</c:v>
                </c:pt>
                <c:pt idx="696">
                  <c:v>45121</c:v>
                </c:pt>
                <c:pt idx="697">
                  <c:v>45122</c:v>
                </c:pt>
                <c:pt idx="698">
                  <c:v>45123</c:v>
                </c:pt>
                <c:pt idx="699">
                  <c:v>45124</c:v>
                </c:pt>
                <c:pt idx="700">
                  <c:v>45125</c:v>
                </c:pt>
                <c:pt idx="701">
                  <c:v>45126</c:v>
                </c:pt>
                <c:pt idx="702">
                  <c:v>45127</c:v>
                </c:pt>
                <c:pt idx="703">
                  <c:v>45128</c:v>
                </c:pt>
                <c:pt idx="704">
                  <c:v>45129</c:v>
                </c:pt>
                <c:pt idx="705">
                  <c:v>45130</c:v>
                </c:pt>
                <c:pt idx="706">
                  <c:v>45131</c:v>
                </c:pt>
                <c:pt idx="707">
                  <c:v>45132</c:v>
                </c:pt>
                <c:pt idx="708">
                  <c:v>45133</c:v>
                </c:pt>
                <c:pt idx="709">
                  <c:v>45134</c:v>
                </c:pt>
                <c:pt idx="710">
                  <c:v>45135</c:v>
                </c:pt>
                <c:pt idx="711">
                  <c:v>45136</c:v>
                </c:pt>
                <c:pt idx="712">
                  <c:v>45137</c:v>
                </c:pt>
                <c:pt idx="713">
                  <c:v>45138</c:v>
                </c:pt>
                <c:pt idx="714">
                  <c:v>45139</c:v>
                </c:pt>
                <c:pt idx="715">
                  <c:v>45140</c:v>
                </c:pt>
                <c:pt idx="716">
                  <c:v>45141</c:v>
                </c:pt>
                <c:pt idx="717">
                  <c:v>45142</c:v>
                </c:pt>
                <c:pt idx="718">
                  <c:v>45143</c:v>
                </c:pt>
                <c:pt idx="719">
                  <c:v>45144</c:v>
                </c:pt>
                <c:pt idx="720">
                  <c:v>45145</c:v>
                </c:pt>
                <c:pt idx="721">
                  <c:v>45146</c:v>
                </c:pt>
                <c:pt idx="722">
                  <c:v>45147</c:v>
                </c:pt>
                <c:pt idx="723">
                  <c:v>45148</c:v>
                </c:pt>
                <c:pt idx="724">
                  <c:v>45149</c:v>
                </c:pt>
                <c:pt idx="725">
                  <c:v>45150</c:v>
                </c:pt>
                <c:pt idx="726">
                  <c:v>45151</c:v>
                </c:pt>
                <c:pt idx="727">
                  <c:v>45152</c:v>
                </c:pt>
                <c:pt idx="728">
                  <c:v>45153</c:v>
                </c:pt>
                <c:pt idx="729">
                  <c:v>45154</c:v>
                </c:pt>
                <c:pt idx="730">
                  <c:v>45155</c:v>
                </c:pt>
                <c:pt idx="731">
                  <c:v>45156</c:v>
                </c:pt>
                <c:pt idx="732">
                  <c:v>45157</c:v>
                </c:pt>
                <c:pt idx="733">
                  <c:v>45158</c:v>
                </c:pt>
                <c:pt idx="734">
                  <c:v>45159</c:v>
                </c:pt>
                <c:pt idx="735">
                  <c:v>45160</c:v>
                </c:pt>
                <c:pt idx="736">
                  <c:v>45161</c:v>
                </c:pt>
                <c:pt idx="737">
                  <c:v>45162</c:v>
                </c:pt>
                <c:pt idx="738">
                  <c:v>45163</c:v>
                </c:pt>
                <c:pt idx="739">
                  <c:v>45164</c:v>
                </c:pt>
                <c:pt idx="740">
                  <c:v>45165</c:v>
                </c:pt>
                <c:pt idx="741">
                  <c:v>45166</c:v>
                </c:pt>
                <c:pt idx="742">
                  <c:v>45167</c:v>
                </c:pt>
                <c:pt idx="743">
                  <c:v>45168</c:v>
                </c:pt>
                <c:pt idx="744">
                  <c:v>45169</c:v>
                </c:pt>
                <c:pt idx="745">
                  <c:v>45170</c:v>
                </c:pt>
                <c:pt idx="746">
                  <c:v>45171</c:v>
                </c:pt>
                <c:pt idx="747">
                  <c:v>45172</c:v>
                </c:pt>
                <c:pt idx="748">
                  <c:v>45173</c:v>
                </c:pt>
                <c:pt idx="749">
                  <c:v>45174</c:v>
                </c:pt>
                <c:pt idx="750">
                  <c:v>45175</c:v>
                </c:pt>
                <c:pt idx="751">
                  <c:v>45176</c:v>
                </c:pt>
                <c:pt idx="752">
                  <c:v>45177</c:v>
                </c:pt>
                <c:pt idx="753">
                  <c:v>45178</c:v>
                </c:pt>
                <c:pt idx="754">
                  <c:v>45179</c:v>
                </c:pt>
                <c:pt idx="755">
                  <c:v>45180</c:v>
                </c:pt>
                <c:pt idx="756">
                  <c:v>45181</c:v>
                </c:pt>
                <c:pt idx="757">
                  <c:v>45182</c:v>
                </c:pt>
                <c:pt idx="758">
                  <c:v>45183</c:v>
                </c:pt>
                <c:pt idx="759">
                  <c:v>45184</c:v>
                </c:pt>
                <c:pt idx="760">
                  <c:v>45185</c:v>
                </c:pt>
                <c:pt idx="761">
                  <c:v>45186</c:v>
                </c:pt>
                <c:pt idx="762">
                  <c:v>45187</c:v>
                </c:pt>
                <c:pt idx="763">
                  <c:v>45188</c:v>
                </c:pt>
                <c:pt idx="764">
                  <c:v>45189</c:v>
                </c:pt>
                <c:pt idx="765">
                  <c:v>45190</c:v>
                </c:pt>
                <c:pt idx="766">
                  <c:v>45191</c:v>
                </c:pt>
                <c:pt idx="767">
                  <c:v>45192</c:v>
                </c:pt>
                <c:pt idx="768">
                  <c:v>45193</c:v>
                </c:pt>
                <c:pt idx="769">
                  <c:v>45194</c:v>
                </c:pt>
                <c:pt idx="770">
                  <c:v>45195</c:v>
                </c:pt>
                <c:pt idx="771">
                  <c:v>45196</c:v>
                </c:pt>
                <c:pt idx="772">
                  <c:v>45197</c:v>
                </c:pt>
                <c:pt idx="773">
                  <c:v>45198</c:v>
                </c:pt>
                <c:pt idx="774">
                  <c:v>45199</c:v>
                </c:pt>
                <c:pt idx="775">
                  <c:v>45200</c:v>
                </c:pt>
                <c:pt idx="776">
                  <c:v>45201</c:v>
                </c:pt>
                <c:pt idx="777">
                  <c:v>45202</c:v>
                </c:pt>
                <c:pt idx="778">
                  <c:v>45203</c:v>
                </c:pt>
                <c:pt idx="779">
                  <c:v>45204</c:v>
                </c:pt>
                <c:pt idx="780">
                  <c:v>45205</c:v>
                </c:pt>
                <c:pt idx="781">
                  <c:v>45206</c:v>
                </c:pt>
                <c:pt idx="782">
                  <c:v>45207</c:v>
                </c:pt>
                <c:pt idx="783">
                  <c:v>45208</c:v>
                </c:pt>
                <c:pt idx="784">
                  <c:v>45209</c:v>
                </c:pt>
                <c:pt idx="785">
                  <c:v>45210</c:v>
                </c:pt>
                <c:pt idx="786">
                  <c:v>45211</c:v>
                </c:pt>
                <c:pt idx="787">
                  <c:v>45212</c:v>
                </c:pt>
                <c:pt idx="788">
                  <c:v>45213</c:v>
                </c:pt>
                <c:pt idx="789">
                  <c:v>45214</c:v>
                </c:pt>
                <c:pt idx="790">
                  <c:v>45215</c:v>
                </c:pt>
                <c:pt idx="791">
                  <c:v>45216</c:v>
                </c:pt>
                <c:pt idx="792">
                  <c:v>45217</c:v>
                </c:pt>
                <c:pt idx="793">
                  <c:v>45218</c:v>
                </c:pt>
                <c:pt idx="794">
                  <c:v>45219</c:v>
                </c:pt>
                <c:pt idx="795">
                  <c:v>45220</c:v>
                </c:pt>
                <c:pt idx="796">
                  <c:v>45221</c:v>
                </c:pt>
                <c:pt idx="797">
                  <c:v>45222</c:v>
                </c:pt>
                <c:pt idx="798">
                  <c:v>45223</c:v>
                </c:pt>
                <c:pt idx="799">
                  <c:v>45224</c:v>
                </c:pt>
                <c:pt idx="800">
                  <c:v>45225</c:v>
                </c:pt>
                <c:pt idx="801">
                  <c:v>45226</c:v>
                </c:pt>
                <c:pt idx="802">
                  <c:v>45227</c:v>
                </c:pt>
                <c:pt idx="803">
                  <c:v>45228</c:v>
                </c:pt>
                <c:pt idx="804">
                  <c:v>45229</c:v>
                </c:pt>
                <c:pt idx="805">
                  <c:v>45230</c:v>
                </c:pt>
                <c:pt idx="806">
                  <c:v>45231</c:v>
                </c:pt>
                <c:pt idx="807">
                  <c:v>45232</c:v>
                </c:pt>
                <c:pt idx="808">
                  <c:v>45233</c:v>
                </c:pt>
                <c:pt idx="809">
                  <c:v>45234</c:v>
                </c:pt>
                <c:pt idx="810">
                  <c:v>45235</c:v>
                </c:pt>
                <c:pt idx="811">
                  <c:v>45236</c:v>
                </c:pt>
                <c:pt idx="812">
                  <c:v>45237</c:v>
                </c:pt>
                <c:pt idx="813">
                  <c:v>45238</c:v>
                </c:pt>
                <c:pt idx="814">
                  <c:v>45239</c:v>
                </c:pt>
                <c:pt idx="815">
                  <c:v>45240</c:v>
                </c:pt>
                <c:pt idx="816">
                  <c:v>45241</c:v>
                </c:pt>
                <c:pt idx="817">
                  <c:v>45242</c:v>
                </c:pt>
                <c:pt idx="818">
                  <c:v>45243</c:v>
                </c:pt>
                <c:pt idx="819">
                  <c:v>45244</c:v>
                </c:pt>
                <c:pt idx="820">
                  <c:v>45245</c:v>
                </c:pt>
                <c:pt idx="821">
                  <c:v>45246</c:v>
                </c:pt>
                <c:pt idx="822">
                  <c:v>45247</c:v>
                </c:pt>
                <c:pt idx="823">
                  <c:v>45248</c:v>
                </c:pt>
                <c:pt idx="824">
                  <c:v>45249</c:v>
                </c:pt>
                <c:pt idx="825">
                  <c:v>45250</c:v>
                </c:pt>
                <c:pt idx="826">
                  <c:v>45251</c:v>
                </c:pt>
                <c:pt idx="827">
                  <c:v>45252</c:v>
                </c:pt>
                <c:pt idx="828">
                  <c:v>45253</c:v>
                </c:pt>
                <c:pt idx="829">
                  <c:v>45254</c:v>
                </c:pt>
                <c:pt idx="830">
                  <c:v>45255</c:v>
                </c:pt>
                <c:pt idx="831">
                  <c:v>45256</c:v>
                </c:pt>
                <c:pt idx="832">
                  <c:v>45257</c:v>
                </c:pt>
                <c:pt idx="833">
                  <c:v>45258</c:v>
                </c:pt>
                <c:pt idx="834">
                  <c:v>45259</c:v>
                </c:pt>
                <c:pt idx="835">
                  <c:v>45260</c:v>
                </c:pt>
                <c:pt idx="836">
                  <c:v>45261</c:v>
                </c:pt>
                <c:pt idx="837">
                  <c:v>45262</c:v>
                </c:pt>
                <c:pt idx="838">
                  <c:v>45263</c:v>
                </c:pt>
                <c:pt idx="839">
                  <c:v>45264</c:v>
                </c:pt>
                <c:pt idx="840">
                  <c:v>45265</c:v>
                </c:pt>
                <c:pt idx="841">
                  <c:v>45266</c:v>
                </c:pt>
                <c:pt idx="842">
                  <c:v>45267</c:v>
                </c:pt>
                <c:pt idx="843">
                  <c:v>45268</c:v>
                </c:pt>
                <c:pt idx="844">
                  <c:v>45269</c:v>
                </c:pt>
                <c:pt idx="845">
                  <c:v>45270</c:v>
                </c:pt>
                <c:pt idx="846">
                  <c:v>45271</c:v>
                </c:pt>
                <c:pt idx="847">
                  <c:v>45272</c:v>
                </c:pt>
                <c:pt idx="848">
                  <c:v>45273</c:v>
                </c:pt>
                <c:pt idx="849">
                  <c:v>45274</c:v>
                </c:pt>
                <c:pt idx="850">
                  <c:v>45275</c:v>
                </c:pt>
                <c:pt idx="851">
                  <c:v>45276</c:v>
                </c:pt>
                <c:pt idx="852">
                  <c:v>45277</c:v>
                </c:pt>
                <c:pt idx="853">
                  <c:v>45278</c:v>
                </c:pt>
                <c:pt idx="854">
                  <c:v>45279</c:v>
                </c:pt>
                <c:pt idx="855">
                  <c:v>45280</c:v>
                </c:pt>
                <c:pt idx="856">
                  <c:v>45281</c:v>
                </c:pt>
                <c:pt idx="857">
                  <c:v>45282</c:v>
                </c:pt>
                <c:pt idx="858">
                  <c:v>45283</c:v>
                </c:pt>
                <c:pt idx="859">
                  <c:v>45284</c:v>
                </c:pt>
                <c:pt idx="860">
                  <c:v>45285</c:v>
                </c:pt>
                <c:pt idx="861">
                  <c:v>45286</c:v>
                </c:pt>
                <c:pt idx="862">
                  <c:v>45287</c:v>
                </c:pt>
                <c:pt idx="863">
                  <c:v>45288</c:v>
                </c:pt>
                <c:pt idx="864">
                  <c:v>45289</c:v>
                </c:pt>
                <c:pt idx="865">
                  <c:v>45290</c:v>
                </c:pt>
                <c:pt idx="866">
                  <c:v>45291</c:v>
                </c:pt>
                <c:pt idx="867">
                  <c:v>45292</c:v>
                </c:pt>
                <c:pt idx="868">
                  <c:v>45293</c:v>
                </c:pt>
                <c:pt idx="869">
                  <c:v>45294</c:v>
                </c:pt>
                <c:pt idx="870">
                  <c:v>45295</c:v>
                </c:pt>
                <c:pt idx="871">
                  <c:v>45296</c:v>
                </c:pt>
                <c:pt idx="872">
                  <c:v>45297</c:v>
                </c:pt>
                <c:pt idx="873">
                  <c:v>45298</c:v>
                </c:pt>
                <c:pt idx="874">
                  <c:v>45299</c:v>
                </c:pt>
                <c:pt idx="875">
                  <c:v>45300</c:v>
                </c:pt>
                <c:pt idx="876">
                  <c:v>45301</c:v>
                </c:pt>
                <c:pt idx="877">
                  <c:v>45302</c:v>
                </c:pt>
                <c:pt idx="878">
                  <c:v>45303</c:v>
                </c:pt>
                <c:pt idx="879">
                  <c:v>45304</c:v>
                </c:pt>
                <c:pt idx="880">
                  <c:v>45305</c:v>
                </c:pt>
                <c:pt idx="881">
                  <c:v>45306</c:v>
                </c:pt>
                <c:pt idx="882">
                  <c:v>45307</c:v>
                </c:pt>
                <c:pt idx="883">
                  <c:v>45308</c:v>
                </c:pt>
                <c:pt idx="884">
                  <c:v>45309</c:v>
                </c:pt>
                <c:pt idx="885">
                  <c:v>45310</c:v>
                </c:pt>
                <c:pt idx="886">
                  <c:v>45311</c:v>
                </c:pt>
                <c:pt idx="887">
                  <c:v>45312</c:v>
                </c:pt>
                <c:pt idx="888">
                  <c:v>45313</c:v>
                </c:pt>
                <c:pt idx="889">
                  <c:v>45314</c:v>
                </c:pt>
                <c:pt idx="890">
                  <c:v>45315</c:v>
                </c:pt>
                <c:pt idx="891">
                  <c:v>45316</c:v>
                </c:pt>
                <c:pt idx="892">
                  <c:v>45317</c:v>
                </c:pt>
                <c:pt idx="893">
                  <c:v>45318</c:v>
                </c:pt>
                <c:pt idx="894">
                  <c:v>45319</c:v>
                </c:pt>
                <c:pt idx="895">
                  <c:v>45320</c:v>
                </c:pt>
                <c:pt idx="896">
                  <c:v>45321</c:v>
                </c:pt>
                <c:pt idx="897">
                  <c:v>45322</c:v>
                </c:pt>
                <c:pt idx="898">
                  <c:v>45323</c:v>
                </c:pt>
                <c:pt idx="899">
                  <c:v>45324</c:v>
                </c:pt>
                <c:pt idx="900">
                  <c:v>45325</c:v>
                </c:pt>
                <c:pt idx="901">
                  <c:v>45326</c:v>
                </c:pt>
                <c:pt idx="902">
                  <c:v>45327</c:v>
                </c:pt>
                <c:pt idx="903">
                  <c:v>45328</c:v>
                </c:pt>
                <c:pt idx="904">
                  <c:v>45329</c:v>
                </c:pt>
                <c:pt idx="905">
                  <c:v>45330</c:v>
                </c:pt>
                <c:pt idx="906">
                  <c:v>45331</c:v>
                </c:pt>
                <c:pt idx="907">
                  <c:v>45332</c:v>
                </c:pt>
                <c:pt idx="908">
                  <c:v>45333</c:v>
                </c:pt>
                <c:pt idx="909">
                  <c:v>45334</c:v>
                </c:pt>
                <c:pt idx="910">
                  <c:v>45335</c:v>
                </c:pt>
                <c:pt idx="911">
                  <c:v>45336</c:v>
                </c:pt>
                <c:pt idx="912">
                  <c:v>45337</c:v>
                </c:pt>
                <c:pt idx="913">
                  <c:v>45338</c:v>
                </c:pt>
                <c:pt idx="914">
                  <c:v>45339</c:v>
                </c:pt>
                <c:pt idx="915">
                  <c:v>45340</c:v>
                </c:pt>
                <c:pt idx="916">
                  <c:v>45341</c:v>
                </c:pt>
                <c:pt idx="917">
                  <c:v>45342</c:v>
                </c:pt>
                <c:pt idx="918">
                  <c:v>45343</c:v>
                </c:pt>
                <c:pt idx="919">
                  <c:v>45344</c:v>
                </c:pt>
                <c:pt idx="920">
                  <c:v>45345</c:v>
                </c:pt>
                <c:pt idx="921">
                  <c:v>45346</c:v>
                </c:pt>
                <c:pt idx="922">
                  <c:v>45347</c:v>
                </c:pt>
                <c:pt idx="923">
                  <c:v>45348</c:v>
                </c:pt>
                <c:pt idx="924">
                  <c:v>45349</c:v>
                </c:pt>
                <c:pt idx="925">
                  <c:v>45350</c:v>
                </c:pt>
                <c:pt idx="926">
                  <c:v>45351</c:v>
                </c:pt>
                <c:pt idx="927">
                  <c:v>45352</c:v>
                </c:pt>
                <c:pt idx="928">
                  <c:v>45353</c:v>
                </c:pt>
                <c:pt idx="929">
                  <c:v>45354</c:v>
                </c:pt>
                <c:pt idx="930">
                  <c:v>45355</c:v>
                </c:pt>
                <c:pt idx="931">
                  <c:v>45356</c:v>
                </c:pt>
                <c:pt idx="932">
                  <c:v>45357</c:v>
                </c:pt>
                <c:pt idx="933">
                  <c:v>45358</c:v>
                </c:pt>
                <c:pt idx="934">
                  <c:v>45359</c:v>
                </c:pt>
                <c:pt idx="935">
                  <c:v>45360</c:v>
                </c:pt>
                <c:pt idx="936">
                  <c:v>45361</c:v>
                </c:pt>
                <c:pt idx="937">
                  <c:v>45362</c:v>
                </c:pt>
                <c:pt idx="938">
                  <c:v>45363</c:v>
                </c:pt>
                <c:pt idx="939">
                  <c:v>45364</c:v>
                </c:pt>
                <c:pt idx="940">
                  <c:v>45365</c:v>
                </c:pt>
                <c:pt idx="941">
                  <c:v>45366</c:v>
                </c:pt>
                <c:pt idx="942">
                  <c:v>45367</c:v>
                </c:pt>
                <c:pt idx="943">
                  <c:v>45368</c:v>
                </c:pt>
                <c:pt idx="944">
                  <c:v>45369</c:v>
                </c:pt>
                <c:pt idx="945">
                  <c:v>45370</c:v>
                </c:pt>
                <c:pt idx="946">
                  <c:v>45371</c:v>
                </c:pt>
                <c:pt idx="947">
                  <c:v>45372</c:v>
                </c:pt>
                <c:pt idx="948">
                  <c:v>45373</c:v>
                </c:pt>
                <c:pt idx="949">
                  <c:v>45374</c:v>
                </c:pt>
                <c:pt idx="950">
                  <c:v>45375</c:v>
                </c:pt>
                <c:pt idx="951">
                  <c:v>45376</c:v>
                </c:pt>
                <c:pt idx="952">
                  <c:v>45377</c:v>
                </c:pt>
                <c:pt idx="953">
                  <c:v>45378</c:v>
                </c:pt>
                <c:pt idx="954">
                  <c:v>45379</c:v>
                </c:pt>
                <c:pt idx="955">
                  <c:v>45380</c:v>
                </c:pt>
                <c:pt idx="956">
                  <c:v>45381</c:v>
                </c:pt>
                <c:pt idx="957">
                  <c:v>45382</c:v>
                </c:pt>
                <c:pt idx="958">
                  <c:v>45383</c:v>
                </c:pt>
                <c:pt idx="959">
                  <c:v>45384</c:v>
                </c:pt>
                <c:pt idx="960">
                  <c:v>45385</c:v>
                </c:pt>
                <c:pt idx="961">
                  <c:v>45386</c:v>
                </c:pt>
                <c:pt idx="962">
                  <c:v>45387</c:v>
                </c:pt>
                <c:pt idx="963">
                  <c:v>45388</c:v>
                </c:pt>
                <c:pt idx="964">
                  <c:v>45389</c:v>
                </c:pt>
                <c:pt idx="965">
                  <c:v>45390</c:v>
                </c:pt>
                <c:pt idx="966">
                  <c:v>45391</c:v>
                </c:pt>
                <c:pt idx="967">
                  <c:v>45392</c:v>
                </c:pt>
                <c:pt idx="968">
                  <c:v>45393</c:v>
                </c:pt>
                <c:pt idx="969">
                  <c:v>45394</c:v>
                </c:pt>
                <c:pt idx="970">
                  <c:v>45395</c:v>
                </c:pt>
                <c:pt idx="971">
                  <c:v>45396</c:v>
                </c:pt>
                <c:pt idx="972">
                  <c:v>45397</c:v>
                </c:pt>
                <c:pt idx="973">
                  <c:v>45398</c:v>
                </c:pt>
                <c:pt idx="974">
                  <c:v>45399</c:v>
                </c:pt>
                <c:pt idx="975">
                  <c:v>45400</c:v>
                </c:pt>
                <c:pt idx="976">
                  <c:v>45401</c:v>
                </c:pt>
                <c:pt idx="977">
                  <c:v>45402</c:v>
                </c:pt>
                <c:pt idx="978">
                  <c:v>45403</c:v>
                </c:pt>
                <c:pt idx="979">
                  <c:v>45404</c:v>
                </c:pt>
                <c:pt idx="980">
                  <c:v>45405</c:v>
                </c:pt>
                <c:pt idx="981">
                  <c:v>45406</c:v>
                </c:pt>
                <c:pt idx="982">
                  <c:v>45407</c:v>
                </c:pt>
                <c:pt idx="983">
                  <c:v>45408</c:v>
                </c:pt>
                <c:pt idx="984">
                  <c:v>45409</c:v>
                </c:pt>
                <c:pt idx="985">
                  <c:v>45410</c:v>
                </c:pt>
                <c:pt idx="986">
                  <c:v>45411</c:v>
                </c:pt>
                <c:pt idx="987">
                  <c:v>45412</c:v>
                </c:pt>
                <c:pt idx="988">
                  <c:v>45413</c:v>
                </c:pt>
                <c:pt idx="989">
                  <c:v>45414</c:v>
                </c:pt>
                <c:pt idx="990">
                  <c:v>45415</c:v>
                </c:pt>
                <c:pt idx="991">
                  <c:v>45416</c:v>
                </c:pt>
                <c:pt idx="992">
                  <c:v>45417</c:v>
                </c:pt>
                <c:pt idx="993">
                  <c:v>45418</c:v>
                </c:pt>
                <c:pt idx="994">
                  <c:v>45419</c:v>
                </c:pt>
                <c:pt idx="995">
                  <c:v>45420</c:v>
                </c:pt>
                <c:pt idx="996">
                  <c:v>45421</c:v>
                </c:pt>
                <c:pt idx="997">
                  <c:v>45422</c:v>
                </c:pt>
                <c:pt idx="998">
                  <c:v>45423</c:v>
                </c:pt>
                <c:pt idx="999">
                  <c:v>45424</c:v>
                </c:pt>
                <c:pt idx="1000">
                  <c:v>45425</c:v>
                </c:pt>
                <c:pt idx="1001">
                  <c:v>45426</c:v>
                </c:pt>
                <c:pt idx="1002">
                  <c:v>45427</c:v>
                </c:pt>
                <c:pt idx="1003">
                  <c:v>45428</c:v>
                </c:pt>
                <c:pt idx="1004">
                  <c:v>45429</c:v>
                </c:pt>
                <c:pt idx="1005">
                  <c:v>45430</c:v>
                </c:pt>
                <c:pt idx="1006">
                  <c:v>45431</c:v>
                </c:pt>
                <c:pt idx="1007">
                  <c:v>45432</c:v>
                </c:pt>
                <c:pt idx="1008">
                  <c:v>45433</c:v>
                </c:pt>
                <c:pt idx="1009">
                  <c:v>45434</c:v>
                </c:pt>
                <c:pt idx="1010">
                  <c:v>45435</c:v>
                </c:pt>
                <c:pt idx="1011">
                  <c:v>45436</c:v>
                </c:pt>
                <c:pt idx="1012">
                  <c:v>45437</c:v>
                </c:pt>
                <c:pt idx="1013">
                  <c:v>45438</c:v>
                </c:pt>
                <c:pt idx="1014">
                  <c:v>45439</c:v>
                </c:pt>
                <c:pt idx="1015">
                  <c:v>45440</c:v>
                </c:pt>
                <c:pt idx="1016">
                  <c:v>45441</c:v>
                </c:pt>
                <c:pt idx="1017">
                  <c:v>45442</c:v>
                </c:pt>
                <c:pt idx="1018">
                  <c:v>45443</c:v>
                </c:pt>
                <c:pt idx="1019">
                  <c:v>45444</c:v>
                </c:pt>
                <c:pt idx="1020">
                  <c:v>45445</c:v>
                </c:pt>
                <c:pt idx="1021">
                  <c:v>45446</c:v>
                </c:pt>
                <c:pt idx="1022">
                  <c:v>45447</c:v>
                </c:pt>
                <c:pt idx="1023">
                  <c:v>45448</c:v>
                </c:pt>
                <c:pt idx="1024">
                  <c:v>45449</c:v>
                </c:pt>
                <c:pt idx="1025">
                  <c:v>45450</c:v>
                </c:pt>
                <c:pt idx="1026">
                  <c:v>45451</c:v>
                </c:pt>
                <c:pt idx="1027">
                  <c:v>45452</c:v>
                </c:pt>
                <c:pt idx="1028">
                  <c:v>45453</c:v>
                </c:pt>
                <c:pt idx="1029">
                  <c:v>45454</c:v>
                </c:pt>
                <c:pt idx="1030">
                  <c:v>45455</c:v>
                </c:pt>
                <c:pt idx="1031">
                  <c:v>45456</c:v>
                </c:pt>
                <c:pt idx="1032">
                  <c:v>45457</c:v>
                </c:pt>
                <c:pt idx="1033">
                  <c:v>45458</c:v>
                </c:pt>
                <c:pt idx="1034">
                  <c:v>45459</c:v>
                </c:pt>
                <c:pt idx="1035">
                  <c:v>45460</c:v>
                </c:pt>
                <c:pt idx="1036">
                  <c:v>45461</c:v>
                </c:pt>
                <c:pt idx="1037">
                  <c:v>45462</c:v>
                </c:pt>
                <c:pt idx="1038">
                  <c:v>45463</c:v>
                </c:pt>
                <c:pt idx="1039">
                  <c:v>45464</c:v>
                </c:pt>
                <c:pt idx="1040">
                  <c:v>45465</c:v>
                </c:pt>
                <c:pt idx="1041">
                  <c:v>45466</c:v>
                </c:pt>
                <c:pt idx="1042">
                  <c:v>45467</c:v>
                </c:pt>
                <c:pt idx="1043">
                  <c:v>45468</c:v>
                </c:pt>
                <c:pt idx="1044">
                  <c:v>45469</c:v>
                </c:pt>
                <c:pt idx="1045">
                  <c:v>45470</c:v>
                </c:pt>
                <c:pt idx="1046">
                  <c:v>45471</c:v>
                </c:pt>
                <c:pt idx="1047">
                  <c:v>45472</c:v>
                </c:pt>
                <c:pt idx="1048">
                  <c:v>45473</c:v>
                </c:pt>
                <c:pt idx="1049">
                  <c:v>45474</c:v>
                </c:pt>
                <c:pt idx="1050">
                  <c:v>45475</c:v>
                </c:pt>
                <c:pt idx="1051">
                  <c:v>45476</c:v>
                </c:pt>
                <c:pt idx="1052">
                  <c:v>45477</c:v>
                </c:pt>
                <c:pt idx="1053">
                  <c:v>45478</c:v>
                </c:pt>
                <c:pt idx="1054">
                  <c:v>45479</c:v>
                </c:pt>
                <c:pt idx="1055">
                  <c:v>45480</c:v>
                </c:pt>
                <c:pt idx="1056">
                  <c:v>45481</c:v>
                </c:pt>
                <c:pt idx="1057">
                  <c:v>45482</c:v>
                </c:pt>
                <c:pt idx="1058">
                  <c:v>45483</c:v>
                </c:pt>
                <c:pt idx="1059">
                  <c:v>45484</c:v>
                </c:pt>
                <c:pt idx="1060">
                  <c:v>45485</c:v>
                </c:pt>
                <c:pt idx="1061">
                  <c:v>45486</c:v>
                </c:pt>
                <c:pt idx="1062">
                  <c:v>45487</c:v>
                </c:pt>
                <c:pt idx="1063">
                  <c:v>45488</c:v>
                </c:pt>
                <c:pt idx="1064">
                  <c:v>45489</c:v>
                </c:pt>
                <c:pt idx="1065">
                  <c:v>45490</c:v>
                </c:pt>
                <c:pt idx="1066">
                  <c:v>45491</c:v>
                </c:pt>
                <c:pt idx="1067">
                  <c:v>45492</c:v>
                </c:pt>
                <c:pt idx="1068">
                  <c:v>45493</c:v>
                </c:pt>
                <c:pt idx="1069">
                  <c:v>45494</c:v>
                </c:pt>
                <c:pt idx="1070">
                  <c:v>45495</c:v>
                </c:pt>
                <c:pt idx="1071">
                  <c:v>45496</c:v>
                </c:pt>
                <c:pt idx="1072">
                  <c:v>45497</c:v>
                </c:pt>
                <c:pt idx="1073">
                  <c:v>45498</c:v>
                </c:pt>
                <c:pt idx="1074">
                  <c:v>45499</c:v>
                </c:pt>
                <c:pt idx="1075">
                  <c:v>45500</c:v>
                </c:pt>
                <c:pt idx="1076">
                  <c:v>45501</c:v>
                </c:pt>
                <c:pt idx="1077">
                  <c:v>45502</c:v>
                </c:pt>
                <c:pt idx="1078">
                  <c:v>45503</c:v>
                </c:pt>
                <c:pt idx="1079">
                  <c:v>45504</c:v>
                </c:pt>
                <c:pt idx="1080">
                  <c:v>45505</c:v>
                </c:pt>
                <c:pt idx="1081">
                  <c:v>45506</c:v>
                </c:pt>
                <c:pt idx="1082">
                  <c:v>45507</c:v>
                </c:pt>
                <c:pt idx="1083">
                  <c:v>45508</c:v>
                </c:pt>
                <c:pt idx="1084">
                  <c:v>45509</c:v>
                </c:pt>
                <c:pt idx="1085">
                  <c:v>45510</c:v>
                </c:pt>
                <c:pt idx="1086">
                  <c:v>45511</c:v>
                </c:pt>
                <c:pt idx="1087">
                  <c:v>45512</c:v>
                </c:pt>
                <c:pt idx="1088">
                  <c:v>45513</c:v>
                </c:pt>
                <c:pt idx="1089">
                  <c:v>45514</c:v>
                </c:pt>
                <c:pt idx="1090">
                  <c:v>45515</c:v>
                </c:pt>
                <c:pt idx="1091">
                  <c:v>45516</c:v>
                </c:pt>
                <c:pt idx="1092">
                  <c:v>45517</c:v>
                </c:pt>
                <c:pt idx="1093">
                  <c:v>45518</c:v>
                </c:pt>
                <c:pt idx="1094">
                  <c:v>45519</c:v>
                </c:pt>
                <c:pt idx="1095">
                  <c:v>45520</c:v>
                </c:pt>
                <c:pt idx="1096">
                  <c:v>45521</c:v>
                </c:pt>
                <c:pt idx="1097">
                  <c:v>45522</c:v>
                </c:pt>
                <c:pt idx="1098">
                  <c:v>45523</c:v>
                </c:pt>
                <c:pt idx="1099">
                  <c:v>45524</c:v>
                </c:pt>
                <c:pt idx="1100">
                  <c:v>45525</c:v>
                </c:pt>
                <c:pt idx="1101">
                  <c:v>45526</c:v>
                </c:pt>
                <c:pt idx="1102">
                  <c:v>45527</c:v>
                </c:pt>
                <c:pt idx="1103">
                  <c:v>45528</c:v>
                </c:pt>
                <c:pt idx="1104">
                  <c:v>45529</c:v>
                </c:pt>
                <c:pt idx="1105">
                  <c:v>45530</c:v>
                </c:pt>
                <c:pt idx="1106">
                  <c:v>45531</c:v>
                </c:pt>
                <c:pt idx="1107">
                  <c:v>45532</c:v>
                </c:pt>
                <c:pt idx="1108">
                  <c:v>45533</c:v>
                </c:pt>
                <c:pt idx="1109">
                  <c:v>45534</c:v>
                </c:pt>
                <c:pt idx="1110">
                  <c:v>45535</c:v>
                </c:pt>
                <c:pt idx="1111">
                  <c:v>45536</c:v>
                </c:pt>
                <c:pt idx="1112">
                  <c:v>45537</c:v>
                </c:pt>
                <c:pt idx="1113">
                  <c:v>45538</c:v>
                </c:pt>
                <c:pt idx="1114">
                  <c:v>45539</c:v>
                </c:pt>
                <c:pt idx="1115">
                  <c:v>45540</c:v>
                </c:pt>
                <c:pt idx="1116">
                  <c:v>45541</c:v>
                </c:pt>
                <c:pt idx="1117">
                  <c:v>45542</c:v>
                </c:pt>
                <c:pt idx="1118">
                  <c:v>45543</c:v>
                </c:pt>
                <c:pt idx="1119">
                  <c:v>45544</c:v>
                </c:pt>
                <c:pt idx="1120">
                  <c:v>45545</c:v>
                </c:pt>
                <c:pt idx="1121">
                  <c:v>45546</c:v>
                </c:pt>
                <c:pt idx="1122">
                  <c:v>45547</c:v>
                </c:pt>
                <c:pt idx="1123">
                  <c:v>45548</c:v>
                </c:pt>
                <c:pt idx="1124">
                  <c:v>45549</c:v>
                </c:pt>
                <c:pt idx="1125">
                  <c:v>45550</c:v>
                </c:pt>
                <c:pt idx="1126">
                  <c:v>45551</c:v>
                </c:pt>
                <c:pt idx="1127">
                  <c:v>45552</c:v>
                </c:pt>
                <c:pt idx="1128">
                  <c:v>45553</c:v>
                </c:pt>
                <c:pt idx="1129">
                  <c:v>45554</c:v>
                </c:pt>
                <c:pt idx="1130">
                  <c:v>45555</c:v>
                </c:pt>
                <c:pt idx="1131">
                  <c:v>45556</c:v>
                </c:pt>
                <c:pt idx="1132">
                  <c:v>45557</c:v>
                </c:pt>
                <c:pt idx="1133">
                  <c:v>45558</c:v>
                </c:pt>
                <c:pt idx="1134">
                  <c:v>45559</c:v>
                </c:pt>
                <c:pt idx="1135">
                  <c:v>45560</c:v>
                </c:pt>
                <c:pt idx="1136">
                  <c:v>45561</c:v>
                </c:pt>
                <c:pt idx="1137">
                  <c:v>45562</c:v>
                </c:pt>
                <c:pt idx="1138">
                  <c:v>45563</c:v>
                </c:pt>
                <c:pt idx="1139">
                  <c:v>45564</c:v>
                </c:pt>
                <c:pt idx="1140">
                  <c:v>45565</c:v>
                </c:pt>
                <c:pt idx="1141">
                  <c:v>45566</c:v>
                </c:pt>
                <c:pt idx="1142">
                  <c:v>45567</c:v>
                </c:pt>
                <c:pt idx="1143">
                  <c:v>45568</c:v>
                </c:pt>
                <c:pt idx="1144">
                  <c:v>45569</c:v>
                </c:pt>
                <c:pt idx="1145">
                  <c:v>45570</c:v>
                </c:pt>
                <c:pt idx="1146">
                  <c:v>45571</c:v>
                </c:pt>
                <c:pt idx="1147">
                  <c:v>45572</c:v>
                </c:pt>
                <c:pt idx="1148">
                  <c:v>45573</c:v>
                </c:pt>
                <c:pt idx="1149">
                  <c:v>45574</c:v>
                </c:pt>
                <c:pt idx="1150">
                  <c:v>45575</c:v>
                </c:pt>
                <c:pt idx="1151">
                  <c:v>45576</c:v>
                </c:pt>
                <c:pt idx="1152">
                  <c:v>45577</c:v>
                </c:pt>
                <c:pt idx="1153">
                  <c:v>45578</c:v>
                </c:pt>
                <c:pt idx="1154">
                  <c:v>45579</c:v>
                </c:pt>
                <c:pt idx="1155">
                  <c:v>45580</c:v>
                </c:pt>
                <c:pt idx="1156">
                  <c:v>45581</c:v>
                </c:pt>
                <c:pt idx="1157">
                  <c:v>45582</c:v>
                </c:pt>
                <c:pt idx="1158">
                  <c:v>45583</c:v>
                </c:pt>
                <c:pt idx="1159">
                  <c:v>45584</c:v>
                </c:pt>
                <c:pt idx="1160">
                  <c:v>45585</c:v>
                </c:pt>
                <c:pt idx="1161">
                  <c:v>45586</c:v>
                </c:pt>
                <c:pt idx="1162">
                  <c:v>45587</c:v>
                </c:pt>
                <c:pt idx="1163">
                  <c:v>45588</c:v>
                </c:pt>
                <c:pt idx="1164">
                  <c:v>45589</c:v>
                </c:pt>
                <c:pt idx="1165">
                  <c:v>45590</c:v>
                </c:pt>
                <c:pt idx="1166">
                  <c:v>45591</c:v>
                </c:pt>
                <c:pt idx="1167">
                  <c:v>45592</c:v>
                </c:pt>
                <c:pt idx="1168">
                  <c:v>45593</c:v>
                </c:pt>
                <c:pt idx="1169">
                  <c:v>45594</c:v>
                </c:pt>
                <c:pt idx="1170">
                  <c:v>45595</c:v>
                </c:pt>
                <c:pt idx="1171">
                  <c:v>45596</c:v>
                </c:pt>
                <c:pt idx="1172">
                  <c:v>45597</c:v>
                </c:pt>
                <c:pt idx="1173">
                  <c:v>45598</c:v>
                </c:pt>
                <c:pt idx="1174">
                  <c:v>45599</c:v>
                </c:pt>
                <c:pt idx="1175">
                  <c:v>45600</c:v>
                </c:pt>
                <c:pt idx="1176">
                  <c:v>45601</c:v>
                </c:pt>
                <c:pt idx="1177">
                  <c:v>45602</c:v>
                </c:pt>
                <c:pt idx="1178">
                  <c:v>45603</c:v>
                </c:pt>
                <c:pt idx="1179">
                  <c:v>45604</c:v>
                </c:pt>
                <c:pt idx="1180">
                  <c:v>45605</c:v>
                </c:pt>
                <c:pt idx="1181">
                  <c:v>45606</c:v>
                </c:pt>
                <c:pt idx="1182">
                  <c:v>45607</c:v>
                </c:pt>
                <c:pt idx="1183">
                  <c:v>45608</c:v>
                </c:pt>
                <c:pt idx="1184">
                  <c:v>45609</c:v>
                </c:pt>
                <c:pt idx="1185">
                  <c:v>45610</c:v>
                </c:pt>
                <c:pt idx="1186">
                  <c:v>45611</c:v>
                </c:pt>
                <c:pt idx="1187">
                  <c:v>45612</c:v>
                </c:pt>
                <c:pt idx="1188">
                  <c:v>45613</c:v>
                </c:pt>
                <c:pt idx="1189">
                  <c:v>45614</c:v>
                </c:pt>
                <c:pt idx="1190">
                  <c:v>45615</c:v>
                </c:pt>
                <c:pt idx="1191">
                  <c:v>45616</c:v>
                </c:pt>
                <c:pt idx="1192">
                  <c:v>45617</c:v>
                </c:pt>
                <c:pt idx="1193">
                  <c:v>45618</c:v>
                </c:pt>
                <c:pt idx="1194">
                  <c:v>45619</c:v>
                </c:pt>
                <c:pt idx="1195">
                  <c:v>45620</c:v>
                </c:pt>
                <c:pt idx="1196">
                  <c:v>45621</c:v>
                </c:pt>
                <c:pt idx="1197">
                  <c:v>45622</c:v>
                </c:pt>
                <c:pt idx="1198">
                  <c:v>45623</c:v>
                </c:pt>
                <c:pt idx="1199">
                  <c:v>45624</c:v>
                </c:pt>
                <c:pt idx="1200">
                  <c:v>45625</c:v>
                </c:pt>
                <c:pt idx="1201">
                  <c:v>45626</c:v>
                </c:pt>
                <c:pt idx="1202">
                  <c:v>45627</c:v>
                </c:pt>
                <c:pt idx="1203">
                  <c:v>45628</c:v>
                </c:pt>
                <c:pt idx="1204">
                  <c:v>45629</c:v>
                </c:pt>
                <c:pt idx="1205">
                  <c:v>45630</c:v>
                </c:pt>
                <c:pt idx="1206">
                  <c:v>45631</c:v>
                </c:pt>
                <c:pt idx="1207">
                  <c:v>45632</c:v>
                </c:pt>
                <c:pt idx="1208">
                  <c:v>45633</c:v>
                </c:pt>
                <c:pt idx="1209">
                  <c:v>45634</c:v>
                </c:pt>
                <c:pt idx="1210">
                  <c:v>45635</c:v>
                </c:pt>
                <c:pt idx="1211">
                  <c:v>45636</c:v>
                </c:pt>
                <c:pt idx="1212">
                  <c:v>45637</c:v>
                </c:pt>
                <c:pt idx="1213">
                  <c:v>45638</c:v>
                </c:pt>
                <c:pt idx="1214">
                  <c:v>45639</c:v>
                </c:pt>
                <c:pt idx="1215">
                  <c:v>45640</c:v>
                </c:pt>
                <c:pt idx="1216">
                  <c:v>45641</c:v>
                </c:pt>
                <c:pt idx="1217">
                  <c:v>45642</c:v>
                </c:pt>
                <c:pt idx="1218">
                  <c:v>45643</c:v>
                </c:pt>
                <c:pt idx="1219">
                  <c:v>45644</c:v>
                </c:pt>
                <c:pt idx="1220">
                  <c:v>45645</c:v>
                </c:pt>
                <c:pt idx="1221">
                  <c:v>45646</c:v>
                </c:pt>
                <c:pt idx="1222">
                  <c:v>45647</c:v>
                </c:pt>
                <c:pt idx="1223">
                  <c:v>45648</c:v>
                </c:pt>
                <c:pt idx="1224">
                  <c:v>45649</c:v>
                </c:pt>
                <c:pt idx="1225">
                  <c:v>45650</c:v>
                </c:pt>
                <c:pt idx="1226">
                  <c:v>45651</c:v>
                </c:pt>
                <c:pt idx="1227">
                  <c:v>45652</c:v>
                </c:pt>
                <c:pt idx="1228">
                  <c:v>45653</c:v>
                </c:pt>
                <c:pt idx="1229">
                  <c:v>45654</c:v>
                </c:pt>
                <c:pt idx="1230">
                  <c:v>45655</c:v>
                </c:pt>
                <c:pt idx="1231">
                  <c:v>45656</c:v>
                </c:pt>
                <c:pt idx="1232">
                  <c:v>45657</c:v>
                </c:pt>
                <c:pt idx="1233">
                  <c:v>45658</c:v>
                </c:pt>
                <c:pt idx="1234">
                  <c:v>45659</c:v>
                </c:pt>
                <c:pt idx="1235">
                  <c:v>45660</c:v>
                </c:pt>
                <c:pt idx="1236">
                  <c:v>45661</c:v>
                </c:pt>
                <c:pt idx="1237">
                  <c:v>45662</c:v>
                </c:pt>
                <c:pt idx="1238">
                  <c:v>45663</c:v>
                </c:pt>
                <c:pt idx="1239">
                  <c:v>45664</c:v>
                </c:pt>
                <c:pt idx="1240">
                  <c:v>45665</c:v>
                </c:pt>
                <c:pt idx="1241">
                  <c:v>45666</c:v>
                </c:pt>
                <c:pt idx="1242">
                  <c:v>45667</c:v>
                </c:pt>
                <c:pt idx="1243">
                  <c:v>45668</c:v>
                </c:pt>
                <c:pt idx="1244">
                  <c:v>45669</c:v>
                </c:pt>
                <c:pt idx="1245">
                  <c:v>45670</c:v>
                </c:pt>
                <c:pt idx="1246">
                  <c:v>45671</c:v>
                </c:pt>
                <c:pt idx="1247">
                  <c:v>45672</c:v>
                </c:pt>
                <c:pt idx="1248">
                  <c:v>45673</c:v>
                </c:pt>
                <c:pt idx="1249">
                  <c:v>45674</c:v>
                </c:pt>
                <c:pt idx="1250">
                  <c:v>45675</c:v>
                </c:pt>
                <c:pt idx="1251">
                  <c:v>45676</c:v>
                </c:pt>
                <c:pt idx="1252">
                  <c:v>45677</c:v>
                </c:pt>
                <c:pt idx="1253">
                  <c:v>45678</c:v>
                </c:pt>
                <c:pt idx="1254">
                  <c:v>45679</c:v>
                </c:pt>
                <c:pt idx="1255">
                  <c:v>45680</c:v>
                </c:pt>
                <c:pt idx="1256">
                  <c:v>45681</c:v>
                </c:pt>
                <c:pt idx="1257">
                  <c:v>45682</c:v>
                </c:pt>
                <c:pt idx="1258">
                  <c:v>45683</c:v>
                </c:pt>
                <c:pt idx="1259">
                  <c:v>45684</c:v>
                </c:pt>
                <c:pt idx="1260">
                  <c:v>45685</c:v>
                </c:pt>
                <c:pt idx="1261">
                  <c:v>45686</c:v>
                </c:pt>
                <c:pt idx="1262">
                  <c:v>45687</c:v>
                </c:pt>
                <c:pt idx="1263">
                  <c:v>45688</c:v>
                </c:pt>
                <c:pt idx="1264">
                  <c:v>45689</c:v>
                </c:pt>
                <c:pt idx="1265">
                  <c:v>45690</c:v>
                </c:pt>
                <c:pt idx="1266">
                  <c:v>45691</c:v>
                </c:pt>
                <c:pt idx="1267">
                  <c:v>45692</c:v>
                </c:pt>
                <c:pt idx="1268">
                  <c:v>45693</c:v>
                </c:pt>
                <c:pt idx="1269">
                  <c:v>45694</c:v>
                </c:pt>
                <c:pt idx="1270">
                  <c:v>45695</c:v>
                </c:pt>
                <c:pt idx="1271">
                  <c:v>45696</c:v>
                </c:pt>
                <c:pt idx="1272">
                  <c:v>45697</c:v>
                </c:pt>
                <c:pt idx="1273">
                  <c:v>45698</c:v>
                </c:pt>
                <c:pt idx="1274">
                  <c:v>45699</c:v>
                </c:pt>
                <c:pt idx="1275">
                  <c:v>45700</c:v>
                </c:pt>
                <c:pt idx="1276">
                  <c:v>45701</c:v>
                </c:pt>
                <c:pt idx="1277">
                  <c:v>45702</c:v>
                </c:pt>
                <c:pt idx="1278">
                  <c:v>45703</c:v>
                </c:pt>
                <c:pt idx="1279">
                  <c:v>45704</c:v>
                </c:pt>
                <c:pt idx="1280">
                  <c:v>45705</c:v>
                </c:pt>
                <c:pt idx="1281">
                  <c:v>45706</c:v>
                </c:pt>
                <c:pt idx="1282">
                  <c:v>45707</c:v>
                </c:pt>
                <c:pt idx="1283">
                  <c:v>45708</c:v>
                </c:pt>
                <c:pt idx="1284">
                  <c:v>45709</c:v>
                </c:pt>
                <c:pt idx="1285">
                  <c:v>45710</c:v>
                </c:pt>
                <c:pt idx="1286">
                  <c:v>45711</c:v>
                </c:pt>
                <c:pt idx="1287">
                  <c:v>45712</c:v>
                </c:pt>
                <c:pt idx="1288">
                  <c:v>45713</c:v>
                </c:pt>
                <c:pt idx="1289">
                  <c:v>45714</c:v>
                </c:pt>
                <c:pt idx="1290">
                  <c:v>45715</c:v>
                </c:pt>
                <c:pt idx="1291">
                  <c:v>45716</c:v>
                </c:pt>
                <c:pt idx="1292">
                  <c:v>45717</c:v>
                </c:pt>
                <c:pt idx="1293">
                  <c:v>45718</c:v>
                </c:pt>
                <c:pt idx="1294">
                  <c:v>45719</c:v>
                </c:pt>
                <c:pt idx="1295">
                  <c:v>45720</c:v>
                </c:pt>
                <c:pt idx="1296">
                  <c:v>45721</c:v>
                </c:pt>
                <c:pt idx="1297">
                  <c:v>45722</c:v>
                </c:pt>
                <c:pt idx="1298">
                  <c:v>45723</c:v>
                </c:pt>
                <c:pt idx="1299">
                  <c:v>45724</c:v>
                </c:pt>
                <c:pt idx="1300">
                  <c:v>45725</c:v>
                </c:pt>
                <c:pt idx="1301">
                  <c:v>45726</c:v>
                </c:pt>
                <c:pt idx="1302">
                  <c:v>45727</c:v>
                </c:pt>
                <c:pt idx="1303">
                  <c:v>45728</c:v>
                </c:pt>
                <c:pt idx="1304">
                  <c:v>45729</c:v>
                </c:pt>
                <c:pt idx="1305">
                  <c:v>45730</c:v>
                </c:pt>
                <c:pt idx="1306">
                  <c:v>45731</c:v>
                </c:pt>
                <c:pt idx="1307">
                  <c:v>45732</c:v>
                </c:pt>
                <c:pt idx="1308">
                  <c:v>45733</c:v>
                </c:pt>
                <c:pt idx="1309">
                  <c:v>45734</c:v>
                </c:pt>
                <c:pt idx="1310">
                  <c:v>45735</c:v>
                </c:pt>
                <c:pt idx="1311">
                  <c:v>45736</c:v>
                </c:pt>
                <c:pt idx="1312">
                  <c:v>45737</c:v>
                </c:pt>
                <c:pt idx="1313">
                  <c:v>45738</c:v>
                </c:pt>
                <c:pt idx="1314">
                  <c:v>45739</c:v>
                </c:pt>
                <c:pt idx="1315">
                  <c:v>45740</c:v>
                </c:pt>
                <c:pt idx="1316">
                  <c:v>45741</c:v>
                </c:pt>
                <c:pt idx="1317">
                  <c:v>45742</c:v>
                </c:pt>
                <c:pt idx="1318">
                  <c:v>45743</c:v>
                </c:pt>
                <c:pt idx="1319">
                  <c:v>45744</c:v>
                </c:pt>
                <c:pt idx="1320">
                  <c:v>45745</c:v>
                </c:pt>
                <c:pt idx="1321">
                  <c:v>45746</c:v>
                </c:pt>
                <c:pt idx="1322">
                  <c:v>45747</c:v>
                </c:pt>
                <c:pt idx="1323">
                  <c:v>45748</c:v>
                </c:pt>
                <c:pt idx="1324">
                  <c:v>45749</c:v>
                </c:pt>
                <c:pt idx="1325">
                  <c:v>45750</c:v>
                </c:pt>
                <c:pt idx="1326">
                  <c:v>45751</c:v>
                </c:pt>
                <c:pt idx="1327">
                  <c:v>45752</c:v>
                </c:pt>
                <c:pt idx="1328">
                  <c:v>45753</c:v>
                </c:pt>
                <c:pt idx="1329">
                  <c:v>45754</c:v>
                </c:pt>
                <c:pt idx="1330">
                  <c:v>45755</c:v>
                </c:pt>
                <c:pt idx="1331">
                  <c:v>45756</c:v>
                </c:pt>
                <c:pt idx="1332">
                  <c:v>45757</c:v>
                </c:pt>
                <c:pt idx="1333">
                  <c:v>45758</c:v>
                </c:pt>
                <c:pt idx="1334">
                  <c:v>45759</c:v>
                </c:pt>
                <c:pt idx="1335">
                  <c:v>45760</c:v>
                </c:pt>
                <c:pt idx="1336">
                  <c:v>45761</c:v>
                </c:pt>
                <c:pt idx="1337">
                  <c:v>45762</c:v>
                </c:pt>
                <c:pt idx="1338">
                  <c:v>45763</c:v>
                </c:pt>
                <c:pt idx="1339">
                  <c:v>45764</c:v>
                </c:pt>
                <c:pt idx="1340">
                  <c:v>45765</c:v>
                </c:pt>
                <c:pt idx="1341">
                  <c:v>45766</c:v>
                </c:pt>
                <c:pt idx="1342">
                  <c:v>45767</c:v>
                </c:pt>
                <c:pt idx="1343">
                  <c:v>45768</c:v>
                </c:pt>
                <c:pt idx="1344">
                  <c:v>45769</c:v>
                </c:pt>
                <c:pt idx="1345">
                  <c:v>45770</c:v>
                </c:pt>
                <c:pt idx="1346">
                  <c:v>45771</c:v>
                </c:pt>
                <c:pt idx="1347">
                  <c:v>45772</c:v>
                </c:pt>
                <c:pt idx="1348">
                  <c:v>45773</c:v>
                </c:pt>
                <c:pt idx="1349">
                  <c:v>45774</c:v>
                </c:pt>
                <c:pt idx="1350">
                  <c:v>45775</c:v>
                </c:pt>
                <c:pt idx="1351">
                  <c:v>45776</c:v>
                </c:pt>
                <c:pt idx="1352">
                  <c:v>45777</c:v>
                </c:pt>
                <c:pt idx="1353">
                  <c:v>45778</c:v>
                </c:pt>
                <c:pt idx="1354">
                  <c:v>45779</c:v>
                </c:pt>
                <c:pt idx="1355">
                  <c:v>45780</c:v>
                </c:pt>
                <c:pt idx="1356">
                  <c:v>45781</c:v>
                </c:pt>
                <c:pt idx="1357">
                  <c:v>45782</c:v>
                </c:pt>
                <c:pt idx="1358">
                  <c:v>45783</c:v>
                </c:pt>
                <c:pt idx="1359">
                  <c:v>45784</c:v>
                </c:pt>
                <c:pt idx="1360">
                  <c:v>45785</c:v>
                </c:pt>
                <c:pt idx="1361">
                  <c:v>45786</c:v>
                </c:pt>
                <c:pt idx="1362">
                  <c:v>45787</c:v>
                </c:pt>
                <c:pt idx="1363">
                  <c:v>45788</c:v>
                </c:pt>
                <c:pt idx="1364">
                  <c:v>45789</c:v>
                </c:pt>
                <c:pt idx="1365">
                  <c:v>45790</c:v>
                </c:pt>
                <c:pt idx="1366">
                  <c:v>45791</c:v>
                </c:pt>
                <c:pt idx="1367">
                  <c:v>45792</c:v>
                </c:pt>
                <c:pt idx="1368">
                  <c:v>45793</c:v>
                </c:pt>
                <c:pt idx="1369">
                  <c:v>45794</c:v>
                </c:pt>
                <c:pt idx="1370">
                  <c:v>45795</c:v>
                </c:pt>
                <c:pt idx="1371">
                  <c:v>45796</c:v>
                </c:pt>
                <c:pt idx="1372">
                  <c:v>45797</c:v>
                </c:pt>
                <c:pt idx="1373">
                  <c:v>45798</c:v>
                </c:pt>
                <c:pt idx="1374">
                  <c:v>45799</c:v>
                </c:pt>
                <c:pt idx="1375">
                  <c:v>45800</c:v>
                </c:pt>
                <c:pt idx="1376">
                  <c:v>45801</c:v>
                </c:pt>
                <c:pt idx="1377">
                  <c:v>45802</c:v>
                </c:pt>
                <c:pt idx="1378">
                  <c:v>45803</c:v>
                </c:pt>
                <c:pt idx="1379">
                  <c:v>45804</c:v>
                </c:pt>
                <c:pt idx="1380">
                  <c:v>45805</c:v>
                </c:pt>
                <c:pt idx="1381">
                  <c:v>45806</c:v>
                </c:pt>
                <c:pt idx="1382">
                  <c:v>45807</c:v>
                </c:pt>
                <c:pt idx="1383">
                  <c:v>45808</c:v>
                </c:pt>
                <c:pt idx="1384">
                  <c:v>45809</c:v>
                </c:pt>
                <c:pt idx="1385">
                  <c:v>45810</c:v>
                </c:pt>
                <c:pt idx="1386">
                  <c:v>45811</c:v>
                </c:pt>
                <c:pt idx="1387">
                  <c:v>45812</c:v>
                </c:pt>
                <c:pt idx="1388">
                  <c:v>45813</c:v>
                </c:pt>
                <c:pt idx="1389">
                  <c:v>45814</c:v>
                </c:pt>
                <c:pt idx="1390">
                  <c:v>45815</c:v>
                </c:pt>
                <c:pt idx="1391">
                  <c:v>45816</c:v>
                </c:pt>
                <c:pt idx="1392">
                  <c:v>45817</c:v>
                </c:pt>
                <c:pt idx="1393">
                  <c:v>45818</c:v>
                </c:pt>
                <c:pt idx="1394">
                  <c:v>45819</c:v>
                </c:pt>
                <c:pt idx="1395">
                  <c:v>45820</c:v>
                </c:pt>
                <c:pt idx="1396">
                  <c:v>45821</c:v>
                </c:pt>
                <c:pt idx="1397">
                  <c:v>45822</c:v>
                </c:pt>
                <c:pt idx="1398">
                  <c:v>45823</c:v>
                </c:pt>
                <c:pt idx="1399">
                  <c:v>45824</c:v>
                </c:pt>
                <c:pt idx="1400">
                  <c:v>45825</c:v>
                </c:pt>
                <c:pt idx="1401">
                  <c:v>45826</c:v>
                </c:pt>
                <c:pt idx="1402">
                  <c:v>45827</c:v>
                </c:pt>
                <c:pt idx="1403">
                  <c:v>45828</c:v>
                </c:pt>
                <c:pt idx="1404">
                  <c:v>45829</c:v>
                </c:pt>
                <c:pt idx="1405">
                  <c:v>45830</c:v>
                </c:pt>
                <c:pt idx="1406">
                  <c:v>45831</c:v>
                </c:pt>
                <c:pt idx="1407">
                  <c:v>45832</c:v>
                </c:pt>
                <c:pt idx="1408">
                  <c:v>45833</c:v>
                </c:pt>
                <c:pt idx="1409">
                  <c:v>45834</c:v>
                </c:pt>
                <c:pt idx="1410">
                  <c:v>45835</c:v>
                </c:pt>
                <c:pt idx="1411">
                  <c:v>45836</c:v>
                </c:pt>
                <c:pt idx="1412">
                  <c:v>45837</c:v>
                </c:pt>
                <c:pt idx="1413">
                  <c:v>45838</c:v>
                </c:pt>
                <c:pt idx="1414">
                  <c:v>45839</c:v>
                </c:pt>
                <c:pt idx="1415">
                  <c:v>45840</c:v>
                </c:pt>
                <c:pt idx="1416">
                  <c:v>45841</c:v>
                </c:pt>
                <c:pt idx="1417">
                  <c:v>45842</c:v>
                </c:pt>
                <c:pt idx="1418">
                  <c:v>45843</c:v>
                </c:pt>
                <c:pt idx="1419">
                  <c:v>45844</c:v>
                </c:pt>
                <c:pt idx="1420">
                  <c:v>45845</c:v>
                </c:pt>
                <c:pt idx="1421">
                  <c:v>45846</c:v>
                </c:pt>
                <c:pt idx="1422">
                  <c:v>45847</c:v>
                </c:pt>
                <c:pt idx="1423">
                  <c:v>45848</c:v>
                </c:pt>
                <c:pt idx="1424">
                  <c:v>45849</c:v>
                </c:pt>
                <c:pt idx="1425">
                  <c:v>45850</c:v>
                </c:pt>
                <c:pt idx="1426">
                  <c:v>45851</c:v>
                </c:pt>
                <c:pt idx="1427">
                  <c:v>45852</c:v>
                </c:pt>
                <c:pt idx="1428">
                  <c:v>45853</c:v>
                </c:pt>
                <c:pt idx="1429">
                  <c:v>45854</c:v>
                </c:pt>
                <c:pt idx="1430">
                  <c:v>45855</c:v>
                </c:pt>
                <c:pt idx="1431">
                  <c:v>45856</c:v>
                </c:pt>
                <c:pt idx="1432">
                  <c:v>45857</c:v>
                </c:pt>
                <c:pt idx="1433">
                  <c:v>45858</c:v>
                </c:pt>
                <c:pt idx="1434">
                  <c:v>45859</c:v>
                </c:pt>
                <c:pt idx="1435">
                  <c:v>45860</c:v>
                </c:pt>
                <c:pt idx="1436">
                  <c:v>45861</c:v>
                </c:pt>
                <c:pt idx="1437">
                  <c:v>45862</c:v>
                </c:pt>
                <c:pt idx="1438">
                  <c:v>45863</c:v>
                </c:pt>
                <c:pt idx="1439">
                  <c:v>45864</c:v>
                </c:pt>
                <c:pt idx="1440">
                  <c:v>45865</c:v>
                </c:pt>
                <c:pt idx="1441">
                  <c:v>45866</c:v>
                </c:pt>
                <c:pt idx="1442">
                  <c:v>45867</c:v>
                </c:pt>
                <c:pt idx="1443">
                  <c:v>45868</c:v>
                </c:pt>
                <c:pt idx="1444">
                  <c:v>45869</c:v>
                </c:pt>
                <c:pt idx="1445">
                  <c:v>45870</c:v>
                </c:pt>
                <c:pt idx="1446">
                  <c:v>45871</c:v>
                </c:pt>
                <c:pt idx="1447">
                  <c:v>45872</c:v>
                </c:pt>
                <c:pt idx="1448">
                  <c:v>45873</c:v>
                </c:pt>
                <c:pt idx="1449">
                  <c:v>45874</c:v>
                </c:pt>
                <c:pt idx="1450">
                  <c:v>45875</c:v>
                </c:pt>
                <c:pt idx="1451">
                  <c:v>45876</c:v>
                </c:pt>
                <c:pt idx="1452">
                  <c:v>45877</c:v>
                </c:pt>
                <c:pt idx="1453">
                  <c:v>45878</c:v>
                </c:pt>
                <c:pt idx="1454">
                  <c:v>45879</c:v>
                </c:pt>
                <c:pt idx="1455">
                  <c:v>45880</c:v>
                </c:pt>
                <c:pt idx="1456">
                  <c:v>45881</c:v>
                </c:pt>
                <c:pt idx="1457">
                  <c:v>45882</c:v>
                </c:pt>
                <c:pt idx="1458">
                  <c:v>45883</c:v>
                </c:pt>
                <c:pt idx="1459">
                  <c:v>45884</c:v>
                </c:pt>
                <c:pt idx="1460">
                  <c:v>45885</c:v>
                </c:pt>
                <c:pt idx="1461">
                  <c:v>45886</c:v>
                </c:pt>
                <c:pt idx="1462">
                  <c:v>45887</c:v>
                </c:pt>
                <c:pt idx="1463">
                  <c:v>45888</c:v>
                </c:pt>
                <c:pt idx="1464">
                  <c:v>45889</c:v>
                </c:pt>
                <c:pt idx="1465">
                  <c:v>45890</c:v>
                </c:pt>
                <c:pt idx="1466">
                  <c:v>45891</c:v>
                </c:pt>
                <c:pt idx="1467">
                  <c:v>45892</c:v>
                </c:pt>
                <c:pt idx="1468">
                  <c:v>45893</c:v>
                </c:pt>
                <c:pt idx="1469">
                  <c:v>45894</c:v>
                </c:pt>
                <c:pt idx="1470">
                  <c:v>45895</c:v>
                </c:pt>
                <c:pt idx="1471">
                  <c:v>45896</c:v>
                </c:pt>
                <c:pt idx="1472">
                  <c:v>45897</c:v>
                </c:pt>
                <c:pt idx="1473">
                  <c:v>45898</c:v>
                </c:pt>
                <c:pt idx="1474">
                  <c:v>45899</c:v>
                </c:pt>
                <c:pt idx="1475">
                  <c:v>45900</c:v>
                </c:pt>
                <c:pt idx="1476">
                  <c:v>45901</c:v>
                </c:pt>
                <c:pt idx="1477">
                  <c:v>45902</c:v>
                </c:pt>
                <c:pt idx="1478">
                  <c:v>45903</c:v>
                </c:pt>
                <c:pt idx="1479">
                  <c:v>45904</c:v>
                </c:pt>
                <c:pt idx="1480">
                  <c:v>45905</c:v>
                </c:pt>
                <c:pt idx="1481">
                  <c:v>45906</c:v>
                </c:pt>
                <c:pt idx="1482">
                  <c:v>45907</c:v>
                </c:pt>
                <c:pt idx="1483">
                  <c:v>45908</c:v>
                </c:pt>
                <c:pt idx="1484">
                  <c:v>45909</c:v>
                </c:pt>
                <c:pt idx="1485">
                  <c:v>45910</c:v>
                </c:pt>
                <c:pt idx="1486">
                  <c:v>45911</c:v>
                </c:pt>
                <c:pt idx="1487">
                  <c:v>45912</c:v>
                </c:pt>
                <c:pt idx="1488">
                  <c:v>45913</c:v>
                </c:pt>
                <c:pt idx="1489">
                  <c:v>45914</c:v>
                </c:pt>
                <c:pt idx="1490">
                  <c:v>45915</c:v>
                </c:pt>
                <c:pt idx="1491">
                  <c:v>45916</c:v>
                </c:pt>
                <c:pt idx="1492">
                  <c:v>45917</c:v>
                </c:pt>
                <c:pt idx="1493">
                  <c:v>45918</c:v>
                </c:pt>
                <c:pt idx="1494">
                  <c:v>45919</c:v>
                </c:pt>
                <c:pt idx="1495">
                  <c:v>45920</c:v>
                </c:pt>
                <c:pt idx="1496">
                  <c:v>45921</c:v>
                </c:pt>
                <c:pt idx="1497">
                  <c:v>45922</c:v>
                </c:pt>
                <c:pt idx="1498">
                  <c:v>45923</c:v>
                </c:pt>
                <c:pt idx="1499">
                  <c:v>45924</c:v>
                </c:pt>
                <c:pt idx="1500">
                  <c:v>45925</c:v>
                </c:pt>
                <c:pt idx="1501">
                  <c:v>45926</c:v>
                </c:pt>
                <c:pt idx="1502">
                  <c:v>45927</c:v>
                </c:pt>
                <c:pt idx="1503">
                  <c:v>45928</c:v>
                </c:pt>
                <c:pt idx="1504">
                  <c:v>45929</c:v>
                </c:pt>
                <c:pt idx="1505">
                  <c:v>45930</c:v>
                </c:pt>
                <c:pt idx="1506">
                  <c:v>45931</c:v>
                </c:pt>
                <c:pt idx="1507">
                  <c:v>45932</c:v>
                </c:pt>
                <c:pt idx="1508">
                  <c:v>45933</c:v>
                </c:pt>
                <c:pt idx="1509">
                  <c:v>45934</c:v>
                </c:pt>
                <c:pt idx="1510">
                  <c:v>45935</c:v>
                </c:pt>
                <c:pt idx="1511">
                  <c:v>45936</c:v>
                </c:pt>
                <c:pt idx="1512">
                  <c:v>45937</c:v>
                </c:pt>
                <c:pt idx="1513">
                  <c:v>45938</c:v>
                </c:pt>
                <c:pt idx="1514">
                  <c:v>45939</c:v>
                </c:pt>
                <c:pt idx="1515">
                  <c:v>45940</c:v>
                </c:pt>
                <c:pt idx="1516">
                  <c:v>45941</c:v>
                </c:pt>
                <c:pt idx="1517">
                  <c:v>45942</c:v>
                </c:pt>
                <c:pt idx="1518">
                  <c:v>45943</c:v>
                </c:pt>
                <c:pt idx="1519">
                  <c:v>45944</c:v>
                </c:pt>
                <c:pt idx="1520">
                  <c:v>45945</c:v>
                </c:pt>
                <c:pt idx="1521">
                  <c:v>45946</c:v>
                </c:pt>
                <c:pt idx="1522">
                  <c:v>45947</c:v>
                </c:pt>
                <c:pt idx="1523">
                  <c:v>45948</c:v>
                </c:pt>
                <c:pt idx="1524">
                  <c:v>45949</c:v>
                </c:pt>
                <c:pt idx="1525">
                  <c:v>45950</c:v>
                </c:pt>
                <c:pt idx="1526">
                  <c:v>45951</c:v>
                </c:pt>
                <c:pt idx="1527">
                  <c:v>45952</c:v>
                </c:pt>
                <c:pt idx="1528">
                  <c:v>45953</c:v>
                </c:pt>
                <c:pt idx="1529">
                  <c:v>45954</c:v>
                </c:pt>
                <c:pt idx="1530">
                  <c:v>45955</c:v>
                </c:pt>
                <c:pt idx="1531">
                  <c:v>45956</c:v>
                </c:pt>
                <c:pt idx="1532">
                  <c:v>45957</c:v>
                </c:pt>
                <c:pt idx="1533">
                  <c:v>45958</c:v>
                </c:pt>
                <c:pt idx="1534">
                  <c:v>45959</c:v>
                </c:pt>
                <c:pt idx="1535">
                  <c:v>45960</c:v>
                </c:pt>
                <c:pt idx="1536">
                  <c:v>45961</c:v>
                </c:pt>
                <c:pt idx="1537">
                  <c:v>45962</c:v>
                </c:pt>
                <c:pt idx="1538">
                  <c:v>45963</c:v>
                </c:pt>
                <c:pt idx="1539">
                  <c:v>45964</c:v>
                </c:pt>
                <c:pt idx="1540">
                  <c:v>45965</c:v>
                </c:pt>
                <c:pt idx="1541">
                  <c:v>45966</c:v>
                </c:pt>
                <c:pt idx="1542">
                  <c:v>45967</c:v>
                </c:pt>
                <c:pt idx="1543">
                  <c:v>45968</c:v>
                </c:pt>
                <c:pt idx="1544">
                  <c:v>45969</c:v>
                </c:pt>
                <c:pt idx="1545">
                  <c:v>45970</c:v>
                </c:pt>
                <c:pt idx="1546">
                  <c:v>45971</c:v>
                </c:pt>
                <c:pt idx="1547">
                  <c:v>45972</c:v>
                </c:pt>
                <c:pt idx="1548">
                  <c:v>45973</c:v>
                </c:pt>
                <c:pt idx="1549">
                  <c:v>45974</c:v>
                </c:pt>
                <c:pt idx="1550">
                  <c:v>45975</c:v>
                </c:pt>
                <c:pt idx="1551">
                  <c:v>45976</c:v>
                </c:pt>
                <c:pt idx="1552">
                  <c:v>45977</c:v>
                </c:pt>
                <c:pt idx="1553">
                  <c:v>45978</c:v>
                </c:pt>
                <c:pt idx="1554">
                  <c:v>45979</c:v>
                </c:pt>
                <c:pt idx="1555">
                  <c:v>45980</c:v>
                </c:pt>
                <c:pt idx="1556">
                  <c:v>45981</c:v>
                </c:pt>
                <c:pt idx="1557">
                  <c:v>45982</c:v>
                </c:pt>
                <c:pt idx="1558">
                  <c:v>45983</c:v>
                </c:pt>
                <c:pt idx="1559">
                  <c:v>45984</c:v>
                </c:pt>
                <c:pt idx="1560">
                  <c:v>45985</c:v>
                </c:pt>
                <c:pt idx="1561">
                  <c:v>45986</c:v>
                </c:pt>
                <c:pt idx="1562">
                  <c:v>45987</c:v>
                </c:pt>
                <c:pt idx="1563">
                  <c:v>45988</c:v>
                </c:pt>
                <c:pt idx="1564">
                  <c:v>45989</c:v>
                </c:pt>
                <c:pt idx="1565">
                  <c:v>45990</c:v>
                </c:pt>
                <c:pt idx="1566">
                  <c:v>45991</c:v>
                </c:pt>
                <c:pt idx="1567">
                  <c:v>45992</c:v>
                </c:pt>
                <c:pt idx="1568">
                  <c:v>45993</c:v>
                </c:pt>
                <c:pt idx="1569">
                  <c:v>45994</c:v>
                </c:pt>
                <c:pt idx="1570">
                  <c:v>45995</c:v>
                </c:pt>
                <c:pt idx="1571">
                  <c:v>45996</c:v>
                </c:pt>
                <c:pt idx="1572">
                  <c:v>45997</c:v>
                </c:pt>
                <c:pt idx="1573">
                  <c:v>45998</c:v>
                </c:pt>
                <c:pt idx="1574">
                  <c:v>45999</c:v>
                </c:pt>
                <c:pt idx="1575">
                  <c:v>46000</c:v>
                </c:pt>
                <c:pt idx="1576">
                  <c:v>46001</c:v>
                </c:pt>
                <c:pt idx="1577">
                  <c:v>46002</c:v>
                </c:pt>
                <c:pt idx="1578">
                  <c:v>46003</c:v>
                </c:pt>
                <c:pt idx="1579">
                  <c:v>46004</c:v>
                </c:pt>
                <c:pt idx="1580">
                  <c:v>46005</c:v>
                </c:pt>
                <c:pt idx="1581">
                  <c:v>46006</c:v>
                </c:pt>
                <c:pt idx="1582">
                  <c:v>46007</c:v>
                </c:pt>
                <c:pt idx="1583">
                  <c:v>46008</c:v>
                </c:pt>
                <c:pt idx="1584">
                  <c:v>46009</c:v>
                </c:pt>
                <c:pt idx="1585">
                  <c:v>46010</c:v>
                </c:pt>
                <c:pt idx="1586">
                  <c:v>46011</c:v>
                </c:pt>
                <c:pt idx="1587">
                  <c:v>46012</c:v>
                </c:pt>
                <c:pt idx="1588">
                  <c:v>46013</c:v>
                </c:pt>
                <c:pt idx="1589">
                  <c:v>46014</c:v>
                </c:pt>
                <c:pt idx="1590">
                  <c:v>46015</c:v>
                </c:pt>
                <c:pt idx="1591">
                  <c:v>46016</c:v>
                </c:pt>
                <c:pt idx="1592">
                  <c:v>46017</c:v>
                </c:pt>
                <c:pt idx="1593">
                  <c:v>46018</c:v>
                </c:pt>
                <c:pt idx="1594">
                  <c:v>46019</c:v>
                </c:pt>
                <c:pt idx="1595">
                  <c:v>46020</c:v>
                </c:pt>
                <c:pt idx="1596">
                  <c:v>46021</c:v>
                </c:pt>
                <c:pt idx="1597">
                  <c:v>46022</c:v>
                </c:pt>
                <c:pt idx="1598">
                  <c:v>46023</c:v>
                </c:pt>
                <c:pt idx="1599">
                  <c:v>46024</c:v>
                </c:pt>
                <c:pt idx="1600">
                  <c:v>46025</c:v>
                </c:pt>
                <c:pt idx="1601">
                  <c:v>46026</c:v>
                </c:pt>
                <c:pt idx="1602">
                  <c:v>46027</c:v>
                </c:pt>
                <c:pt idx="1603">
                  <c:v>46028</c:v>
                </c:pt>
                <c:pt idx="1604">
                  <c:v>46029</c:v>
                </c:pt>
                <c:pt idx="1605">
                  <c:v>46030</c:v>
                </c:pt>
                <c:pt idx="1606">
                  <c:v>46031</c:v>
                </c:pt>
                <c:pt idx="1607">
                  <c:v>46032</c:v>
                </c:pt>
                <c:pt idx="1608">
                  <c:v>46033</c:v>
                </c:pt>
                <c:pt idx="1609">
                  <c:v>46034</c:v>
                </c:pt>
                <c:pt idx="1610">
                  <c:v>46035</c:v>
                </c:pt>
                <c:pt idx="1611">
                  <c:v>46036</c:v>
                </c:pt>
                <c:pt idx="1612">
                  <c:v>46037</c:v>
                </c:pt>
                <c:pt idx="1613">
                  <c:v>46038</c:v>
                </c:pt>
                <c:pt idx="1614">
                  <c:v>46039</c:v>
                </c:pt>
                <c:pt idx="1615">
                  <c:v>46040</c:v>
                </c:pt>
                <c:pt idx="1616">
                  <c:v>46041</c:v>
                </c:pt>
                <c:pt idx="1617">
                  <c:v>46042</c:v>
                </c:pt>
                <c:pt idx="1618">
                  <c:v>46043</c:v>
                </c:pt>
                <c:pt idx="1619">
                  <c:v>46044</c:v>
                </c:pt>
                <c:pt idx="1620">
                  <c:v>46045</c:v>
                </c:pt>
                <c:pt idx="1621">
                  <c:v>46046</c:v>
                </c:pt>
                <c:pt idx="1622">
                  <c:v>46047</c:v>
                </c:pt>
                <c:pt idx="1623">
                  <c:v>46048</c:v>
                </c:pt>
                <c:pt idx="1624">
                  <c:v>46049</c:v>
                </c:pt>
                <c:pt idx="1625">
                  <c:v>46050</c:v>
                </c:pt>
                <c:pt idx="1626">
                  <c:v>46051</c:v>
                </c:pt>
                <c:pt idx="1627">
                  <c:v>46052</c:v>
                </c:pt>
                <c:pt idx="1628">
                  <c:v>46053</c:v>
                </c:pt>
                <c:pt idx="1629">
                  <c:v>46054</c:v>
                </c:pt>
                <c:pt idx="1630">
                  <c:v>46055</c:v>
                </c:pt>
                <c:pt idx="1631">
                  <c:v>46056</c:v>
                </c:pt>
                <c:pt idx="1632">
                  <c:v>46057</c:v>
                </c:pt>
                <c:pt idx="1633">
                  <c:v>46058</c:v>
                </c:pt>
                <c:pt idx="1634">
                  <c:v>46059</c:v>
                </c:pt>
                <c:pt idx="1635">
                  <c:v>46060</c:v>
                </c:pt>
                <c:pt idx="1636">
                  <c:v>46061</c:v>
                </c:pt>
                <c:pt idx="1637">
                  <c:v>46062</c:v>
                </c:pt>
                <c:pt idx="1638">
                  <c:v>46063</c:v>
                </c:pt>
                <c:pt idx="1639">
                  <c:v>46064</c:v>
                </c:pt>
                <c:pt idx="1640">
                  <c:v>46065</c:v>
                </c:pt>
                <c:pt idx="1641">
                  <c:v>46066</c:v>
                </c:pt>
                <c:pt idx="1642">
                  <c:v>46067</c:v>
                </c:pt>
                <c:pt idx="1643">
                  <c:v>46068</c:v>
                </c:pt>
                <c:pt idx="1644">
                  <c:v>46069</c:v>
                </c:pt>
                <c:pt idx="1645">
                  <c:v>46070</c:v>
                </c:pt>
                <c:pt idx="1646">
                  <c:v>46071</c:v>
                </c:pt>
                <c:pt idx="1647">
                  <c:v>46072</c:v>
                </c:pt>
                <c:pt idx="1648">
                  <c:v>46073</c:v>
                </c:pt>
                <c:pt idx="1649">
                  <c:v>46074</c:v>
                </c:pt>
                <c:pt idx="1650">
                  <c:v>46075</c:v>
                </c:pt>
                <c:pt idx="1651">
                  <c:v>46076</c:v>
                </c:pt>
                <c:pt idx="1652">
                  <c:v>46077</c:v>
                </c:pt>
                <c:pt idx="1653">
                  <c:v>46078</c:v>
                </c:pt>
                <c:pt idx="1654">
                  <c:v>46079</c:v>
                </c:pt>
                <c:pt idx="1655">
                  <c:v>46080</c:v>
                </c:pt>
                <c:pt idx="1656">
                  <c:v>46081</c:v>
                </c:pt>
                <c:pt idx="1657">
                  <c:v>46082</c:v>
                </c:pt>
                <c:pt idx="1658">
                  <c:v>46083</c:v>
                </c:pt>
                <c:pt idx="1659">
                  <c:v>46084</c:v>
                </c:pt>
                <c:pt idx="1660">
                  <c:v>46085</c:v>
                </c:pt>
                <c:pt idx="1661">
                  <c:v>46086</c:v>
                </c:pt>
                <c:pt idx="1662">
                  <c:v>46087</c:v>
                </c:pt>
                <c:pt idx="1663">
                  <c:v>46088</c:v>
                </c:pt>
                <c:pt idx="1664">
                  <c:v>46089</c:v>
                </c:pt>
                <c:pt idx="1665">
                  <c:v>46090</c:v>
                </c:pt>
                <c:pt idx="1666">
                  <c:v>46091</c:v>
                </c:pt>
                <c:pt idx="1667">
                  <c:v>46092</c:v>
                </c:pt>
                <c:pt idx="1668">
                  <c:v>46093</c:v>
                </c:pt>
                <c:pt idx="1669">
                  <c:v>46094</c:v>
                </c:pt>
                <c:pt idx="1670">
                  <c:v>46095</c:v>
                </c:pt>
                <c:pt idx="1671">
                  <c:v>46096</c:v>
                </c:pt>
                <c:pt idx="1672">
                  <c:v>46097</c:v>
                </c:pt>
                <c:pt idx="1673">
                  <c:v>46098</c:v>
                </c:pt>
                <c:pt idx="1674">
                  <c:v>46099</c:v>
                </c:pt>
                <c:pt idx="1675">
                  <c:v>46100</c:v>
                </c:pt>
                <c:pt idx="1676">
                  <c:v>46101</c:v>
                </c:pt>
                <c:pt idx="1677">
                  <c:v>46102</c:v>
                </c:pt>
                <c:pt idx="1678">
                  <c:v>46103</c:v>
                </c:pt>
                <c:pt idx="1679">
                  <c:v>46104</c:v>
                </c:pt>
                <c:pt idx="1680">
                  <c:v>46105</c:v>
                </c:pt>
                <c:pt idx="1681">
                  <c:v>46106</c:v>
                </c:pt>
                <c:pt idx="1682">
                  <c:v>46107</c:v>
                </c:pt>
                <c:pt idx="1683">
                  <c:v>46108</c:v>
                </c:pt>
                <c:pt idx="1684">
                  <c:v>46109</c:v>
                </c:pt>
                <c:pt idx="1685">
                  <c:v>46110</c:v>
                </c:pt>
                <c:pt idx="1686">
                  <c:v>46111</c:v>
                </c:pt>
                <c:pt idx="1687">
                  <c:v>46112</c:v>
                </c:pt>
                <c:pt idx="1688">
                  <c:v>46113</c:v>
                </c:pt>
                <c:pt idx="1689">
                  <c:v>46114</c:v>
                </c:pt>
                <c:pt idx="1690">
                  <c:v>46115</c:v>
                </c:pt>
                <c:pt idx="1691">
                  <c:v>46116</c:v>
                </c:pt>
                <c:pt idx="1692">
                  <c:v>46117</c:v>
                </c:pt>
                <c:pt idx="1693">
                  <c:v>46118</c:v>
                </c:pt>
                <c:pt idx="1694">
                  <c:v>46119</c:v>
                </c:pt>
                <c:pt idx="1695">
                  <c:v>46120</c:v>
                </c:pt>
                <c:pt idx="1696">
                  <c:v>46121</c:v>
                </c:pt>
                <c:pt idx="1697">
                  <c:v>46122</c:v>
                </c:pt>
                <c:pt idx="1698">
                  <c:v>46123</c:v>
                </c:pt>
                <c:pt idx="1699">
                  <c:v>46124</c:v>
                </c:pt>
                <c:pt idx="1700">
                  <c:v>46125</c:v>
                </c:pt>
                <c:pt idx="1701">
                  <c:v>46126</c:v>
                </c:pt>
                <c:pt idx="1702">
                  <c:v>46127</c:v>
                </c:pt>
                <c:pt idx="1703">
                  <c:v>46128</c:v>
                </c:pt>
                <c:pt idx="1704">
                  <c:v>46129</c:v>
                </c:pt>
                <c:pt idx="1705">
                  <c:v>46130</c:v>
                </c:pt>
                <c:pt idx="1706">
                  <c:v>46131</c:v>
                </c:pt>
                <c:pt idx="1707">
                  <c:v>46132</c:v>
                </c:pt>
                <c:pt idx="1708">
                  <c:v>46133</c:v>
                </c:pt>
                <c:pt idx="1709">
                  <c:v>46134</c:v>
                </c:pt>
                <c:pt idx="1710">
                  <c:v>46135</c:v>
                </c:pt>
                <c:pt idx="1711">
                  <c:v>46136</c:v>
                </c:pt>
                <c:pt idx="1712">
                  <c:v>46137</c:v>
                </c:pt>
                <c:pt idx="1713">
                  <c:v>46138</c:v>
                </c:pt>
                <c:pt idx="1714">
                  <c:v>46139</c:v>
                </c:pt>
                <c:pt idx="1715">
                  <c:v>46140</c:v>
                </c:pt>
                <c:pt idx="1716">
                  <c:v>46141</c:v>
                </c:pt>
                <c:pt idx="1717">
                  <c:v>46142</c:v>
                </c:pt>
                <c:pt idx="1718">
                  <c:v>46143</c:v>
                </c:pt>
                <c:pt idx="1719">
                  <c:v>46144</c:v>
                </c:pt>
                <c:pt idx="1720">
                  <c:v>46145</c:v>
                </c:pt>
                <c:pt idx="1721">
                  <c:v>46146</c:v>
                </c:pt>
                <c:pt idx="1722">
                  <c:v>46147</c:v>
                </c:pt>
                <c:pt idx="1723">
                  <c:v>46148</c:v>
                </c:pt>
                <c:pt idx="1724">
                  <c:v>46149</c:v>
                </c:pt>
                <c:pt idx="1725">
                  <c:v>46150</c:v>
                </c:pt>
                <c:pt idx="1726">
                  <c:v>46151</c:v>
                </c:pt>
                <c:pt idx="1727">
                  <c:v>46152</c:v>
                </c:pt>
                <c:pt idx="1728">
                  <c:v>46153</c:v>
                </c:pt>
                <c:pt idx="1729">
                  <c:v>46154</c:v>
                </c:pt>
                <c:pt idx="1730">
                  <c:v>46155</c:v>
                </c:pt>
                <c:pt idx="1731">
                  <c:v>46156</c:v>
                </c:pt>
                <c:pt idx="1732">
                  <c:v>46157</c:v>
                </c:pt>
                <c:pt idx="1733">
                  <c:v>46158</c:v>
                </c:pt>
                <c:pt idx="1734">
                  <c:v>46159</c:v>
                </c:pt>
                <c:pt idx="1735">
                  <c:v>46160</c:v>
                </c:pt>
                <c:pt idx="1736">
                  <c:v>46161</c:v>
                </c:pt>
                <c:pt idx="1737">
                  <c:v>46162</c:v>
                </c:pt>
                <c:pt idx="1738">
                  <c:v>46163</c:v>
                </c:pt>
                <c:pt idx="1739">
                  <c:v>46164</c:v>
                </c:pt>
                <c:pt idx="1740">
                  <c:v>46165</c:v>
                </c:pt>
                <c:pt idx="1741">
                  <c:v>46166</c:v>
                </c:pt>
                <c:pt idx="1742">
                  <c:v>46167</c:v>
                </c:pt>
                <c:pt idx="1743">
                  <c:v>46168</c:v>
                </c:pt>
                <c:pt idx="1744">
                  <c:v>46169</c:v>
                </c:pt>
                <c:pt idx="1745">
                  <c:v>46170</c:v>
                </c:pt>
                <c:pt idx="1746">
                  <c:v>46171</c:v>
                </c:pt>
                <c:pt idx="1747">
                  <c:v>46172</c:v>
                </c:pt>
                <c:pt idx="1748">
                  <c:v>46173</c:v>
                </c:pt>
                <c:pt idx="1749">
                  <c:v>46174</c:v>
                </c:pt>
                <c:pt idx="1750">
                  <c:v>46175</c:v>
                </c:pt>
                <c:pt idx="1751">
                  <c:v>46176</c:v>
                </c:pt>
                <c:pt idx="1752">
                  <c:v>46177</c:v>
                </c:pt>
                <c:pt idx="1753">
                  <c:v>46178</c:v>
                </c:pt>
                <c:pt idx="1754">
                  <c:v>46179</c:v>
                </c:pt>
                <c:pt idx="1755">
                  <c:v>46180</c:v>
                </c:pt>
                <c:pt idx="1756">
                  <c:v>46181</c:v>
                </c:pt>
                <c:pt idx="1757">
                  <c:v>46182</c:v>
                </c:pt>
                <c:pt idx="1758">
                  <c:v>46183</c:v>
                </c:pt>
                <c:pt idx="1759">
                  <c:v>46184</c:v>
                </c:pt>
                <c:pt idx="1760">
                  <c:v>46185</c:v>
                </c:pt>
                <c:pt idx="1761">
                  <c:v>46186</c:v>
                </c:pt>
                <c:pt idx="1762">
                  <c:v>46187</c:v>
                </c:pt>
                <c:pt idx="1763">
                  <c:v>46188</c:v>
                </c:pt>
                <c:pt idx="1764">
                  <c:v>46189</c:v>
                </c:pt>
                <c:pt idx="1765">
                  <c:v>46190</c:v>
                </c:pt>
                <c:pt idx="1766">
                  <c:v>46191</c:v>
                </c:pt>
                <c:pt idx="1767">
                  <c:v>46192</c:v>
                </c:pt>
                <c:pt idx="1768">
                  <c:v>46193</c:v>
                </c:pt>
                <c:pt idx="1769">
                  <c:v>46194</c:v>
                </c:pt>
                <c:pt idx="1770">
                  <c:v>46195</c:v>
                </c:pt>
                <c:pt idx="1771">
                  <c:v>46196</c:v>
                </c:pt>
                <c:pt idx="1772">
                  <c:v>46197</c:v>
                </c:pt>
                <c:pt idx="1773">
                  <c:v>46198</c:v>
                </c:pt>
                <c:pt idx="1774">
                  <c:v>46199</c:v>
                </c:pt>
                <c:pt idx="1775">
                  <c:v>46200</c:v>
                </c:pt>
                <c:pt idx="1776">
                  <c:v>46201</c:v>
                </c:pt>
                <c:pt idx="1777">
                  <c:v>46202</c:v>
                </c:pt>
                <c:pt idx="1778">
                  <c:v>46203</c:v>
                </c:pt>
                <c:pt idx="1779">
                  <c:v>46204</c:v>
                </c:pt>
                <c:pt idx="1780">
                  <c:v>46205</c:v>
                </c:pt>
                <c:pt idx="1781">
                  <c:v>46206</c:v>
                </c:pt>
                <c:pt idx="1782">
                  <c:v>46207</c:v>
                </c:pt>
                <c:pt idx="1783">
                  <c:v>46208</c:v>
                </c:pt>
                <c:pt idx="1784">
                  <c:v>46209</c:v>
                </c:pt>
                <c:pt idx="1785">
                  <c:v>46210</c:v>
                </c:pt>
                <c:pt idx="1786">
                  <c:v>46211</c:v>
                </c:pt>
                <c:pt idx="1787">
                  <c:v>46212</c:v>
                </c:pt>
                <c:pt idx="1788">
                  <c:v>46213</c:v>
                </c:pt>
                <c:pt idx="1789">
                  <c:v>46214</c:v>
                </c:pt>
                <c:pt idx="1790">
                  <c:v>46215</c:v>
                </c:pt>
                <c:pt idx="1791">
                  <c:v>46216</c:v>
                </c:pt>
                <c:pt idx="1792">
                  <c:v>46217</c:v>
                </c:pt>
                <c:pt idx="1793">
                  <c:v>46218</c:v>
                </c:pt>
                <c:pt idx="1794">
                  <c:v>46219</c:v>
                </c:pt>
                <c:pt idx="1795">
                  <c:v>46220</c:v>
                </c:pt>
                <c:pt idx="1796">
                  <c:v>46221</c:v>
                </c:pt>
                <c:pt idx="1797">
                  <c:v>46222</c:v>
                </c:pt>
                <c:pt idx="1798">
                  <c:v>46223</c:v>
                </c:pt>
                <c:pt idx="1799">
                  <c:v>46224</c:v>
                </c:pt>
                <c:pt idx="1800">
                  <c:v>46225</c:v>
                </c:pt>
                <c:pt idx="1801">
                  <c:v>46226</c:v>
                </c:pt>
                <c:pt idx="1802">
                  <c:v>46227</c:v>
                </c:pt>
                <c:pt idx="1803">
                  <c:v>46228</c:v>
                </c:pt>
                <c:pt idx="1804">
                  <c:v>46229</c:v>
                </c:pt>
                <c:pt idx="1805">
                  <c:v>46230</c:v>
                </c:pt>
                <c:pt idx="1806">
                  <c:v>46231</c:v>
                </c:pt>
                <c:pt idx="1807">
                  <c:v>46232</c:v>
                </c:pt>
                <c:pt idx="1808">
                  <c:v>46233</c:v>
                </c:pt>
                <c:pt idx="1809">
                  <c:v>46234</c:v>
                </c:pt>
                <c:pt idx="1810">
                  <c:v>46235</c:v>
                </c:pt>
                <c:pt idx="1811">
                  <c:v>46236</c:v>
                </c:pt>
                <c:pt idx="1812">
                  <c:v>46237</c:v>
                </c:pt>
                <c:pt idx="1813">
                  <c:v>46238</c:v>
                </c:pt>
                <c:pt idx="1814">
                  <c:v>46239</c:v>
                </c:pt>
                <c:pt idx="1815">
                  <c:v>46240</c:v>
                </c:pt>
                <c:pt idx="1816">
                  <c:v>46241</c:v>
                </c:pt>
                <c:pt idx="1817">
                  <c:v>46242</c:v>
                </c:pt>
                <c:pt idx="1818">
                  <c:v>46243</c:v>
                </c:pt>
                <c:pt idx="1819">
                  <c:v>46244</c:v>
                </c:pt>
                <c:pt idx="1820">
                  <c:v>46245</c:v>
                </c:pt>
                <c:pt idx="1821">
                  <c:v>46246</c:v>
                </c:pt>
                <c:pt idx="1822">
                  <c:v>46247</c:v>
                </c:pt>
                <c:pt idx="1823">
                  <c:v>46248</c:v>
                </c:pt>
                <c:pt idx="1824">
                  <c:v>46249</c:v>
                </c:pt>
                <c:pt idx="1825">
                  <c:v>46250</c:v>
                </c:pt>
                <c:pt idx="1826">
                  <c:v>46251</c:v>
                </c:pt>
                <c:pt idx="1827">
                  <c:v>46252</c:v>
                </c:pt>
                <c:pt idx="1828">
                  <c:v>46253</c:v>
                </c:pt>
              </c:numCache>
            </c:numRef>
          </c:cat>
          <c:val>
            <c:numRef>
              <c:f>Source!$AX$3:$AX$3656</c:f>
              <c:numCache>
                <c:formatCode>General</c:formatCode>
                <c:ptCount val="3654"/>
                <c:pt idx="0">
                  <c:v>10.844869097810431</c:v>
                </c:pt>
                <c:pt idx="1">
                  <c:v>10.844869097810431</c:v>
                </c:pt>
                <c:pt idx="2">
                  <c:v>10.844869097810431</c:v>
                </c:pt>
                <c:pt idx="3">
                  <c:v>10.844869097810431</c:v>
                </c:pt>
                <c:pt idx="4">
                  <c:v>10.844869097810431</c:v>
                </c:pt>
                <c:pt idx="5">
                  <c:v>10.844869097810431</c:v>
                </c:pt>
                <c:pt idx="6">
                  <c:v>10.844869097810431</c:v>
                </c:pt>
                <c:pt idx="7">
                  <c:v>10.844869097810431</c:v>
                </c:pt>
                <c:pt idx="8">
                  <c:v>10.844869097810431</c:v>
                </c:pt>
                <c:pt idx="9">
                  <c:v>10.844869097810431</c:v>
                </c:pt>
                <c:pt idx="10">
                  <c:v>10.844869097810431</c:v>
                </c:pt>
                <c:pt idx="11">
                  <c:v>10.844869097810431</c:v>
                </c:pt>
                <c:pt idx="12">
                  <c:v>10.844869097810431</c:v>
                </c:pt>
                <c:pt idx="13">
                  <c:v>10.844869097810431</c:v>
                </c:pt>
                <c:pt idx="14">
                  <c:v>10.844869097810431</c:v>
                </c:pt>
                <c:pt idx="15">
                  <c:v>10.844869097810431</c:v>
                </c:pt>
                <c:pt idx="16">
                  <c:v>10.844869097810431</c:v>
                </c:pt>
                <c:pt idx="17">
                  <c:v>10.844869097810431</c:v>
                </c:pt>
                <c:pt idx="18">
                  <c:v>10.844869097810431</c:v>
                </c:pt>
                <c:pt idx="19">
                  <c:v>10.844869097810431</c:v>
                </c:pt>
                <c:pt idx="20">
                  <c:v>10.844869097810431</c:v>
                </c:pt>
                <c:pt idx="21">
                  <c:v>10.844869097810431</c:v>
                </c:pt>
                <c:pt idx="22">
                  <c:v>10.844869097810431</c:v>
                </c:pt>
                <c:pt idx="23">
                  <c:v>10.844869097810431</c:v>
                </c:pt>
                <c:pt idx="24">
                  <c:v>10.844869097810431</c:v>
                </c:pt>
                <c:pt idx="25">
                  <c:v>10.844869097810431</c:v>
                </c:pt>
                <c:pt idx="26">
                  <c:v>10.844869097810431</c:v>
                </c:pt>
                <c:pt idx="27">
                  <c:v>10.844869097810431</c:v>
                </c:pt>
                <c:pt idx="28">
                  <c:v>10.844869097810431</c:v>
                </c:pt>
                <c:pt idx="29">
                  <c:v>10.844869097810431</c:v>
                </c:pt>
                <c:pt idx="30">
                  <c:v>10.844869097810431</c:v>
                </c:pt>
                <c:pt idx="31">
                  <c:v>10.844869097810431</c:v>
                </c:pt>
                <c:pt idx="32">
                  <c:v>10.844869097810431</c:v>
                </c:pt>
                <c:pt idx="33">
                  <c:v>10.844869097810431</c:v>
                </c:pt>
                <c:pt idx="34">
                  <c:v>10.844869097810431</c:v>
                </c:pt>
                <c:pt idx="35">
                  <c:v>10.844869097810431</c:v>
                </c:pt>
                <c:pt idx="36">
                  <c:v>10.844869097810431</c:v>
                </c:pt>
                <c:pt idx="37">
                  <c:v>10.844869097810431</c:v>
                </c:pt>
                <c:pt idx="38">
                  <c:v>10.844869097810431</c:v>
                </c:pt>
                <c:pt idx="39">
                  <c:v>10.844869097810431</c:v>
                </c:pt>
                <c:pt idx="40">
                  <c:v>10.844869097810431</c:v>
                </c:pt>
                <c:pt idx="41">
                  <c:v>10.844869097810431</c:v>
                </c:pt>
                <c:pt idx="42">
                  <c:v>10.844869097810431</c:v>
                </c:pt>
                <c:pt idx="43">
                  <c:v>10.844869097810431</c:v>
                </c:pt>
                <c:pt idx="44">
                  <c:v>10.844869097810431</c:v>
                </c:pt>
                <c:pt idx="45">
                  <c:v>10.844869097810431</c:v>
                </c:pt>
                <c:pt idx="46">
                  <c:v>10.844869097810431</c:v>
                </c:pt>
                <c:pt idx="47">
                  <c:v>10.844869097810431</c:v>
                </c:pt>
                <c:pt idx="48">
                  <c:v>10.844869097810431</c:v>
                </c:pt>
                <c:pt idx="49">
                  <c:v>10.844869097810431</c:v>
                </c:pt>
                <c:pt idx="50">
                  <c:v>10.844869097810431</c:v>
                </c:pt>
                <c:pt idx="51">
                  <c:v>10.844869097810431</c:v>
                </c:pt>
                <c:pt idx="52">
                  <c:v>10.844869097810431</c:v>
                </c:pt>
                <c:pt idx="53">
                  <c:v>10.844869097810431</c:v>
                </c:pt>
                <c:pt idx="54">
                  <c:v>10.844869097810431</c:v>
                </c:pt>
                <c:pt idx="55">
                  <c:v>10.844869097810431</c:v>
                </c:pt>
                <c:pt idx="56">
                  <c:v>10.844869097810431</c:v>
                </c:pt>
                <c:pt idx="57">
                  <c:v>10.844869097810431</c:v>
                </c:pt>
                <c:pt idx="58">
                  <c:v>10.844869097810431</c:v>
                </c:pt>
                <c:pt idx="59">
                  <c:v>10.844869097810431</c:v>
                </c:pt>
                <c:pt idx="60">
                  <c:v>10.844869097810431</c:v>
                </c:pt>
                <c:pt idx="61">
                  <c:v>10.844869097810431</c:v>
                </c:pt>
                <c:pt idx="62">
                  <c:v>10.844869097810431</c:v>
                </c:pt>
                <c:pt idx="63">
                  <c:v>10.844869097810431</c:v>
                </c:pt>
                <c:pt idx="64">
                  <c:v>10.844869097810431</c:v>
                </c:pt>
                <c:pt idx="65">
                  <c:v>10.844869097810431</c:v>
                </c:pt>
                <c:pt idx="66">
                  <c:v>10.844869097810431</c:v>
                </c:pt>
                <c:pt idx="67">
                  <c:v>10.844869097810431</c:v>
                </c:pt>
                <c:pt idx="68">
                  <c:v>10.844869097810431</c:v>
                </c:pt>
                <c:pt idx="69">
                  <c:v>10.844869097810431</c:v>
                </c:pt>
                <c:pt idx="70">
                  <c:v>10.844869097810431</c:v>
                </c:pt>
                <c:pt idx="71">
                  <c:v>10.844869097810431</c:v>
                </c:pt>
                <c:pt idx="72">
                  <c:v>10.844869097810431</c:v>
                </c:pt>
                <c:pt idx="73">
                  <c:v>10.844869097810431</c:v>
                </c:pt>
                <c:pt idx="74">
                  <c:v>10.844869097810431</c:v>
                </c:pt>
                <c:pt idx="75">
                  <c:v>10.844869097810431</c:v>
                </c:pt>
                <c:pt idx="76">
                  <c:v>10.844869097810431</c:v>
                </c:pt>
                <c:pt idx="77">
                  <c:v>10.844869097810431</c:v>
                </c:pt>
                <c:pt idx="78">
                  <c:v>10.844869097810431</c:v>
                </c:pt>
                <c:pt idx="79">
                  <c:v>10.844869097810431</c:v>
                </c:pt>
                <c:pt idx="80">
                  <c:v>10.844869097810431</c:v>
                </c:pt>
                <c:pt idx="81">
                  <c:v>10.844869097810431</c:v>
                </c:pt>
                <c:pt idx="82">
                  <c:v>10.844869097810431</c:v>
                </c:pt>
                <c:pt idx="83">
                  <c:v>10.844869097810431</c:v>
                </c:pt>
                <c:pt idx="84">
                  <c:v>10.844869097810431</c:v>
                </c:pt>
                <c:pt idx="85">
                  <c:v>10.844869097810431</c:v>
                </c:pt>
                <c:pt idx="86">
                  <c:v>10.844869097810431</c:v>
                </c:pt>
                <c:pt idx="87">
                  <c:v>10.844869097810431</c:v>
                </c:pt>
                <c:pt idx="88">
                  <c:v>10.844869097810431</c:v>
                </c:pt>
                <c:pt idx="89">
                  <c:v>10.844869097810431</c:v>
                </c:pt>
                <c:pt idx="90">
                  <c:v>10.844869097810431</c:v>
                </c:pt>
                <c:pt idx="91">
                  <c:v>10.844869097810431</c:v>
                </c:pt>
                <c:pt idx="92">
                  <c:v>10.844869097810431</c:v>
                </c:pt>
                <c:pt idx="93">
                  <c:v>10.844869097810431</c:v>
                </c:pt>
                <c:pt idx="94">
                  <c:v>10.844869097810431</c:v>
                </c:pt>
                <c:pt idx="95">
                  <c:v>10.844869097810431</c:v>
                </c:pt>
                <c:pt idx="96">
                  <c:v>10.844869097810431</c:v>
                </c:pt>
                <c:pt idx="97">
                  <c:v>10.844869097810431</c:v>
                </c:pt>
                <c:pt idx="98">
                  <c:v>10.844869097810431</c:v>
                </c:pt>
                <c:pt idx="99">
                  <c:v>10.844869097810431</c:v>
                </c:pt>
                <c:pt idx="100">
                  <c:v>10.844869097810431</c:v>
                </c:pt>
                <c:pt idx="101">
                  <c:v>10.844869097810431</c:v>
                </c:pt>
                <c:pt idx="102">
                  <c:v>10.844869097810431</c:v>
                </c:pt>
                <c:pt idx="103">
                  <c:v>10.844869097810431</c:v>
                </c:pt>
                <c:pt idx="104">
                  <c:v>10.844869097810431</c:v>
                </c:pt>
                <c:pt idx="105">
                  <c:v>10.844869097810431</c:v>
                </c:pt>
                <c:pt idx="106">
                  <c:v>10.844869097810431</c:v>
                </c:pt>
                <c:pt idx="107">
                  <c:v>10.844869097810431</c:v>
                </c:pt>
                <c:pt idx="108">
                  <c:v>10.844869097810431</c:v>
                </c:pt>
                <c:pt idx="109">
                  <c:v>10.844869097810431</c:v>
                </c:pt>
                <c:pt idx="110">
                  <c:v>10.844869097810431</c:v>
                </c:pt>
                <c:pt idx="111">
                  <c:v>10.844869097810431</c:v>
                </c:pt>
                <c:pt idx="112">
                  <c:v>10.844869097810431</c:v>
                </c:pt>
                <c:pt idx="113">
                  <c:v>10.844869097810431</c:v>
                </c:pt>
                <c:pt idx="114">
                  <c:v>10.844869097810431</c:v>
                </c:pt>
                <c:pt idx="115">
                  <c:v>10.844869097810431</c:v>
                </c:pt>
                <c:pt idx="116">
                  <c:v>10.844869097810431</c:v>
                </c:pt>
                <c:pt idx="117">
                  <c:v>10.844869097810431</c:v>
                </c:pt>
                <c:pt idx="118">
                  <c:v>10.844869097810431</c:v>
                </c:pt>
                <c:pt idx="119">
                  <c:v>10.844869097810431</c:v>
                </c:pt>
                <c:pt idx="120">
                  <c:v>10.844869097810431</c:v>
                </c:pt>
                <c:pt idx="121">
                  <c:v>10.844869097810431</c:v>
                </c:pt>
                <c:pt idx="122">
                  <c:v>10.844869097810431</c:v>
                </c:pt>
                <c:pt idx="123">
                  <c:v>10.844869097810431</c:v>
                </c:pt>
                <c:pt idx="124">
                  <c:v>10.844869097810431</c:v>
                </c:pt>
                <c:pt idx="125">
                  <c:v>10.844869097810431</c:v>
                </c:pt>
                <c:pt idx="126">
                  <c:v>10.844869097810431</c:v>
                </c:pt>
                <c:pt idx="127">
                  <c:v>10.844869097810431</c:v>
                </c:pt>
                <c:pt idx="128">
                  <c:v>10.844869097810431</c:v>
                </c:pt>
                <c:pt idx="129">
                  <c:v>10.844869097810431</c:v>
                </c:pt>
                <c:pt idx="130">
                  <c:v>10.844869097810431</c:v>
                </c:pt>
                <c:pt idx="131">
                  <c:v>10.844869097810431</c:v>
                </c:pt>
                <c:pt idx="132">
                  <c:v>10.844869097810431</c:v>
                </c:pt>
                <c:pt idx="133">
                  <c:v>10.844869097810431</c:v>
                </c:pt>
                <c:pt idx="134">
                  <c:v>10.844869097810431</c:v>
                </c:pt>
                <c:pt idx="135">
                  <c:v>10.844869097810431</c:v>
                </c:pt>
                <c:pt idx="136">
                  <c:v>10.844869097810431</c:v>
                </c:pt>
                <c:pt idx="137">
                  <c:v>10.844869097810431</c:v>
                </c:pt>
                <c:pt idx="138">
                  <c:v>10.844869097810431</c:v>
                </c:pt>
                <c:pt idx="139">
                  <c:v>10.844869097810431</c:v>
                </c:pt>
                <c:pt idx="140">
                  <c:v>10.844869097810431</c:v>
                </c:pt>
                <c:pt idx="141">
                  <c:v>10.844869097810431</c:v>
                </c:pt>
                <c:pt idx="142">
                  <c:v>10.844869097810431</c:v>
                </c:pt>
                <c:pt idx="143">
                  <c:v>10.844869097810431</c:v>
                </c:pt>
                <c:pt idx="144">
                  <c:v>10.844869097810431</c:v>
                </c:pt>
                <c:pt idx="145">
                  <c:v>10.844869097810431</c:v>
                </c:pt>
                <c:pt idx="146">
                  <c:v>10.844869097810431</c:v>
                </c:pt>
                <c:pt idx="147">
                  <c:v>10.844869097810431</c:v>
                </c:pt>
                <c:pt idx="148">
                  <c:v>10.844869097810431</c:v>
                </c:pt>
                <c:pt idx="149">
                  <c:v>10.844869097810431</c:v>
                </c:pt>
                <c:pt idx="150">
                  <c:v>10.844869097810431</c:v>
                </c:pt>
                <c:pt idx="151">
                  <c:v>10.844869097810431</c:v>
                </c:pt>
                <c:pt idx="152">
                  <c:v>10.844869097810431</c:v>
                </c:pt>
                <c:pt idx="153">
                  <c:v>10.844869097810431</c:v>
                </c:pt>
                <c:pt idx="154">
                  <c:v>10.844869097810431</c:v>
                </c:pt>
                <c:pt idx="155">
                  <c:v>10.844869097810431</c:v>
                </c:pt>
                <c:pt idx="156">
                  <c:v>10.844869097810431</c:v>
                </c:pt>
                <c:pt idx="157">
                  <c:v>10.844869097810431</c:v>
                </c:pt>
                <c:pt idx="158">
                  <c:v>10.844869097810431</c:v>
                </c:pt>
                <c:pt idx="159">
                  <c:v>10.844869097810431</c:v>
                </c:pt>
                <c:pt idx="160">
                  <c:v>10.844869097810431</c:v>
                </c:pt>
                <c:pt idx="161">
                  <c:v>10.844869097810431</c:v>
                </c:pt>
                <c:pt idx="162">
                  <c:v>10.844869097810431</c:v>
                </c:pt>
                <c:pt idx="163">
                  <c:v>10.844869097810431</c:v>
                </c:pt>
                <c:pt idx="164">
                  <c:v>10.844869097810431</c:v>
                </c:pt>
                <c:pt idx="165">
                  <c:v>10.844869097810431</c:v>
                </c:pt>
                <c:pt idx="166">
                  <c:v>10.844869097810431</c:v>
                </c:pt>
                <c:pt idx="167">
                  <c:v>10.844869097810431</c:v>
                </c:pt>
                <c:pt idx="168">
                  <c:v>10.844869097810431</c:v>
                </c:pt>
                <c:pt idx="169">
                  <c:v>10.844869097810431</c:v>
                </c:pt>
                <c:pt idx="170">
                  <c:v>10.844869097810431</c:v>
                </c:pt>
                <c:pt idx="171">
                  <c:v>10.844869097810431</c:v>
                </c:pt>
                <c:pt idx="172">
                  <c:v>10.844869097810431</c:v>
                </c:pt>
                <c:pt idx="173">
                  <c:v>10.844869097810431</c:v>
                </c:pt>
                <c:pt idx="174">
                  <c:v>10.844869097810431</c:v>
                </c:pt>
                <c:pt idx="175">
                  <c:v>10.844869097810431</c:v>
                </c:pt>
                <c:pt idx="176">
                  <c:v>10.844869097810431</c:v>
                </c:pt>
                <c:pt idx="177">
                  <c:v>10.844869097810431</c:v>
                </c:pt>
                <c:pt idx="178">
                  <c:v>10.844869097810431</c:v>
                </c:pt>
                <c:pt idx="179">
                  <c:v>10.844869097810431</c:v>
                </c:pt>
                <c:pt idx="180">
                  <c:v>10.844869097810431</c:v>
                </c:pt>
                <c:pt idx="181">
                  <c:v>10.844869097810431</c:v>
                </c:pt>
                <c:pt idx="182">
                  <c:v>10.844869097810431</c:v>
                </c:pt>
                <c:pt idx="183">
                  <c:v>10.844869097810431</c:v>
                </c:pt>
                <c:pt idx="184">
                  <c:v>10.844869097810431</c:v>
                </c:pt>
                <c:pt idx="185">
                  <c:v>10.844869097810431</c:v>
                </c:pt>
                <c:pt idx="186">
                  <c:v>10.844869097810431</c:v>
                </c:pt>
                <c:pt idx="187">
                  <c:v>10.844869097810431</c:v>
                </c:pt>
                <c:pt idx="188">
                  <c:v>10.844869097810431</c:v>
                </c:pt>
                <c:pt idx="189">
                  <c:v>10.844869097810431</c:v>
                </c:pt>
                <c:pt idx="190">
                  <c:v>10.844869097810431</c:v>
                </c:pt>
                <c:pt idx="191">
                  <c:v>10.844869097810431</c:v>
                </c:pt>
                <c:pt idx="192">
                  <c:v>10.844869097810431</c:v>
                </c:pt>
                <c:pt idx="193">
                  <c:v>10.844869097810431</c:v>
                </c:pt>
                <c:pt idx="194">
                  <c:v>10.844869097810431</c:v>
                </c:pt>
                <c:pt idx="195">
                  <c:v>10.844869097810431</c:v>
                </c:pt>
                <c:pt idx="196">
                  <c:v>10.844869097810431</c:v>
                </c:pt>
                <c:pt idx="197">
                  <c:v>10.844869097810431</c:v>
                </c:pt>
                <c:pt idx="198">
                  <c:v>10.844869097810431</c:v>
                </c:pt>
                <c:pt idx="199">
                  <c:v>10.844869097810431</c:v>
                </c:pt>
                <c:pt idx="200">
                  <c:v>10.844869097810431</c:v>
                </c:pt>
                <c:pt idx="201">
                  <c:v>10.844869097810431</c:v>
                </c:pt>
                <c:pt idx="202">
                  <c:v>10.844869097810431</c:v>
                </c:pt>
                <c:pt idx="203">
                  <c:v>10.844869097810431</c:v>
                </c:pt>
                <c:pt idx="204">
                  <c:v>10.844869097810431</c:v>
                </c:pt>
                <c:pt idx="205">
                  <c:v>10.844869097810431</c:v>
                </c:pt>
                <c:pt idx="206">
                  <c:v>10.844869097810431</c:v>
                </c:pt>
                <c:pt idx="207">
                  <c:v>10.844869097810431</c:v>
                </c:pt>
                <c:pt idx="208">
                  <c:v>10.844869097810431</c:v>
                </c:pt>
                <c:pt idx="209">
                  <c:v>10.844869097810431</c:v>
                </c:pt>
                <c:pt idx="210">
                  <c:v>10.844869097810431</c:v>
                </c:pt>
                <c:pt idx="211">
                  <c:v>10.844869097810431</c:v>
                </c:pt>
                <c:pt idx="212">
                  <c:v>10.844869097810431</c:v>
                </c:pt>
                <c:pt idx="213">
                  <c:v>10.844869097810431</c:v>
                </c:pt>
                <c:pt idx="214">
                  <c:v>10.844869097810431</c:v>
                </c:pt>
                <c:pt idx="215">
                  <c:v>10.844869097810431</c:v>
                </c:pt>
                <c:pt idx="216">
                  <c:v>10.844869097810431</c:v>
                </c:pt>
                <c:pt idx="217">
                  <c:v>10.844869097810431</c:v>
                </c:pt>
                <c:pt idx="218">
                  <c:v>10.844869097810431</c:v>
                </c:pt>
                <c:pt idx="219">
                  <c:v>10.844869097810431</c:v>
                </c:pt>
                <c:pt idx="220">
                  <c:v>10.844869097810431</c:v>
                </c:pt>
                <c:pt idx="221">
                  <c:v>10.844869097810431</c:v>
                </c:pt>
                <c:pt idx="222">
                  <c:v>10.844869097810431</c:v>
                </c:pt>
                <c:pt idx="223">
                  <c:v>10.844869097810431</c:v>
                </c:pt>
                <c:pt idx="224">
                  <c:v>10.844869097810431</c:v>
                </c:pt>
                <c:pt idx="225">
                  <c:v>10.844869097810431</c:v>
                </c:pt>
                <c:pt idx="226">
                  <c:v>10.844869097810431</c:v>
                </c:pt>
                <c:pt idx="227">
                  <c:v>10.844869097810431</c:v>
                </c:pt>
                <c:pt idx="228">
                  <c:v>10.844869097810431</c:v>
                </c:pt>
                <c:pt idx="229">
                  <c:v>10.844869097810431</c:v>
                </c:pt>
                <c:pt idx="230">
                  <c:v>10.844869097810431</c:v>
                </c:pt>
                <c:pt idx="231">
                  <c:v>10.844869097810431</c:v>
                </c:pt>
                <c:pt idx="232">
                  <c:v>10.844869097810431</c:v>
                </c:pt>
                <c:pt idx="233">
                  <c:v>10.844869097810431</c:v>
                </c:pt>
                <c:pt idx="234">
                  <c:v>10.844869097810431</c:v>
                </c:pt>
                <c:pt idx="235">
                  <c:v>10.844869097810431</c:v>
                </c:pt>
                <c:pt idx="236">
                  <c:v>10.844869097810431</c:v>
                </c:pt>
                <c:pt idx="237">
                  <c:v>10.844869097810431</c:v>
                </c:pt>
                <c:pt idx="238">
                  <c:v>10.844869097810431</c:v>
                </c:pt>
                <c:pt idx="239">
                  <c:v>10.844869097810431</c:v>
                </c:pt>
                <c:pt idx="240">
                  <c:v>10.844869097810431</c:v>
                </c:pt>
                <c:pt idx="241">
                  <c:v>10.844869097810431</c:v>
                </c:pt>
                <c:pt idx="242">
                  <c:v>10.844869097810431</c:v>
                </c:pt>
                <c:pt idx="243">
                  <c:v>10.844869097810431</c:v>
                </c:pt>
                <c:pt idx="244">
                  <c:v>10.844869097810431</c:v>
                </c:pt>
                <c:pt idx="245">
                  <c:v>10.844869097810431</c:v>
                </c:pt>
                <c:pt idx="246">
                  <c:v>10.844869097810431</c:v>
                </c:pt>
                <c:pt idx="247">
                  <c:v>10.844869097810431</c:v>
                </c:pt>
                <c:pt idx="248">
                  <c:v>10.844869097810431</c:v>
                </c:pt>
                <c:pt idx="249">
                  <c:v>10.844869097810431</c:v>
                </c:pt>
                <c:pt idx="250">
                  <c:v>10.844869097810431</c:v>
                </c:pt>
                <c:pt idx="251">
                  <c:v>10.844869097810431</c:v>
                </c:pt>
                <c:pt idx="252">
                  <c:v>10.844869097810431</c:v>
                </c:pt>
                <c:pt idx="253">
                  <c:v>10.844869097810431</c:v>
                </c:pt>
                <c:pt idx="254">
                  <c:v>10.844869097810431</c:v>
                </c:pt>
                <c:pt idx="255">
                  <c:v>10.844869097810431</c:v>
                </c:pt>
                <c:pt idx="256">
                  <c:v>10.844869097810431</c:v>
                </c:pt>
                <c:pt idx="257">
                  <c:v>10.844869097810431</c:v>
                </c:pt>
                <c:pt idx="258">
                  <c:v>10.844869097810431</c:v>
                </c:pt>
                <c:pt idx="259">
                  <c:v>10.844869097810431</c:v>
                </c:pt>
                <c:pt idx="260">
                  <c:v>10.844869097810431</c:v>
                </c:pt>
                <c:pt idx="261">
                  <c:v>10.844869097810431</c:v>
                </c:pt>
                <c:pt idx="262">
                  <c:v>10.844869097810431</c:v>
                </c:pt>
                <c:pt idx="263">
                  <c:v>10.844869097810431</c:v>
                </c:pt>
                <c:pt idx="264">
                  <c:v>10.844869097810431</c:v>
                </c:pt>
                <c:pt idx="265">
                  <c:v>10.844869097810431</c:v>
                </c:pt>
                <c:pt idx="266">
                  <c:v>10.844869097810431</c:v>
                </c:pt>
                <c:pt idx="267">
                  <c:v>10.844869097810431</c:v>
                </c:pt>
                <c:pt idx="268">
                  <c:v>10.844869097810431</c:v>
                </c:pt>
                <c:pt idx="269">
                  <c:v>10.844869097810431</c:v>
                </c:pt>
                <c:pt idx="270">
                  <c:v>10.844869097810431</c:v>
                </c:pt>
                <c:pt idx="271">
                  <c:v>10.844869097810431</c:v>
                </c:pt>
                <c:pt idx="272">
                  <c:v>10.844869097810431</c:v>
                </c:pt>
                <c:pt idx="273">
                  <c:v>10.844869097810431</c:v>
                </c:pt>
                <c:pt idx="274">
                  <c:v>10.844869097810431</c:v>
                </c:pt>
                <c:pt idx="275">
                  <c:v>10.844869097810431</c:v>
                </c:pt>
                <c:pt idx="276">
                  <c:v>10.844869097810431</c:v>
                </c:pt>
                <c:pt idx="277">
                  <c:v>10.844869097810431</c:v>
                </c:pt>
                <c:pt idx="278">
                  <c:v>10.844869097810431</c:v>
                </c:pt>
                <c:pt idx="279">
                  <c:v>10.844869097810431</c:v>
                </c:pt>
                <c:pt idx="280">
                  <c:v>10.844869097810431</c:v>
                </c:pt>
                <c:pt idx="281">
                  <c:v>10.844869097810431</c:v>
                </c:pt>
                <c:pt idx="282">
                  <c:v>10.844869097810431</c:v>
                </c:pt>
                <c:pt idx="283">
                  <c:v>10.844869097810431</c:v>
                </c:pt>
                <c:pt idx="284">
                  <c:v>10.844869097810431</c:v>
                </c:pt>
                <c:pt idx="285">
                  <c:v>10.844869097810431</c:v>
                </c:pt>
                <c:pt idx="286">
                  <c:v>10.844869097810431</c:v>
                </c:pt>
                <c:pt idx="287">
                  <c:v>10.844869097810431</c:v>
                </c:pt>
                <c:pt idx="288">
                  <c:v>10.844869097810431</c:v>
                </c:pt>
                <c:pt idx="289">
                  <c:v>10.844869097810431</c:v>
                </c:pt>
                <c:pt idx="290">
                  <c:v>10.844869097810431</c:v>
                </c:pt>
                <c:pt idx="291">
                  <c:v>10.844869097810431</c:v>
                </c:pt>
                <c:pt idx="292">
                  <c:v>10.844869097810431</c:v>
                </c:pt>
                <c:pt idx="293">
                  <c:v>10.844869097810431</c:v>
                </c:pt>
                <c:pt idx="294">
                  <c:v>10.844869097810431</c:v>
                </c:pt>
                <c:pt idx="295">
                  <c:v>10.844869097810431</c:v>
                </c:pt>
                <c:pt idx="296">
                  <c:v>10.844869097810431</c:v>
                </c:pt>
                <c:pt idx="297">
                  <c:v>10.844869097810431</c:v>
                </c:pt>
                <c:pt idx="298">
                  <c:v>10.844869097810431</c:v>
                </c:pt>
                <c:pt idx="299">
                  <c:v>10.844869097810431</c:v>
                </c:pt>
                <c:pt idx="300">
                  <c:v>10.844869097810431</c:v>
                </c:pt>
                <c:pt idx="301">
                  <c:v>10.844869097810431</c:v>
                </c:pt>
                <c:pt idx="302">
                  <c:v>10.844869097810431</c:v>
                </c:pt>
                <c:pt idx="303">
                  <c:v>10.844869097810431</c:v>
                </c:pt>
                <c:pt idx="304">
                  <c:v>10.844869097810431</c:v>
                </c:pt>
                <c:pt idx="305">
                  <c:v>10.844869097810431</c:v>
                </c:pt>
                <c:pt idx="306">
                  <c:v>10.844869097810431</c:v>
                </c:pt>
                <c:pt idx="307">
                  <c:v>10.844869097810431</c:v>
                </c:pt>
                <c:pt idx="308">
                  <c:v>10.844869097810431</c:v>
                </c:pt>
                <c:pt idx="309">
                  <c:v>10.844869097810431</c:v>
                </c:pt>
                <c:pt idx="310">
                  <c:v>10.844869097810431</c:v>
                </c:pt>
                <c:pt idx="311">
                  <c:v>10.844869097810431</c:v>
                </c:pt>
                <c:pt idx="312">
                  <c:v>10.844869097810431</c:v>
                </c:pt>
                <c:pt idx="313">
                  <c:v>10.844869097810431</c:v>
                </c:pt>
                <c:pt idx="314">
                  <c:v>10.844869097810431</c:v>
                </c:pt>
                <c:pt idx="315">
                  <c:v>10.844869097810431</c:v>
                </c:pt>
                <c:pt idx="316">
                  <c:v>10.844869097810431</c:v>
                </c:pt>
                <c:pt idx="317">
                  <c:v>10.844869097810431</c:v>
                </c:pt>
                <c:pt idx="318">
                  <c:v>10.844869097810431</c:v>
                </c:pt>
                <c:pt idx="319">
                  <c:v>10.844869097810431</c:v>
                </c:pt>
                <c:pt idx="320">
                  <c:v>10.844869097810431</c:v>
                </c:pt>
                <c:pt idx="321">
                  <c:v>10.844869097810431</c:v>
                </c:pt>
                <c:pt idx="322">
                  <c:v>10.844869097810431</c:v>
                </c:pt>
                <c:pt idx="323">
                  <c:v>10.844869097810431</c:v>
                </c:pt>
                <c:pt idx="324">
                  <c:v>10.844869097810431</c:v>
                </c:pt>
                <c:pt idx="325">
                  <c:v>10.844869097810431</c:v>
                </c:pt>
                <c:pt idx="326">
                  <c:v>10.844869097810431</c:v>
                </c:pt>
                <c:pt idx="327">
                  <c:v>10.844869097810431</c:v>
                </c:pt>
                <c:pt idx="328">
                  <c:v>10.844869097810431</c:v>
                </c:pt>
                <c:pt idx="329">
                  <c:v>10.844869097810431</c:v>
                </c:pt>
                <c:pt idx="330">
                  <c:v>10.844869097810431</c:v>
                </c:pt>
                <c:pt idx="331">
                  <c:v>10.844869097810431</c:v>
                </c:pt>
                <c:pt idx="332">
                  <c:v>10.844869097810431</c:v>
                </c:pt>
                <c:pt idx="333">
                  <c:v>10.844869097810431</c:v>
                </c:pt>
                <c:pt idx="334">
                  <c:v>10.844869097810431</c:v>
                </c:pt>
                <c:pt idx="335">
                  <c:v>10.844869097810431</c:v>
                </c:pt>
                <c:pt idx="336">
                  <c:v>10.844869097810431</c:v>
                </c:pt>
                <c:pt idx="337">
                  <c:v>10.844869097810431</c:v>
                </c:pt>
                <c:pt idx="338">
                  <c:v>10.844869097810431</c:v>
                </c:pt>
                <c:pt idx="339">
                  <c:v>10.844869097810431</c:v>
                </c:pt>
                <c:pt idx="340">
                  <c:v>10.844869097810431</c:v>
                </c:pt>
                <c:pt idx="341">
                  <c:v>10.844869097810431</c:v>
                </c:pt>
                <c:pt idx="342">
                  <c:v>10.844869097810431</c:v>
                </c:pt>
                <c:pt idx="343">
                  <c:v>10.844869097810431</c:v>
                </c:pt>
                <c:pt idx="344">
                  <c:v>10.844869097810431</c:v>
                </c:pt>
                <c:pt idx="345">
                  <c:v>10.844869097810431</c:v>
                </c:pt>
                <c:pt idx="346">
                  <c:v>10.844869097810431</c:v>
                </c:pt>
                <c:pt idx="347">
                  <c:v>10.844869097810431</c:v>
                </c:pt>
                <c:pt idx="348">
                  <c:v>10.844869097810431</c:v>
                </c:pt>
                <c:pt idx="349">
                  <c:v>10.844869097810431</c:v>
                </c:pt>
                <c:pt idx="350">
                  <c:v>10.844869097810431</c:v>
                </c:pt>
                <c:pt idx="351">
                  <c:v>10.844869097810431</c:v>
                </c:pt>
                <c:pt idx="352">
                  <c:v>10.844869097810431</c:v>
                </c:pt>
                <c:pt idx="353">
                  <c:v>10.844869097810431</c:v>
                </c:pt>
                <c:pt idx="354">
                  <c:v>10.844869097810431</c:v>
                </c:pt>
                <c:pt idx="355">
                  <c:v>10.844869097810431</c:v>
                </c:pt>
                <c:pt idx="356">
                  <c:v>10.844869097810431</c:v>
                </c:pt>
                <c:pt idx="357">
                  <c:v>10.844869097810431</c:v>
                </c:pt>
                <c:pt idx="358">
                  <c:v>10.844869097810431</c:v>
                </c:pt>
                <c:pt idx="359">
                  <c:v>10.844869097810431</c:v>
                </c:pt>
                <c:pt idx="360">
                  <c:v>10.844869097810431</c:v>
                </c:pt>
                <c:pt idx="361">
                  <c:v>10.844869097810431</c:v>
                </c:pt>
                <c:pt idx="362">
                  <c:v>10.844869097810431</c:v>
                </c:pt>
                <c:pt idx="363">
                  <c:v>10.844869097810431</c:v>
                </c:pt>
                <c:pt idx="364">
                  <c:v>10.844869097810431</c:v>
                </c:pt>
                <c:pt idx="365">
                  <c:v>10.844869097810431</c:v>
                </c:pt>
                <c:pt idx="366">
                  <c:v>10.844869097810431</c:v>
                </c:pt>
                <c:pt idx="367">
                  <c:v>10.844869097810431</c:v>
                </c:pt>
                <c:pt idx="368">
                  <c:v>10.844869097810431</c:v>
                </c:pt>
                <c:pt idx="369">
                  <c:v>10.844869097810431</c:v>
                </c:pt>
                <c:pt idx="370">
                  <c:v>10.844869097810431</c:v>
                </c:pt>
                <c:pt idx="371">
                  <c:v>10.844869097810431</c:v>
                </c:pt>
                <c:pt idx="372">
                  <c:v>10.844869097810431</c:v>
                </c:pt>
                <c:pt idx="373">
                  <c:v>10.844869097810431</c:v>
                </c:pt>
                <c:pt idx="374">
                  <c:v>10.844869097810431</c:v>
                </c:pt>
                <c:pt idx="375">
                  <c:v>10.844869097810431</c:v>
                </c:pt>
                <c:pt idx="376">
                  <c:v>10.844869097810431</c:v>
                </c:pt>
                <c:pt idx="377">
                  <c:v>10.844869097810431</c:v>
                </c:pt>
                <c:pt idx="378">
                  <c:v>10.844869097810431</c:v>
                </c:pt>
                <c:pt idx="379">
                  <c:v>10.844869097810431</c:v>
                </c:pt>
                <c:pt idx="380">
                  <c:v>10.844869097810431</c:v>
                </c:pt>
                <c:pt idx="381">
                  <c:v>10.844869097810431</c:v>
                </c:pt>
                <c:pt idx="382">
                  <c:v>10.844869097810431</c:v>
                </c:pt>
                <c:pt idx="383">
                  <c:v>10.844869097810431</c:v>
                </c:pt>
                <c:pt idx="384">
                  <c:v>10.844869097810431</c:v>
                </c:pt>
                <c:pt idx="385">
                  <c:v>10.844869097810431</c:v>
                </c:pt>
                <c:pt idx="386">
                  <c:v>10.844869097810431</c:v>
                </c:pt>
                <c:pt idx="387">
                  <c:v>10.844869097810431</c:v>
                </c:pt>
                <c:pt idx="388">
                  <c:v>10.844869097810431</c:v>
                </c:pt>
                <c:pt idx="389">
                  <c:v>10.844869097810431</c:v>
                </c:pt>
                <c:pt idx="390">
                  <c:v>10.844869097810431</c:v>
                </c:pt>
                <c:pt idx="391">
                  <c:v>10.844869097810431</c:v>
                </c:pt>
                <c:pt idx="392">
                  <c:v>10.844869097810431</c:v>
                </c:pt>
                <c:pt idx="393">
                  <c:v>10.844869097810431</c:v>
                </c:pt>
                <c:pt idx="394">
                  <c:v>10.844869097810431</c:v>
                </c:pt>
                <c:pt idx="395">
                  <c:v>10.844869097810431</c:v>
                </c:pt>
                <c:pt idx="396">
                  <c:v>10.844869097810431</c:v>
                </c:pt>
                <c:pt idx="397">
                  <c:v>10.844869097810431</c:v>
                </c:pt>
                <c:pt idx="398">
                  <c:v>10.844869097810431</c:v>
                </c:pt>
                <c:pt idx="399">
                  <c:v>10.844869097810431</c:v>
                </c:pt>
                <c:pt idx="400">
                  <c:v>10.844869097810431</c:v>
                </c:pt>
                <c:pt idx="401">
                  <c:v>10.844869097810431</c:v>
                </c:pt>
                <c:pt idx="402">
                  <c:v>10.844869097810431</c:v>
                </c:pt>
                <c:pt idx="403">
                  <c:v>10.844869097810431</c:v>
                </c:pt>
                <c:pt idx="404">
                  <c:v>10.844869097810431</c:v>
                </c:pt>
                <c:pt idx="405">
                  <c:v>10.844869097810431</c:v>
                </c:pt>
                <c:pt idx="406">
                  <c:v>10.844869097810431</c:v>
                </c:pt>
                <c:pt idx="407">
                  <c:v>10.844869097810431</c:v>
                </c:pt>
                <c:pt idx="408">
                  <c:v>10.844869097810431</c:v>
                </c:pt>
                <c:pt idx="409">
                  <c:v>10.844869097810431</c:v>
                </c:pt>
                <c:pt idx="410">
                  <c:v>10.844869097810431</c:v>
                </c:pt>
                <c:pt idx="411">
                  <c:v>10.844869097810431</c:v>
                </c:pt>
                <c:pt idx="412">
                  <c:v>10.844869097810431</c:v>
                </c:pt>
                <c:pt idx="413">
                  <c:v>10.844869097810431</c:v>
                </c:pt>
                <c:pt idx="414">
                  <c:v>10.844869097810431</c:v>
                </c:pt>
                <c:pt idx="415">
                  <c:v>10.844869097810431</c:v>
                </c:pt>
                <c:pt idx="416">
                  <c:v>10.844869097810431</c:v>
                </c:pt>
                <c:pt idx="417">
                  <c:v>10.844869097810431</c:v>
                </c:pt>
                <c:pt idx="418">
                  <c:v>10.844869097810431</c:v>
                </c:pt>
                <c:pt idx="419">
                  <c:v>10.844869097810431</c:v>
                </c:pt>
                <c:pt idx="420">
                  <c:v>10.844869097810431</c:v>
                </c:pt>
                <c:pt idx="421">
                  <c:v>10.844869097810431</c:v>
                </c:pt>
                <c:pt idx="422">
                  <c:v>10.844869097810431</c:v>
                </c:pt>
                <c:pt idx="423">
                  <c:v>10.844869097810431</c:v>
                </c:pt>
                <c:pt idx="424">
                  <c:v>10.844869097810431</c:v>
                </c:pt>
                <c:pt idx="425">
                  <c:v>10.844869097810431</c:v>
                </c:pt>
                <c:pt idx="426">
                  <c:v>10.844869097810431</c:v>
                </c:pt>
                <c:pt idx="427">
                  <c:v>10.844869097810431</c:v>
                </c:pt>
                <c:pt idx="428">
                  <c:v>10.844869097810431</c:v>
                </c:pt>
                <c:pt idx="429">
                  <c:v>10.844869097810431</c:v>
                </c:pt>
                <c:pt idx="430">
                  <c:v>10.844869097810431</c:v>
                </c:pt>
                <c:pt idx="431">
                  <c:v>10.844869097810431</c:v>
                </c:pt>
                <c:pt idx="432">
                  <c:v>10.844869097810431</c:v>
                </c:pt>
                <c:pt idx="433">
                  <c:v>10.844869097810431</c:v>
                </c:pt>
                <c:pt idx="434">
                  <c:v>10.844869097810431</c:v>
                </c:pt>
                <c:pt idx="435">
                  <c:v>10.844869097810431</c:v>
                </c:pt>
                <c:pt idx="436">
                  <c:v>10.844869097810431</c:v>
                </c:pt>
                <c:pt idx="437">
                  <c:v>10.844869097810431</c:v>
                </c:pt>
                <c:pt idx="438">
                  <c:v>10.844869097810431</c:v>
                </c:pt>
                <c:pt idx="439">
                  <c:v>10.844869097810431</c:v>
                </c:pt>
                <c:pt idx="440">
                  <c:v>10.844869097810431</c:v>
                </c:pt>
                <c:pt idx="441">
                  <c:v>10.844869097810431</c:v>
                </c:pt>
                <c:pt idx="442">
                  <c:v>10.844869097810431</c:v>
                </c:pt>
                <c:pt idx="443">
                  <c:v>10.844869097810431</c:v>
                </c:pt>
                <c:pt idx="444">
                  <c:v>10.844869097810431</c:v>
                </c:pt>
                <c:pt idx="445">
                  <c:v>10.844869097810431</c:v>
                </c:pt>
                <c:pt idx="446">
                  <c:v>10.844869097810431</c:v>
                </c:pt>
                <c:pt idx="447">
                  <c:v>10.844869097810431</c:v>
                </c:pt>
                <c:pt idx="448">
                  <c:v>10.844869097810431</c:v>
                </c:pt>
                <c:pt idx="449">
                  <c:v>10.844869097810431</c:v>
                </c:pt>
                <c:pt idx="450">
                  <c:v>10.844869097810431</c:v>
                </c:pt>
                <c:pt idx="451">
                  <c:v>10.844869097810431</c:v>
                </c:pt>
                <c:pt idx="452">
                  <c:v>10.844869097810431</c:v>
                </c:pt>
                <c:pt idx="453">
                  <c:v>10.844869097810431</c:v>
                </c:pt>
                <c:pt idx="454">
                  <c:v>10.844869097810431</c:v>
                </c:pt>
                <c:pt idx="455">
                  <c:v>10.844869097810431</c:v>
                </c:pt>
                <c:pt idx="456">
                  <c:v>10.844869097810431</c:v>
                </c:pt>
                <c:pt idx="457">
                  <c:v>10.844869097810431</c:v>
                </c:pt>
                <c:pt idx="458">
                  <c:v>10.844869097810431</c:v>
                </c:pt>
                <c:pt idx="459">
                  <c:v>10.844869097810431</c:v>
                </c:pt>
                <c:pt idx="460">
                  <c:v>10.844869097810431</c:v>
                </c:pt>
                <c:pt idx="461">
                  <c:v>10.844869097810431</c:v>
                </c:pt>
                <c:pt idx="462">
                  <c:v>10.844869097810431</c:v>
                </c:pt>
                <c:pt idx="463">
                  <c:v>10.844869097810431</c:v>
                </c:pt>
                <c:pt idx="464">
                  <c:v>10.844869097810431</c:v>
                </c:pt>
                <c:pt idx="465">
                  <c:v>10.844869097810431</c:v>
                </c:pt>
                <c:pt idx="466">
                  <c:v>10.844869097810431</c:v>
                </c:pt>
                <c:pt idx="467">
                  <c:v>10.844869097810431</c:v>
                </c:pt>
                <c:pt idx="468">
                  <c:v>10.844869097810431</c:v>
                </c:pt>
                <c:pt idx="469">
                  <c:v>10.844869097810431</c:v>
                </c:pt>
                <c:pt idx="470">
                  <c:v>10.844869097810431</c:v>
                </c:pt>
                <c:pt idx="471">
                  <c:v>10.844869097810431</c:v>
                </c:pt>
                <c:pt idx="472">
                  <c:v>10.844869097810431</c:v>
                </c:pt>
                <c:pt idx="473">
                  <c:v>10.844869097810431</c:v>
                </c:pt>
                <c:pt idx="474">
                  <c:v>10.844869097810431</c:v>
                </c:pt>
                <c:pt idx="475">
                  <c:v>10.844869097810431</c:v>
                </c:pt>
                <c:pt idx="476">
                  <c:v>10.844869097810431</c:v>
                </c:pt>
                <c:pt idx="477">
                  <c:v>10.844869097810431</c:v>
                </c:pt>
                <c:pt idx="478">
                  <c:v>10.844869097810431</c:v>
                </c:pt>
                <c:pt idx="479">
                  <c:v>10.844869097810431</c:v>
                </c:pt>
                <c:pt idx="480">
                  <c:v>10.844869097810431</c:v>
                </c:pt>
                <c:pt idx="481">
                  <c:v>10.844869097810431</c:v>
                </c:pt>
                <c:pt idx="482">
                  <c:v>10.844869097810431</c:v>
                </c:pt>
                <c:pt idx="483">
                  <c:v>10.844869097810431</c:v>
                </c:pt>
                <c:pt idx="484">
                  <c:v>10.844869097810431</c:v>
                </c:pt>
                <c:pt idx="485">
                  <c:v>10.844869097810431</c:v>
                </c:pt>
                <c:pt idx="486">
                  <c:v>10.844869097810431</c:v>
                </c:pt>
                <c:pt idx="487">
                  <c:v>10.844869097810431</c:v>
                </c:pt>
                <c:pt idx="488">
                  <c:v>10.844869097810431</c:v>
                </c:pt>
                <c:pt idx="489">
                  <c:v>10.844869097810431</c:v>
                </c:pt>
                <c:pt idx="490">
                  <c:v>10.844869097810431</c:v>
                </c:pt>
                <c:pt idx="491">
                  <c:v>10.844869097810431</c:v>
                </c:pt>
                <c:pt idx="492">
                  <c:v>10.844869097810431</c:v>
                </c:pt>
                <c:pt idx="493">
                  <c:v>10.844869097810431</c:v>
                </c:pt>
                <c:pt idx="494">
                  <c:v>10.844869097810431</c:v>
                </c:pt>
                <c:pt idx="495">
                  <c:v>10.844869097810431</c:v>
                </c:pt>
                <c:pt idx="496">
                  <c:v>10.844869097810431</c:v>
                </c:pt>
                <c:pt idx="497">
                  <c:v>10.844869097810431</c:v>
                </c:pt>
                <c:pt idx="498">
                  <c:v>10.844869097810431</c:v>
                </c:pt>
                <c:pt idx="499">
                  <c:v>10.844869097810431</c:v>
                </c:pt>
                <c:pt idx="500">
                  <c:v>10.844869097810431</c:v>
                </c:pt>
                <c:pt idx="501">
                  <c:v>10.844869097810431</c:v>
                </c:pt>
                <c:pt idx="502">
                  <c:v>10.844869097810431</c:v>
                </c:pt>
                <c:pt idx="503">
                  <c:v>10.844869097810431</c:v>
                </c:pt>
                <c:pt idx="504">
                  <c:v>10.844869097810431</c:v>
                </c:pt>
                <c:pt idx="505">
                  <c:v>10.844869097810431</c:v>
                </c:pt>
                <c:pt idx="506">
                  <c:v>10.844869097810431</c:v>
                </c:pt>
                <c:pt idx="507">
                  <c:v>10.844869097810431</c:v>
                </c:pt>
                <c:pt idx="508">
                  <c:v>10.844869097810431</c:v>
                </c:pt>
                <c:pt idx="509">
                  <c:v>10.844869097810431</c:v>
                </c:pt>
                <c:pt idx="510">
                  <c:v>10.844869097810431</c:v>
                </c:pt>
                <c:pt idx="511">
                  <c:v>10.844869097810431</c:v>
                </c:pt>
                <c:pt idx="512">
                  <c:v>10.844869097810431</c:v>
                </c:pt>
                <c:pt idx="513">
                  <c:v>10.844869097810431</c:v>
                </c:pt>
                <c:pt idx="514">
                  <c:v>10.844869097810431</c:v>
                </c:pt>
                <c:pt idx="515">
                  <c:v>10.844869097810431</c:v>
                </c:pt>
                <c:pt idx="516">
                  <c:v>10.844869097810431</c:v>
                </c:pt>
                <c:pt idx="517">
                  <c:v>10.844869097810431</c:v>
                </c:pt>
                <c:pt idx="518">
                  <c:v>10.844869097810431</c:v>
                </c:pt>
                <c:pt idx="519">
                  <c:v>10.844869097810431</c:v>
                </c:pt>
                <c:pt idx="520">
                  <c:v>10.844869097810431</c:v>
                </c:pt>
                <c:pt idx="521">
                  <c:v>10.844869097810431</c:v>
                </c:pt>
                <c:pt idx="522">
                  <c:v>10.844869097810431</c:v>
                </c:pt>
                <c:pt idx="523">
                  <c:v>10.844869097810431</c:v>
                </c:pt>
                <c:pt idx="524">
                  <c:v>10.844869097810431</c:v>
                </c:pt>
                <c:pt idx="525">
                  <c:v>10.844869097810431</c:v>
                </c:pt>
                <c:pt idx="526">
                  <c:v>10.844869097810431</c:v>
                </c:pt>
                <c:pt idx="527">
                  <c:v>10.844869097810431</c:v>
                </c:pt>
                <c:pt idx="528">
                  <c:v>10.844869097810431</c:v>
                </c:pt>
                <c:pt idx="529">
                  <c:v>10.844869097810431</c:v>
                </c:pt>
                <c:pt idx="530">
                  <c:v>10.844869097810431</c:v>
                </c:pt>
                <c:pt idx="531">
                  <c:v>10.844869097810431</c:v>
                </c:pt>
                <c:pt idx="532">
                  <c:v>10.844869097810431</c:v>
                </c:pt>
                <c:pt idx="533">
                  <c:v>10.844869097810431</c:v>
                </c:pt>
                <c:pt idx="534">
                  <c:v>10.844869097810431</c:v>
                </c:pt>
                <c:pt idx="535">
                  <c:v>10.844869097810431</c:v>
                </c:pt>
                <c:pt idx="536">
                  <c:v>10.844869097810431</c:v>
                </c:pt>
                <c:pt idx="537">
                  <c:v>10.844869097810431</c:v>
                </c:pt>
                <c:pt idx="538">
                  <c:v>10.844869097810431</c:v>
                </c:pt>
                <c:pt idx="539">
                  <c:v>10.844869097810431</c:v>
                </c:pt>
                <c:pt idx="540">
                  <c:v>10.844869097810431</c:v>
                </c:pt>
                <c:pt idx="541">
                  <c:v>10.844869097810431</c:v>
                </c:pt>
                <c:pt idx="542">
                  <c:v>10.844869097810431</c:v>
                </c:pt>
                <c:pt idx="543">
                  <c:v>10.844869097810431</c:v>
                </c:pt>
                <c:pt idx="544">
                  <c:v>10.844869097810431</c:v>
                </c:pt>
                <c:pt idx="545">
                  <c:v>10.844869097810431</c:v>
                </c:pt>
                <c:pt idx="546">
                  <c:v>10.844869097810431</c:v>
                </c:pt>
                <c:pt idx="547">
                  <c:v>10.844869097810431</c:v>
                </c:pt>
                <c:pt idx="548">
                  <c:v>10.844869097810431</c:v>
                </c:pt>
                <c:pt idx="549">
                  <c:v>10.844869097810431</c:v>
                </c:pt>
                <c:pt idx="550">
                  <c:v>10.844869097810431</c:v>
                </c:pt>
                <c:pt idx="551">
                  <c:v>10.844869097810431</c:v>
                </c:pt>
                <c:pt idx="552">
                  <c:v>10.844869097810431</c:v>
                </c:pt>
                <c:pt idx="553">
                  <c:v>10.844869097810431</c:v>
                </c:pt>
                <c:pt idx="554">
                  <c:v>10.844869097810431</c:v>
                </c:pt>
                <c:pt idx="555">
                  <c:v>10.844869097810431</c:v>
                </c:pt>
                <c:pt idx="556">
                  <c:v>10.844869097810431</c:v>
                </c:pt>
                <c:pt idx="557">
                  <c:v>10.844869097810431</c:v>
                </c:pt>
                <c:pt idx="558">
                  <c:v>10.844869097810431</c:v>
                </c:pt>
                <c:pt idx="559">
                  <c:v>10.844869097810431</c:v>
                </c:pt>
                <c:pt idx="560">
                  <c:v>10.844869097810431</c:v>
                </c:pt>
                <c:pt idx="561">
                  <c:v>10.844869097810431</c:v>
                </c:pt>
                <c:pt idx="562">
                  <c:v>10.844869097810431</c:v>
                </c:pt>
                <c:pt idx="563">
                  <c:v>10.844869097810431</c:v>
                </c:pt>
                <c:pt idx="564">
                  <c:v>10.844869097810431</c:v>
                </c:pt>
                <c:pt idx="565">
                  <c:v>10.844869097810431</c:v>
                </c:pt>
                <c:pt idx="566">
                  <c:v>10.844869097810431</c:v>
                </c:pt>
                <c:pt idx="567">
                  <c:v>10.844869097810431</c:v>
                </c:pt>
                <c:pt idx="568">
                  <c:v>10.844869097810431</c:v>
                </c:pt>
                <c:pt idx="569">
                  <c:v>10.844869097810431</c:v>
                </c:pt>
                <c:pt idx="570">
                  <c:v>10.844869097810431</c:v>
                </c:pt>
                <c:pt idx="571">
                  <c:v>10.844869097810431</c:v>
                </c:pt>
                <c:pt idx="572">
                  <c:v>10.844869097810431</c:v>
                </c:pt>
                <c:pt idx="573">
                  <c:v>10.844869097810431</c:v>
                </c:pt>
                <c:pt idx="574">
                  <c:v>10.844869097810431</c:v>
                </c:pt>
                <c:pt idx="575">
                  <c:v>10.844869097810431</c:v>
                </c:pt>
                <c:pt idx="576">
                  <c:v>10.844869097810431</c:v>
                </c:pt>
                <c:pt idx="577">
                  <c:v>10.844869097810431</c:v>
                </c:pt>
                <c:pt idx="578">
                  <c:v>10.844869097810431</c:v>
                </c:pt>
                <c:pt idx="579">
                  <c:v>10.844869097810431</c:v>
                </c:pt>
                <c:pt idx="580">
                  <c:v>10.844869097810431</c:v>
                </c:pt>
                <c:pt idx="581">
                  <c:v>10.844869097810431</c:v>
                </c:pt>
                <c:pt idx="582">
                  <c:v>10.844869097810431</c:v>
                </c:pt>
                <c:pt idx="583">
                  <c:v>10.844869097810431</c:v>
                </c:pt>
                <c:pt idx="584">
                  <c:v>10.844869097810431</c:v>
                </c:pt>
                <c:pt idx="585">
                  <c:v>10.844869097810431</c:v>
                </c:pt>
                <c:pt idx="586">
                  <c:v>10.844869097810431</c:v>
                </c:pt>
                <c:pt idx="587">
                  <c:v>10.844869097810431</c:v>
                </c:pt>
                <c:pt idx="588">
                  <c:v>10.844869097810431</c:v>
                </c:pt>
                <c:pt idx="589">
                  <c:v>10.844869097810431</c:v>
                </c:pt>
                <c:pt idx="590">
                  <c:v>10.844869097810431</c:v>
                </c:pt>
                <c:pt idx="591">
                  <c:v>10.844869097810431</c:v>
                </c:pt>
                <c:pt idx="592">
                  <c:v>10.844869097810431</c:v>
                </c:pt>
                <c:pt idx="593">
                  <c:v>10.844869097810431</c:v>
                </c:pt>
                <c:pt idx="594">
                  <c:v>10.844869097810431</c:v>
                </c:pt>
                <c:pt idx="595">
                  <c:v>10.844869097810431</c:v>
                </c:pt>
                <c:pt idx="596">
                  <c:v>10.844869097810431</c:v>
                </c:pt>
                <c:pt idx="597">
                  <c:v>10.844869097810431</c:v>
                </c:pt>
                <c:pt idx="598">
                  <c:v>10.844869097810431</c:v>
                </c:pt>
                <c:pt idx="599">
                  <c:v>10.844869097810431</c:v>
                </c:pt>
                <c:pt idx="600">
                  <c:v>10.844869097810431</c:v>
                </c:pt>
                <c:pt idx="601">
                  <c:v>10.844869097810431</c:v>
                </c:pt>
                <c:pt idx="602">
                  <c:v>10.844869097810431</c:v>
                </c:pt>
                <c:pt idx="603">
                  <c:v>10.844869097810431</c:v>
                </c:pt>
                <c:pt idx="604">
                  <c:v>10.844869097810431</c:v>
                </c:pt>
                <c:pt idx="605">
                  <c:v>10.844869097810431</c:v>
                </c:pt>
                <c:pt idx="606">
                  <c:v>10.844869097810431</c:v>
                </c:pt>
                <c:pt idx="607">
                  <c:v>10.844869097810431</c:v>
                </c:pt>
                <c:pt idx="608">
                  <c:v>10.844869097810431</c:v>
                </c:pt>
                <c:pt idx="609">
                  <c:v>10.844869097810431</c:v>
                </c:pt>
                <c:pt idx="610">
                  <c:v>10.844869097810431</c:v>
                </c:pt>
                <c:pt idx="611">
                  <c:v>10.844869097810431</c:v>
                </c:pt>
                <c:pt idx="612">
                  <c:v>10.844869097810431</c:v>
                </c:pt>
                <c:pt idx="613">
                  <c:v>10.844869097810431</c:v>
                </c:pt>
                <c:pt idx="614">
                  <c:v>10.844869097810431</c:v>
                </c:pt>
                <c:pt idx="615">
                  <c:v>10.844869097810431</c:v>
                </c:pt>
                <c:pt idx="616">
                  <c:v>10.844869097810431</c:v>
                </c:pt>
                <c:pt idx="617">
                  <c:v>10.844869097810431</c:v>
                </c:pt>
                <c:pt idx="618">
                  <c:v>10.844869097810431</c:v>
                </c:pt>
                <c:pt idx="619">
                  <c:v>10.844869097810431</c:v>
                </c:pt>
                <c:pt idx="620">
                  <c:v>10.844869097810431</c:v>
                </c:pt>
                <c:pt idx="621">
                  <c:v>10.844869097810431</c:v>
                </c:pt>
                <c:pt idx="622">
                  <c:v>10.844869097810431</c:v>
                </c:pt>
                <c:pt idx="623">
                  <c:v>10.844869097810431</c:v>
                </c:pt>
                <c:pt idx="624">
                  <c:v>10.844869097810431</c:v>
                </c:pt>
                <c:pt idx="625">
                  <c:v>10.844869097810431</c:v>
                </c:pt>
                <c:pt idx="626">
                  <c:v>10.844869097810431</c:v>
                </c:pt>
                <c:pt idx="627">
                  <c:v>10.844869097810431</c:v>
                </c:pt>
                <c:pt idx="628">
                  <c:v>10.844869097810431</c:v>
                </c:pt>
                <c:pt idx="629">
                  <c:v>10.844869097810431</c:v>
                </c:pt>
                <c:pt idx="630">
                  <c:v>10.844869097810431</c:v>
                </c:pt>
                <c:pt idx="631">
                  <c:v>10.844869097810431</c:v>
                </c:pt>
                <c:pt idx="632">
                  <c:v>10.844869097810431</c:v>
                </c:pt>
                <c:pt idx="633">
                  <c:v>10.844869097810431</c:v>
                </c:pt>
                <c:pt idx="634">
                  <c:v>10.844869097810431</c:v>
                </c:pt>
                <c:pt idx="635">
                  <c:v>10.844869097810431</c:v>
                </c:pt>
                <c:pt idx="636">
                  <c:v>10.844869097810431</c:v>
                </c:pt>
                <c:pt idx="637">
                  <c:v>10.844869097810431</c:v>
                </c:pt>
                <c:pt idx="638">
                  <c:v>10.844869097810431</c:v>
                </c:pt>
                <c:pt idx="639">
                  <c:v>10.844869097810431</c:v>
                </c:pt>
                <c:pt idx="640">
                  <c:v>10.844869097810431</c:v>
                </c:pt>
                <c:pt idx="641">
                  <c:v>10.844869097810431</c:v>
                </c:pt>
                <c:pt idx="642">
                  <c:v>10.844869097810431</c:v>
                </c:pt>
                <c:pt idx="643">
                  <c:v>10.844869097810431</c:v>
                </c:pt>
                <c:pt idx="644">
                  <c:v>10.844869097810431</c:v>
                </c:pt>
                <c:pt idx="645">
                  <c:v>10.844869097810431</c:v>
                </c:pt>
                <c:pt idx="646">
                  <c:v>10.844869097810431</c:v>
                </c:pt>
                <c:pt idx="647">
                  <c:v>10.844869097810431</c:v>
                </c:pt>
                <c:pt idx="648">
                  <c:v>10.844869097810431</c:v>
                </c:pt>
                <c:pt idx="649">
                  <c:v>10.844869097810431</c:v>
                </c:pt>
                <c:pt idx="650">
                  <c:v>10.844869097810431</c:v>
                </c:pt>
                <c:pt idx="651">
                  <c:v>10.844869097810431</c:v>
                </c:pt>
                <c:pt idx="652">
                  <c:v>10.844869097810431</c:v>
                </c:pt>
                <c:pt idx="653">
                  <c:v>10.844869097810431</c:v>
                </c:pt>
                <c:pt idx="654">
                  <c:v>10.844869097810431</c:v>
                </c:pt>
                <c:pt idx="655">
                  <c:v>10.844869097810431</c:v>
                </c:pt>
                <c:pt idx="656">
                  <c:v>10.844869097810431</c:v>
                </c:pt>
                <c:pt idx="657">
                  <c:v>10.844869097810431</c:v>
                </c:pt>
                <c:pt idx="658">
                  <c:v>10.844869097810431</c:v>
                </c:pt>
                <c:pt idx="659">
                  <c:v>10.844869097810431</c:v>
                </c:pt>
                <c:pt idx="660">
                  <c:v>10.844869097810431</c:v>
                </c:pt>
                <c:pt idx="661">
                  <c:v>10.844869097810431</c:v>
                </c:pt>
                <c:pt idx="662">
                  <c:v>10.844869097810431</c:v>
                </c:pt>
                <c:pt idx="663">
                  <c:v>10.844869097810431</c:v>
                </c:pt>
                <c:pt idx="664">
                  <c:v>10.844869097810431</c:v>
                </c:pt>
                <c:pt idx="665">
                  <c:v>10.844869097810431</c:v>
                </c:pt>
                <c:pt idx="666">
                  <c:v>10.844869097810431</c:v>
                </c:pt>
                <c:pt idx="667">
                  <c:v>10.844869097810431</c:v>
                </c:pt>
                <c:pt idx="668">
                  <c:v>10.844869097810431</c:v>
                </c:pt>
                <c:pt idx="669">
                  <c:v>10.844869097810431</c:v>
                </c:pt>
                <c:pt idx="670">
                  <c:v>10.844869097810431</c:v>
                </c:pt>
                <c:pt idx="671">
                  <c:v>10.844869097810431</c:v>
                </c:pt>
                <c:pt idx="672">
                  <c:v>10.844869097810431</c:v>
                </c:pt>
                <c:pt idx="673">
                  <c:v>10.844869097810431</c:v>
                </c:pt>
                <c:pt idx="674">
                  <c:v>10.844869097810431</c:v>
                </c:pt>
                <c:pt idx="675">
                  <c:v>10.844869097810431</c:v>
                </c:pt>
                <c:pt idx="676">
                  <c:v>10.844869097810431</c:v>
                </c:pt>
                <c:pt idx="677">
                  <c:v>10.844869097810431</c:v>
                </c:pt>
                <c:pt idx="678">
                  <c:v>10.844869097810431</c:v>
                </c:pt>
                <c:pt idx="679">
                  <c:v>10.844869097810431</c:v>
                </c:pt>
                <c:pt idx="680">
                  <c:v>10.844869097810431</c:v>
                </c:pt>
                <c:pt idx="681">
                  <c:v>10.844869097810431</c:v>
                </c:pt>
                <c:pt idx="682">
                  <c:v>10.844869097810431</c:v>
                </c:pt>
                <c:pt idx="683">
                  <c:v>10.844869097810431</c:v>
                </c:pt>
                <c:pt idx="684">
                  <c:v>10.844869097810431</c:v>
                </c:pt>
                <c:pt idx="685">
                  <c:v>10.844869097810431</c:v>
                </c:pt>
                <c:pt idx="686">
                  <c:v>10.844869097810431</c:v>
                </c:pt>
                <c:pt idx="687">
                  <c:v>10.844869097810431</c:v>
                </c:pt>
                <c:pt idx="688">
                  <c:v>10.844869097810431</c:v>
                </c:pt>
                <c:pt idx="689">
                  <c:v>10.844869097810431</c:v>
                </c:pt>
                <c:pt idx="690">
                  <c:v>10.844869097810431</c:v>
                </c:pt>
                <c:pt idx="691">
                  <c:v>10.844869097810431</c:v>
                </c:pt>
                <c:pt idx="692">
                  <c:v>10.844869097810431</c:v>
                </c:pt>
                <c:pt idx="693">
                  <c:v>10.844869097810431</c:v>
                </c:pt>
                <c:pt idx="694">
                  <c:v>10.844869097810431</c:v>
                </c:pt>
                <c:pt idx="695">
                  <c:v>10.844869097810431</c:v>
                </c:pt>
                <c:pt idx="696">
                  <c:v>10.844869097810431</c:v>
                </c:pt>
                <c:pt idx="697">
                  <c:v>10.844869097810431</c:v>
                </c:pt>
                <c:pt idx="698">
                  <c:v>10.844869097810431</c:v>
                </c:pt>
                <c:pt idx="699">
                  <c:v>10.844869097810431</c:v>
                </c:pt>
                <c:pt idx="700">
                  <c:v>10.844869097810431</c:v>
                </c:pt>
                <c:pt idx="701">
                  <c:v>10.844869097810431</c:v>
                </c:pt>
                <c:pt idx="702">
                  <c:v>10.844869097810431</c:v>
                </c:pt>
                <c:pt idx="703">
                  <c:v>10.844869097810431</c:v>
                </c:pt>
                <c:pt idx="704">
                  <c:v>10.844869097810431</c:v>
                </c:pt>
                <c:pt idx="705">
                  <c:v>10.844869097810431</c:v>
                </c:pt>
                <c:pt idx="706">
                  <c:v>10.844869097810431</c:v>
                </c:pt>
                <c:pt idx="707">
                  <c:v>10.844869097810431</c:v>
                </c:pt>
                <c:pt idx="708">
                  <c:v>10.844869097810431</c:v>
                </c:pt>
                <c:pt idx="709">
                  <c:v>10.844869097810431</c:v>
                </c:pt>
                <c:pt idx="710">
                  <c:v>10.844869097810431</c:v>
                </c:pt>
                <c:pt idx="711">
                  <c:v>10.844869097810431</c:v>
                </c:pt>
                <c:pt idx="712">
                  <c:v>10.844869097810431</c:v>
                </c:pt>
                <c:pt idx="713">
                  <c:v>10.844869097810431</c:v>
                </c:pt>
                <c:pt idx="714">
                  <c:v>10.844869097810431</c:v>
                </c:pt>
                <c:pt idx="715">
                  <c:v>10.844869097810431</c:v>
                </c:pt>
                <c:pt idx="716">
                  <c:v>10.844869097810431</c:v>
                </c:pt>
                <c:pt idx="717">
                  <c:v>10.844869097810431</c:v>
                </c:pt>
                <c:pt idx="718">
                  <c:v>10.844869097810431</c:v>
                </c:pt>
                <c:pt idx="719">
                  <c:v>10.844869097810431</c:v>
                </c:pt>
                <c:pt idx="720">
                  <c:v>10.844869097810431</c:v>
                </c:pt>
                <c:pt idx="721">
                  <c:v>10.844869097810431</c:v>
                </c:pt>
                <c:pt idx="722">
                  <c:v>10.844869097810431</c:v>
                </c:pt>
                <c:pt idx="723">
                  <c:v>10.844869097810431</c:v>
                </c:pt>
                <c:pt idx="724">
                  <c:v>10.844869097810431</c:v>
                </c:pt>
                <c:pt idx="725">
                  <c:v>10.844869097810431</c:v>
                </c:pt>
                <c:pt idx="726">
                  <c:v>10.844869097810431</c:v>
                </c:pt>
                <c:pt idx="727">
                  <c:v>10.844869097810431</c:v>
                </c:pt>
                <c:pt idx="728">
                  <c:v>10.844869097810431</c:v>
                </c:pt>
                <c:pt idx="729">
                  <c:v>10.844869097810431</c:v>
                </c:pt>
                <c:pt idx="730">
                  <c:v>10.844869097810431</c:v>
                </c:pt>
                <c:pt idx="731">
                  <c:v>10.844869097810431</c:v>
                </c:pt>
                <c:pt idx="732">
                  <c:v>10.844869097810431</c:v>
                </c:pt>
                <c:pt idx="733">
                  <c:v>10.844869097810431</c:v>
                </c:pt>
                <c:pt idx="734">
                  <c:v>10.844869097810431</c:v>
                </c:pt>
                <c:pt idx="735">
                  <c:v>10.844869097810431</c:v>
                </c:pt>
                <c:pt idx="736">
                  <c:v>10.844869097810431</c:v>
                </c:pt>
                <c:pt idx="737">
                  <c:v>10.844869097810431</c:v>
                </c:pt>
                <c:pt idx="738">
                  <c:v>10.844869097810431</c:v>
                </c:pt>
                <c:pt idx="739">
                  <c:v>10.844869097810431</c:v>
                </c:pt>
                <c:pt idx="740">
                  <c:v>10.844869097810431</c:v>
                </c:pt>
                <c:pt idx="741">
                  <c:v>10.844869097810431</c:v>
                </c:pt>
                <c:pt idx="742">
                  <c:v>10.844869097810431</c:v>
                </c:pt>
                <c:pt idx="743">
                  <c:v>10.844869097810431</c:v>
                </c:pt>
                <c:pt idx="744">
                  <c:v>10.844869097810431</c:v>
                </c:pt>
                <c:pt idx="745">
                  <c:v>10.844869097810431</c:v>
                </c:pt>
                <c:pt idx="746">
                  <c:v>10.844869097810431</c:v>
                </c:pt>
                <c:pt idx="747">
                  <c:v>10.844869097810431</c:v>
                </c:pt>
                <c:pt idx="748">
                  <c:v>10.844869097810431</c:v>
                </c:pt>
                <c:pt idx="749">
                  <c:v>10.844869097810431</c:v>
                </c:pt>
                <c:pt idx="750">
                  <c:v>10.844869097810431</c:v>
                </c:pt>
                <c:pt idx="751">
                  <c:v>10.844869097810431</c:v>
                </c:pt>
                <c:pt idx="752">
                  <c:v>10.844869097810431</c:v>
                </c:pt>
                <c:pt idx="753">
                  <c:v>10.844869097810431</c:v>
                </c:pt>
                <c:pt idx="754">
                  <c:v>10.844869097810431</c:v>
                </c:pt>
                <c:pt idx="755">
                  <c:v>10.844869097810431</c:v>
                </c:pt>
                <c:pt idx="756">
                  <c:v>10.844869097810431</c:v>
                </c:pt>
                <c:pt idx="757">
                  <c:v>10.844869097810431</c:v>
                </c:pt>
                <c:pt idx="758">
                  <c:v>10.844869097810431</c:v>
                </c:pt>
                <c:pt idx="759">
                  <c:v>10.844869097810431</c:v>
                </c:pt>
                <c:pt idx="760">
                  <c:v>10.844869097810431</c:v>
                </c:pt>
                <c:pt idx="761">
                  <c:v>10.844869097810431</c:v>
                </c:pt>
                <c:pt idx="762">
                  <c:v>10.844869097810431</c:v>
                </c:pt>
                <c:pt idx="763">
                  <c:v>10.844869097810431</c:v>
                </c:pt>
                <c:pt idx="764">
                  <c:v>10.844869097810431</c:v>
                </c:pt>
                <c:pt idx="765">
                  <c:v>10.844869097810431</c:v>
                </c:pt>
                <c:pt idx="766">
                  <c:v>10.844869097810431</c:v>
                </c:pt>
                <c:pt idx="767">
                  <c:v>10.844869097810431</c:v>
                </c:pt>
                <c:pt idx="768">
                  <c:v>10.844869097810431</c:v>
                </c:pt>
                <c:pt idx="769">
                  <c:v>10.844869097810431</c:v>
                </c:pt>
                <c:pt idx="770">
                  <c:v>10.844869097810431</c:v>
                </c:pt>
                <c:pt idx="771">
                  <c:v>10.844869097810431</c:v>
                </c:pt>
                <c:pt idx="772">
                  <c:v>10.844869097810431</c:v>
                </c:pt>
                <c:pt idx="773">
                  <c:v>10.844869097810431</c:v>
                </c:pt>
                <c:pt idx="774">
                  <c:v>10.844869097810431</c:v>
                </c:pt>
                <c:pt idx="775">
                  <c:v>10.844869097810431</c:v>
                </c:pt>
                <c:pt idx="776">
                  <c:v>10.844869097810431</c:v>
                </c:pt>
                <c:pt idx="777">
                  <c:v>10.844869097810431</c:v>
                </c:pt>
                <c:pt idx="778">
                  <c:v>10.844869097810431</c:v>
                </c:pt>
                <c:pt idx="779">
                  <c:v>10.844869097810431</c:v>
                </c:pt>
                <c:pt idx="780">
                  <c:v>10.844869097810431</c:v>
                </c:pt>
                <c:pt idx="781">
                  <c:v>10.844869097810431</c:v>
                </c:pt>
                <c:pt idx="782">
                  <c:v>10.844869097810431</c:v>
                </c:pt>
                <c:pt idx="783">
                  <c:v>10.844869097810431</c:v>
                </c:pt>
                <c:pt idx="784">
                  <c:v>10.844869097810431</c:v>
                </c:pt>
                <c:pt idx="785">
                  <c:v>10.844869097810431</c:v>
                </c:pt>
                <c:pt idx="786">
                  <c:v>10.844869097810431</c:v>
                </c:pt>
                <c:pt idx="787">
                  <c:v>10.844869097810431</c:v>
                </c:pt>
                <c:pt idx="788">
                  <c:v>10.844869097810431</c:v>
                </c:pt>
                <c:pt idx="789">
                  <c:v>10.844869097810431</c:v>
                </c:pt>
                <c:pt idx="790">
                  <c:v>10.844869097810431</c:v>
                </c:pt>
                <c:pt idx="791">
                  <c:v>10.844869097810431</c:v>
                </c:pt>
                <c:pt idx="792">
                  <c:v>10.844869097810431</c:v>
                </c:pt>
                <c:pt idx="793">
                  <c:v>10.844869097810431</c:v>
                </c:pt>
                <c:pt idx="794">
                  <c:v>10.844869097810431</c:v>
                </c:pt>
                <c:pt idx="795">
                  <c:v>10.844869097810431</c:v>
                </c:pt>
                <c:pt idx="796">
                  <c:v>10.844869097810431</c:v>
                </c:pt>
                <c:pt idx="797">
                  <c:v>10.844869097810431</c:v>
                </c:pt>
                <c:pt idx="798">
                  <c:v>10.844869097810431</c:v>
                </c:pt>
                <c:pt idx="799">
                  <c:v>10.844869097810431</c:v>
                </c:pt>
                <c:pt idx="800">
                  <c:v>10.844869097810431</c:v>
                </c:pt>
                <c:pt idx="801">
                  <c:v>10.844869097810431</c:v>
                </c:pt>
                <c:pt idx="802">
                  <c:v>10.844869097810431</c:v>
                </c:pt>
                <c:pt idx="803">
                  <c:v>10.844869097810431</c:v>
                </c:pt>
                <c:pt idx="804">
                  <c:v>10.844869097810431</c:v>
                </c:pt>
                <c:pt idx="805">
                  <c:v>10.844869097810431</c:v>
                </c:pt>
                <c:pt idx="806">
                  <c:v>10.844869097810431</c:v>
                </c:pt>
                <c:pt idx="807">
                  <c:v>10.844869097810431</c:v>
                </c:pt>
                <c:pt idx="808">
                  <c:v>10.844869097810431</c:v>
                </c:pt>
                <c:pt idx="809">
                  <c:v>10.844869097810431</c:v>
                </c:pt>
                <c:pt idx="810">
                  <c:v>10.844869097810431</c:v>
                </c:pt>
                <c:pt idx="811">
                  <c:v>10.844869097810431</c:v>
                </c:pt>
                <c:pt idx="812">
                  <c:v>10.844869097810431</c:v>
                </c:pt>
                <c:pt idx="813">
                  <c:v>10.844869097810431</c:v>
                </c:pt>
                <c:pt idx="814">
                  <c:v>10.844869097810431</c:v>
                </c:pt>
                <c:pt idx="815">
                  <c:v>10.844869097810431</c:v>
                </c:pt>
                <c:pt idx="816">
                  <c:v>10.844869097810431</c:v>
                </c:pt>
                <c:pt idx="817">
                  <c:v>10.844869097810431</c:v>
                </c:pt>
                <c:pt idx="818">
                  <c:v>10.844869097810431</c:v>
                </c:pt>
                <c:pt idx="819">
                  <c:v>10.844869097810431</c:v>
                </c:pt>
                <c:pt idx="820">
                  <c:v>10.844869097810431</c:v>
                </c:pt>
                <c:pt idx="821">
                  <c:v>10.844869097810431</c:v>
                </c:pt>
                <c:pt idx="822">
                  <c:v>10.844869097810431</c:v>
                </c:pt>
                <c:pt idx="823">
                  <c:v>10.844869097810431</c:v>
                </c:pt>
                <c:pt idx="824">
                  <c:v>10.844869097810431</c:v>
                </c:pt>
                <c:pt idx="825">
                  <c:v>10.844869097810431</c:v>
                </c:pt>
                <c:pt idx="826">
                  <c:v>10.844869097810431</c:v>
                </c:pt>
                <c:pt idx="827">
                  <c:v>10.844869097810431</c:v>
                </c:pt>
                <c:pt idx="828">
                  <c:v>10.844869097810431</c:v>
                </c:pt>
                <c:pt idx="829">
                  <c:v>10.844869097810431</c:v>
                </c:pt>
                <c:pt idx="830">
                  <c:v>10.844869097810431</c:v>
                </c:pt>
                <c:pt idx="831">
                  <c:v>10.844869097810431</c:v>
                </c:pt>
                <c:pt idx="832">
                  <c:v>10.844869097810431</c:v>
                </c:pt>
                <c:pt idx="833">
                  <c:v>10.844869097810431</c:v>
                </c:pt>
                <c:pt idx="834">
                  <c:v>10.844869097810431</c:v>
                </c:pt>
                <c:pt idx="835">
                  <c:v>10.844869097810431</c:v>
                </c:pt>
                <c:pt idx="836">
                  <c:v>10.844869097810431</c:v>
                </c:pt>
                <c:pt idx="837">
                  <c:v>10.844869097810431</c:v>
                </c:pt>
                <c:pt idx="838">
                  <c:v>10.844869097810431</c:v>
                </c:pt>
                <c:pt idx="839">
                  <c:v>10.844869097810431</c:v>
                </c:pt>
                <c:pt idx="840">
                  <c:v>10.844869097810431</c:v>
                </c:pt>
                <c:pt idx="841">
                  <c:v>10.844869097810431</c:v>
                </c:pt>
                <c:pt idx="842">
                  <c:v>10.844869097810431</c:v>
                </c:pt>
                <c:pt idx="843">
                  <c:v>10.844869097810431</c:v>
                </c:pt>
                <c:pt idx="844">
                  <c:v>10.844869097810431</c:v>
                </c:pt>
                <c:pt idx="845">
                  <c:v>10.844869097810431</c:v>
                </c:pt>
                <c:pt idx="846">
                  <c:v>10.844869097810431</c:v>
                </c:pt>
                <c:pt idx="847">
                  <c:v>10.844869097810431</c:v>
                </c:pt>
                <c:pt idx="848">
                  <c:v>10.844869097810431</c:v>
                </c:pt>
                <c:pt idx="849">
                  <c:v>10.844869097810431</c:v>
                </c:pt>
                <c:pt idx="850">
                  <c:v>10.844869097810431</c:v>
                </c:pt>
                <c:pt idx="851">
                  <c:v>10.844869097810431</c:v>
                </c:pt>
                <c:pt idx="852">
                  <c:v>10.844869097810431</c:v>
                </c:pt>
                <c:pt idx="853">
                  <c:v>10.844869097810431</c:v>
                </c:pt>
                <c:pt idx="854">
                  <c:v>10.844869097810431</c:v>
                </c:pt>
                <c:pt idx="855">
                  <c:v>10.844869097810431</c:v>
                </c:pt>
                <c:pt idx="856">
                  <c:v>10.844869097810431</c:v>
                </c:pt>
                <c:pt idx="857">
                  <c:v>10.844869097810431</c:v>
                </c:pt>
                <c:pt idx="858">
                  <c:v>10.844869097810431</c:v>
                </c:pt>
                <c:pt idx="859">
                  <c:v>10.844869097810431</c:v>
                </c:pt>
                <c:pt idx="860">
                  <c:v>10.844869097810431</c:v>
                </c:pt>
                <c:pt idx="861">
                  <c:v>10.844869097810431</c:v>
                </c:pt>
                <c:pt idx="862">
                  <c:v>10.844869097810431</c:v>
                </c:pt>
                <c:pt idx="863">
                  <c:v>10.844869097810431</c:v>
                </c:pt>
                <c:pt idx="864">
                  <c:v>10.844869097810431</c:v>
                </c:pt>
                <c:pt idx="865">
                  <c:v>10.844869097810431</c:v>
                </c:pt>
                <c:pt idx="866">
                  <c:v>10.844869097810431</c:v>
                </c:pt>
                <c:pt idx="867">
                  <c:v>10.844869097810431</c:v>
                </c:pt>
                <c:pt idx="868">
                  <c:v>10.844869097810431</c:v>
                </c:pt>
                <c:pt idx="869">
                  <c:v>10.844869097810431</c:v>
                </c:pt>
                <c:pt idx="870">
                  <c:v>10.844869097810431</c:v>
                </c:pt>
                <c:pt idx="871">
                  <c:v>10.844869097810431</c:v>
                </c:pt>
                <c:pt idx="872">
                  <c:v>10.844869097810431</c:v>
                </c:pt>
                <c:pt idx="873">
                  <c:v>10.844869097810431</c:v>
                </c:pt>
                <c:pt idx="874">
                  <c:v>10.844869097810431</c:v>
                </c:pt>
                <c:pt idx="875">
                  <c:v>10.844869097810431</c:v>
                </c:pt>
                <c:pt idx="876">
                  <c:v>10.844869097810431</c:v>
                </c:pt>
                <c:pt idx="877">
                  <c:v>10.844869097810431</c:v>
                </c:pt>
                <c:pt idx="878">
                  <c:v>10.844869097810431</c:v>
                </c:pt>
                <c:pt idx="879">
                  <c:v>10.844869097810431</c:v>
                </c:pt>
                <c:pt idx="880">
                  <c:v>10.844869097810431</c:v>
                </c:pt>
                <c:pt idx="881">
                  <c:v>10.844869097810431</c:v>
                </c:pt>
                <c:pt idx="882">
                  <c:v>10.844869097810431</c:v>
                </c:pt>
                <c:pt idx="883">
                  <c:v>10.844869097810431</c:v>
                </c:pt>
                <c:pt idx="884">
                  <c:v>10.844869097810431</c:v>
                </c:pt>
                <c:pt idx="885">
                  <c:v>10.844869097810431</c:v>
                </c:pt>
                <c:pt idx="886">
                  <c:v>10.844869097810431</c:v>
                </c:pt>
                <c:pt idx="887">
                  <c:v>10.844869097810431</c:v>
                </c:pt>
                <c:pt idx="888">
                  <c:v>10.844869097810431</c:v>
                </c:pt>
                <c:pt idx="889">
                  <c:v>10.844869097810431</c:v>
                </c:pt>
                <c:pt idx="890">
                  <c:v>10.844869097810431</c:v>
                </c:pt>
                <c:pt idx="891">
                  <c:v>10.844869097810431</c:v>
                </c:pt>
                <c:pt idx="892">
                  <c:v>10.844869097810431</c:v>
                </c:pt>
                <c:pt idx="893">
                  <c:v>10.844869097810431</c:v>
                </c:pt>
                <c:pt idx="894">
                  <c:v>10.844869097810431</c:v>
                </c:pt>
                <c:pt idx="895">
                  <c:v>10.844869097810431</c:v>
                </c:pt>
                <c:pt idx="896">
                  <c:v>10.844869097810431</c:v>
                </c:pt>
                <c:pt idx="897">
                  <c:v>10.844869097810431</c:v>
                </c:pt>
                <c:pt idx="898">
                  <c:v>10.844869097810431</c:v>
                </c:pt>
                <c:pt idx="899">
                  <c:v>10.844869097810431</c:v>
                </c:pt>
                <c:pt idx="900">
                  <c:v>10.844869097810431</c:v>
                </c:pt>
                <c:pt idx="901">
                  <c:v>10.844869097810431</c:v>
                </c:pt>
                <c:pt idx="902">
                  <c:v>10.844869097810431</c:v>
                </c:pt>
                <c:pt idx="903">
                  <c:v>10.844869097810431</c:v>
                </c:pt>
                <c:pt idx="904">
                  <c:v>10.844869097810431</c:v>
                </c:pt>
                <c:pt idx="905">
                  <c:v>10.844869097810431</c:v>
                </c:pt>
                <c:pt idx="906">
                  <c:v>10.844869097810431</c:v>
                </c:pt>
                <c:pt idx="907">
                  <c:v>10.844869097810431</c:v>
                </c:pt>
                <c:pt idx="908">
                  <c:v>10.844869097810431</c:v>
                </c:pt>
                <c:pt idx="909">
                  <c:v>10.844869097810431</c:v>
                </c:pt>
                <c:pt idx="910">
                  <c:v>10.844869097810431</c:v>
                </c:pt>
                <c:pt idx="911">
                  <c:v>10.844869097810431</c:v>
                </c:pt>
                <c:pt idx="912">
                  <c:v>10.844869097810431</c:v>
                </c:pt>
                <c:pt idx="913">
                  <c:v>10.844869097810431</c:v>
                </c:pt>
                <c:pt idx="914">
                  <c:v>10.844869097810431</c:v>
                </c:pt>
                <c:pt idx="915">
                  <c:v>10.844869097810431</c:v>
                </c:pt>
                <c:pt idx="916">
                  <c:v>10.844869097810431</c:v>
                </c:pt>
                <c:pt idx="917">
                  <c:v>10.844869097810431</c:v>
                </c:pt>
                <c:pt idx="918">
                  <c:v>10.844869097810431</c:v>
                </c:pt>
                <c:pt idx="919">
                  <c:v>10.844869097810431</c:v>
                </c:pt>
                <c:pt idx="920">
                  <c:v>10.844869097810431</c:v>
                </c:pt>
                <c:pt idx="921">
                  <c:v>10.844869097810431</c:v>
                </c:pt>
                <c:pt idx="922">
                  <c:v>10.844869097810431</c:v>
                </c:pt>
                <c:pt idx="923">
                  <c:v>10.844869097810431</c:v>
                </c:pt>
                <c:pt idx="924">
                  <c:v>10.844869097810431</c:v>
                </c:pt>
                <c:pt idx="925">
                  <c:v>10.844869097810431</c:v>
                </c:pt>
                <c:pt idx="926">
                  <c:v>10.844869097810431</c:v>
                </c:pt>
                <c:pt idx="927">
                  <c:v>10.844869097810431</c:v>
                </c:pt>
                <c:pt idx="928">
                  <c:v>10.844869097810431</c:v>
                </c:pt>
                <c:pt idx="929">
                  <c:v>10.844869097810431</c:v>
                </c:pt>
                <c:pt idx="930">
                  <c:v>10.844869097810431</c:v>
                </c:pt>
                <c:pt idx="931">
                  <c:v>10.844869097810431</c:v>
                </c:pt>
                <c:pt idx="932">
                  <c:v>10.844869097810431</c:v>
                </c:pt>
                <c:pt idx="933">
                  <c:v>10.844869097810431</c:v>
                </c:pt>
                <c:pt idx="934">
                  <c:v>10.844869097810431</c:v>
                </c:pt>
                <c:pt idx="935">
                  <c:v>10.844869097810431</c:v>
                </c:pt>
                <c:pt idx="936">
                  <c:v>10.844869097810431</c:v>
                </c:pt>
                <c:pt idx="937">
                  <c:v>10.844869097810431</c:v>
                </c:pt>
                <c:pt idx="938">
                  <c:v>10.844869097810431</c:v>
                </c:pt>
                <c:pt idx="939">
                  <c:v>10.844869097810431</c:v>
                </c:pt>
                <c:pt idx="940">
                  <c:v>10.844869097810431</c:v>
                </c:pt>
                <c:pt idx="941">
                  <c:v>10.844869097810431</c:v>
                </c:pt>
                <c:pt idx="942">
                  <c:v>10.844869097810431</c:v>
                </c:pt>
                <c:pt idx="943">
                  <c:v>10.844869097810431</c:v>
                </c:pt>
                <c:pt idx="944">
                  <c:v>10.844869097810431</c:v>
                </c:pt>
                <c:pt idx="945">
                  <c:v>10.844869097810431</c:v>
                </c:pt>
                <c:pt idx="946">
                  <c:v>10.844869097810431</c:v>
                </c:pt>
                <c:pt idx="947">
                  <c:v>10.844869097810431</c:v>
                </c:pt>
                <c:pt idx="948">
                  <c:v>10.844869097810431</c:v>
                </c:pt>
                <c:pt idx="949">
                  <c:v>10.844869097810431</c:v>
                </c:pt>
                <c:pt idx="950">
                  <c:v>10.844869097810431</c:v>
                </c:pt>
                <c:pt idx="951">
                  <c:v>10.844869097810431</c:v>
                </c:pt>
                <c:pt idx="952">
                  <c:v>10.844869097810431</c:v>
                </c:pt>
                <c:pt idx="953">
                  <c:v>10.844869097810431</c:v>
                </c:pt>
                <c:pt idx="954">
                  <c:v>10.844869097810431</c:v>
                </c:pt>
                <c:pt idx="955">
                  <c:v>10.844869097810431</c:v>
                </c:pt>
                <c:pt idx="956">
                  <c:v>10.844869097810431</c:v>
                </c:pt>
                <c:pt idx="957">
                  <c:v>10.844869097810431</c:v>
                </c:pt>
                <c:pt idx="958">
                  <c:v>10.844869097810431</c:v>
                </c:pt>
                <c:pt idx="959">
                  <c:v>10.844869097810431</c:v>
                </c:pt>
                <c:pt idx="960">
                  <c:v>10.844869097810431</c:v>
                </c:pt>
                <c:pt idx="961">
                  <c:v>10.844869097810431</c:v>
                </c:pt>
                <c:pt idx="962">
                  <c:v>10.844869097810431</c:v>
                </c:pt>
                <c:pt idx="963">
                  <c:v>10.844869097810431</c:v>
                </c:pt>
                <c:pt idx="964">
                  <c:v>10.844869097810431</c:v>
                </c:pt>
                <c:pt idx="965">
                  <c:v>10.844869097810431</c:v>
                </c:pt>
                <c:pt idx="966">
                  <c:v>10.844869097810431</c:v>
                </c:pt>
                <c:pt idx="967">
                  <c:v>10.844869097810431</c:v>
                </c:pt>
                <c:pt idx="968">
                  <c:v>10.844869097810431</c:v>
                </c:pt>
                <c:pt idx="969">
                  <c:v>10.844869097810431</c:v>
                </c:pt>
                <c:pt idx="970">
                  <c:v>10.844869097810431</c:v>
                </c:pt>
                <c:pt idx="971">
                  <c:v>10.844869097810431</c:v>
                </c:pt>
                <c:pt idx="972">
                  <c:v>10.844869097810431</c:v>
                </c:pt>
                <c:pt idx="973">
                  <c:v>10.844869097810431</c:v>
                </c:pt>
                <c:pt idx="974">
                  <c:v>10.844869097810431</c:v>
                </c:pt>
                <c:pt idx="975">
                  <c:v>10.844869097810431</c:v>
                </c:pt>
                <c:pt idx="976">
                  <c:v>10.844869097810431</c:v>
                </c:pt>
                <c:pt idx="977">
                  <c:v>10.844869097810431</c:v>
                </c:pt>
                <c:pt idx="978">
                  <c:v>10.844869097810431</c:v>
                </c:pt>
                <c:pt idx="979">
                  <c:v>10.844869097810431</c:v>
                </c:pt>
                <c:pt idx="980">
                  <c:v>10.844869097810431</c:v>
                </c:pt>
                <c:pt idx="981">
                  <c:v>10.844869097810431</c:v>
                </c:pt>
                <c:pt idx="982">
                  <c:v>10.844869097810431</c:v>
                </c:pt>
                <c:pt idx="983">
                  <c:v>10.844869097810431</c:v>
                </c:pt>
                <c:pt idx="984">
                  <c:v>10.844869097810431</c:v>
                </c:pt>
                <c:pt idx="985">
                  <c:v>10.844869097810431</c:v>
                </c:pt>
                <c:pt idx="986">
                  <c:v>10.844869097810431</c:v>
                </c:pt>
                <c:pt idx="987">
                  <c:v>10.844869097810431</c:v>
                </c:pt>
                <c:pt idx="988">
                  <c:v>10.844869097810431</c:v>
                </c:pt>
                <c:pt idx="989">
                  <c:v>10.844869097810431</c:v>
                </c:pt>
                <c:pt idx="990">
                  <c:v>10.844869097810431</c:v>
                </c:pt>
                <c:pt idx="991">
                  <c:v>10.844869097810431</c:v>
                </c:pt>
                <c:pt idx="992">
                  <c:v>10.844869097810431</c:v>
                </c:pt>
                <c:pt idx="993">
                  <c:v>10.844869097810431</c:v>
                </c:pt>
                <c:pt idx="994">
                  <c:v>10.844869097810431</c:v>
                </c:pt>
                <c:pt idx="995">
                  <c:v>10.844869097810431</c:v>
                </c:pt>
                <c:pt idx="996">
                  <c:v>10.844869097810431</c:v>
                </c:pt>
                <c:pt idx="997">
                  <c:v>10.844869097810431</c:v>
                </c:pt>
                <c:pt idx="998">
                  <c:v>10.844869097810431</c:v>
                </c:pt>
                <c:pt idx="999">
                  <c:v>10.844869097810431</c:v>
                </c:pt>
                <c:pt idx="1000">
                  <c:v>10.844869097810431</c:v>
                </c:pt>
                <c:pt idx="1001">
                  <c:v>10.844869097810431</c:v>
                </c:pt>
                <c:pt idx="1002">
                  <c:v>10.844869097810431</c:v>
                </c:pt>
                <c:pt idx="1003">
                  <c:v>10.844869097810431</c:v>
                </c:pt>
                <c:pt idx="1004">
                  <c:v>10.844869097810431</c:v>
                </c:pt>
                <c:pt idx="1005">
                  <c:v>10.844869097810431</c:v>
                </c:pt>
                <c:pt idx="1006">
                  <c:v>10.844869097810431</c:v>
                </c:pt>
                <c:pt idx="1007">
                  <c:v>10.844869097810431</c:v>
                </c:pt>
                <c:pt idx="1008">
                  <c:v>10.844869097810431</c:v>
                </c:pt>
                <c:pt idx="1009">
                  <c:v>10.844869097810431</c:v>
                </c:pt>
                <c:pt idx="1010">
                  <c:v>10.844869097810431</c:v>
                </c:pt>
                <c:pt idx="1011">
                  <c:v>10.844869097810431</c:v>
                </c:pt>
                <c:pt idx="1012">
                  <c:v>10.844869097810431</c:v>
                </c:pt>
                <c:pt idx="1013">
                  <c:v>10.844869097810431</c:v>
                </c:pt>
                <c:pt idx="1014">
                  <c:v>10.844869097810431</c:v>
                </c:pt>
                <c:pt idx="1015">
                  <c:v>10.844869097810431</c:v>
                </c:pt>
                <c:pt idx="1016">
                  <c:v>10.844869097810431</c:v>
                </c:pt>
                <c:pt idx="1017">
                  <c:v>10.844869097810431</c:v>
                </c:pt>
                <c:pt idx="1018">
                  <c:v>10.844869097810431</c:v>
                </c:pt>
                <c:pt idx="1019">
                  <c:v>10.844869097810431</c:v>
                </c:pt>
                <c:pt idx="1020">
                  <c:v>10.844869097810431</c:v>
                </c:pt>
                <c:pt idx="1021">
                  <c:v>10.844869097810431</c:v>
                </c:pt>
                <c:pt idx="1022">
                  <c:v>10.844869097810431</c:v>
                </c:pt>
                <c:pt idx="1023">
                  <c:v>10.844869097810431</c:v>
                </c:pt>
                <c:pt idx="1024">
                  <c:v>10.844869097810431</c:v>
                </c:pt>
                <c:pt idx="1025">
                  <c:v>10.844869097810431</c:v>
                </c:pt>
                <c:pt idx="1026">
                  <c:v>10.844869097810431</c:v>
                </c:pt>
                <c:pt idx="1027">
                  <c:v>10.844869097810431</c:v>
                </c:pt>
                <c:pt idx="1028">
                  <c:v>10.844869097810431</c:v>
                </c:pt>
                <c:pt idx="1029">
                  <c:v>10.844869097810431</c:v>
                </c:pt>
                <c:pt idx="1030">
                  <c:v>10.844869097810431</c:v>
                </c:pt>
                <c:pt idx="1031">
                  <c:v>10.844869097810431</c:v>
                </c:pt>
                <c:pt idx="1032">
                  <c:v>10.844869097810431</c:v>
                </c:pt>
                <c:pt idx="1033">
                  <c:v>10.844869097810431</c:v>
                </c:pt>
                <c:pt idx="1034">
                  <c:v>10.844869097810431</c:v>
                </c:pt>
                <c:pt idx="1035">
                  <c:v>10.844869097810431</c:v>
                </c:pt>
                <c:pt idx="1036">
                  <c:v>10.844869097810431</c:v>
                </c:pt>
                <c:pt idx="1037">
                  <c:v>10.844869097810431</c:v>
                </c:pt>
                <c:pt idx="1038">
                  <c:v>10.844869097810431</c:v>
                </c:pt>
                <c:pt idx="1039">
                  <c:v>10.844869097810431</c:v>
                </c:pt>
                <c:pt idx="1040">
                  <c:v>10.844869097810431</c:v>
                </c:pt>
                <c:pt idx="1041">
                  <c:v>10.844869097810431</c:v>
                </c:pt>
                <c:pt idx="1042">
                  <c:v>10.844869097810431</c:v>
                </c:pt>
                <c:pt idx="1043">
                  <c:v>10.844869097810431</c:v>
                </c:pt>
                <c:pt idx="1044">
                  <c:v>10.844869097810431</c:v>
                </c:pt>
                <c:pt idx="1045">
                  <c:v>10.844869097810431</c:v>
                </c:pt>
                <c:pt idx="1046">
                  <c:v>10.844869097810431</c:v>
                </c:pt>
                <c:pt idx="1047">
                  <c:v>10.844869097810431</c:v>
                </c:pt>
                <c:pt idx="1048">
                  <c:v>10.844869097810431</c:v>
                </c:pt>
                <c:pt idx="1049">
                  <c:v>10.844869097810431</c:v>
                </c:pt>
                <c:pt idx="1050">
                  <c:v>10.844869097810431</c:v>
                </c:pt>
                <c:pt idx="1051">
                  <c:v>10.844869097810431</c:v>
                </c:pt>
                <c:pt idx="1052">
                  <c:v>10.844869097810431</c:v>
                </c:pt>
                <c:pt idx="1053">
                  <c:v>10.844869097810431</c:v>
                </c:pt>
                <c:pt idx="1054">
                  <c:v>10.844869097810431</c:v>
                </c:pt>
                <c:pt idx="1055">
                  <c:v>10.844869097810431</c:v>
                </c:pt>
                <c:pt idx="1056">
                  <c:v>10.844869097810431</c:v>
                </c:pt>
                <c:pt idx="1057">
                  <c:v>10.844869097810431</c:v>
                </c:pt>
                <c:pt idx="1058">
                  <c:v>10.844869097810431</c:v>
                </c:pt>
                <c:pt idx="1059">
                  <c:v>10.844869097810431</c:v>
                </c:pt>
                <c:pt idx="1060">
                  <c:v>10.844869097810431</c:v>
                </c:pt>
                <c:pt idx="1061">
                  <c:v>10.844869097810431</c:v>
                </c:pt>
                <c:pt idx="1062">
                  <c:v>10.844869097810431</c:v>
                </c:pt>
                <c:pt idx="1063">
                  <c:v>10.844869097810431</c:v>
                </c:pt>
                <c:pt idx="1064">
                  <c:v>10.844869097810431</c:v>
                </c:pt>
                <c:pt idx="1065">
                  <c:v>10.844869097810431</c:v>
                </c:pt>
                <c:pt idx="1066">
                  <c:v>10.844869097810431</c:v>
                </c:pt>
                <c:pt idx="1067">
                  <c:v>10.844869097810431</c:v>
                </c:pt>
                <c:pt idx="1068">
                  <c:v>10.844869097810431</c:v>
                </c:pt>
                <c:pt idx="1069">
                  <c:v>10.844869097810431</c:v>
                </c:pt>
                <c:pt idx="1070">
                  <c:v>10.844869097810431</c:v>
                </c:pt>
                <c:pt idx="1071">
                  <c:v>10.844869097810431</c:v>
                </c:pt>
                <c:pt idx="1072">
                  <c:v>10.844869097810431</c:v>
                </c:pt>
                <c:pt idx="1073">
                  <c:v>10.844869097810431</c:v>
                </c:pt>
                <c:pt idx="1074">
                  <c:v>10.844869097810431</c:v>
                </c:pt>
                <c:pt idx="1075">
                  <c:v>10.844869097810431</c:v>
                </c:pt>
                <c:pt idx="1076">
                  <c:v>10.844869097810431</c:v>
                </c:pt>
                <c:pt idx="1077">
                  <c:v>10.844869097810431</c:v>
                </c:pt>
                <c:pt idx="1078">
                  <c:v>10.844869097810431</c:v>
                </c:pt>
                <c:pt idx="1079">
                  <c:v>10.844869097810431</c:v>
                </c:pt>
                <c:pt idx="1080">
                  <c:v>10.844869097810431</c:v>
                </c:pt>
                <c:pt idx="1081">
                  <c:v>10.844869097810431</c:v>
                </c:pt>
                <c:pt idx="1082">
                  <c:v>10.844869097810431</c:v>
                </c:pt>
                <c:pt idx="1083">
                  <c:v>10.844869097810431</c:v>
                </c:pt>
                <c:pt idx="1084">
                  <c:v>10.844869097810431</c:v>
                </c:pt>
                <c:pt idx="1085">
                  <c:v>10.844869097810431</c:v>
                </c:pt>
                <c:pt idx="1086">
                  <c:v>10.844869097810431</c:v>
                </c:pt>
                <c:pt idx="1087">
                  <c:v>10.844869097810431</c:v>
                </c:pt>
                <c:pt idx="1088">
                  <c:v>10.844869097810431</c:v>
                </c:pt>
                <c:pt idx="1089">
                  <c:v>10.844869097810431</c:v>
                </c:pt>
                <c:pt idx="1090">
                  <c:v>10.844869097810431</c:v>
                </c:pt>
                <c:pt idx="1091">
                  <c:v>10.844869097810431</c:v>
                </c:pt>
                <c:pt idx="1092">
                  <c:v>10.844869097810431</c:v>
                </c:pt>
                <c:pt idx="1093">
                  <c:v>10.844869097810431</c:v>
                </c:pt>
                <c:pt idx="1094">
                  <c:v>10.844869097810431</c:v>
                </c:pt>
                <c:pt idx="1095">
                  <c:v>10.844869097810431</c:v>
                </c:pt>
                <c:pt idx="1096">
                  <c:v>10.844869097810431</c:v>
                </c:pt>
                <c:pt idx="1097">
                  <c:v>10.844869097810431</c:v>
                </c:pt>
                <c:pt idx="1098">
                  <c:v>10.844869097810431</c:v>
                </c:pt>
                <c:pt idx="1099">
                  <c:v>10.844869097810431</c:v>
                </c:pt>
                <c:pt idx="1100">
                  <c:v>10.844869097810431</c:v>
                </c:pt>
                <c:pt idx="1101">
                  <c:v>10.844869097810431</c:v>
                </c:pt>
                <c:pt idx="1102">
                  <c:v>10.844869097810431</c:v>
                </c:pt>
                <c:pt idx="1103">
                  <c:v>10.844869097810431</c:v>
                </c:pt>
                <c:pt idx="1104">
                  <c:v>10.844869097810431</c:v>
                </c:pt>
                <c:pt idx="1105">
                  <c:v>10.844869097810431</c:v>
                </c:pt>
                <c:pt idx="1106">
                  <c:v>10.844869097810431</c:v>
                </c:pt>
                <c:pt idx="1107">
                  <c:v>10.844869097810431</c:v>
                </c:pt>
                <c:pt idx="1108">
                  <c:v>10.844869097810431</c:v>
                </c:pt>
                <c:pt idx="1109">
                  <c:v>10.844869097810431</c:v>
                </c:pt>
                <c:pt idx="1110">
                  <c:v>10.844869097810431</c:v>
                </c:pt>
                <c:pt idx="1111">
                  <c:v>10.844869097810431</c:v>
                </c:pt>
                <c:pt idx="1112">
                  <c:v>10.844869097810431</c:v>
                </c:pt>
                <c:pt idx="1113">
                  <c:v>10.844869097810431</c:v>
                </c:pt>
                <c:pt idx="1114">
                  <c:v>10.844869097810431</c:v>
                </c:pt>
                <c:pt idx="1115">
                  <c:v>10.844869097810431</c:v>
                </c:pt>
                <c:pt idx="1116">
                  <c:v>10.844869097810431</c:v>
                </c:pt>
                <c:pt idx="1117">
                  <c:v>10.844869097810431</c:v>
                </c:pt>
                <c:pt idx="1118">
                  <c:v>10.844869097810431</c:v>
                </c:pt>
                <c:pt idx="1119">
                  <c:v>10.844869097810431</c:v>
                </c:pt>
                <c:pt idx="1120">
                  <c:v>10.844869097810431</c:v>
                </c:pt>
                <c:pt idx="1121">
                  <c:v>10.844869097810431</c:v>
                </c:pt>
                <c:pt idx="1122">
                  <c:v>10.844869097810431</c:v>
                </c:pt>
                <c:pt idx="1123">
                  <c:v>10.844869097810431</c:v>
                </c:pt>
                <c:pt idx="1124">
                  <c:v>10.844869097810431</c:v>
                </c:pt>
                <c:pt idx="1125">
                  <c:v>10.844869097810431</c:v>
                </c:pt>
                <c:pt idx="1126">
                  <c:v>10.844869097810431</c:v>
                </c:pt>
                <c:pt idx="1127">
                  <c:v>10.844869097810431</c:v>
                </c:pt>
                <c:pt idx="1128">
                  <c:v>10.844869097810431</c:v>
                </c:pt>
                <c:pt idx="1129">
                  <c:v>10.844869097810431</c:v>
                </c:pt>
                <c:pt idx="1130">
                  <c:v>10.844869097810431</c:v>
                </c:pt>
                <c:pt idx="1131">
                  <c:v>10.844869097810431</c:v>
                </c:pt>
                <c:pt idx="1132">
                  <c:v>10.844869097810431</c:v>
                </c:pt>
                <c:pt idx="1133">
                  <c:v>10.844869097810431</c:v>
                </c:pt>
                <c:pt idx="1134">
                  <c:v>10.844869097810431</c:v>
                </c:pt>
                <c:pt idx="1135">
                  <c:v>10.844869097810431</c:v>
                </c:pt>
                <c:pt idx="1136">
                  <c:v>10.844869097810431</c:v>
                </c:pt>
                <c:pt idx="1137">
                  <c:v>10.844869097810431</c:v>
                </c:pt>
                <c:pt idx="1138">
                  <c:v>10.844869097810431</c:v>
                </c:pt>
                <c:pt idx="1139">
                  <c:v>10.844869097810431</c:v>
                </c:pt>
                <c:pt idx="1140">
                  <c:v>10.844869097810431</c:v>
                </c:pt>
                <c:pt idx="1141">
                  <c:v>10.844869097810431</c:v>
                </c:pt>
                <c:pt idx="1142">
                  <c:v>10.844869097810431</c:v>
                </c:pt>
                <c:pt idx="1143">
                  <c:v>10.844869097810431</c:v>
                </c:pt>
                <c:pt idx="1144">
                  <c:v>10.844869097810431</c:v>
                </c:pt>
                <c:pt idx="1145">
                  <c:v>10.844869097810431</c:v>
                </c:pt>
                <c:pt idx="1146">
                  <c:v>10.844869097810431</c:v>
                </c:pt>
                <c:pt idx="1147">
                  <c:v>10.844869097810431</c:v>
                </c:pt>
                <c:pt idx="1148">
                  <c:v>10.844869097810431</c:v>
                </c:pt>
                <c:pt idx="1149">
                  <c:v>10.844869097810431</c:v>
                </c:pt>
                <c:pt idx="1150">
                  <c:v>10.844869097810431</c:v>
                </c:pt>
                <c:pt idx="1151">
                  <c:v>10.844869097810431</c:v>
                </c:pt>
                <c:pt idx="1152">
                  <c:v>10.844869097810431</c:v>
                </c:pt>
                <c:pt idx="1153">
                  <c:v>10.844869097810431</c:v>
                </c:pt>
                <c:pt idx="1154">
                  <c:v>10.844869097810431</c:v>
                </c:pt>
                <c:pt idx="1155">
                  <c:v>10.844869097810431</c:v>
                </c:pt>
                <c:pt idx="1156">
                  <c:v>10.844869097810431</c:v>
                </c:pt>
                <c:pt idx="1157">
                  <c:v>10.844869097810431</c:v>
                </c:pt>
                <c:pt idx="1158">
                  <c:v>10.844869097810431</c:v>
                </c:pt>
                <c:pt idx="1159">
                  <c:v>10.844869097810431</c:v>
                </c:pt>
                <c:pt idx="1160">
                  <c:v>10.844869097810431</c:v>
                </c:pt>
                <c:pt idx="1161">
                  <c:v>10.844869097810431</c:v>
                </c:pt>
                <c:pt idx="1162">
                  <c:v>10.844869097810431</c:v>
                </c:pt>
                <c:pt idx="1163">
                  <c:v>10.844869097810431</c:v>
                </c:pt>
                <c:pt idx="1164">
                  <c:v>10.844869097810431</c:v>
                </c:pt>
                <c:pt idx="1165">
                  <c:v>10.844869097810431</c:v>
                </c:pt>
                <c:pt idx="1166">
                  <c:v>10.844869097810431</c:v>
                </c:pt>
                <c:pt idx="1167">
                  <c:v>10.844869097810431</c:v>
                </c:pt>
                <c:pt idx="1168">
                  <c:v>10.844869097810431</c:v>
                </c:pt>
                <c:pt idx="1169">
                  <c:v>10.844869097810431</c:v>
                </c:pt>
                <c:pt idx="1170">
                  <c:v>10.844869097810431</c:v>
                </c:pt>
                <c:pt idx="1171">
                  <c:v>10.844869097810431</c:v>
                </c:pt>
                <c:pt idx="1172">
                  <c:v>10.844869097810431</c:v>
                </c:pt>
                <c:pt idx="1173">
                  <c:v>10.844869097810431</c:v>
                </c:pt>
                <c:pt idx="1174">
                  <c:v>10.844869097810431</c:v>
                </c:pt>
                <c:pt idx="1175">
                  <c:v>10.844869097810431</c:v>
                </c:pt>
                <c:pt idx="1176">
                  <c:v>10.844869097810431</c:v>
                </c:pt>
                <c:pt idx="1177">
                  <c:v>10.844869097810431</c:v>
                </c:pt>
                <c:pt idx="1178">
                  <c:v>10.844869097810431</c:v>
                </c:pt>
                <c:pt idx="1179">
                  <c:v>10.844869097810431</c:v>
                </c:pt>
                <c:pt idx="1180">
                  <c:v>10.844869097810431</c:v>
                </c:pt>
                <c:pt idx="1181">
                  <c:v>10.844869097810431</c:v>
                </c:pt>
                <c:pt idx="1182">
                  <c:v>10.844869097810431</c:v>
                </c:pt>
                <c:pt idx="1183">
                  <c:v>10.844869097810431</c:v>
                </c:pt>
                <c:pt idx="1184">
                  <c:v>10.844869097810431</c:v>
                </c:pt>
                <c:pt idx="1185">
                  <c:v>10.844869097810431</c:v>
                </c:pt>
                <c:pt idx="1186">
                  <c:v>10.844869097810431</c:v>
                </c:pt>
                <c:pt idx="1187">
                  <c:v>10.844869097810431</c:v>
                </c:pt>
                <c:pt idx="1188">
                  <c:v>10.844869097810431</c:v>
                </c:pt>
                <c:pt idx="1189">
                  <c:v>10.844869097810431</c:v>
                </c:pt>
                <c:pt idx="1190">
                  <c:v>10.844869097810431</c:v>
                </c:pt>
                <c:pt idx="1191">
                  <c:v>10.844869097810431</c:v>
                </c:pt>
                <c:pt idx="1192">
                  <c:v>10.844869097810431</c:v>
                </c:pt>
                <c:pt idx="1193">
                  <c:v>10.844869097810431</c:v>
                </c:pt>
                <c:pt idx="1194">
                  <c:v>10.844869097810431</c:v>
                </c:pt>
                <c:pt idx="1195">
                  <c:v>10.844869097810431</c:v>
                </c:pt>
                <c:pt idx="1196">
                  <c:v>10.844869097810431</c:v>
                </c:pt>
                <c:pt idx="1197">
                  <c:v>10.844869097810431</c:v>
                </c:pt>
                <c:pt idx="1198">
                  <c:v>10.844869097810431</c:v>
                </c:pt>
                <c:pt idx="1199">
                  <c:v>10.844869097810431</c:v>
                </c:pt>
                <c:pt idx="1200">
                  <c:v>10.844869097810431</c:v>
                </c:pt>
                <c:pt idx="1201">
                  <c:v>10.844869097810431</c:v>
                </c:pt>
                <c:pt idx="1202">
                  <c:v>10.844869097810431</c:v>
                </c:pt>
                <c:pt idx="1203">
                  <c:v>10.844869097810431</c:v>
                </c:pt>
                <c:pt idx="1204">
                  <c:v>10.844869097810431</c:v>
                </c:pt>
                <c:pt idx="1205">
                  <c:v>10.844869097810431</c:v>
                </c:pt>
                <c:pt idx="1206">
                  <c:v>10.844869097810431</c:v>
                </c:pt>
                <c:pt idx="1207">
                  <c:v>10.844869097810431</c:v>
                </c:pt>
                <c:pt idx="1208">
                  <c:v>10.844869097810431</c:v>
                </c:pt>
                <c:pt idx="1209">
                  <c:v>10.844869097810431</c:v>
                </c:pt>
                <c:pt idx="1210">
                  <c:v>10.844869097810431</c:v>
                </c:pt>
                <c:pt idx="1211">
                  <c:v>10.844869097810431</c:v>
                </c:pt>
                <c:pt idx="1212">
                  <c:v>10.844869097810431</c:v>
                </c:pt>
                <c:pt idx="1213">
                  <c:v>10.844869097810431</c:v>
                </c:pt>
                <c:pt idx="1214">
                  <c:v>10.844869097810431</c:v>
                </c:pt>
                <c:pt idx="1215">
                  <c:v>10.844869097810431</c:v>
                </c:pt>
                <c:pt idx="1216">
                  <c:v>10.844869097810431</c:v>
                </c:pt>
                <c:pt idx="1217">
                  <c:v>10.844869097810431</c:v>
                </c:pt>
                <c:pt idx="1218">
                  <c:v>10.844869097810431</c:v>
                </c:pt>
                <c:pt idx="1219">
                  <c:v>10.844869097810431</c:v>
                </c:pt>
                <c:pt idx="1220">
                  <c:v>10.844869097810431</c:v>
                </c:pt>
                <c:pt idx="1221">
                  <c:v>10.844869097810431</c:v>
                </c:pt>
                <c:pt idx="1222">
                  <c:v>10.844869097810431</c:v>
                </c:pt>
                <c:pt idx="1223">
                  <c:v>10.844869097810431</c:v>
                </c:pt>
                <c:pt idx="1224">
                  <c:v>10.844869097810431</c:v>
                </c:pt>
                <c:pt idx="1225">
                  <c:v>10.844869097810431</c:v>
                </c:pt>
                <c:pt idx="1226">
                  <c:v>10.844869097810431</c:v>
                </c:pt>
                <c:pt idx="1227">
                  <c:v>10.844869097810431</c:v>
                </c:pt>
                <c:pt idx="1228">
                  <c:v>10.844869097810431</c:v>
                </c:pt>
                <c:pt idx="1229">
                  <c:v>10.844869097810431</c:v>
                </c:pt>
                <c:pt idx="1230">
                  <c:v>10.844869097810431</c:v>
                </c:pt>
                <c:pt idx="1231">
                  <c:v>10.844869097810431</c:v>
                </c:pt>
                <c:pt idx="1232">
                  <c:v>10.844869097810431</c:v>
                </c:pt>
                <c:pt idx="1233">
                  <c:v>10.844869097810431</c:v>
                </c:pt>
                <c:pt idx="1234">
                  <c:v>10.844869097810431</c:v>
                </c:pt>
                <c:pt idx="1235">
                  <c:v>10.844869097810431</c:v>
                </c:pt>
                <c:pt idx="1236">
                  <c:v>10.844869097810431</c:v>
                </c:pt>
                <c:pt idx="1237">
                  <c:v>10.844869097810431</c:v>
                </c:pt>
                <c:pt idx="1238">
                  <c:v>10.844869097810431</c:v>
                </c:pt>
                <c:pt idx="1239">
                  <c:v>10.844869097810431</c:v>
                </c:pt>
                <c:pt idx="1240">
                  <c:v>10.844869097810431</c:v>
                </c:pt>
                <c:pt idx="1241">
                  <c:v>10.844869097810431</c:v>
                </c:pt>
                <c:pt idx="1242">
                  <c:v>10.844869097810431</c:v>
                </c:pt>
                <c:pt idx="1243">
                  <c:v>10.844869097810431</c:v>
                </c:pt>
                <c:pt idx="1244">
                  <c:v>10.844869097810431</c:v>
                </c:pt>
                <c:pt idx="1245">
                  <c:v>10.844869097810431</c:v>
                </c:pt>
                <c:pt idx="1246">
                  <c:v>10.844869097810431</c:v>
                </c:pt>
                <c:pt idx="1247">
                  <c:v>10.844869097810431</c:v>
                </c:pt>
                <c:pt idx="1248">
                  <c:v>10.844869097810431</c:v>
                </c:pt>
                <c:pt idx="1249">
                  <c:v>10.844869097810431</c:v>
                </c:pt>
                <c:pt idx="1250">
                  <c:v>10.844869097810431</c:v>
                </c:pt>
                <c:pt idx="1251">
                  <c:v>10.844869097810431</c:v>
                </c:pt>
                <c:pt idx="1252">
                  <c:v>10.844869097810431</c:v>
                </c:pt>
                <c:pt idx="1253">
                  <c:v>10.844869097810431</c:v>
                </c:pt>
                <c:pt idx="1254">
                  <c:v>10.844869097810431</c:v>
                </c:pt>
                <c:pt idx="1255">
                  <c:v>10.844869097810431</c:v>
                </c:pt>
                <c:pt idx="1256">
                  <c:v>10.844869097810431</c:v>
                </c:pt>
                <c:pt idx="1257">
                  <c:v>10.844869097810431</c:v>
                </c:pt>
                <c:pt idx="1258">
                  <c:v>10.844869097810431</c:v>
                </c:pt>
                <c:pt idx="1259">
                  <c:v>10.844869097810431</c:v>
                </c:pt>
                <c:pt idx="1260">
                  <c:v>10.844869097810431</c:v>
                </c:pt>
                <c:pt idx="1261">
                  <c:v>10.844869097810431</c:v>
                </c:pt>
                <c:pt idx="1262">
                  <c:v>10.844869097810431</c:v>
                </c:pt>
                <c:pt idx="1263">
                  <c:v>10.844869097810431</c:v>
                </c:pt>
                <c:pt idx="1264">
                  <c:v>10.844869097810431</c:v>
                </c:pt>
                <c:pt idx="1265">
                  <c:v>10.844869097810431</c:v>
                </c:pt>
                <c:pt idx="1266">
                  <c:v>10.844869097810431</c:v>
                </c:pt>
                <c:pt idx="1267">
                  <c:v>10.844869097810431</c:v>
                </c:pt>
                <c:pt idx="1268">
                  <c:v>10.844869097810431</c:v>
                </c:pt>
                <c:pt idx="1269">
                  <c:v>10.844869097810431</c:v>
                </c:pt>
                <c:pt idx="1270">
                  <c:v>10.844869097810431</c:v>
                </c:pt>
                <c:pt idx="1271">
                  <c:v>10.844869097810431</c:v>
                </c:pt>
                <c:pt idx="1272">
                  <c:v>10.844869097810431</c:v>
                </c:pt>
                <c:pt idx="1273">
                  <c:v>10.844869097810431</c:v>
                </c:pt>
                <c:pt idx="1274">
                  <c:v>10.844869097810431</c:v>
                </c:pt>
                <c:pt idx="1275">
                  <c:v>10.844869097810431</c:v>
                </c:pt>
                <c:pt idx="1276">
                  <c:v>10.844869097810431</c:v>
                </c:pt>
                <c:pt idx="1277">
                  <c:v>10.844869097810431</c:v>
                </c:pt>
                <c:pt idx="1278">
                  <c:v>10.844869097810431</c:v>
                </c:pt>
                <c:pt idx="1279">
                  <c:v>10.844869097810431</c:v>
                </c:pt>
                <c:pt idx="1280">
                  <c:v>10.844869097810431</c:v>
                </c:pt>
                <c:pt idx="1281">
                  <c:v>10.844869097810431</c:v>
                </c:pt>
                <c:pt idx="1282">
                  <c:v>10.844869097810431</c:v>
                </c:pt>
                <c:pt idx="1283">
                  <c:v>10.844869097810431</c:v>
                </c:pt>
                <c:pt idx="1284">
                  <c:v>10.844869097810431</c:v>
                </c:pt>
                <c:pt idx="1285">
                  <c:v>10.844869097810431</c:v>
                </c:pt>
                <c:pt idx="1286">
                  <c:v>10.844869097810431</c:v>
                </c:pt>
                <c:pt idx="1287">
                  <c:v>10.844869097810431</c:v>
                </c:pt>
                <c:pt idx="1288">
                  <c:v>10.844869097810431</c:v>
                </c:pt>
                <c:pt idx="1289">
                  <c:v>10.844869097810431</c:v>
                </c:pt>
                <c:pt idx="1290">
                  <c:v>10.844869097810431</c:v>
                </c:pt>
                <c:pt idx="1291">
                  <c:v>10.844869097810431</c:v>
                </c:pt>
                <c:pt idx="1292">
                  <c:v>10.844869097810431</c:v>
                </c:pt>
                <c:pt idx="1293">
                  <c:v>10.844869097810431</c:v>
                </c:pt>
                <c:pt idx="1294">
                  <c:v>10.844869097810431</c:v>
                </c:pt>
                <c:pt idx="1295">
                  <c:v>10.844869097810431</c:v>
                </c:pt>
                <c:pt idx="1296">
                  <c:v>10.844869097810431</c:v>
                </c:pt>
                <c:pt idx="1297">
                  <c:v>10.844869097810431</c:v>
                </c:pt>
                <c:pt idx="1298">
                  <c:v>10.844869097810431</c:v>
                </c:pt>
                <c:pt idx="1299">
                  <c:v>10.844869097810431</c:v>
                </c:pt>
                <c:pt idx="1300">
                  <c:v>10.844869097810431</c:v>
                </c:pt>
                <c:pt idx="1301">
                  <c:v>10.844869097810431</c:v>
                </c:pt>
                <c:pt idx="1302">
                  <c:v>10.844869097810431</c:v>
                </c:pt>
                <c:pt idx="1303">
                  <c:v>10.844869097810431</c:v>
                </c:pt>
                <c:pt idx="1304">
                  <c:v>10.844869097810431</c:v>
                </c:pt>
                <c:pt idx="1305">
                  <c:v>10.844869097810431</c:v>
                </c:pt>
                <c:pt idx="1306">
                  <c:v>10.844869097810431</c:v>
                </c:pt>
                <c:pt idx="1307">
                  <c:v>10.844869097810431</c:v>
                </c:pt>
                <c:pt idx="1308">
                  <c:v>10.844869097810431</c:v>
                </c:pt>
                <c:pt idx="1309">
                  <c:v>10.844869097810431</c:v>
                </c:pt>
                <c:pt idx="1310">
                  <c:v>10.844869097810431</c:v>
                </c:pt>
                <c:pt idx="1311">
                  <c:v>10.844869097810431</c:v>
                </c:pt>
                <c:pt idx="1312">
                  <c:v>10.844869097810431</c:v>
                </c:pt>
                <c:pt idx="1313">
                  <c:v>10.844869097810431</c:v>
                </c:pt>
                <c:pt idx="1314">
                  <c:v>10.844869097810431</c:v>
                </c:pt>
                <c:pt idx="1315">
                  <c:v>10.844869097810431</c:v>
                </c:pt>
                <c:pt idx="1316">
                  <c:v>10.844869097810431</c:v>
                </c:pt>
                <c:pt idx="1317">
                  <c:v>10.844869097810431</c:v>
                </c:pt>
                <c:pt idx="1318">
                  <c:v>10.844869097810431</c:v>
                </c:pt>
                <c:pt idx="1319">
                  <c:v>10.844869097810431</c:v>
                </c:pt>
                <c:pt idx="1320">
                  <c:v>10.844869097810431</c:v>
                </c:pt>
                <c:pt idx="1321">
                  <c:v>10.844869097810431</c:v>
                </c:pt>
                <c:pt idx="1322">
                  <c:v>10.844869097810431</c:v>
                </c:pt>
                <c:pt idx="1323">
                  <c:v>10.844869097810431</c:v>
                </c:pt>
                <c:pt idx="1324">
                  <c:v>10.844869097810431</c:v>
                </c:pt>
                <c:pt idx="1325">
                  <c:v>10.844869097810431</c:v>
                </c:pt>
                <c:pt idx="1326">
                  <c:v>10.844869097810431</c:v>
                </c:pt>
                <c:pt idx="1327">
                  <c:v>10.844869097810431</c:v>
                </c:pt>
                <c:pt idx="1328">
                  <c:v>10.844869097810431</c:v>
                </c:pt>
                <c:pt idx="1329">
                  <c:v>10.844869097810431</c:v>
                </c:pt>
                <c:pt idx="1330">
                  <c:v>10.844869097810431</c:v>
                </c:pt>
                <c:pt idx="1331">
                  <c:v>10.844869097810431</c:v>
                </c:pt>
                <c:pt idx="1332">
                  <c:v>10.844869097810431</c:v>
                </c:pt>
                <c:pt idx="1333">
                  <c:v>10.844869097810431</c:v>
                </c:pt>
                <c:pt idx="1334">
                  <c:v>10.844869097810431</c:v>
                </c:pt>
                <c:pt idx="1335">
                  <c:v>10.844869097810431</c:v>
                </c:pt>
                <c:pt idx="1336">
                  <c:v>10.844869097810431</c:v>
                </c:pt>
                <c:pt idx="1337">
                  <c:v>10.844869097810431</c:v>
                </c:pt>
                <c:pt idx="1338">
                  <c:v>10.844869097810431</c:v>
                </c:pt>
                <c:pt idx="1339">
                  <c:v>10.844869097810431</c:v>
                </c:pt>
                <c:pt idx="1340">
                  <c:v>10.844869097810431</c:v>
                </c:pt>
                <c:pt idx="1341">
                  <c:v>10.844869097810431</c:v>
                </c:pt>
                <c:pt idx="1342">
                  <c:v>10.844869097810431</c:v>
                </c:pt>
                <c:pt idx="1343">
                  <c:v>10.844869097810431</c:v>
                </c:pt>
                <c:pt idx="1344">
                  <c:v>10.844869097810431</c:v>
                </c:pt>
                <c:pt idx="1345">
                  <c:v>10.844869097810431</c:v>
                </c:pt>
                <c:pt idx="1346">
                  <c:v>10.844869097810431</c:v>
                </c:pt>
                <c:pt idx="1347">
                  <c:v>10.844869097810431</c:v>
                </c:pt>
                <c:pt idx="1348">
                  <c:v>10.844869097810431</c:v>
                </c:pt>
                <c:pt idx="1349">
                  <c:v>10.844869097810431</c:v>
                </c:pt>
                <c:pt idx="1350">
                  <c:v>10.844869097810431</c:v>
                </c:pt>
                <c:pt idx="1351">
                  <c:v>10.844869097810431</c:v>
                </c:pt>
                <c:pt idx="1352">
                  <c:v>10.844869097810431</c:v>
                </c:pt>
                <c:pt idx="1353">
                  <c:v>10.844869097810431</c:v>
                </c:pt>
                <c:pt idx="1354">
                  <c:v>10.844869097810431</c:v>
                </c:pt>
                <c:pt idx="1355">
                  <c:v>10.844869097810431</c:v>
                </c:pt>
                <c:pt idx="1356">
                  <c:v>10.844869097810431</c:v>
                </c:pt>
                <c:pt idx="1357">
                  <c:v>10.844869097810431</c:v>
                </c:pt>
                <c:pt idx="1358">
                  <c:v>10.844869097810431</c:v>
                </c:pt>
                <c:pt idx="1359">
                  <c:v>10.844869097810431</c:v>
                </c:pt>
                <c:pt idx="1360">
                  <c:v>10.844869097810431</c:v>
                </c:pt>
                <c:pt idx="1361">
                  <c:v>10.844869097810431</c:v>
                </c:pt>
                <c:pt idx="1362">
                  <c:v>10.844869097810431</c:v>
                </c:pt>
                <c:pt idx="1363">
                  <c:v>10.844869097810431</c:v>
                </c:pt>
                <c:pt idx="1364">
                  <c:v>10.844869097810431</c:v>
                </c:pt>
                <c:pt idx="1365">
                  <c:v>10.844869097810431</c:v>
                </c:pt>
                <c:pt idx="1366">
                  <c:v>10.844869097810431</c:v>
                </c:pt>
                <c:pt idx="1367">
                  <c:v>10.844869097810431</c:v>
                </c:pt>
                <c:pt idx="1368">
                  <c:v>10.844869097810431</c:v>
                </c:pt>
                <c:pt idx="1369">
                  <c:v>10.844869097810431</c:v>
                </c:pt>
                <c:pt idx="1370">
                  <c:v>10.844869097810431</c:v>
                </c:pt>
                <c:pt idx="1371">
                  <c:v>10.844869097810431</c:v>
                </c:pt>
                <c:pt idx="1372">
                  <c:v>10.844869097810431</c:v>
                </c:pt>
                <c:pt idx="1373">
                  <c:v>10.844869097810431</c:v>
                </c:pt>
                <c:pt idx="1374">
                  <c:v>10.844869097810431</c:v>
                </c:pt>
                <c:pt idx="1375">
                  <c:v>10.844869097810431</c:v>
                </c:pt>
                <c:pt idx="1376">
                  <c:v>10.844869097810431</c:v>
                </c:pt>
                <c:pt idx="1377">
                  <c:v>10.844869097810431</c:v>
                </c:pt>
                <c:pt idx="1378">
                  <c:v>10.844869097810431</c:v>
                </c:pt>
                <c:pt idx="1379">
                  <c:v>10.844869097810431</c:v>
                </c:pt>
                <c:pt idx="1380">
                  <c:v>10.844869097810431</c:v>
                </c:pt>
                <c:pt idx="1381">
                  <c:v>10.844869097810431</c:v>
                </c:pt>
                <c:pt idx="1382">
                  <c:v>10.844869097810431</c:v>
                </c:pt>
                <c:pt idx="1383">
                  <c:v>10.844869097810431</c:v>
                </c:pt>
                <c:pt idx="1384">
                  <c:v>10.844869097810431</c:v>
                </c:pt>
                <c:pt idx="1385">
                  <c:v>10.844869097810431</c:v>
                </c:pt>
                <c:pt idx="1386">
                  <c:v>10.844869097810431</c:v>
                </c:pt>
                <c:pt idx="1387">
                  <c:v>10.844869097810431</c:v>
                </c:pt>
                <c:pt idx="1388">
                  <c:v>10.844869097810431</c:v>
                </c:pt>
                <c:pt idx="1389">
                  <c:v>10.844869097810431</c:v>
                </c:pt>
                <c:pt idx="1390">
                  <c:v>10.844869097810431</c:v>
                </c:pt>
                <c:pt idx="1391">
                  <c:v>10.844869097810431</c:v>
                </c:pt>
                <c:pt idx="1392">
                  <c:v>10.844869097810431</c:v>
                </c:pt>
                <c:pt idx="1393">
                  <c:v>10.844869097810431</c:v>
                </c:pt>
                <c:pt idx="1394">
                  <c:v>10.844869097810431</c:v>
                </c:pt>
                <c:pt idx="1395">
                  <c:v>10.844869097810431</c:v>
                </c:pt>
                <c:pt idx="1396">
                  <c:v>10.844869097810431</c:v>
                </c:pt>
                <c:pt idx="1397">
                  <c:v>10.844869097810431</c:v>
                </c:pt>
                <c:pt idx="1398">
                  <c:v>10.844869097810431</c:v>
                </c:pt>
                <c:pt idx="1399">
                  <c:v>10.844869097810431</c:v>
                </c:pt>
                <c:pt idx="1400">
                  <c:v>10.844869097810431</c:v>
                </c:pt>
                <c:pt idx="1401">
                  <c:v>10.844869097810431</c:v>
                </c:pt>
                <c:pt idx="1402">
                  <c:v>10.844869097810431</c:v>
                </c:pt>
                <c:pt idx="1403">
                  <c:v>10.844869097810431</c:v>
                </c:pt>
                <c:pt idx="1404">
                  <c:v>10.844869097810431</c:v>
                </c:pt>
                <c:pt idx="1405">
                  <c:v>10.844869097810431</c:v>
                </c:pt>
                <c:pt idx="1406">
                  <c:v>10.844869097810431</c:v>
                </c:pt>
                <c:pt idx="1407">
                  <c:v>10.844869097810431</c:v>
                </c:pt>
                <c:pt idx="1408">
                  <c:v>10.844869097810431</c:v>
                </c:pt>
                <c:pt idx="1409">
                  <c:v>10.844869097810431</c:v>
                </c:pt>
                <c:pt idx="1410">
                  <c:v>10.844869097810431</c:v>
                </c:pt>
                <c:pt idx="1411">
                  <c:v>10.844869097810431</c:v>
                </c:pt>
                <c:pt idx="1412">
                  <c:v>10.844869097810431</c:v>
                </c:pt>
                <c:pt idx="1413">
                  <c:v>10.844869097810431</c:v>
                </c:pt>
                <c:pt idx="1414">
                  <c:v>10.844869097810431</c:v>
                </c:pt>
                <c:pt idx="1415">
                  <c:v>10.844869097810431</c:v>
                </c:pt>
                <c:pt idx="1416">
                  <c:v>10.844869097810431</c:v>
                </c:pt>
                <c:pt idx="1417">
                  <c:v>10.844869097810431</c:v>
                </c:pt>
                <c:pt idx="1418">
                  <c:v>10.844869097810431</c:v>
                </c:pt>
                <c:pt idx="1419">
                  <c:v>10.844869097810431</c:v>
                </c:pt>
                <c:pt idx="1420">
                  <c:v>10.844869097810431</c:v>
                </c:pt>
                <c:pt idx="1421">
                  <c:v>10.844869097810431</c:v>
                </c:pt>
                <c:pt idx="1422">
                  <c:v>10.844869097810431</c:v>
                </c:pt>
                <c:pt idx="1423">
                  <c:v>10.844869097810431</c:v>
                </c:pt>
                <c:pt idx="1424">
                  <c:v>10.844869097810431</c:v>
                </c:pt>
                <c:pt idx="1425">
                  <c:v>10.844869097810431</c:v>
                </c:pt>
                <c:pt idx="1426">
                  <c:v>10.844869097810431</c:v>
                </c:pt>
                <c:pt idx="1427">
                  <c:v>10.844869097810431</c:v>
                </c:pt>
                <c:pt idx="1428">
                  <c:v>10.844869097810431</c:v>
                </c:pt>
                <c:pt idx="1429">
                  <c:v>10.844869097810431</c:v>
                </c:pt>
                <c:pt idx="1430">
                  <c:v>10.844869097810431</c:v>
                </c:pt>
                <c:pt idx="1431">
                  <c:v>10.844869097810431</c:v>
                </c:pt>
                <c:pt idx="1432">
                  <c:v>10.844869097810431</c:v>
                </c:pt>
                <c:pt idx="1433">
                  <c:v>10.844869097810431</c:v>
                </c:pt>
                <c:pt idx="1434">
                  <c:v>10.844869097810431</c:v>
                </c:pt>
                <c:pt idx="1435">
                  <c:v>10.844869097810431</c:v>
                </c:pt>
                <c:pt idx="1436">
                  <c:v>10.844869097810431</c:v>
                </c:pt>
                <c:pt idx="1437">
                  <c:v>10.844869097810431</c:v>
                </c:pt>
                <c:pt idx="1438">
                  <c:v>10.844869097810431</c:v>
                </c:pt>
                <c:pt idx="1439">
                  <c:v>10.844869097810431</c:v>
                </c:pt>
                <c:pt idx="1440">
                  <c:v>10.844869097810431</c:v>
                </c:pt>
                <c:pt idx="1441">
                  <c:v>10.844869097810431</c:v>
                </c:pt>
                <c:pt idx="1442">
                  <c:v>10.844869097810431</c:v>
                </c:pt>
                <c:pt idx="1443">
                  <c:v>10.844869097810431</c:v>
                </c:pt>
                <c:pt idx="1444">
                  <c:v>10.844869097810431</c:v>
                </c:pt>
                <c:pt idx="1445">
                  <c:v>10.844869097810431</c:v>
                </c:pt>
                <c:pt idx="1446">
                  <c:v>10.844869097810431</c:v>
                </c:pt>
                <c:pt idx="1447">
                  <c:v>10.844869097810431</c:v>
                </c:pt>
                <c:pt idx="1448">
                  <c:v>10.844869097810431</c:v>
                </c:pt>
                <c:pt idx="1449">
                  <c:v>10.844869097810431</c:v>
                </c:pt>
                <c:pt idx="1450">
                  <c:v>10.844869097810431</c:v>
                </c:pt>
                <c:pt idx="1451">
                  <c:v>10.844869097810431</c:v>
                </c:pt>
                <c:pt idx="1452">
                  <c:v>10.844869097810431</c:v>
                </c:pt>
                <c:pt idx="1453">
                  <c:v>10.844869097810431</c:v>
                </c:pt>
                <c:pt idx="1454">
                  <c:v>10.844869097810431</c:v>
                </c:pt>
                <c:pt idx="1455">
                  <c:v>10.844869097810431</c:v>
                </c:pt>
                <c:pt idx="1456">
                  <c:v>10.844869097810431</c:v>
                </c:pt>
                <c:pt idx="1457">
                  <c:v>10.844869097810431</c:v>
                </c:pt>
                <c:pt idx="1458">
                  <c:v>10.844869097810431</c:v>
                </c:pt>
                <c:pt idx="1459">
                  <c:v>10.844869097810431</c:v>
                </c:pt>
                <c:pt idx="1460">
                  <c:v>10.844869097810431</c:v>
                </c:pt>
                <c:pt idx="1461">
                  <c:v>10.844869097810431</c:v>
                </c:pt>
                <c:pt idx="1462">
                  <c:v>10.844869097810431</c:v>
                </c:pt>
                <c:pt idx="1463">
                  <c:v>10.844869097810431</c:v>
                </c:pt>
                <c:pt idx="1464">
                  <c:v>10.844869097810431</c:v>
                </c:pt>
                <c:pt idx="1465">
                  <c:v>10.844869097810431</c:v>
                </c:pt>
                <c:pt idx="1466">
                  <c:v>10.844869097810431</c:v>
                </c:pt>
                <c:pt idx="1467">
                  <c:v>10.844869097810431</c:v>
                </c:pt>
                <c:pt idx="1468">
                  <c:v>10.844869097810431</c:v>
                </c:pt>
                <c:pt idx="1469">
                  <c:v>10.844869097810431</c:v>
                </c:pt>
                <c:pt idx="1470">
                  <c:v>10.844869097810431</c:v>
                </c:pt>
                <c:pt idx="1471">
                  <c:v>10.844869097810431</c:v>
                </c:pt>
                <c:pt idx="1472">
                  <c:v>10.844869097810431</c:v>
                </c:pt>
                <c:pt idx="1473">
                  <c:v>10.844869097810431</c:v>
                </c:pt>
                <c:pt idx="1474">
                  <c:v>10.844869097810431</c:v>
                </c:pt>
                <c:pt idx="1475">
                  <c:v>10.844869097810431</c:v>
                </c:pt>
                <c:pt idx="1476">
                  <c:v>10.844869097810431</c:v>
                </c:pt>
                <c:pt idx="1477">
                  <c:v>10.844869097810431</c:v>
                </c:pt>
                <c:pt idx="1478">
                  <c:v>10.844869097810431</c:v>
                </c:pt>
                <c:pt idx="1479">
                  <c:v>10.844869097810431</c:v>
                </c:pt>
                <c:pt idx="1480">
                  <c:v>10.844869097810431</c:v>
                </c:pt>
                <c:pt idx="1481">
                  <c:v>10.844869097810431</c:v>
                </c:pt>
                <c:pt idx="1482">
                  <c:v>10.844869097810431</c:v>
                </c:pt>
                <c:pt idx="1483">
                  <c:v>10.844869097810431</c:v>
                </c:pt>
                <c:pt idx="1484">
                  <c:v>10.844869097810431</c:v>
                </c:pt>
                <c:pt idx="1485">
                  <c:v>10.844869097810431</c:v>
                </c:pt>
                <c:pt idx="1486">
                  <c:v>10.844869097810431</c:v>
                </c:pt>
                <c:pt idx="1487">
                  <c:v>10.844869097810431</c:v>
                </c:pt>
                <c:pt idx="1488">
                  <c:v>10.844869097810431</c:v>
                </c:pt>
                <c:pt idx="1489">
                  <c:v>10.844869097810431</c:v>
                </c:pt>
                <c:pt idx="1490">
                  <c:v>10.844869097810431</c:v>
                </c:pt>
                <c:pt idx="1491">
                  <c:v>10.844869097810431</c:v>
                </c:pt>
                <c:pt idx="1492">
                  <c:v>10.844869097810431</c:v>
                </c:pt>
                <c:pt idx="1493">
                  <c:v>10.844869097810431</c:v>
                </c:pt>
                <c:pt idx="1494">
                  <c:v>10.844869097810431</c:v>
                </c:pt>
                <c:pt idx="1495">
                  <c:v>10.844869097810431</c:v>
                </c:pt>
                <c:pt idx="1496">
                  <c:v>10.844869097810431</c:v>
                </c:pt>
                <c:pt idx="1497">
                  <c:v>10.844869097810431</c:v>
                </c:pt>
                <c:pt idx="1498">
                  <c:v>10.844869097810431</c:v>
                </c:pt>
                <c:pt idx="1499">
                  <c:v>10.844869097810431</c:v>
                </c:pt>
                <c:pt idx="1500">
                  <c:v>10.844869097810431</c:v>
                </c:pt>
                <c:pt idx="1501">
                  <c:v>10.844869097810431</c:v>
                </c:pt>
                <c:pt idx="1502">
                  <c:v>10.844869097810431</c:v>
                </c:pt>
                <c:pt idx="1503">
                  <c:v>10.844869097810431</c:v>
                </c:pt>
                <c:pt idx="1504">
                  <c:v>10.844869097810431</c:v>
                </c:pt>
                <c:pt idx="1505">
                  <c:v>10.844869097810431</c:v>
                </c:pt>
                <c:pt idx="1506">
                  <c:v>10.844869097810431</c:v>
                </c:pt>
                <c:pt idx="1507">
                  <c:v>10.844869097810431</c:v>
                </c:pt>
                <c:pt idx="1508">
                  <c:v>10.844869097810431</c:v>
                </c:pt>
                <c:pt idx="1509">
                  <c:v>10.844869097810431</c:v>
                </c:pt>
                <c:pt idx="1510">
                  <c:v>10.844869097810431</c:v>
                </c:pt>
                <c:pt idx="1511">
                  <c:v>10.844869097810431</c:v>
                </c:pt>
                <c:pt idx="1512">
                  <c:v>10.844869097810431</c:v>
                </c:pt>
                <c:pt idx="1513">
                  <c:v>10.844869097810431</c:v>
                </c:pt>
                <c:pt idx="1514">
                  <c:v>10.844869097810431</c:v>
                </c:pt>
                <c:pt idx="1515">
                  <c:v>10.844869097810431</c:v>
                </c:pt>
                <c:pt idx="1516">
                  <c:v>10.844869097810431</c:v>
                </c:pt>
                <c:pt idx="1517">
                  <c:v>10.844869097810431</c:v>
                </c:pt>
                <c:pt idx="1518">
                  <c:v>10.844869097810431</c:v>
                </c:pt>
                <c:pt idx="1519">
                  <c:v>10.844869097810431</c:v>
                </c:pt>
                <c:pt idx="1520">
                  <c:v>10.844869097810431</c:v>
                </c:pt>
                <c:pt idx="1521">
                  <c:v>10.844869097810431</c:v>
                </c:pt>
                <c:pt idx="1522">
                  <c:v>10.844869097810431</c:v>
                </c:pt>
                <c:pt idx="1523">
                  <c:v>10.844869097810431</c:v>
                </c:pt>
                <c:pt idx="1524">
                  <c:v>10.844869097810431</c:v>
                </c:pt>
                <c:pt idx="1525">
                  <c:v>10.844869097810431</c:v>
                </c:pt>
                <c:pt idx="1526">
                  <c:v>10.844869097810431</c:v>
                </c:pt>
                <c:pt idx="1527">
                  <c:v>10.844869097810431</c:v>
                </c:pt>
                <c:pt idx="1528">
                  <c:v>10.844869097810431</c:v>
                </c:pt>
                <c:pt idx="1529">
                  <c:v>10.844869097810431</c:v>
                </c:pt>
                <c:pt idx="1530">
                  <c:v>10.844869097810431</c:v>
                </c:pt>
                <c:pt idx="1531">
                  <c:v>10.844869097810431</c:v>
                </c:pt>
                <c:pt idx="1532">
                  <c:v>10.844869097810431</c:v>
                </c:pt>
                <c:pt idx="1533">
                  <c:v>10.844869097810431</c:v>
                </c:pt>
                <c:pt idx="1534">
                  <c:v>10.844869097810431</c:v>
                </c:pt>
                <c:pt idx="1535">
                  <c:v>10.844869097810431</c:v>
                </c:pt>
                <c:pt idx="1536">
                  <c:v>10.844869097810431</c:v>
                </c:pt>
                <c:pt idx="1537">
                  <c:v>10.844869097810431</c:v>
                </c:pt>
                <c:pt idx="1538">
                  <c:v>10.844869097810431</c:v>
                </c:pt>
                <c:pt idx="1539">
                  <c:v>10.844869097810431</c:v>
                </c:pt>
                <c:pt idx="1540">
                  <c:v>10.844869097810431</c:v>
                </c:pt>
                <c:pt idx="1541">
                  <c:v>10.844869097810431</c:v>
                </c:pt>
                <c:pt idx="1542">
                  <c:v>10.844869097810431</c:v>
                </c:pt>
                <c:pt idx="1543">
                  <c:v>10.844869097810431</c:v>
                </c:pt>
                <c:pt idx="1544">
                  <c:v>10.844869097810431</c:v>
                </c:pt>
                <c:pt idx="1545">
                  <c:v>10.844869097810431</c:v>
                </c:pt>
                <c:pt idx="1546">
                  <c:v>10.844869097810431</c:v>
                </c:pt>
                <c:pt idx="1547">
                  <c:v>10.844869097810431</c:v>
                </c:pt>
                <c:pt idx="1548">
                  <c:v>10.844869097810431</c:v>
                </c:pt>
                <c:pt idx="1549">
                  <c:v>10.844869097810431</c:v>
                </c:pt>
                <c:pt idx="1550">
                  <c:v>10.844869097810431</c:v>
                </c:pt>
                <c:pt idx="1551">
                  <c:v>10.844869097810431</c:v>
                </c:pt>
                <c:pt idx="1552">
                  <c:v>10.844869097810431</c:v>
                </c:pt>
                <c:pt idx="1553">
                  <c:v>10.844869097810431</c:v>
                </c:pt>
                <c:pt idx="1554">
                  <c:v>10.844869097810431</c:v>
                </c:pt>
                <c:pt idx="1555">
                  <c:v>10.844869097810431</c:v>
                </c:pt>
                <c:pt idx="1556">
                  <c:v>10.844869097810431</c:v>
                </c:pt>
                <c:pt idx="1557">
                  <c:v>10.844869097810431</c:v>
                </c:pt>
                <c:pt idx="1558">
                  <c:v>10.844869097810431</c:v>
                </c:pt>
                <c:pt idx="1559">
                  <c:v>10.844869097810431</c:v>
                </c:pt>
                <c:pt idx="1560">
                  <c:v>10.844869097810431</c:v>
                </c:pt>
                <c:pt idx="1561">
                  <c:v>10.844869097810431</c:v>
                </c:pt>
                <c:pt idx="1562">
                  <c:v>10.844869097810431</c:v>
                </c:pt>
                <c:pt idx="1563">
                  <c:v>10.844869097810431</c:v>
                </c:pt>
                <c:pt idx="1564">
                  <c:v>10.844869097810431</c:v>
                </c:pt>
                <c:pt idx="1565">
                  <c:v>10.844869097810431</c:v>
                </c:pt>
                <c:pt idx="1566">
                  <c:v>10.844869097810431</c:v>
                </c:pt>
                <c:pt idx="1567">
                  <c:v>10.844869097810431</c:v>
                </c:pt>
                <c:pt idx="1568">
                  <c:v>10.844869097810431</c:v>
                </c:pt>
                <c:pt idx="1569">
                  <c:v>10.844869097810431</c:v>
                </c:pt>
                <c:pt idx="1570">
                  <c:v>10.844869097810431</c:v>
                </c:pt>
                <c:pt idx="1571">
                  <c:v>10.844869097810431</c:v>
                </c:pt>
                <c:pt idx="1572">
                  <c:v>10.844869097810431</c:v>
                </c:pt>
                <c:pt idx="1573">
                  <c:v>10.844869097810431</c:v>
                </c:pt>
                <c:pt idx="1574">
                  <c:v>10.844869097810431</c:v>
                </c:pt>
                <c:pt idx="1575">
                  <c:v>10.844869097810431</c:v>
                </c:pt>
                <c:pt idx="1576">
                  <c:v>10.844869097810431</c:v>
                </c:pt>
                <c:pt idx="1577">
                  <c:v>10.844869097810431</c:v>
                </c:pt>
                <c:pt idx="1578">
                  <c:v>10.844869097810431</c:v>
                </c:pt>
                <c:pt idx="1579">
                  <c:v>10.844869097810431</c:v>
                </c:pt>
                <c:pt idx="1580">
                  <c:v>10.844869097810431</c:v>
                </c:pt>
                <c:pt idx="1581">
                  <c:v>10.844869097810431</c:v>
                </c:pt>
                <c:pt idx="1582">
                  <c:v>10.844869097810431</c:v>
                </c:pt>
                <c:pt idx="1583">
                  <c:v>10.844869097810431</c:v>
                </c:pt>
                <c:pt idx="1584">
                  <c:v>10.844869097810431</c:v>
                </c:pt>
                <c:pt idx="1585">
                  <c:v>10.844869097810431</c:v>
                </c:pt>
                <c:pt idx="1586">
                  <c:v>10.844869097810431</c:v>
                </c:pt>
                <c:pt idx="1587">
                  <c:v>10.844869097810431</c:v>
                </c:pt>
                <c:pt idx="1588">
                  <c:v>10.844869097810431</c:v>
                </c:pt>
                <c:pt idx="1589">
                  <c:v>10.844869097810431</c:v>
                </c:pt>
                <c:pt idx="1590">
                  <c:v>10.844869097810431</c:v>
                </c:pt>
                <c:pt idx="1591">
                  <c:v>10.844869097810431</c:v>
                </c:pt>
                <c:pt idx="1592">
                  <c:v>10.844869097810431</c:v>
                </c:pt>
                <c:pt idx="1593">
                  <c:v>10.844869097810431</c:v>
                </c:pt>
                <c:pt idx="1594">
                  <c:v>10.844869097810431</c:v>
                </c:pt>
                <c:pt idx="1595">
                  <c:v>10.844869097810431</c:v>
                </c:pt>
                <c:pt idx="1596">
                  <c:v>10.844869097810431</c:v>
                </c:pt>
                <c:pt idx="1597">
                  <c:v>10.844869097810431</c:v>
                </c:pt>
                <c:pt idx="1598">
                  <c:v>10.844869097810431</c:v>
                </c:pt>
                <c:pt idx="1599">
                  <c:v>10.844869097810431</c:v>
                </c:pt>
                <c:pt idx="1600">
                  <c:v>10.844869097810431</c:v>
                </c:pt>
                <c:pt idx="1601">
                  <c:v>10.844869097810431</c:v>
                </c:pt>
                <c:pt idx="1602">
                  <c:v>10.844869097810431</c:v>
                </c:pt>
                <c:pt idx="1603">
                  <c:v>10.844869097810431</c:v>
                </c:pt>
                <c:pt idx="1604">
                  <c:v>10.844869097810431</c:v>
                </c:pt>
                <c:pt idx="1605">
                  <c:v>10.844869097810431</c:v>
                </c:pt>
                <c:pt idx="1606">
                  <c:v>10.844869097810431</c:v>
                </c:pt>
                <c:pt idx="1607">
                  <c:v>10.844869097810431</c:v>
                </c:pt>
                <c:pt idx="1608">
                  <c:v>10.844869097810431</c:v>
                </c:pt>
                <c:pt idx="1609">
                  <c:v>10.844869097810431</c:v>
                </c:pt>
                <c:pt idx="1610">
                  <c:v>10.844869097810431</c:v>
                </c:pt>
                <c:pt idx="1611">
                  <c:v>10.844869097810431</c:v>
                </c:pt>
                <c:pt idx="1612">
                  <c:v>10.844869097810431</c:v>
                </c:pt>
                <c:pt idx="1613">
                  <c:v>10.844869097810431</c:v>
                </c:pt>
                <c:pt idx="1614">
                  <c:v>10.844869097810431</c:v>
                </c:pt>
                <c:pt idx="1615">
                  <c:v>10.844869097810431</c:v>
                </c:pt>
                <c:pt idx="1616">
                  <c:v>10.844869097810431</c:v>
                </c:pt>
                <c:pt idx="1617">
                  <c:v>10.844869097810431</c:v>
                </c:pt>
                <c:pt idx="1618">
                  <c:v>10.844869097810431</c:v>
                </c:pt>
                <c:pt idx="1619">
                  <c:v>10.844869097810431</c:v>
                </c:pt>
                <c:pt idx="1620">
                  <c:v>10.844869097810431</c:v>
                </c:pt>
                <c:pt idx="1621">
                  <c:v>10.844869097810431</c:v>
                </c:pt>
                <c:pt idx="1622">
                  <c:v>10.844869097810431</c:v>
                </c:pt>
                <c:pt idx="1623">
                  <c:v>10.844869097810431</c:v>
                </c:pt>
                <c:pt idx="1624">
                  <c:v>10.844869097810431</c:v>
                </c:pt>
                <c:pt idx="1625">
                  <c:v>10.844869097810431</c:v>
                </c:pt>
                <c:pt idx="1626">
                  <c:v>10.844869097810431</c:v>
                </c:pt>
                <c:pt idx="1627">
                  <c:v>10.844869097810431</c:v>
                </c:pt>
                <c:pt idx="1628">
                  <c:v>10.844869097810431</c:v>
                </c:pt>
                <c:pt idx="1629">
                  <c:v>10.844869097810431</c:v>
                </c:pt>
                <c:pt idx="1630">
                  <c:v>10.844869097810431</c:v>
                </c:pt>
                <c:pt idx="1631">
                  <c:v>10.844869097810431</c:v>
                </c:pt>
                <c:pt idx="1632">
                  <c:v>10.844869097810431</c:v>
                </c:pt>
                <c:pt idx="1633">
                  <c:v>10.844869097810431</c:v>
                </c:pt>
                <c:pt idx="1634">
                  <c:v>10.844869097810431</c:v>
                </c:pt>
                <c:pt idx="1635">
                  <c:v>10.844869097810431</c:v>
                </c:pt>
                <c:pt idx="1636">
                  <c:v>10.844869097810431</c:v>
                </c:pt>
                <c:pt idx="1637">
                  <c:v>10.844869097810431</c:v>
                </c:pt>
                <c:pt idx="1638">
                  <c:v>10.844869097810431</c:v>
                </c:pt>
                <c:pt idx="1639">
                  <c:v>10.844869097810431</c:v>
                </c:pt>
                <c:pt idx="1640">
                  <c:v>10.844869097810431</c:v>
                </c:pt>
                <c:pt idx="1641">
                  <c:v>10.844869097810431</c:v>
                </c:pt>
                <c:pt idx="1642">
                  <c:v>10.844869097810431</c:v>
                </c:pt>
                <c:pt idx="1643">
                  <c:v>10.844869097810431</c:v>
                </c:pt>
                <c:pt idx="1644">
                  <c:v>10.844869097810431</c:v>
                </c:pt>
                <c:pt idx="1645">
                  <c:v>10.844869097810431</c:v>
                </c:pt>
                <c:pt idx="1646">
                  <c:v>10.844869097810431</c:v>
                </c:pt>
                <c:pt idx="1647">
                  <c:v>10.844869097810431</c:v>
                </c:pt>
                <c:pt idx="1648">
                  <c:v>10.844869097810431</c:v>
                </c:pt>
                <c:pt idx="1649">
                  <c:v>10.844869097810431</c:v>
                </c:pt>
                <c:pt idx="1650">
                  <c:v>10.844869097810431</c:v>
                </c:pt>
                <c:pt idx="1651">
                  <c:v>10.844869097810431</c:v>
                </c:pt>
                <c:pt idx="1652">
                  <c:v>10.844869097810431</c:v>
                </c:pt>
                <c:pt idx="1653">
                  <c:v>10.844869097810431</c:v>
                </c:pt>
                <c:pt idx="1654">
                  <c:v>10.844869097810431</c:v>
                </c:pt>
                <c:pt idx="1655">
                  <c:v>10.844869097810431</c:v>
                </c:pt>
                <c:pt idx="1656">
                  <c:v>10.844869097810431</c:v>
                </c:pt>
                <c:pt idx="1657">
                  <c:v>10.844869097810431</c:v>
                </c:pt>
                <c:pt idx="1658">
                  <c:v>10.844869097810431</c:v>
                </c:pt>
                <c:pt idx="1659">
                  <c:v>10.844869097810431</c:v>
                </c:pt>
                <c:pt idx="1660">
                  <c:v>10.844869097810431</c:v>
                </c:pt>
                <c:pt idx="1661">
                  <c:v>10.844869097810431</c:v>
                </c:pt>
                <c:pt idx="1662">
                  <c:v>10.844869097810431</c:v>
                </c:pt>
                <c:pt idx="1663">
                  <c:v>10.844869097810431</c:v>
                </c:pt>
                <c:pt idx="1664">
                  <c:v>10.844869097810431</c:v>
                </c:pt>
                <c:pt idx="1665">
                  <c:v>10.844869097810431</c:v>
                </c:pt>
                <c:pt idx="1666">
                  <c:v>10.844869097810431</c:v>
                </c:pt>
                <c:pt idx="1667">
                  <c:v>10.844869097810431</c:v>
                </c:pt>
                <c:pt idx="1668">
                  <c:v>10.844869097810431</c:v>
                </c:pt>
                <c:pt idx="1669">
                  <c:v>10.844869097810431</c:v>
                </c:pt>
                <c:pt idx="1670">
                  <c:v>10.844869097810431</c:v>
                </c:pt>
                <c:pt idx="1671">
                  <c:v>10.844869097810431</c:v>
                </c:pt>
                <c:pt idx="1672">
                  <c:v>10.844869097810431</c:v>
                </c:pt>
                <c:pt idx="1673">
                  <c:v>10.844869097810431</c:v>
                </c:pt>
                <c:pt idx="1674">
                  <c:v>10.844869097810431</c:v>
                </c:pt>
                <c:pt idx="1675">
                  <c:v>10.844869097810431</c:v>
                </c:pt>
                <c:pt idx="1676">
                  <c:v>10.844869097810431</c:v>
                </c:pt>
                <c:pt idx="1677">
                  <c:v>10.844869097810431</c:v>
                </c:pt>
                <c:pt idx="1678">
                  <c:v>10.844869097810431</c:v>
                </c:pt>
                <c:pt idx="1679">
                  <c:v>10.844869097810431</c:v>
                </c:pt>
                <c:pt idx="1680">
                  <c:v>10.844869097810431</c:v>
                </c:pt>
                <c:pt idx="1681">
                  <c:v>10.844869097810431</c:v>
                </c:pt>
                <c:pt idx="1682">
                  <c:v>10.844869097810431</c:v>
                </c:pt>
                <c:pt idx="1683">
                  <c:v>10.844869097810431</c:v>
                </c:pt>
                <c:pt idx="1684">
                  <c:v>10.844869097810431</c:v>
                </c:pt>
                <c:pt idx="1685">
                  <c:v>10.844869097810431</c:v>
                </c:pt>
                <c:pt idx="1686">
                  <c:v>10.844869097810431</c:v>
                </c:pt>
                <c:pt idx="1687">
                  <c:v>10.844869097810431</c:v>
                </c:pt>
                <c:pt idx="1688">
                  <c:v>10.844869097810431</c:v>
                </c:pt>
                <c:pt idx="1689">
                  <c:v>10.844869097810431</c:v>
                </c:pt>
                <c:pt idx="1690">
                  <c:v>10.844869097810431</c:v>
                </c:pt>
                <c:pt idx="1691">
                  <c:v>10.844869097810431</c:v>
                </c:pt>
                <c:pt idx="1692">
                  <c:v>10.844869097810431</c:v>
                </c:pt>
                <c:pt idx="1693">
                  <c:v>10.844869097810431</c:v>
                </c:pt>
                <c:pt idx="1694">
                  <c:v>10.844869097810431</c:v>
                </c:pt>
                <c:pt idx="1695">
                  <c:v>10.844869097810431</c:v>
                </c:pt>
                <c:pt idx="1696">
                  <c:v>10.844869097810431</c:v>
                </c:pt>
                <c:pt idx="1697">
                  <c:v>10.844869097810431</c:v>
                </c:pt>
                <c:pt idx="1698">
                  <c:v>10.844869097810431</c:v>
                </c:pt>
                <c:pt idx="1699">
                  <c:v>10.844869097810431</c:v>
                </c:pt>
                <c:pt idx="1700">
                  <c:v>10.844869097810431</c:v>
                </c:pt>
                <c:pt idx="1701">
                  <c:v>10.844869097810431</c:v>
                </c:pt>
                <c:pt idx="1702">
                  <c:v>10.844869097810431</c:v>
                </c:pt>
                <c:pt idx="1703">
                  <c:v>10.844869097810431</c:v>
                </c:pt>
                <c:pt idx="1704">
                  <c:v>10.844869097810431</c:v>
                </c:pt>
                <c:pt idx="1705">
                  <c:v>10.844869097810431</c:v>
                </c:pt>
                <c:pt idx="1706">
                  <c:v>10.844869097810431</c:v>
                </c:pt>
                <c:pt idx="1707">
                  <c:v>10.844869097810431</c:v>
                </c:pt>
                <c:pt idx="1708">
                  <c:v>10.844869097810431</c:v>
                </c:pt>
                <c:pt idx="1709">
                  <c:v>10.844869097810431</c:v>
                </c:pt>
                <c:pt idx="1710">
                  <c:v>10.844869097810431</c:v>
                </c:pt>
                <c:pt idx="1711">
                  <c:v>10.844869097810431</c:v>
                </c:pt>
                <c:pt idx="1712">
                  <c:v>10.844869097810431</c:v>
                </c:pt>
                <c:pt idx="1713">
                  <c:v>10.844869097810431</c:v>
                </c:pt>
                <c:pt idx="1714">
                  <c:v>10.844869097810431</c:v>
                </c:pt>
                <c:pt idx="1715">
                  <c:v>10.844869097810431</c:v>
                </c:pt>
                <c:pt idx="1716">
                  <c:v>10.844869097810431</c:v>
                </c:pt>
                <c:pt idx="1717">
                  <c:v>10.844869097810431</c:v>
                </c:pt>
                <c:pt idx="1718">
                  <c:v>10.844869097810431</c:v>
                </c:pt>
                <c:pt idx="1719">
                  <c:v>10.844869097810431</c:v>
                </c:pt>
                <c:pt idx="1720">
                  <c:v>10.844869097810431</c:v>
                </c:pt>
                <c:pt idx="1721">
                  <c:v>10.844869097810431</c:v>
                </c:pt>
                <c:pt idx="1722">
                  <c:v>10.844869097810431</c:v>
                </c:pt>
                <c:pt idx="1723">
                  <c:v>10.844869097810431</c:v>
                </c:pt>
                <c:pt idx="1724">
                  <c:v>10.844869097810431</c:v>
                </c:pt>
                <c:pt idx="1725">
                  <c:v>10.844869097810431</c:v>
                </c:pt>
                <c:pt idx="1726">
                  <c:v>10.844869097810431</c:v>
                </c:pt>
                <c:pt idx="1727">
                  <c:v>10.844869097810431</c:v>
                </c:pt>
                <c:pt idx="1728">
                  <c:v>10.844869097810431</c:v>
                </c:pt>
                <c:pt idx="1729">
                  <c:v>10.844869097810431</c:v>
                </c:pt>
                <c:pt idx="1730">
                  <c:v>10.844869097810431</c:v>
                </c:pt>
                <c:pt idx="1731">
                  <c:v>10.844869097810431</c:v>
                </c:pt>
                <c:pt idx="1732">
                  <c:v>10.844869097810431</c:v>
                </c:pt>
                <c:pt idx="1733">
                  <c:v>10.844869097810431</c:v>
                </c:pt>
                <c:pt idx="1734">
                  <c:v>10.844869097810431</c:v>
                </c:pt>
                <c:pt idx="1735">
                  <c:v>10.844869097810431</c:v>
                </c:pt>
                <c:pt idx="1736">
                  <c:v>10.844869097810431</c:v>
                </c:pt>
                <c:pt idx="1737">
                  <c:v>10.844869097810431</c:v>
                </c:pt>
                <c:pt idx="1738">
                  <c:v>10.844869097810431</c:v>
                </c:pt>
                <c:pt idx="1739">
                  <c:v>10.844869097810431</c:v>
                </c:pt>
                <c:pt idx="1740">
                  <c:v>10.844869097810431</c:v>
                </c:pt>
                <c:pt idx="1741">
                  <c:v>10.844869097810431</c:v>
                </c:pt>
                <c:pt idx="1742">
                  <c:v>10.844869097810431</c:v>
                </c:pt>
                <c:pt idx="1743">
                  <c:v>10.844869097810431</c:v>
                </c:pt>
                <c:pt idx="1744">
                  <c:v>10.844869097810431</c:v>
                </c:pt>
                <c:pt idx="1745">
                  <c:v>10.844869097810431</c:v>
                </c:pt>
                <c:pt idx="1746">
                  <c:v>10.844869097810431</c:v>
                </c:pt>
                <c:pt idx="1747">
                  <c:v>10.844869097810431</c:v>
                </c:pt>
                <c:pt idx="1748">
                  <c:v>10.844869097810431</c:v>
                </c:pt>
                <c:pt idx="1749">
                  <c:v>10.844869097810431</c:v>
                </c:pt>
                <c:pt idx="1750">
                  <c:v>10.844869097810431</c:v>
                </c:pt>
                <c:pt idx="1751">
                  <c:v>10.844869097810431</c:v>
                </c:pt>
                <c:pt idx="1752">
                  <c:v>10.844869097810431</c:v>
                </c:pt>
                <c:pt idx="1753">
                  <c:v>10.844869097810431</c:v>
                </c:pt>
                <c:pt idx="1754">
                  <c:v>10.844869097810431</c:v>
                </c:pt>
                <c:pt idx="1755">
                  <c:v>10.844869097810431</c:v>
                </c:pt>
                <c:pt idx="1756">
                  <c:v>10.844869097810431</c:v>
                </c:pt>
                <c:pt idx="1757">
                  <c:v>10.844869097810431</c:v>
                </c:pt>
                <c:pt idx="1758">
                  <c:v>10.844869097810431</c:v>
                </c:pt>
                <c:pt idx="1759">
                  <c:v>10.844869097810431</c:v>
                </c:pt>
                <c:pt idx="1760">
                  <c:v>10.844869097810431</c:v>
                </c:pt>
                <c:pt idx="1761">
                  <c:v>10.844869097810431</c:v>
                </c:pt>
                <c:pt idx="1762">
                  <c:v>10.844869097810431</c:v>
                </c:pt>
                <c:pt idx="1763">
                  <c:v>10.844869097810431</c:v>
                </c:pt>
                <c:pt idx="1764">
                  <c:v>10.844869097810431</c:v>
                </c:pt>
                <c:pt idx="1765">
                  <c:v>10.844869097810431</c:v>
                </c:pt>
                <c:pt idx="1766">
                  <c:v>10.844869097810431</c:v>
                </c:pt>
                <c:pt idx="1767">
                  <c:v>10.844869097810431</c:v>
                </c:pt>
                <c:pt idx="1768">
                  <c:v>10.844869097810431</c:v>
                </c:pt>
                <c:pt idx="1769">
                  <c:v>10.844869097810431</c:v>
                </c:pt>
                <c:pt idx="1770">
                  <c:v>10.844869097810431</c:v>
                </c:pt>
                <c:pt idx="1771">
                  <c:v>10.844869097810431</c:v>
                </c:pt>
                <c:pt idx="1772">
                  <c:v>10.844869097810431</c:v>
                </c:pt>
                <c:pt idx="1773">
                  <c:v>10.844869097810431</c:v>
                </c:pt>
                <c:pt idx="1774">
                  <c:v>10.844869097810431</c:v>
                </c:pt>
                <c:pt idx="1775">
                  <c:v>10.844869097810431</c:v>
                </c:pt>
                <c:pt idx="1776">
                  <c:v>10.844869097810431</c:v>
                </c:pt>
                <c:pt idx="1777">
                  <c:v>10.844869097810431</c:v>
                </c:pt>
                <c:pt idx="1778">
                  <c:v>10.844869097810431</c:v>
                </c:pt>
                <c:pt idx="1779">
                  <c:v>10.844869097810431</c:v>
                </c:pt>
                <c:pt idx="1780">
                  <c:v>10.844869097810431</c:v>
                </c:pt>
                <c:pt idx="1781">
                  <c:v>10.844869097810431</c:v>
                </c:pt>
                <c:pt idx="1782">
                  <c:v>10.844869097810431</c:v>
                </c:pt>
                <c:pt idx="1783">
                  <c:v>10.844869097810431</c:v>
                </c:pt>
                <c:pt idx="1784">
                  <c:v>10.844869097810431</c:v>
                </c:pt>
                <c:pt idx="1785">
                  <c:v>10.844869097810431</c:v>
                </c:pt>
                <c:pt idx="1786">
                  <c:v>10.844869097810431</c:v>
                </c:pt>
                <c:pt idx="1787">
                  <c:v>10.844869097810431</c:v>
                </c:pt>
                <c:pt idx="1788">
                  <c:v>10.844869097810431</c:v>
                </c:pt>
                <c:pt idx="1789">
                  <c:v>10.844869097810431</c:v>
                </c:pt>
                <c:pt idx="1790">
                  <c:v>10.844869097810431</c:v>
                </c:pt>
                <c:pt idx="1791">
                  <c:v>10.844869097810431</c:v>
                </c:pt>
                <c:pt idx="1792">
                  <c:v>10.844869097810431</c:v>
                </c:pt>
                <c:pt idx="1793">
                  <c:v>10.844869097810431</c:v>
                </c:pt>
                <c:pt idx="1794">
                  <c:v>10.844869097810431</c:v>
                </c:pt>
                <c:pt idx="1795">
                  <c:v>10.844869097810431</c:v>
                </c:pt>
                <c:pt idx="1796">
                  <c:v>10.844869097810431</c:v>
                </c:pt>
                <c:pt idx="1797">
                  <c:v>10.844869097810431</c:v>
                </c:pt>
                <c:pt idx="1798">
                  <c:v>10.844869097810431</c:v>
                </c:pt>
                <c:pt idx="1799">
                  <c:v>10.844869097810431</c:v>
                </c:pt>
                <c:pt idx="1800">
                  <c:v>10.844869097810431</c:v>
                </c:pt>
                <c:pt idx="1801">
                  <c:v>10.844869097810431</c:v>
                </c:pt>
                <c:pt idx="1802">
                  <c:v>10.844869097810431</c:v>
                </c:pt>
                <c:pt idx="1803">
                  <c:v>10.844869097810431</c:v>
                </c:pt>
                <c:pt idx="1804">
                  <c:v>10.844869097810431</c:v>
                </c:pt>
                <c:pt idx="1805">
                  <c:v>10.844869097810431</c:v>
                </c:pt>
                <c:pt idx="1806">
                  <c:v>10.844869097810431</c:v>
                </c:pt>
                <c:pt idx="1807">
                  <c:v>10.844869097810431</c:v>
                </c:pt>
                <c:pt idx="1808">
                  <c:v>10.844869097810431</c:v>
                </c:pt>
                <c:pt idx="1809">
                  <c:v>10.844869097810431</c:v>
                </c:pt>
                <c:pt idx="1810">
                  <c:v>10.844869097810431</c:v>
                </c:pt>
                <c:pt idx="1811">
                  <c:v>10.844869097810431</c:v>
                </c:pt>
                <c:pt idx="1812">
                  <c:v>10.844869097810431</c:v>
                </c:pt>
                <c:pt idx="1813">
                  <c:v>10.844869097810431</c:v>
                </c:pt>
                <c:pt idx="1814">
                  <c:v>10.844869097810431</c:v>
                </c:pt>
                <c:pt idx="1815">
                  <c:v>10.844869097810431</c:v>
                </c:pt>
                <c:pt idx="1816">
                  <c:v>10.844869097810431</c:v>
                </c:pt>
                <c:pt idx="1817">
                  <c:v>10.844869097810431</c:v>
                </c:pt>
                <c:pt idx="1818">
                  <c:v>10.844869097810431</c:v>
                </c:pt>
                <c:pt idx="1819">
                  <c:v>10.844869097810431</c:v>
                </c:pt>
                <c:pt idx="1820">
                  <c:v>10.844869097810431</c:v>
                </c:pt>
                <c:pt idx="1821">
                  <c:v>10.844869097810431</c:v>
                </c:pt>
                <c:pt idx="1822">
                  <c:v>10.844869097810431</c:v>
                </c:pt>
                <c:pt idx="1823">
                  <c:v>10.844869097810431</c:v>
                </c:pt>
                <c:pt idx="1824">
                  <c:v>10.844869097810431</c:v>
                </c:pt>
                <c:pt idx="1825">
                  <c:v>10.844869097810431</c:v>
                </c:pt>
                <c:pt idx="1826">
                  <c:v>10.844869097810431</c:v>
                </c:pt>
                <c:pt idx="1827">
                  <c:v>10.844869097810431</c:v>
                </c:pt>
                <c:pt idx="1828">
                  <c:v>10.844869097810431</c:v>
                </c:pt>
              </c:numCache>
            </c:numRef>
          </c:val>
          <c:smooth val="0"/>
          <c:extLst>
            <c:ext xmlns:c16="http://schemas.microsoft.com/office/drawing/2014/chart" uri="{C3380CC4-5D6E-409C-BE32-E72D297353CC}">
              <c16:uniqueId val="{00000001-81C4-4815-9680-5AA56E5DE3F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44425</c:v>
                </c:pt>
                <c:pt idx="1">
                  <c:v>44426</c:v>
                </c:pt>
                <c:pt idx="2">
                  <c:v>44427</c:v>
                </c:pt>
                <c:pt idx="3">
                  <c:v>44428</c:v>
                </c:pt>
                <c:pt idx="4">
                  <c:v>44429</c:v>
                </c:pt>
                <c:pt idx="5">
                  <c:v>44430</c:v>
                </c:pt>
                <c:pt idx="6">
                  <c:v>44431</c:v>
                </c:pt>
                <c:pt idx="7">
                  <c:v>44432</c:v>
                </c:pt>
                <c:pt idx="8">
                  <c:v>44433</c:v>
                </c:pt>
                <c:pt idx="9">
                  <c:v>44434</c:v>
                </c:pt>
                <c:pt idx="10">
                  <c:v>44435</c:v>
                </c:pt>
                <c:pt idx="11">
                  <c:v>44436</c:v>
                </c:pt>
                <c:pt idx="12">
                  <c:v>44437</c:v>
                </c:pt>
                <c:pt idx="13">
                  <c:v>44438</c:v>
                </c:pt>
                <c:pt idx="14">
                  <c:v>44439</c:v>
                </c:pt>
                <c:pt idx="15">
                  <c:v>44440</c:v>
                </c:pt>
                <c:pt idx="16">
                  <c:v>44441</c:v>
                </c:pt>
                <c:pt idx="17">
                  <c:v>44442</c:v>
                </c:pt>
                <c:pt idx="18">
                  <c:v>44443</c:v>
                </c:pt>
                <c:pt idx="19">
                  <c:v>44444</c:v>
                </c:pt>
                <c:pt idx="20">
                  <c:v>44445</c:v>
                </c:pt>
                <c:pt idx="21">
                  <c:v>44446</c:v>
                </c:pt>
                <c:pt idx="22">
                  <c:v>44447</c:v>
                </c:pt>
                <c:pt idx="23">
                  <c:v>44448</c:v>
                </c:pt>
                <c:pt idx="24">
                  <c:v>44449</c:v>
                </c:pt>
                <c:pt idx="25">
                  <c:v>44450</c:v>
                </c:pt>
                <c:pt idx="26">
                  <c:v>44451</c:v>
                </c:pt>
                <c:pt idx="27">
                  <c:v>44452</c:v>
                </c:pt>
                <c:pt idx="28">
                  <c:v>44453</c:v>
                </c:pt>
                <c:pt idx="29">
                  <c:v>44454</c:v>
                </c:pt>
                <c:pt idx="30">
                  <c:v>44455</c:v>
                </c:pt>
                <c:pt idx="31">
                  <c:v>44456</c:v>
                </c:pt>
                <c:pt idx="32">
                  <c:v>44457</c:v>
                </c:pt>
                <c:pt idx="33">
                  <c:v>44458</c:v>
                </c:pt>
                <c:pt idx="34">
                  <c:v>44459</c:v>
                </c:pt>
                <c:pt idx="35">
                  <c:v>44460</c:v>
                </c:pt>
                <c:pt idx="36">
                  <c:v>44461</c:v>
                </c:pt>
                <c:pt idx="37">
                  <c:v>44462</c:v>
                </c:pt>
                <c:pt idx="38">
                  <c:v>44463</c:v>
                </c:pt>
                <c:pt idx="39">
                  <c:v>44464</c:v>
                </c:pt>
                <c:pt idx="40">
                  <c:v>44465</c:v>
                </c:pt>
                <c:pt idx="41">
                  <c:v>44466</c:v>
                </c:pt>
                <c:pt idx="42">
                  <c:v>44467</c:v>
                </c:pt>
                <c:pt idx="43">
                  <c:v>44468</c:v>
                </c:pt>
                <c:pt idx="44">
                  <c:v>44469</c:v>
                </c:pt>
                <c:pt idx="45">
                  <c:v>44470</c:v>
                </c:pt>
                <c:pt idx="46">
                  <c:v>44471</c:v>
                </c:pt>
                <c:pt idx="47">
                  <c:v>44472</c:v>
                </c:pt>
                <c:pt idx="48">
                  <c:v>44473</c:v>
                </c:pt>
                <c:pt idx="49">
                  <c:v>44474</c:v>
                </c:pt>
                <c:pt idx="50">
                  <c:v>44475</c:v>
                </c:pt>
                <c:pt idx="51">
                  <c:v>44476</c:v>
                </c:pt>
                <c:pt idx="52">
                  <c:v>44477</c:v>
                </c:pt>
                <c:pt idx="53">
                  <c:v>44478</c:v>
                </c:pt>
                <c:pt idx="54">
                  <c:v>44479</c:v>
                </c:pt>
                <c:pt idx="55">
                  <c:v>44480</c:v>
                </c:pt>
                <c:pt idx="56">
                  <c:v>44481</c:v>
                </c:pt>
                <c:pt idx="57">
                  <c:v>44482</c:v>
                </c:pt>
                <c:pt idx="58">
                  <c:v>44483</c:v>
                </c:pt>
                <c:pt idx="59">
                  <c:v>44484</c:v>
                </c:pt>
                <c:pt idx="60">
                  <c:v>44485</c:v>
                </c:pt>
                <c:pt idx="61">
                  <c:v>44486</c:v>
                </c:pt>
                <c:pt idx="62">
                  <c:v>44487</c:v>
                </c:pt>
                <c:pt idx="63">
                  <c:v>44488</c:v>
                </c:pt>
                <c:pt idx="64">
                  <c:v>44489</c:v>
                </c:pt>
                <c:pt idx="65">
                  <c:v>44490</c:v>
                </c:pt>
                <c:pt idx="66">
                  <c:v>44491</c:v>
                </c:pt>
                <c:pt idx="67">
                  <c:v>44492</c:v>
                </c:pt>
                <c:pt idx="68">
                  <c:v>44493</c:v>
                </c:pt>
                <c:pt idx="69">
                  <c:v>44494</c:v>
                </c:pt>
                <c:pt idx="70">
                  <c:v>44495</c:v>
                </c:pt>
                <c:pt idx="71">
                  <c:v>44496</c:v>
                </c:pt>
                <c:pt idx="72">
                  <c:v>44497</c:v>
                </c:pt>
                <c:pt idx="73">
                  <c:v>44498</c:v>
                </c:pt>
                <c:pt idx="74">
                  <c:v>44499</c:v>
                </c:pt>
                <c:pt idx="75">
                  <c:v>44500</c:v>
                </c:pt>
                <c:pt idx="76">
                  <c:v>44501</c:v>
                </c:pt>
                <c:pt idx="77">
                  <c:v>44502</c:v>
                </c:pt>
                <c:pt idx="78">
                  <c:v>44503</c:v>
                </c:pt>
                <c:pt idx="79">
                  <c:v>44504</c:v>
                </c:pt>
                <c:pt idx="80">
                  <c:v>44505</c:v>
                </c:pt>
                <c:pt idx="81">
                  <c:v>44506</c:v>
                </c:pt>
                <c:pt idx="82">
                  <c:v>44507</c:v>
                </c:pt>
                <c:pt idx="83">
                  <c:v>44508</c:v>
                </c:pt>
                <c:pt idx="84">
                  <c:v>44509</c:v>
                </c:pt>
                <c:pt idx="85">
                  <c:v>44510</c:v>
                </c:pt>
                <c:pt idx="86">
                  <c:v>44511</c:v>
                </c:pt>
                <c:pt idx="87">
                  <c:v>44512</c:v>
                </c:pt>
                <c:pt idx="88">
                  <c:v>44513</c:v>
                </c:pt>
                <c:pt idx="89">
                  <c:v>44514</c:v>
                </c:pt>
                <c:pt idx="90">
                  <c:v>44515</c:v>
                </c:pt>
                <c:pt idx="91">
                  <c:v>44516</c:v>
                </c:pt>
                <c:pt idx="92">
                  <c:v>44517</c:v>
                </c:pt>
                <c:pt idx="93">
                  <c:v>44518</c:v>
                </c:pt>
                <c:pt idx="94">
                  <c:v>44519</c:v>
                </c:pt>
                <c:pt idx="95">
                  <c:v>44520</c:v>
                </c:pt>
                <c:pt idx="96">
                  <c:v>44521</c:v>
                </c:pt>
                <c:pt idx="97">
                  <c:v>44522</c:v>
                </c:pt>
                <c:pt idx="98">
                  <c:v>44523</c:v>
                </c:pt>
                <c:pt idx="99">
                  <c:v>44524</c:v>
                </c:pt>
                <c:pt idx="100">
                  <c:v>44525</c:v>
                </c:pt>
                <c:pt idx="101">
                  <c:v>44526</c:v>
                </c:pt>
                <c:pt idx="102">
                  <c:v>44527</c:v>
                </c:pt>
                <c:pt idx="103">
                  <c:v>44528</c:v>
                </c:pt>
                <c:pt idx="104">
                  <c:v>44529</c:v>
                </c:pt>
                <c:pt idx="105">
                  <c:v>44530</c:v>
                </c:pt>
                <c:pt idx="106">
                  <c:v>44531</c:v>
                </c:pt>
                <c:pt idx="107">
                  <c:v>44532</c:v>
                </c:pt>
                <c:pt idx="108">
                  <c:v>44533</c:v>
                </c:pt>
                <c:pt idx="109">
                  <c:v>44534</c:v>
                </c:pt>
                <c:pt idx="110">
                  <c:v>44535</c:v>
                </c:pt>
                <c:pt idx="111">
                  <c:v>44536</c:v>
                </c:pt>
                <c:pt idx="112">
                  <c:v>44537</c:v>
                </c:pt>
                <c:pt idx="113">
                  <c:v>44538</c:v>
                </c:pt>
                <c:pt idx="114">
                  <c:v>44539</c:v>
                </c:pt>
                <c:pt idx="115">
                  <c:v>44540</c:v>
                </c:pt>
                <c:pt idx="116">
                  <c:v>44541</c:v>
                </c:pt>
                <c:pt idx="117">
                  <c:v>44542</c:v>
                </c:pt>
                <c:pt idx="118">
                  <c:v>44543</c:v>
                </c:pt>
                <c:pt idx="119">
                  <c:v>44544</c:v>
                </c:pt>
                <c:pt idx="120">
                  <c:v>44545</c:v>
                </c:pt>
                <c:pt idx="121">
                  <c:v>44546</c:v>
                </c:pt>
                <c:pt idx="122">
                  <c:v>44547</c:v>
                </c:pt>
                <c:pt idx="123">
                  <c:v>44548</c:v>
                </c:pt>
                <c:pt idx="124">
                  <c:v>44549</c:v>
                </c:pt>
                <c:pt idx="125">
                  <c:v>44550</c:v>
                </c:pt>
                <c:pt idx="126">
                  <c:v>44551</c:v>
                </c:pt>
                <c:pt idx="127">
                  <c:v>44552</c:v>
                </c:pt>
                <c:pt idx="128">
                  <c:v>44553</c:v>
                </c:pt>
                <c:pt idx="129">
                  <c:v>44554</c:v>
                </c:pt>
                <c:pt idx="130">
                  <c:v>44555</c:v>
                </c:pt>
                <c:pt idx="131">
                  <c:v>44556</c:v>
                </c:pt>
                <c:pt idx="132">
                  <c:v>44557</c:v>
                </c:pt>
                <c:pt idx="133">
                  <c:v>44558</c:v>
                </c:pt>
                <c:pt idx="134">
                  <c:v>44559</c:v>
                </c:pt>
                <c:pt idx="135">
                  <c:v>44560</c:v>
                </c:pt>
                <c:pt idx="136">
                  <c:v>44561</c:v>
                </c:pt>
                <c:pt idx="137">
                  <c:v>44562</c:v>
                </c:pt>
                <c:pt idx="138">
                  <c:v>44563</c:v>
                </c:pt>
                <c:pt idx="139">
                  <c:v>44564</c:v>
                </c:pt>
                <c:pt idx="140">
                  <c:v>44565</c:v>
                </c:pt>
                <c:pt idx="141">
                  <c:v>44566</c:v>
                </c:pt>
                <c:pt idx="142">
                  <c:v>44567</c:v>
                </c:pt>
                <c:pt idx="143">
                  <c:v>44568</c:v>
                </c:pt>
                <c:pt idx="144">
                  <c:v>44569</c:v>
                </c:pt>
                <c:pt idx="145">
                  <c:v>44570</c:v>
                </c:pt>
                <c:pt idx="146">
                  <c:v>44571</c:v>
                </c:pt>
                <c:pt idx="147">
                  <c:v>44572</c:v>
                </c:pt>
                <c:pt idx="148">
                  <c:v>44573</c:v>
                </c:pt>
                <c:pt idx="149">
                  <c:v>44574</c:v>
                </c:pt>
                <c:pt idx="150">
                  <c:v>44575</c:v>
                </c:pt>
                <c:pt idx="151">
                  <c:v>44576</c:v>
                </c:pt>
                <c:pt idx="152">
                  <c:v>44577</c:v>
                </c:pt>
                <c:pt idx="153">
                  <c:v>44578</c:v>
                </c:pt>
                <c:pt idx="154">
                  <c:v>44579</c:v>
                </c:pt>
                <c:pt idx="155">
                  <c:v>44580</c:v>
                </c:pt>
                <c:pt idx="156">
                  <c:v>44581</c:v>
                </c:pt>
                <c:pt idx="157">
                  <c:v>44582</c:v>
                </c:pt>
                <c:pt idx="158">
                  <c:v>44583</c:v>
                </c:pt>
                <c:pt idx="159">
                  <c:v>44584</c:v>
                </c:pt>
                <c:pt idx="160">
                  <c:v>44585</c:v>
                </c:pt>
                <c:pt idx="161">
                  <c:v>44586</c:v>
                </c:pt>
                <c:pt idx="162">
                  <c:v>44587</c:v>
                </c:pt>
                <c:pt idx="163">
                  <c:v>44588</c:v>
                </c:pt>
                <c:pt idx="164">
                  <c:v>44589</c:v>
                </c:pt>
                <c:pt idx="165">
                  <c:v>44590</c:v>
                </c:pt>
                <c:pt idx="166">
                  <c:v>44591</c:v>
                </c:pt>
                <c:pt idx="167">
                  <c:v>44592</c:v>
                </c:pt>
                <c:pt idx="168">
                  <c:v>44593</c:v>
                </c:pt>
                <c:pt idx="169">
                  <c:v>44594</c:v>
                </c:pt>
                <c:pt idx="170">
                  <c:v>44595</c:v>
                </c:pt>
                <c:pt idx="171">
                  <c:v>44596</c:v>
                </c:pt>
                <c:pt idx="172">
                  <c:v>44597</c:v>
                </c:pt>
                <c:pt idx="173">
                  <c:v>44598</c:v>
                </c:pt>
                <c:pt idx="174">
                  <c:v>44599</c:v>
                </c:pt>
                <c:pt idx="175">
                  <c:v>44600</c:v>
                </c:pt>
                <c:pt idx="176">
                  <c:v>44601</c:v>
                </c:pt>
                <c:pt idx="177">
                  <c:v>44602</c:v>
                </c:pt>
                <c:pt idx="178">
                  <c:v>44603</c:v>
                </c:pt>
                <c:pt idx="179">
                  <c:v>44604</c:v>
                </c:pt>
                <c:pt idx="180">
                  <c:v>44605</c:v>
                </c:pt>
                <c:pt idx="181">
                  <c:v>44606</c:v>
                </c:pt>
                <c:pt idx="182">
                  <c:v>44607</c:v>
                </c:pt>
                <c:pt idx="183">
                  <c:v>44608</c:v>
                </c:pt>
                <c:pt idx="184">
                  <c:v>44609</c:v>
                </c:pt>
                <c:pt idx="185">
                  <c:v>44610</c:v>
                </c:pt>
                <c:pt idx="186">
                  <c:v>44611</c:v>
                </c:pt>
                <c:pt idx="187">
                  <c:v>44612</c:v>
                </c:pt>
                <c:pt idx="188">
                  <c:v>44613</c:v>
                </c:pt>
                <c:pt idx="189">
                  <c:v>44614</c:v>
                </c:pt>
                <c:pt idx="190">
                  <c:v>44615</c:v>
                </c:pt>
                <c:pt idx="191">
                  <c:v>44616</c:v>
                </c:pt>
                <c:pt idx="192">
                  <c:v>44617</c:v>
                </c:pt>
                <c:pt idx="193">
                  <c:v>44618</c:v>
                </c:pt>
                <c:pt idx="194">
                  <c:v>44619</c:v>
                </c:pt>
                <c:pt idx="195">
                  <c:v>44620</c:v>
                </c:pt>
                <c:pt idx="196">
                  <c:v>44621</c:v>
                </c:pt>
                <c:pt idx="197">
                  <c:v>44622</c:v>
                </c:pt>
                <c:pt idx="198">
                  <c:v>44623</c:v>
                </c:pt>
                <c:pt idx="199">
                  <c:v>44624</c:v>
                </c:pt>
                <c:pt idx="200">
                  <c:v>44625</c:v>
                </c:pt>
                <c:pt idx="201">
                  <c:v>44626</c:v>
                </c:pt>
                <c:pt idx="202">
                  <c:v>44627</c:v>
                </c:pt>
                <c:pt idx="203">
                  <c:v>44628</c:v>
                </c:pt>
                <c:pt idx="204">
                  <c:v>44629</c:v>
                </c:pt>
                <c:pt idx="205">
                  <c:v>44630</c:v>
                </c:pt>
                <c:pt idx="206">
                  <c:v>44631</c:v>
                </c:pt>
                <c:pt idx="207">
                  <c:v>44632</c:v>
                </c:pt>
                <c:pt idx="208">
                  <c:v>44633</c:v>
                </c:pt>
                <c:pt idx="209">
                  <c:v>44634</c:v>
                </c:pt>
                <c:pt idx="210">
                  <c:v>44635</c:v>
                </c:pt>
                <c:pt idx="211">
                  <c:v>44636</c:v>
                </c:pt>
                <c:pt idx="212">
                  <c:v>44637</c:v>
                </c:pt>
                <c:pt idx="213">
                  <c:v>44638</c:v>
                </c:pt>
                <c:pt idx="214">
                  <c:v>44639</c:v>
                </c:pt>
                <c:pt idx="215">
                  <c:v>44640</c:v>
                </c:pt>
                <c:pt idx="216">
                  <c:v>44641</c:v>
                </c:pt>
                <c:pt idx="217">
                  <c:v>44642</c:v>
                </c:pt>
                <c:pt idx="218">
                  <c:v>44643</c:v>
                </c:pt>
                <c:pt idx="219">
                  <c:v>44644</c:v>
                </c:pt>
                <c:pt idx="220">
                  <c:v>44645</c:v>
                </c:pt>
                <c:pt idx="221">
                  <c:v>44646</c:v>
                </c:pt>
                <c:pt idx="222">
                  <c:v>44647</c:v>
                </c:pt>
                <c:pt idx="223">
                  <c:v>44648</c:v>
                </c:pt>
                <c:pt idx="224">
                  <c:v>44649</c:v>
                </c:pt>
                <c:pt idx="225">
                  <c:v>44650</c:v>
                </c:pt>
                <c:pt idx="226">
                  <c:v>44651</c:v>
                </c:pt>
                <c:pt idx="227">
                  <c:v>44652</c:v>
                </c:pt>
                <c:pt idx="228">
                  <c:v>44653</c:v>
                </c:pt>
                <c:pt idx="229">
                  <c:v>44654</c:v>
                </c:pt>
                <c:pt idx="230">
                  <c:v>44655</c:v>
                </c:pt>
                <c:pt idx="231">
                  <c:v>44656</c:v>
                </c:pt>
                <c:pt idx="232">
                  <c:v>44657</c:v>
                </c:pt>
                <c:pt idx="233">
                  <c:v>44658</c:v>
                </c:pt>
                <c:pt idx="234">
                  <c:v>44659</c:v>
                </c:pt>
                <c:pt idx="235">
                  <c:v>44660</c:v>
                </c:pt>
                <c:pt idx="236">
                  <c:v>44661</c:v>
                </c:pt>
                <c:pt idx="237">
                  <c:v>44662</c:v>
                </c:pt>
                <c:pt idx="238">
                  <c:v>44663</c:v>
                </c:pt>
                <c:pt idx="239">
                  <c:v>44664</c:v>
                </c:pt>
                <c:pt idx="240">
                  <c:v>44665</c:v>
                </c:pt>
                <c:pt idx="241">
                  <c:v>44666</c:v>
                </c:pt>
                <c:pt idx="242">
                  <c:v>44667</c:v>
                </c:pt>
                <c:pt idx="243">
                  <c:v>44668</c:v>
                </c:pt>
                <c:pt idx="244">
                  <c:v>44669</c:v>
                </c:pt>
                <c:pt idx="245">
                  <c:v>44670</c:v>
                </c:pt>
                <c:pt idx="246">
                  <c:v>44671</c:v>
                </c:pt>
                <c:pt idx="247">
                  <c:v>44672</c:v>
                </c:pt>
                <c:pt idx="248">
                  <c:v>44673</c:v>
                </c:pt>
                <c:pt idx="249">
                  <c:v>44674</c:v>
                </c:pt>
                <c:pt idx="250">
                  <c:v>44675</c:v>
                </c:pt>
                <c:pt idx="251">
                  <c:v>44676</c:v>
                </c:pt>
                <c:pt idx="252">
                  <c:v>44677</c:v>
                </c:pt>
                <c:pt idx="253">
                  <c:v>44678</c:v>
                </c:pt>
                <c:pt idx="254">
                  <c:v>44679</c:v>
                </c:pt>
                <c:pt idx="255">
                  <c:v>44680</c:v>
                </c:pt>
                <c:pt idx="256">
                  <c:v>44681</c:v>
                </c:pt>
                <c:pt idx="257">
                  <c:v>44682</c:v>
                </c:pt>
                <c:pt idx="258">
                  <c:v>44683</c:v>
                </c:pt>
                <c:pt idx="259">
                  <c:v>44684</c:v>
                </c:pt>
                <c:pt idx="260">
                  <c:v>44685</c:v>
                </c:pt>
                <c:pt idx="261">
                  <c:v>44686</c:v>
                </c:pt>
                <c:pt idx="262">
                  <c:v>44687</c:v>
                </c:pt>
                <c:pt idx="263">
                  <c:v>44688</c:v>
                </c:pt>
                <c:pt idx="264">
                  <c:v>44689</c:v>
                </c:pt>
                <c:pt idx="265">
                  <c:v>44690</c:v>
                </c:pt>
                <c:pt idx="266">
                  <c:v>44691</c:v>
                </c:pt>
                <c:pt idx="267">
                  <c:v>44692</c:v>
                </c:pt>
                <c:pt idx="268">
                  <c:v>44693</c:v>
                </c:pt>
                <c:pt idx="269">
                  <c:v>44694</c:v>
                </c:pt>
                <c:pt idx="270">
                  <c:v>44695</c:v>
                </c:pt>
                <c:pt idx="271">
                  <c:v>44696</c:v>
                </c:pt>
                <c:pt idx="272">
                  <c:v>44697</c:v>
                </c:pt>
                <c:pt idx="273">
                  <c:v>44698</c:v>
                </c:pt>
                <c:pt idx="274">
                  <c:v>44699</c:v>
                </c:pt>
                <c:pt idx="275">
                  <c:v>44700</c:v>
                </c:pt>
                <c:pt idx="276">
                  <c:v>44701</c:v>
                </c:pt>
                <c:pt idx="277">
                  <c:v>44702</c:v>
                </c:pt>
                <c:pt idx="278">
                  <c:v>44703</c:v>
                </c:pt>
                <c:pt idx="279">
                  <c:v>44704</c:v>
                </c:pt>
                <c:pt idx="280">
                  <c:v>44705</c:v>
                </c:pt>
                <c:pt idx="281">
                  <c:v>44706</c:v>
                </c:pt>
                <c:pt idx="282">
                  <c:v>44707</c:v>
                </c:pt>
                <c:pt idx="283">
                  <c:v>44708</c:v>
                </c:pt>
                <c:pt idx="284">
                  <c:v>44709</c:v>
                </c:pt>
                <c:pt idx="285">
                  <c:v>44710</c:v>
                </c:pt>
                <c:pt idx="286">
                  <c:v>44711</c:v>
                </c:pt>
                <c:pt idx="287">
                  <c:v>44712</c:v>
                </c:pt>
                <c:pt idx="288">
                  <c:v>44713</c:v>
                </c:pt>
                <c:pt idx="289">
                  <c:v>44714</c:v>
                </c:pt>
                <c:pt idx="290">
                  <c:v>44715</c:v>
                </c:pt>
                <c:pt idx="291">
                  <c:v>44716</c:v>
                </c:pt>
                <c:pt idx="292">
                  <c:v>44717</c:v>
                </c:pt>
                <c:pt idx="293">
                  <c:v>44718</c:v>
                </c:pt>
                <c:pt idx="294">
                  <c:v>44719</c:v>
                </c:pt>
                <c:pt idx="295">
                  <c:v>44720</c:v>
                </c:pt>
                <c:pt idx="296">
                  <c:v>44721</c:v>
                </c:pt>
                <c:pt idx="297">
                  <c:v>44722</c:v>
                </c:pt>
                <c:pt idx="298">
                  <c:v>44723</c:v>
                </c:pt>
                <c:pt idx="299">
                  <c:v>44724</c:v>
                </c:pt>
                <c:pt idx="300">
                  <c:v>44725</c:v>
                </c:pt>
                <c:pt idx="301">
                  <c:v>44726</c:v>
                </c:pt>
                <c:pt idx="302">
                  <c:v>44727</c:v>
                </c:pt>
                <c:pt idx="303">
                  <c:v>44728</c:v>
                </c:pt>
                <c:pt idx="304">
                  <c:v>44729</c:v>
                </c:pt>
                <c:pt idx="305">
                  <c:v>44730</c:v>
                </c:pt>
                <c:pt idx="306">
                  <c:v>44731</c:v>
                </c:pt>
                <c:pt idx="307">
                  <c:v>44732</c:v>
                </c:pt>
                <c:pt idx="308">
                  <c:v>44733</c:v>
                </c:pt>
                <c:pt idx="309">
                  <c:v>44734</c:v>
                </c:pt>
                <c:pt idx="310">
                  <c:v>44735</c:v>
                </c:pt>
                <c:pt idx="311">
                  <c:v>44736</c:v>
                </c:pt>
                <c:pt idx="312">
                  <c:v>44737</c:v>
                </c:pt>
                <c:pt idx="313">
                  <c:v>44738</c:v>
                </c:pt>
                <c:pt idx="314">
                  <c:v>44739</c:v>
                </c:pt>
                <c:pt idx="315">
                  <c:v>44740</c:v>
                </c:pt>
                <c:pt idx="316">
                  <c:v>44741</c:v>
                </c:pt>
                <c:pt idx="317">
                  <c:v>44742</c:v>
                </c:pt>
                <c:pt idx="318">
                  <c:v>44743</c:v>
                </c:pt>
                <c:pt idx="319">
                  <c:v>44744</c:v>
                </c:pt>
                <c:pt idx="320">
                  <c:v>44745</c:v>
                </c:pt>
                <c:pt idx="321">
                  <c:v>44746</c:v>
                </c:pt>
                <c:pt idx="322">
                  <c:v>44747</c:v>
                </c:pt>
                <c:pt idx="323">
                  <c:v>44748</c:v>
                </c:pt>
                <c:pt idx="324">
                  <c:v>44749</c:v>
                </c:pt>
                <c:pt idx="325">
                  <c:v>44750</c:v>
                </c:pt>
                <c:pt idx="326">
                  <c:v>44751</c:v>
                </c:pt>
                <c:pt idx="327">
                  <c:v>44752</c:v>
                </c:pt>
                <c:pt idx="328">
                  <c:v>44753</c:v>
                </c:pt>
                <c:pt idx="329">
                  <c:v>44754</c:v>
                </c:pt>
                <c:pt idx="330">
                  <c:v>44755</c:v>
                </c:pt>
                <c:pt idx="331">
                  <c:v>44756</c:v>
                </c:pt>
                <c:pt idx="332">
                  <c:v>44757</c:v>
                </c:pt>
                <c:pt idx="333">
                  <c:v>44758</c:v>
                </c:pt>
                <c:pt idx="334">
                  <c:v>44759</c:v>
                </c:pt>
                <c:pt idx="335">
                  <c:v>44760</c:v>
                </c:pt>
                <c:pt idx="336">
                  <c:v>44761</c:v>
                </c:pt>
                <c:pt idx="337">
                  <c:v>44762</c:v>
                </c:pt>
                <c:pt idx="338">
                  <c:v>44763</c:v>
                </c:pt>
                <c:pt idx="339">
                  <c:v>44764</c:v>
                </c:pt>
                <c:pt idx="340">
                  <c:v>44765</c:v>
                </c:pt>
                <c:pt idx="341">
                  <c:v>44766</c:v>
                </c:pt>
                <c:pt idx="342">
                  <c:v>44767</c:v>
                </c:pt>
                <c:pt idx="343">
                  <c:v>44768</c:v>
                </c:pt>
                <c:pt idx="344">
                  <c:v>44769</c:v>
                </c:pt>
                <c:pt idx="345">
                  <c:v>44770</c:v>
                </c:pt>
                <c:pt idx="346">
                  <c:v>44771</c:v>
                </c:pt>
                <c:pt idx="347">
                  <c:v>44772</c:v>
                </c:pt>
                <c:pt idx="348">
                  <c:v>44773</c:v>
                </c:pt>
                <c:pt idx="349">
                  <c:v>44774</c:v>
                </c:pt>
                <c:pt idx="350">
                  <c:v>44775</c:v>
                </c:pt>
                <c:pt idx="351">
                  <c:v>44776</c:v>
                </c:pt>
                <c:pt idx="352">
                  <c:v>44777</c:v>
                </c:pt>
                <c:pt idx="353">
                  <c:v>44778</c:v>
                </c:pt>
                <c:pt idx="354">
                  <c:v>44779</c:v>
                </c:pt>
                <c:pt idx="355">
                  <c:v>44780</c:v>
                </c:pt>
                <c:pt idx="356">
                  <c:v>44781</c:v>
                </c:pt>
                <c:pt idx="357">
                  <c:v>44782</c:v>
                </c:pt>
                <c:pt idx="358">
                  <c:v>44783</c:v>
                </c:pt>
                <c:pt idx="359">
                  <c:v>44784</c:v>
                </c:pt>
                <c:pt idx="360">
                  <c:v>44785</c:v>
                </c:pt>
                <c:pt idx="361">
                  <c:v>44786</c:v>
                </c:pt>
                <c:pt idx="362">
                  <c:v>44787</c:v>
                </c:pt>
                <c:pt idx="363">
                  <c:v>44788</c:v>
                </c:pt>
                <c:pt idx="364">
                  <c:v>44789</c:v>
                </c:pt>
                <c:pt idx="365">
                  <c:v>44790</c:v>
                </c:pt>
                <c:pt idx="366">
                  <c:v>44791</c:v>
                </c:pt>
                <c:pt idx="367">
                  <c:v>44792</c:v>
                </c:pt>
                <c:pt idx="368">
                  <c:v>44793</c:v>
                </c:pt>
                <c:pt idx="369">
                  <c:v>44794</c:v>
                </c:pt>
                <c:pt idx="370">
                  <c:v>44795</c:v>
                </c:pt>
                <c:pt idx="371">
                  <c:v>44796</c:v>
                </c:pt>
                <c:pt idx="372">
                  <c:v>44797</c:v>
                </c:pt>
                <c:pt idx="373">
                  <c:v>44798</c:v>
                </c:pt>
                <c:pt idx="374">
                  <c:v>44799</c:v>
                </c:pt>
                <c:pt idx="375">
                  <c:v>44800</c:v>
                </c:pt>
                <c:pt idx="376">
                  <c:v>44801</c:v>
                </c:pt>
                <c:pt idx="377">
                  <c:v>44802</c:v>
                </c:pt>
                <c:pt idx="378">
                  <c:v>44803</c:v>
                </c:pt>
                <c:pt idx="379">
                  <c:v>44804</c:v>
                </c:pt>
                <c:pt idx="380">
                  <c:v>44805</c:v>
                </c:pt>
                <c:pt idx="381">
                  <c:v>44806</c:v>
                </c:pt>
                <c:pt idx="382">
                  <c:v>44807</c:v>
                </c:pt>
                <c:pt idx="383">
                  <c:v>44808</c:v>
                </c:pt>
                <c:pt idx="384">
                  <c:v>44809</c:v>
                </c:pt>
                <c:pt idx="385">
                  <c:v>44810</c:v>
                </c:pt>
                <c:pt idx="386">
                  <c:v>44811</c:v>
                </c:pt>
                <c:pt idx="387">
                  <c:v>44812</c:v>
                </c:pt>
                <c:pt idx="388">
                  <c:v>44813</c:v>
                </c:pt>
                <c:pt idx="389">
                  <c:v>44814</c:v>
                </c:pt>
                <c:pt idx="390">
                  <c:v>44815</c:v>
                </c:pt>
                <c:pt idx="391">
                  <c:v>44816</c:v>
                </c:pt>
                <c:pt idx="392">
                  <c:v>44817</c:v>
                </c:pt>
                <c:pt idx="393">
                  <c:v>44818</c:v>
                </c:pt>
                <c:pt idx="394">
                  <c:v>44819</c:v>
                </c:pt>
                <c:pt idx="395">
                  <c:v>44820</c:v>
                </c:pt>
                <c:pt idx="396">
                  <c:v>44821</c:v>
                </c:pt>
                <c:pt idx="397">
                  <c:v>44822</c:v>
                </c:pt>
                <c:pt idx="398">
                  <c:v>44823</c:v>
                </c:pt>
                <c:pt idx="399">
                  <c:v>44824</c:v>
                </c:pt>
                <c:pt idx="400">
                  <c:v>44825</c:v>
                </c:pt>
                <c:pt idx="401">
                  <c:v>44826</c:v>
                </c:pt>
                <c:pt idx="402">
                  <c:v>44827</c:v>
                </c:pt>
                <c:pt idx="403">
                  <c:v>44828</c:v>
                </c:pt>
                <c:pt idx="404">
                  <c:v>44829</c:v>
                </c:pt>
                <c:pt idx="405">
                  <c:v>44830</c:v>
                </c:pt>
                <c:pt idx="406">
                  <c:v>44831</c:v>
                </c:pt>
                <c:pt idx="407">
                  <c:v>44832</c:v>
                </c:pt>
                <c:pt idx="408">
                  <c:v>44833</c:v>
                </c:pt>
                <c:pt idx="409">
                  <c:v>44834</c:v>
                </c:pt>
                <c:pt idx="410">
                  <c:v>44835</c:v>
                </c:pt>
                <c:pt idx="411">
                  <c:v>44836</c:v>
                </c:pt>
                <c:pt idx="412">
                  <c:v>44837</c:v>
                </c:pt>
                <c:pt idx="413">
                  <c:v>44838</c:v>
                </c:pt>
                <c:pt idx="414">
                  <c:v>44839</c:v>
                </c:pt>
                <c:pt idx="415">
                  <c:v>44840</c:v>
                </c:pt>
                <c:pt idx="416">
                  <c:v>44841</c:v>
                </c:pt>
                <c:pt idx="417">
                  <c:v>44842</c:v>
                </c:pt>
                <c:pt idx="418">
                  <c:v>44843</c:v>
                </c:pt>
                <c:pt idx="419">
                  <c:v>44844</c:v>
                </c:pt>
                <c:pt idx="420">
                  <c:v>44845</c:v>
                </c:pt>
                <c:pt idx="421">
                  <c:v>44846</c:v>
                </c:pt>
                <c:pt idx="422">
                  <c:v>44847</c:v>
                </c:pt>
                <c:pt idx="423">
                  <c:v>44848</c:v>
                </c:pt>
                <c:pt idx="424">
                  <c:v>44849</c:v>
                </c:pt>
                <c:pt idx="425">
                  <c:v>44850</c:v>
                </c:pt>
                <c:pt idx="426">
                  <c:v>44851</c:v>
                </c:pt>
                <c:pt idx="427">
                  <c:v>44852</c:v>
                </c:pt>
                <c:pt idx="428">
                  <c:v>44853</c:v>
                </c:pt>
                <c:pt idx="429">
                  <c:v>44854</c:v>
                </c:pt>
                <c:pt idx="430">
                  <c:v>44855</c:v>
                </c:pt>
                <c:pt idx="431">
                  <c:v>44856</c:v>
                </c:pt>
                <c:pt idx="432">
                  <c:v>44857</c:v>
                </c:pt>
                <c:pt idx="433">
                  <c:v>44858</c:v>
                </c:pt>
                <c:pt idx="434">
                  <c:v>44859</c:v>
                </c:pt>
                <c:pt idx="435">
                  <c:v>44860</c:v>
                </c:pt>
                <c:pt idx="436">
                  <c:v>44861</c:v>
                </c:pt>
                <c:pt idx="437">
                  <c:v>44862</c:v>
                </c:pt>
                <c:pt idx="438">
                  <c:v>44863</c:v>
                </c:pt>
                <c:pt idx="439">
                  <c:v>44864</c:v>
                </c:pt>
                <c:pt idx="440">
                  <c:v>44865</c:v>
                </c:pt>
                <c:pt idx="441">
                  <c:v>44866</c:v>
                </c:pt>
                <c:pt idx="442">
                  <c:v>44867</c:v>
                </c:pt>
                <c:pt idx="443">
                  <c:v>44868</c:v>
                </c:pt>
                <c:pt idx="444">
                  <c:v>44869</c:v>
                </c:pt>
                <c:pt idx="445">
                  <c:v>44870</c:v>
                </c:pt>
                <c:pt idx="446">
                  <c:v>44871</c:v>
                </c:pt>
                <c:pt idx="447">
                  <c:v>44872</c:v>
                </c:pt>
                <c:pt idx="448">
                  <c:v>44873</c:v>
                </c:pt>
                <c:pt idx="449">
                  <c:v>44874</c:v>
                </c:pt>
                <c:pt idx="450">
                  <c:v>44875</c:v>
                </c:pt>
                <c:pt idx="451">
                  <c:v>44876</c:v>
                </c:pt>
                <c:pt idx="452">
                  <c:v>44877</c:v>
                </c:pt>
                <c:pt idx="453">
                  <c:v>44878</c:v>
                </c:pt>
                <c:pt idx="454">
                  <c:v>44879</c:v>
                </c:pt>
                <c:pt idx="455">
                  <c:v>44880</c:v>
                </c:pt>
                <c:pt idx="456">
                  <c:v>44881</c:v>
                </c:pt>
                <c:pt idx="457">
                  <c:v>44882</c:v>
                </c:pt>
                <c:pt idx="458">
                  <c:v>44883</c:v>
                </c:pt>
                <c:pt idx="459">
                  <c:v>44884</c:v>
                </c:pt>
                <c:pt idx="460">
                  <c:v>44885</c:v>
                </c:pt>
                <c:pt idx="461">
                  <c:v>44886</c:v>
                </c:pt>
                <c:pt idx="462">
                  <c:v>44887</c:v>
                </c:pt>
                <c:pt idx="463">
                  <c:v>44888</c:v>
                </c:pt>
                <c:pt idx="464">
                  <c:v>44889</c:v>
                </c:pt>
                <c:pt idx="465">
                  <c:v>44890</c:v>
                </c:pt>
                <c:pt idx="466">
                  <c:v>44891</c:v>
                </c:pt>
                <c:pt idx="467">
                  <c:v>44892</c:v>
                </c:pt>
                <c:pt idx="468">
                  <c:v>44893</c:v>
                </c:pt>
                <c:pt idx="469">
                  <c:v>44894</c:v>
                </c:pt>
                <c:pt idx="470">
                  <c:v>44895</c:v>
                </c:pt>
                <c:pt idx="471">
                  <c:v>44896</c:v>
                </c:pt>
                <c:pt idx="472">
                  <c:v>44897</c:v>
                </c:pt>
                <c:pt idx="473">
                  <c:v>44898</c:v>
                </c:pt>
                <c:pt idx="474">
                  <c:v>44899</c:v>
                </c:pt>
                <c:pt idx="475">
                  <c:v>44900</c:v>
                </c:pt>
                <c:pt idx="476">
                  <c:v>44901</c:v>
                </c:pt>
                <c:pt idx="477">
                  <c:v>44902</c:v>
                </c:pt>
                <c:pt idx="478">
                  <c:v>44903</c:v>
                </c:pt>
                <c:pt idx="479">
                  <c:v>44904</c:v>
                </c:pt>
                <c:pt idx="480">
                  <c:v>44905</c:v>
                </c:pt>
                <c:pt idx="481">
                  <c:v>44906</c:v>
                </c:pt>
                <c:pt idx="482">
                  <c:v>44907</c:v>
                </c:pt>
                <c:pt idx="483">
                  <c:v>44908</c:v>
                </c:pt>
                <c:pt idx="484">
                  <c:v>44909</c:v>
                </c:pt>
                <c:pt idx="485">
                  <c:v>44910</c:v>
                </c:pt>
                <c:pt idx="486">
                  <c:v>44911</c:v>
                </c:pt>
                <c:pt idx="487">
                  <c:v>44912</c:v>
                </c:pt>
                <c:pt idx="488">
                  <c:v>44913</c:v>
                </c:pt>
                <c:pt idx="489">
                  <c:v>44914</c:v>
                </c:pt>
                <c:pt idx="490">
                  <c:v>44915</c:v>
                </c:pt>
                <c:pt idx="491">
                  <c:v>44916</c:v>
                </c:pt>
                <c:pt idx="492">
                  <c:v>44917</c:v>
                </c:pt>
                <c:pt idx="493">
                  <c:v>44918</c:v>
                </c:pt>
                <c:pt idx="494">
                  <c:v>44919</c:v>
                </c:pt>
                <c:pt idx="495">
                  <c:v>44920</c:v>
                </c:pt>
                <c:pt idx="496">
                  <c:v>44921</c:v>
                </c:pt>
                <c:pt idx="497">
                  <c:v>44922</c:v>
                </c:pt>
                <c:pt idx="498">
                  <c:v>44923</c:v>
                </c:pt>
                <c:pt idx="499">
                  <c:v>44924</c:v>
                </c:pt>
                <c:pt idx="500">
                  <c:v>44925</c:v>
                </c:pt>
                <c:pt idx="501">
                  <c:v>44926</c:v>
                </c:pt>
                <c:pt idx="502">
                  <c:v>44927</c:v>
                </c:pt>
                <c:pt idx="503">
                  <c:v>44928</c:v>
                </c:pt>
                <c:pt idx="504">
                  <c:v>44929</c:v>
                </c:pt>
                <c:pt idx="505">
                  <c:v>44930</c:v>
                </c:pt>
                <c:pt idx="506">
                  <c:v>44931</c:v>
                </c:pt>
                <c:pt idx="507">
                  <c:v>44932</c:v>
                </c:pt>
                <c:pt idx="508">
                  <c:v>44933</c:v>
                </c:pt>
                <c:pt idx="509">
                  <c:v>44934</c:v>
                </c:pt>
                <c:pt idx="510">
                  <c:v>44935</c:v>
                </c:pt>
                <c:pt idx="511">
                  <c:v>44936</c:v>
                </c:pt>
                <c:pt idx="512">
                  <c:v>44937</c:v>
                </c:pt>
                <c:pt idx="513">
                  <c:v>44938</c:v>
                </c:pt>
                <c:pt idx="514">
                  <c:v>44939</c:v>
                </c:pt>
                <c:pt idx="515">
                  <c:v>44940</c:v>
                </c:pt>
                <c:pt idx="516">
                  <c:v>44941</c:v>
                </c:pt>
                <c:pt idx="517">
                  <c:v>44942</c:v>
                </c:pt>
                <c:pt idx="518">
                  <c:v>44943</c:v>
                </c:pt>
                <c:pt idx="519">
                  <c:v>44944</c:v>
                </c:pt>
                <c:pt idx="520">
                  <c:v>44945</c:v>
                </c:pt>
                <c:pt idx="521">
                  <c:v>44946</c:v>
                </c:pt>
                <c:pt idx="522">
                  <c:v>44947</c:v>
                </c:pt>
                <c:pt idx="523">
                  <c:v>44948</c:v>
                </c:pt>
                <c:pt idx="524">
                  <c:v>44949</c:v>
                </c:pt>
                <c:pt idx="525">
                  <c:v>44950</c:v>
                </c:pt>
                <c:pt idx="526">
                  <c:v>44951</c:v>
                </c:pt>
                <c:pt idx="527">
                  <c:v>44952</c:v>
                </c:pt>
                <c:pt idx="528">
                  <c:v>44953</c:v>
                </c:pt>
                <c:pt idx="529">
                  <c:v>44954</c:v>
                </c:pt>
                <c:pt idx="530">
                  <c:v>44955</c:v>
                </c:pt>
                <c:pt idx="531">
                  <c:v>44956</c:v>
                </c:pt>
                <c:pt idx="532">
                  <c:v>44957</c:v>
                </c:pt>
                <c:pt idx="533">
                  <c:v>44958</c:v>
                </c:pt>
                <c:pt idx="534">
                  <c:v>44959</c:v>
                </c:pt>
                <c:pt idx="535">
                  <c:v>44960</c:v>
                </c:pt>
                <c:pt idx="536">
                  <c:v>44961</c:v>
                </c:pt>
                <c:pt idx="537">
                  <c:v>44962</c:v>
                </c:pt>
                <c:pt idx="538">
                  <c:v>44963</c:v>
                </c:pt>
                <c:pt idx="539">
                  <c:v>44964</c:v>
                </c:pt>
                <c:pt idx="540">
                  <c:v>44965</c:v>
                </c:pt>
                <c:pt idx="541">
                  <c:v>44966</c:v>
                </c:pt>
                <c:pt idx="542">
                  <c:v>44967</c:v>
                </c:pt>
                <c:pt idx="543">
                  <c:v>44968</c:v>
                </c:pt>
                <c:pt idx="544">
                  <c:v>44969</c:v>
                </c:pt>
                <c:pt idx="545">
                  <c:v>44970</c:v>
                </c:pt>
                <c:pt idx="546">
                  <c:v>44971</c:v>
                </c:pt>
                <c:pt idx="547">
                  <c:v>44972</c:v>
                </c:pt>
                <c:pt idx="548">
                  <c:v>44973</c:v>
                </c:pt>
                <c:pt idx="549">
                  <c:v>44974</c:v>
                </c:pt>
                <c:pt idx="550">
                  <c:v>44975</c:v>
                </c:pt>
                <c:pt idx="551">
                  <c:v>44976</c:v>
                </c:pt>
                <c:pt idx="552">
                  <c:v>44977</c:v>
                </c:pt>
                <c:pt idx="553">
                  <c:v>44978</c:v>
                </c:pt>
                <c:pt idx="554">
                  <c:v>44979</c:v>
                </c:pt>
                <c:pt idx="555">
                  <c:v>44980</c:v>
                </c:pt>
                <c:pt idx="556">
                  <c:v>44981</c:v>
                </c:pt>
                <c:pt idx="557">
                  <c:v>44982</c:v>
                </c:pt>
                <c:pt idx="558">
                  <c:v>44983</c:v>
                </c:pt>
                <c:pt idx="559">
                  <c:v>44984</c:v>
                </c:pt>
                <c:pt idx="560">
                  <c:v>44985</c:v>
                </c:pt>
                <c:pt idx="561">
                  <c:v>44986</c:v>
                </c:pt>
                <c:pt idx="562">
                  <c:v>44987</c:v>
                </c:pt>
                <c:pt idx="563">
                  <c:v>44988</c:v>
                </c:pt>
                <c:pt idx="564">
                  <c:v>44989</c:v>
                </c:pt>
                <c:pt idx="565">
                  <c:v>44990</c:v>
                </c:pt>
                <c:pt idx="566">
                  <c:v>44991</c:v>
                </c:pt>
                <c:pt idx="567">
                  <c:v>44992</c:v>
                </c:pt>
                <c:pt idx="568">
                  <c:v>44993</c:v>
                </c:pt>
                <c:pt idx="569">
                  <c:v>44994</c:v>
                </c:pt>
                <c:pt idx="570">
                  <c:v>44995</c:v>
                </c:pt>
                <c:pt idx="571">
                  <c:v>44996</c:v>
                </c:pt>
                <c:pt idx="572">
                  <c:v>44997</c:v>
                </c:pt>
                <c:pt idx="573">
                  <c:v>44998</c:v>
                </c:pt>
                <c:pt idx="574">
                  <c:v>44999</c:v>
                </c:pt>
                <c:pt idx="575">
                  <c:v>45000</c:v>
                </c:pt>
                <c:pt idx="576">
                  <c:v>45001</c:v>
                </c:pt>
                <c:pt idx="577">
                  <c:v>45002</c:v>
                </c:pt>
                <c:pt idx="578">
                  <c:v>45003</c:v>
                </c:pt>
                <c:pt idx="579">
                  <c:v>45004</c:v>
                </c:pt>
                <c:pt idx="580">
                  <c:v>45005</c:v>
                </c:pt>
                <c:pt idx="581">
                  <c:v>45006</c:v>
                </c:pt>
                <c:pt idx="582">
                  <c:v>45007</c:v>
                </c:pt>
                <c:pt idx="583">
                  <c:v>45008</c:v>
                </c:pt>
                <c:pt idx="584">
                  <c:v>45009</c:v>
                </c:pt>
                <c:pt idx="585">
                  <c:v>45010</c:v>
                </c:pt>
                <c:pt idx="586">
                  <c:v>45011</c:v>
                </c:pt>
                <c:pt idx="587">
                  <c:v>45012</c:v>
                </c:pt>
                <c:pt idx="588">
                  <c:v>45013</c:v>
                </c:pt>
                <c:pt idx="589">
                  <c:v>45014</c:v>
                </c:pt>
                <c:pt idx="590">
                  <c:v>45015</c:v>
                </c:pt>
                <c:pt idx="591">
                  <c:v>45016</c:v>
                </c:pt>
                <c:pt idx="592">
                  <c:v>45017</c:v>
                </c:pt>
                <c:pt idx="593">
                  <c:v>45018</c:v>
                </c:pt>
                <c:pt idx="594">
                  <c:v>45019</c:v>
                </c:pt>
                <c:pt idx="595">
                  <c:v>45020</c:v>
                </c:pt>
                <c:pt idx="596">
                  <c:v>45021</c:v>
                </c:pt>
                <c:pt idx="597">
                  <c:v>45022</c:v>
                </c:pt>
                <c:pt idx="598">
                  <c:v>45023</c:v>
                </c:pt>
                <c:pt idx="599">
                  <c:v>45024</c:v>
                </c:pt>
                <c:pt idx="600">
                  <c:v>45025</c:v>
                </c:pt>
                <c:pt idx="601">
                  <c:v>45026</c:v>
                </c:pt>
                <c:pt idx="602">
                  <c:v>45027</c:v>
                </c:pt>
                <c:pt idx="603">
                  <c:v>45028</c:v>
                </c:pt>
                <c:pt idx="604">
                  <c:v>45029</c:v>
                </c:pt>
                <c:pt idx="605">
                  <c:v>45030</c:v>
                </c:pt>
                <c:pt idx="606">
                  <c:v>45031</c:v>
                </c:pt>
                <c:pt idx="607">
                  <c:v>45032</c:v>
                </c:pt>
                <c:pt idx="608">
                  <c:v>45033</c:v>
                </c:pt>
                <c:pt idx="609">
                  <c:v>45034</c:v>
                </c:pt>
                <c:pt idx="610">
                  <c:v>45035</c:v>
                </c:pt>
                <c:pt idx="611">
                  <c:v>45036</c:v>
                </c:pt>
                <c:pt idx="612">
                  <c:v>45037</c:v>
                </c:pt>
                <c:pt idx="613">
                  <c:v>45038</c:v>
                </c:pt>
                <c:pt idx="614">
                  <c:v>45039</c:v>
                </c:pt>
                <c:pt idx="615">
                  <c:v>45040</c:v>
                </c:pt>
                <c:pt idx="616">
                  <c:v>45041</c:v>
                </c:pt>
                <c:pt idx="617">
                  <c:v>45042</c:v>
                </c:pt>
                <c:pt idx="618">
                  <c:v>45043</c:v>
                </c:pt>
                <c:pt idx="619">
                  <c:v>45044</c:v>
                </c:pt>
                <c:pt idx="620">
                  <c:v>45045</c:v>
                </c:pt>
                <c:pt idx="621">
                  <c:v>45046</c:v>
                </c:pt>
                <c:pt idx="622">
                  <c:v>45047</c:v>
                </c:pt>
                <c:pt idx="623">
                  <c:v>45048</c:v>
                </c:pt>
                <c:pt idx="624">
                  <c:v>45049</c:v>
                </c:pt>
                <c:pt idx="625">
                  <c:v>45050</c:v>
                </c:pt>
                <c:pt idx="626">
                  <c:v>45051</c:v>
                </c:pt>
                <c:pt idx="627">
                  <c:v>45052</c:v>
                </c:pt>
                <c:pt idx="628">
                  <c:v>45053</c:v>
                </c:pt>
                <c:pt idx="629">
                  <c:v>45054</c:v>
                </c:pt>
                <c:pt idx="630">
                  <c:v>45055</c:v>
                </c:pt>
                <c:pt idx="631">
                  <c:v>45056</c:v>
                </c:pt>
                <c:pt idx="632">
                  <c:v>45057</c:v>
                </c:pt>
                <c:pt idx="633">
                  <c:v>45058</c:v>
                </c:pt>
                <c:pt idx="634">
                  <c:v>45059</c:v>
                </c:pt>
                <c:pt idx="635">
                  <c:v>45060</c:v>
                </c:pt>
                <c:pt idx="636">
                  <c:v>45061</c:v>
                </c:pt>
                <c:pt idx="637">
                  <c:v>45062</c:v>
                </c:pt>
                <c:pt idx="638">
                  <c:v>45063</c:v>
                </c:pt>
                <c:pt idx="639">
                  <c:v>45064</c:v>
                </c:pt>
                <c:pt idx="640">
                  <c:v>45065</c:v>
                </c:pt>
                <c:pt idx="641">
                  <c:v>45066</c:v>
                </c:pt>
                <c:pt idx="642">
                  <c:v>45067</c:v>
                </c:pt>
                <c:pt idx="643">
                  <c:v>45068</c:v>
                </c:pt>
                <c:pt idx="644">
                  <c:v>45069</c:v>
                </c:pt>
                <c:pt idx="645">
                  <c:v>45070</c:v>
                </c:pt>
                <c:pt idx="646">
                  <c:v>45071</c:v>
                </c:pt>
                <c:pt idx="647">
                  <c:v>45072</c:v>
                </c:pt>
                <c:pt idx="648">
                  <c:v>45073</c:v>
                </c:pt>
                <c:pt idx="649">
                  <c:v>45074</c:v>
                </c:pt>
                <c:pt idx="650">
                  <c:v>45075</c:v>
                </c:pt>
                <c:pt idx="651">
                  <c:v>45076</c:v>
                </c:pt>
                <c:pt idx="652">
                  <c:v>45077</c:v>
                </c:pt>
                <c:pt idx="653">
                  <c:v>45078</c:v>
                </c:pt>
                <c:pt idx="654">
                  <c:v>45079</c:v>
                </c:pt>
                <c:pt idx="655">
                  <c:v>45080</c:v>
                </c:pt>
                <c:pt idx="656">
                  <c:v>45081</c:v>
                </c:pt>
                <c:pt idx="657">
                  <c:v>45082</c:v>
                </c:pt>
                <c:pt idx="658">
                  <c:v>45083</c:v>
                </c:pt>
                <c:pt idx="659">
                  <c:v>45084</c:v>
                </c:pt>
                <c:pt idx="660">
                  <c:v>45085</c:v>
                </c:pt>
                <c:pt idx="661">
                  <c:v>45086</c:v>
                </c:pt>
                <c:pt idx="662">
                  <c:v>45087</c:v>
                </c:pt>
                <c:pt idx="663">
                  <c:v>45088</c:v>
                </c:pt>
                <c:pt idx="664">
                  <c:v>45089</c:v>
                </c:pt>
                <c:pt idx="665">
                  <c:v>45090</c:v>
                </c:pt>
                <c:pt idx="666">
                  <c:v>45091</c:v>
                </c:pt>
                <c:pt idx="667">
                  <c:v>45092</c:v>
                </c:pt>
                <c:pt idx="668">
                  <c:v>45093</c:v>
                </c:pt>
                <c:pt idx="669">
                  <c:v>45094</c:v>
                </c:pt>
                <c:pt idx="670">
                  <c:v>45095</c:v>
                </c:pt>
                <c:pt idx="671">
                  <c:v>45096</c:v>
                </c:pt>
                <c:pt idx="672">
                  <c:v>45097</c:v>
                </c:pt>
                <c:pt idx="673">
                  <c:v>45098</c:v>
                </c:pt>
                <c:pt idx="674">
                  <c:v>45099</c:v>
                </c:pt>
                <c:pt idx="675">
                  <c:v>45100</c:v>
                </c:pt>
                <c:pt idx="676">
                  <c:v>45101</c:v>
                </c:pt>
                <c:pt idx="677">
                  <c:v>45102</c:v>
                </c:pt>
                <c:pt idx="678">
                  <c:v>45103</c:v>
                </c:pt>
                <c:pt idx="679">
                  <c:v>45104</c:v>
                </c:pt>
                <c:pt idx="680">
                  <c:v>45105</c:v>
                </c:pt>
                <c:pt idx="681">
                  <c:v>45106</c:v>
                </c:pt>
                <c:pt idx="682">
                  <c:v>45107</c:v>
                </c:pt>
                <c:pt idx="683">
                  <c:v>45108</c:v>
                </c:pt>
                <c:pt idx="684">
                  <c:v>45109</c:v>
                </c:pt>
                <c:pt idx="685">
                  <c:v>45110</c:v>
                </c:pt>
                <c:pt idx="686">
                  <c:v>45111</c:v>
                </c:pt>
                <c:pt idx="687">
                  <c:v>45112</c:v>
                </c:pt>
                <c:pt idx="688">
                  <c:v>45113</c:v>
                </c:pt>
                <c:pt idx="689">
                  <c:v>45114</c:v>
                </c:pt>
                <c:pt idx="690">
                  <c:v>45115</c:v>
                </c:pt>
                <c:pt idx="691">
                  <c:v>45116</c:v>
                </c:pt>
                <c:pt idx="692">
                  <c:v>45117</c:v>
                </c:pt>
                <c:pt idx="693">
                  <c:v>45118</c:v>
                </c:pt>
                <c:pt idx="694">
                  <c:v>45119</c:v>
                </c:pt>
                <c:pt idx="695">
                  <c:v>45120</c:v>
                </c:pt>
                <c:pt idx="696">
                  <c:v>45121</c:v>
                </c:pt>
                <c:pt idx="697">
                  <c:v>45122</c:v>
                </c:pt>
                <c:pt idx="698">
                  <c:v>45123</c:v>
                </c:pt>
                <c:pt idx="699">
                  <c:v>45124</c:v>
                </c:pt>
                <c:pt idx="700">
                  <c:v>45125</c:v>
                </c:pt>
                <c:pt idx="701">
                  <c:v>45126</c:v>
                </c:pt>
                <c:pt idx="702">
                  <c:v>45127</c:v>
                </c:pt>
                <c:pt idx="703">
                  <c:v>45128</c:v>
                </c:pt>
                <c:pt idx="704">
                  <c:v>45129</c:v>
                </c:pt>
                <c:pt idx="705">
                  <c:v>45130</c:v>
                </c:pt>
                <c:pt idx="706">
                  <c:v>45131</c:v>
                </c:pt>
                <c:pt idx="707">
                  <c:v>45132</c:v>
                </c:pt>
                <c:pt idx="708">
                  <c:v>45133</c:v>
                </c:pt>
                <c:pt idx="709">
                  <c:v>45134</c:v>
                </c:pt>
                <c:pt idx="710">
                  <c:v>45135</c:v>
                </c:pt>
                <c:pt idx="711">
                  <c:v>45136</c:v>
                </c:pt>
                <c:pt idx="712">
                  <c:v>45137</c:v>
                </c:pt>
                <c:pt idx="713">
                  <c:v>45138</c:v>
                </c:pt>
                <c:pt idx="714">
                  <c:v>45139</c:v>
                </c:pt>
                <c:pt idx="715">
                  <c:v>45140</c:v>
                </c:pt>
                <c:pt idx="716">
                  <c:v>45141</c:v>
                </c:pt>
                <c:pt idx="717">
                  <c:v>45142</c:v>
                </c:pt>
                <c:pt idx="718">
                  <c:v>45143</c:v>
                </c:pt>
                <c:pt idx="719">
                  <c:v>45144</c:v>
                </c:pt>
                <c:pt idx="720">
                  <c:v>45145</c:v>
                </c:pt>
                <c:pt idx="721">
                  <c:v>45146</c:v>
                </c:pt>
                <c:pt idx="722">
                  <c:v>45147</c:v>
                </c:pt>
                <c:pt idx="723">
                  <c:v>45148</c:v>
                </c:pt>
                <c:pt idx="724">
                  <c:v>45149</c:v>
                </c:pt>
                <c:pt idx="725">
                  <c:v>45150</c:v>
                </c:pt>
                <c:pt idx="726">
                  <c:v>45151</c:v>
                </c:pt>
                <c:pt idx="727">
                  <c:v>45152</c:v>
                </c:pt>
                <c:pt idx="728">
                  <c:v>45153</c:v>
                </c:pt>
                <c:pt idx="729">
                  <c:v>45154</c:v>
                </c:pt>
                <c:pt idx="730">
                  <c:v>45155</c:v>
                </c:pt>
                <c:pt idx="731">
                  <c:v>45156</c:v>
                </c:pt>
                <c:pt idx="732">
                  <c:v>45157</c:v>
                </c:pt>
                <c:pt idx="733">
                  <c:v>45158</c:v>
                </c:pt>
                <c:pt idx="734">
                  <c:v>45159</c:v>
                </c:pt>
                <c:pt idx="735">
                  <c:v>45160</c:v>
                </c:pt>
                <c:pt idx="736">
                  <c:v>45161</c:v>
                </c:pt>
                <c:pt idx="737">
                  <c:v>45162</c:v>
                </c:pt>
                <c:pt idx="738">
                  <c:v>45163</c:v>
                </c:pt>
                <c:pt idx="739">
                  <c:v>45164</c:v>
                </c:pt>
                <c:pt idx="740">
                  <c:v>45165</c:v>
                </c:pt>
                <c:pt idx="741">
                  <c:v>45166</c:v>
                </c:pt>
                <c:pt idx="742">
                  <c:v>45167</c:v>
                </c:pt>
                <c:pt idx="743">
                  <c:v>45168</c:v>
                </c:pt>
                <c:pt idx="744">
                  <c:v>45169</c:v>
                </c:pt>
                <c:pt idx="745">
                  <c:v>45170</c:v>
                </c:pt>
                <c:pt idx="746">
                  <c:v>45171</c:v>
                </c:pt>
                <c:pt idx="747">
                  <c:v>45172</c:v>
                </c:pt>
                <c:pt idx="748">
                  <c:v>45173</c:v>
                </c:pt>
                <c:pt idx="749">
                  <c:v>45174</c:v>
                </c:pt>
                <c:pt idx="750">
                  <c:v>45175</c:v>
                </c:pt>
                <c:pt idx="751">
                  <c:v>45176</c:v>
                </c:pt>
                <c:pt idx="752">
                  <c:v>45177</c:v>
                </c:pt>
                <c:pt idx="753">
                  <c:v>45178</c:v>
                </c:pt>
                <c:pt idx="754">
                  <c:v>45179</c:v>
                </c:pt>
                <c:pt idx="755">
                  <c:v>45180</c:v>
                </c:pt>
                <c:pt idx="756">
                  <c:v>45181</c:v>
                </c:pt>
                <c:pt idx="757">
                  <c:v>45182</c:v>
                </c:pt>
                <c:pt idx="758">
                  <c:v>45183</c:v>
                </c:pt>
                <c:pt idx="759">
                  <c:v>45184</c:v>
                </c:pt>
                <c:pt idx="760">
                  <c:v>45185</c:v>
                </c:pt>
                <c:pt idx="761">
                  <c:v>45186</c:v>
                </c:pt>
                <c:pt idx="762">
                  <c:v>45187</c:v>
                </c:pt>
                <c:pt idx="763">
                  <c:v>45188</c:v>
                </c:pt>
                <c:pt idx="764">
                  <c:v>45189</c:v>
                </c:pt>
                <c:pt idx="765">
                  <c:v>45190</c:v>
                </c:pt>
                <c:pt idx="766">
                  <c:v>45191</c:v>
                </c:pt>
                <c:pt idx="767">
                  <c:v>45192</c:v>
                </c:pt>
                <c:pt idx="768">
                  <c:v>45193</c:v>
                </c:pt>
                <c:pt idx="769">
                  <c:v>45194</c:v>
                </c:pt>
                <c:pt idx="770">
                  <c:v>45195</c:v>
                </c:pt>
                <c:pt idx="771">
                  <c:v>45196</c:v>
                </c:pt>
                <c:pt idx="772">
                  <c:v>45197</c:v>
                </c:pt>
                <c:pt idx="773">
                  <c:v>45198</c:v>
                </c:pt>
                <c:pt idx="774">
                  <c:v>45199</c:v>
                </c:pt>
                <c:pt idx="775">
                  <c:v>45200</c:v>
                </c:pt>
                <c:pt idx="776">
                  <c:v>45201</c:v>
                </c:pt>
                <c:pt idx="777">
                  <c:v>45202</c:v>
                </c:pt>
                <c:pt idx="778">
                  <c:v>45203</c:v>
                </c:pt>
                <c:pt idx="779">
                  <c:v>45204</c:v>
                </c:pt>
                <c:pt idx="780">
                  <c:v>45205</c:v>
                </c:pt>
                <c:pt idx="781">
                  <c:v>45206</c:v>
                </c:pt>
                <c:pt idx="782">
                  <c:v>45207</c:v>
                </c:pt>
                <c:pt idx="783">
                  <c:v>45208</c:v>
                </c:pt>
                <c:pt idx="784">
                  <c:v>45209</c:v>
                </c:pt>
                <c:pt idx="785">
                  <c:v>45210</c:v>
                </c:pt>
                <c:pt idx="786">
                  <c:v>45211</c:v>
                </c:pt>
                <c:pt idx="787">
                  <c:v>45212</c:v>
                </c:pt>
                <c:pt idx="788">
                  <c:v>45213</c:v>
                </c:pt>
                <c:pt idx="789">
                  <c:v>45214</c:v>
                </c:pt>
                <c:pt idx="790">
                  <c:v>45215</c:v>
                </c:pt>
                <c:pt idx="791">
                  <c:v>45216</c:v>
                </c:pt>
                <c:pt idx="792">
                  <c:v>45217</c:v>
                </c:pt>
                <c:pt idx="793">
                  <c:v>45218</c:v>
                </c:pt>
                <c:pt idx="794">
                  <c:v>45219</c:v>
                </c:pt>
                <c:pt idx="795">
                  <c:v>45220</c:v>
                </c:pt>
                <c:pt idx="796">
                  <c:v>45221</c:v>
                </c:pt>
                <c:pt idx="797">
                  <c:v>45222</c:v>
                </c:pt>
                <c:pt idx="798">
                  <c:v>45223</c:v>
                </c:pt>
                <c:pt idx="799">
                  <c:v>45224</c:v>
                </c:pt>
                <c:pt idx="800">
                  <c:v>45225</c:v>
                </c:pt>
                <c:pt idx="801">
                  <c:v>45226</c:v>
                </c:pt>
                <c:pt idx="802">
                  <c:v>45227</c:v>
                </c:pt>
                <c:pt idx="803">
                  <c:v>45228</c:v>
                </c:pt>
                <c:pt idx="804">
                  <c:v>45229</c:v>
                </c:pt>
                <c:pt idx="805">
                  <c:v>45230</c:v>
                </c:pt>
                <c:pt idx="806">
                  <c:v>45231</c:v>
                </c:pt>
                <c:pt idx="807">
                  <c:v>45232</c:v>
                </c:pt>
                <c:pt idx="808">
                  <c:v>45233</c:v>
                </c:pt>
                <c:pt idx="809">
                  <c:v>45234</c:v>
                </c:pt>
                <c:pt idx="810">
                  <c:v>45235</c:v>
                </c:pt>
                <c:pt idx="811">
                  <c:v>45236</c:v>
                </c:pt>
                <c:pt idx="812">
                  <c:v>45237</c:v>
                </c:pt>
                <c:pt idx="813">
                  <c:v>45238</c:v>
                </c:pt>
                <c:pt idx="814">
                  <c:v>45239</c:v>
                </c:pt>
                <c:pt idx="815">
                  <c:v>45240</c:v>
                </c:pt>
                <c:pt idx="816">
                  <c:v>45241</c:v>
                </c:pt>
                <c:pt idx="817">
                  <c:v>45242</c:v>
                </c:pt>
                <c:pt idx="818">
                  <c:v>45243</c:v>
                </c:pt>
                <c:pt idx="819">
                  <c:v>45244</c:v>
                </c:pt>
                <c:pt idx="820">
                  <c:v>45245</c:v>
                </c:pt>
                <c:pt idx="821">
                  <c:v>45246</c:v>
                </c:pt>
                <c:pt idx="822">
                  <c:v>45247</c:v>
                </c:pt>
                <c:pt idx="823">
                  <c:v>45248</c:v>
                </c:pt>
                <c:pt idx="824">
                  <c:v>45249</c:v>
                </c:pt>
                <c:pt idx="825">
                  <c:v>45250</c:v>
                </c:pt>
                <c:pt idx="826">
                  <c:v>45251</c:v>
                </c:pt>
                <c:pt idx="827">
                  <c:v>45252</c:v>
                </c:pt>
                <c:pt idx="828">
                  <c:v>45253</c:v>
                </c:pt>
                <c:pt idx="829">
                  <c:v>45254</c:v>
                </c:pt>
                <c:pt idx="830">
                  <c:v>45255</c:v>
                </c:pt>
                <c:pt idx="831">
                  <c:v>45256</c:v>
                </c:pt>
                <c:pt idx="832">
                  <c:v>45257</c:v>
                </c:pt>
                <c:pt idx="833">
                  <c:v>45258</c:v>
                </c:pt>
                <c:pt idx="834">
                  <c:v>45259</c:v>
                </c:pt>
                <c:pt idx="835">
                  <c:v>45260</c:v>
                </c:pt>
                <c:pt idx="836">
                  <c:v>45261</c:v>
                </c:pt>
                <c:pt idx="837">
                  <c:v>45262</c:v>
                </c:pt>
                <c:pt idx="838">
                  <c:v>45263</c:v>
                </c:pt>
                <c:pt idx="839">
                  <c:v>45264</c:v>
                </c:pt>
                <c:pt idx="840">
                  <c:v>45265</c:v>
                </c:pt>
                <c:pt idx="841">
                  <c:v>45266</c:v>
                </c:pt>
                <c:pt idx="842">
                  <c:v>45267</c:v>
                </c:pt>
                <c:pt idx="843">
                  <c:v>45268</c:v>
                </c:pt>
                <c:pt idx="844">
                  <c:v>45269</c:v>
                </c:pt>
                <c:pt idx="845">
                  <c:v>45270</c:v>
                </c:pt>
                <c:pt idx="846">
                  <c:v>45271</c:v>
                </c:pt>
                <c:pt idx="847">
                  <c:v>45272</c:v>
                </c:pt>
                <c:pt idx="848">
                  <c:v>45273</c:v>
                </c:pt>
                <c:pt idx="849">
                  <c:v>45274</c:v>
                </c:pt>
                <c:pt idx="850">
                  <c:v>45275</c:v>
                </c:pt>
                <c:pt idx="851">
                  <c:v>45276</c:v>
                </c:pt>
                <c:pt idx="852">
                  <c:v>45277</c:v>
                </c:pt>
                <c:pt idx="853">
                  <c:v>45278</c:v>
                </c:pt>
                <c:pt idx="854">
                  <c:v>45279</c:v>
                </c:pt>
                <c:pt idx="855">
                  <c:v>45280</c:v>
                </c:pt>
                <c:pt idx="856">
                  <c:v>45281</c:v>
                </c:pt>
                <c:pt idx="857">
                  <c:v>45282</c:v>
                </c:pt>
                <c:pt idx="858">
                  <c:v>45283</c:v>
                </c:pt>
                <c:pt idx="859">
                  <c:v>45284</c:v>
                </c:pt>
                <c:pt idx="860">
                  <c:v>45285</c:v>
                </c:pt>
                <c:pt idx="861">
                  <c:v>45286</c:v>
                </c:pt>
                <c:pt idx="862">
                  <c:v>45287</c:v>
                </c:pt>
                <c:pt idx="863">
                  <c:v>45288</c:v>
                </c:pt>
                <c:pt idx="864">
                  <c:v>45289</c:v>
                </c:pt>
                <c:pt idx="865">
                  <c:v>45290</c:v>
                </c:pt>
                <c:pt idx="866">
                  <c:v>45291</c:v>
                </c:pt>
                <c:pt idx="867">
                  <c:v>45292</c:v>
                </c:pt>
                <c:pt idx="868">
                  <c:v>45293</c:v>
                </c:pt>
                <c:pt idx="869">
                  <c:v>45294</c:v>
                </c:pt>
                <c:pt idx="870">
                  <c:v>45295</c:v>
                </c:pt>
                <c:pt idx="871">
                  <c:v>45296</c:v>
                </c:pt>
                <c:pt idx="872">
                  <c:v>45297</c:v>
                </c:pt>
                <c:pt idx="873">
                  <c:v>45298</c:v>
                </c:pt>
                <c:pt idx="874">
                  <c:v>45299</c:v>
                </c:pt>
                <c:pt idx="875">
                  <c:v>45300</c:v>
                </c:pt>
                <c:pt idx="876">
                  <c:v>45301</c:v>
                </c:pt>
                <c:pt idx="877">
                  <c:v>45302</c:v>
                </c:pt>
                <c:pt idx="878">
                  <c:v>45303</c:v>
                </c:pt>
                <c:pt idx="879">
                  <c:v>45304</c:v>
                </c:pt>
                <c:pt idx="880">
                  <c:v>45305</c:v>
                </c:pt>
                <c:pt idx="881">
                  <c:v>45306</c:v>
                </c:pt>
                <c:pt idx="882">
                  <c:v>45307</c:v>
                </c:pt>
                <c:pt idx="883">
                  <c:v>45308</c:v>
                </c:pt>
                <c:pt idx="884">
                  <c:v>45309</c:v>
                </c:pt>
                <c:pt idx="885">
                  <c:v>45310</c:v>
                </c:pt>
                <c:pt idx="886">
                  <c:v>45311</c:v>
                </c:pt>
                <c:pt idx="887">
                  <c:v>45312</c:v>
                </c:pt>
                <c:pt idx="888">
                  <c:v>45313</c:v>
                </c:pt>
                <c:pt idx="889">
                  <c:v>45314</c:v>
                </c:pt>
                <c:pt idx="890">
                  <c:v>45315</c:v>
                </c:pt>
                <c:pt idx="891">
                  <c:v>45316</c:v>
                </c:pt>
                <c:pt idx="892">
                  <c:v>45317</c:v>
                </c:pt>
                <c:pt idx="893">
                  <c:v>45318</c:v>
                </c:pt>
                <c:pt idx="894">
                  <c:v>45319</c:v>
                </c:pt>
                <c:pt idx="895">
                  <c:v>45320</c:v>
                </c:pt>
                <c:pt idx="896">
                  <c:v>45321</c:v>
                </c:pt>
                <c:pt idx="897">
                  <c:v>45322</c:v>
                </c:pt>
                <c:pt idx="898">
                  <c:v>45323</c:v>
                </c:pt>
                <c:pt idx="899">
                  <c:v>45324</c:v>
                </c:pt>
                <c:pt idx="900">
                  <c:v>45325</c:v>
                </c:pt>
                <c:pt idx="901">
                  <c:v>45326</c:v>
                </c:pt>
                <c:pt idx="902">
                  <c:v>45327</c:v>
                </c:pt>
                <c:pt idx="903">
                  <c:v>45328</c:v>
                </c:pt>
                <c:pt idx="904">
                  <c:v>45329</c:v>
                </c:pt>
                <c:pt idx="905">
                  <c:v>45330</c:v>
                </c:pt>
                <c:pt idx="906">
                  <c:v>45331</c:v>
                </c:pt>
                <c:pt idx="907">
                  <c:v>45332</c:v>
                </c:pt>
                <c:pt idx="908">
                  <c:v>45333</c:v>
                </c:pt>
                <c:pt idx="909">
                  <c:v>45334</c:v>
                </c:pt>
                <c:pt idx="910">
                  <c:v>45335</c:v>
                </c:pt>
                <c:pt idx="911">
                  <c:v>45336</c:v>
                </c:pt>
                <c:pt idx="912">
                  <c:v>45337</c:v>
                </c:pt>
                <c:pt idx="913">
                  <c:v>45338</c:v>
                </c:pt>
                <c:pt idx="914">
                  <c:v>45339</c:v>
                </c:pt>
                <c:pt idx="915">
                  <c:v>45340</c:v>
                </c:pt>
                <c:pt idx="916">
                  <c:v>45341</c:v>
                </c:pt>
                <c:pt idx="917">
                  <c:v>45342</c:v>
                </c:pt>
                <c:pt idx="918">
                  <c:v>45343</c:v>
                </c:pt>
                <c:pt idx="919">
                  <c:v>45344</c:v>
                </c:pt>
                <c:pt idx="920">
                  <c:v>45345</c:v>
                </c:pt>
                <c:pt idx="921">
                  <c:v>45346</c:v>
                </c:pt>
                <c:pt idx="922">
                  <c:v>45347</c:v>
                </c:pt>
                <c:pt idx="923">
                  <c:v>45348</c:v>
                </c:pt>
                <c:pt idx="924">
                  <c:v>45349</c:v>
                </c:pt>
                <c:pt idx="925">
                  <c:v>45350</c:v>
                </c:pt>
                <c:pt idx="926">
                  <c:v>45351</c:v>
                </c:pt>
                <c:pt idx="927">
                  <c:v>45352</c:v>
                </c:pt>
                <c:pt idx="928">
                  <c:v>45353</c:v>
                </c:pt>
                <c:pt idx="929">
                  <c:v>45354</c:v>
                </c:pt>
                <c:pt idx="930">
                  <c:v>45355</c:v>
                </c:pt>
                <c:pt idx="931">
                  <c:v>45356</c:v>
                </c:pt>
                <c:pt idx="932">
                  <c:v>45357</c:v>
                </c:pt>
                <c:pt idx="933">
                  <c:v>45358</c:v>
                </c:pt>
                <c:pt idx="934">
                  <c:v>45359</c:v>
                </c:pt>
                <c:pt idx="935">
                  <c:v>45360</c:v>
                </c:pt>
                <c:pt idx="936">
                  <c:v>45361</c:v>
                </c:pt>
                <c:pt idx="937">
                  <c:v>45362</c:v>
                </c:pt>
                <c:pt idx="938">
                  <c:v>45363</c:v>
                </c:pt>
                <c:pt idx="939">
                  <c:v>45364</c:v>
                </c:pt>
                <c:pt idx="940">
                  <c:v>45365</c:v>
                </c:pt>
                <c:pt idx="941">
                  <c:v>45366</c:v>
                </c:pt>
                <c:pt idx="942">
                  <c:v>45367</c:v>
                </c:pt>
                <c:pt idx="943">
                  <c:v>45368</c:v>
                </c:pt>
                <c:pt idx="944">
                  <c:v>45369</c:v>
                </c:pt>
                <c:pt idx="945">
                  <c:v>45370</c:v>
                </c:pt>
                <c:pt idx="946">
                  <c:v>45371</c:v>
                </c:pt>
                <c:pt idx="947">
                  <c:v>45372</c:v>
                </c:pt>
                <c:pt idx="948">
                  <c:v>45373</c:v>
                </c:pt>
                <c:pt idx="949">
                  <c:v>45374</c:v>
                </c:pt>
                <c:pt idx="950">
                  <c:v>45375</c:v>
                </c:pt>
                <c:pt idx="951">
                  <c:v>45376</c:v>
                </c:pt>
                <c:pt idx="952">
                  <c:v>45377</c:v>
                </c:pt>
                <c:pt idx="953">
                  <c:v>45378</c:v>
                </c:pt>
                <c:pt idx="954">
                  <c:v>45379</c:v>
                </c:pt>
                <c:pt idx="955">
                  <c:v>45380</c:v>
                </c:pt>
                <c:pt idx="956">
                  <c:v>45381</c:v>
                </c:pt>
                <c:pt idx="957">
                  <c:v>45382</c:v>
                </c:pt>
                <c:pt idx="958">
                  <c:v>45383</c:v>
                </c:pt>
                <c:pt idx="959">
                  <c:v>45384</c:v>
                </c:pt>
                <c:pt idx="960">
                  <c:v>45385</c:v>
                </c:pt>
                <c:pt idx="961">
                  <c:v>45386</c:v>
                </c:pt>
                <c:pt idx="962">
                  <c:v>45387</c:v>
                </c:pt>
                <c:pt idx="963">
                  <c:v>45388</c:v>
                </c:pt>
                <c:pt idx="964">
                  <c:v>45389</c:v>
                </c:pt>
                <c:pt idx="965">
                  <c:v>45390</c:v>
                </c:pt>
                <c:pt idx="966">
                  <c:v>45391</c:v>
                </c:pt>
                <c:pt idx="967">
                  <c:v>45392</c:v>
                </c:pt>
                <c:pt idx="968">
                  <c:v>45393</c:v>
                </c:pt>
                <c:pt idx="969">
                  <c:v>45394</c:v>
                </c:pt>
                <c:pt idx="970">
                  <c:v>45395</c:v>
                </c:pt>
                <c:pt idx="971">
                  <c:v>45396</c:v>
                </c:pt>
                <c:pt idx="972">
                  <c:v>45397</c:v>
                </c:pt>
                <c:pt idx="973">
                  <c:v>45398</c:v>
                </c:pt>
                <c:pt idx="974">
                  <c:v>45399</c:v>
                </c:pt>
                <c:pt idx="975">
                  <c:v>45400</c:v>
                </c:pt>
                <c:pt idx="976">
                  <c:v>45401</c:v>
                </c:pt>
                <c:pt idx="977">
                  <c:v>45402</c:v>
                </c:pt>
                <c:pt idx="978">
                  <c:v>45403</c:v>
                </c:pt>
                <c:pt idx="979">
                  <c:v>45404</c:v>
                </c:pt>
                <c:pt idx="980">
                  <c:v>45405</c:v>
                </c:pt>
                <c:pt idx="981">
                  <c:v>45406</c:v>
                </c:pt>
                <c:pt idx="982">
                  <c:v>45407</c:v>
                </c:pt>
                <c:pt idx="983">
                  <c:v>45408</c:v>
                </c:pt>
                <c:pt idx="984">
                  <c:v>45409</c:v>
                </c:pt>
                <c:pt idx="985">
                  <c:v>45410</c:v>
                </c:pt>
                <c:pt idx="986">
                  <c:v>45411</c:v>
                </c:pt>
                <c:pt idx="987">
                  <c:v>45412</c:v>
                </c:pt>
                <c:pt idx="988">
                  <c:v>45413</c:v>
                </c:pt>
                <c:pt idx="989">
                  <c:v>45414</c:v>
                </c:pt>
                <c:pt idx="990">
                  <c:v>45415</c:v>
                </c:pt>
                <c:pt idx="991">
                  <c:v>45416</c:v>
                </c:pt>
                <c:pt idx="992">
                  <c:v>45417</c:v>
                </c:pt>
                <c:pt idx="993">
                  <c:v>45418</c:v>
                </c:pt>
                <c:pt idx="994">
                  <c:v>45419</c:v>
                </c:pt>
                <c:pt idx="995">
                  <c:v>45420</c:v>
                </c:pt>
                <c:pt idx="996">
                  <c:v>45421</c:v>
                </c:pt>
                <c:pt idx="997">
                  <c:v>45422</c:v>
                </c:pt>
                <c:pt idx="998">
                  <c:v>45423</c:v>
                </c:pt>
                <c:pt idx="999">
                  <c:v>45424</c:v>
                </c:pt>
                <c:pt idx="1000">
                  <c:v>45425</c:v>
                </c:pt>
                <c:pt idx="1001">
                  <c:v>45426</c:v>
                </c:pt>
                <c:pt idx="1002">
                  <c:v>45427</c:v>
                </c:pt>
                <c:pt idx="1003">
                  <c:v>45428</c:v>
                </c:pt>
                <c:pt idx="1004">
                  <c:v>45429</c:v>
                </c:pt>
                <c:pt idx="1005">
                  <c:v>45430</c:v>
                </c:pt>
                <c:pt idx="1006">
                  <c:v>45431</c:v>
                </c:pt>
                <c:pt idx="1007">
                  <c:v>45432</c:v>
                </c:pt>
                <c:pt idx="1008">
                  <c:v>45433</c:v>
                </c:pt>
                <c:pt idx="1009">
                  <c:v>45434</c:v>
                </c:pt>
                <c:pt idx="1010">
                  <c:v>45435</c:v>
                </c:pt>
                <c:pt idx="1011">
                  <c:v>45436</c:v>
                </c:pt>
                <c:pt idx="1012">
                  <c:v>45437</c:v>
                </c:pt>
                <c:pt idx="1013">
                  <c:v>45438</c:v>
                </c:pt>
                <c:pt idx="1014">
                  <c:v>45439</c:v>
                </c:pt>
                <c:pt idx="1015">
                  <c:v>45440</c:v>
                </c:pt>
                <c:pt idx="1016">
                  <c:v>45441</c:v>
                </c:pt>
                <c:pt idx="1017">
                  <c:v>45442</c:v>
                </c:pt>
                <c:pt idx="1018">
                  <c:v>45443</c:v>
                </c:pt>
                <c:pt idx="1019">
                  <c:v>45444</c:v>
                </c:pt>
                <c:pt idx="1020">
                  <c:v>45445</c:v>
                </c:pt>
                <c:pt idx="1021">
                  <c:v>45446</c:v>
                </c:pt>
                <c:pt idx="1022">
                  <c:v>45447</c:v>
                </c:pt>
                <c:pt idx="1023">
                  <c:v>45448</c:v>
                </c:pt>
                <c:pt idx="1024">
                  <c:v>45449</c:v>
                </c:pt>
                <c:pt idx="1025">
                  <c:v>45450</c:v>
                </c:pt>
                <c:pt idx="1026">
                  <c:v>45451</c:v>
                </c:pt>
                <c:pt idx="1027">
                  <c:v>45452</c:v>
                </c:pt>
                <c:pt idx="1028">
                  <c:v>45453</c:v>
                </c:pt>
                <c:pt idx="1029">
                  <c:v>45454</c:v>
                </c:pt>
                <c:pt idx="1030">
                  <c:v>45455</c:v>
                </c:pt>
                <c:pt idx="1031">
                  <c:v>45456</c:v>
                </c:pt>
                <c:pt idx="1032">
                  <c:v>45457</c:v>
                </c:pt>
                <c:pt idx="1033">
                  <c:v>45458</c:v>
                </c:pt>
                <c:pt idx="1034">
                  <c:v>45459</c:v>
                </c:pt>
                <c:pt idx="1035">
                  <c:v>45460</c:v>
                </c:pt>
                <c:pt idx="1036">
                  <c:v>45461</c:v>
                </c:pt>
                <c:pt idx="1037">
                  <c:v>45462</c:v>
                </c:pt>
                <c:pt idx="1038">
                  <c:v>45463</c:v>
                </c:pt>
                <c:pt idx="1039">
                  <c:v>45464</c:v>
                </c:pt>
                <c:pt idx="1040">
                  <c:v>45465</c:v>
                </c:pt>
                <c:pt idx="1041">
                  <c:v>45466</c:v>
                </c:pt>
                <c:pt idx="1042">
                  <c:v>45467</c:v>
                </c:pt>
                <c:pt idx="1043">
                  <c:v>45468</c:v>
                </c:pt>
                <c:pt idx="1044">
                  <c:v>45469</c:v>
                </c:pt>
                <c:pt idx="1045">
                  <c:v>45470</c:v>
                </c:pt>
                <c:pt idx="1046">
                  <c:v>45471</c:v>
                </c:pt>
                <c:pt idx="1047">
                  <c:v>45472</c:v>
                </c:pt>
                <c:pt idx="1048">
                  <c:v>45473</c:v>
                </c:pt>
                <c:pt idx="1049">
                  <c:v>45474</c:v>
                </c:pt>
                <c:pt idx="1050">
                  <c:v>45475</c:v>
                </c:pt>
                <c:pt idx="1051">
                  <c:v>45476</c:v>
                </c:pt>
                <c:pt idx="1052">
                  <c:v>45477</c:v>
                </c:pt>
                <c:pt idx="1053">
                  <c:v>45478</c:v>
                </c:pt>
                <c:pt idx="1054">
                  <c:v>45479</c:v>
                </c:pt>
                <c:pt idx="1055">
                  <c:v>45480</c:v>
                </c:pt>
                <c:pt idx="1056">
                  <c:v>45481</c:v>
                </c:pt>
                <c:pt idx="1057">
                  <c:v>45482</c:v>
                </c:pt>
                <c:pt idx="1058">
                  <c:v>45483</c:v>
                </c:pt>
                <c:pt idx="1059">
                  <c:v>45484</c:v>
                </c:pt>
                <c:pt idx="1060">
                  <c:v>45485</c:v>
                </c:pt>
                <c:pt idx="1061">
                  <c:v>45486</c:v>
                </c:pt>
                <c:pt idx="1062">
                  <c:v>45487</c:v>
                </c:pt>
                <c:pt idx="1063">
                  <c:v>45488</c:v>
                </c:pt>
                <c:pt idx="1064">
                  <c:v>45489</c:v>
                </c:pt>
                <c:pt idx="1065">
                  <c:v>45490</c:v>
                </c:pt>
                <c:pt idx="1066">
                  <c:v>45491</c:v>
                </c:pt>
                <c:pt idx="1067">
                  <c:v>45492</c:v>
                </c:pt>
                <c:pt idx="1068">
                  <c:v>45493</c:v>
                </c:pt>
                <c:pt idx="1069">
                  <c:v>45494</c:v>
                </c:pt>
                <c:pt idx="1070">
                  <c:v>45495</c:v>
                </c:pt>
                <c:pt idx="1071">
                  <c:v>45496</c:v>
                </c:pt>
                <c:pt idx="1072">
                  <c:v>45497</c:v>
                </c:pt>
                <c:pt idx="1073">
                  <c:v>45498</c:v>
                </c:pt>
                <c:pt idx="1074">
                  <c:v>45499</c:v>
                </c:pt>
                <c:pt idx="1075">
                  <c:v>45500</c:v>
                </c:pt>
                <c:pt idx="1076">
                  <c:v>45501</c:v>
                </c:pt>
                <c:pt idx="1077">
                  <c:v>45502</c:v>
                </c:pt>
                <c:pt idx="1078">
                  <c:v>45503</c:v>
                </c:pt>
                <c:pt idx="1079">
                  <c:v>45504</c:v>
                </c:pt>
                <c:pt idx="1080">
                  <c:v>45505</c:v>
                </c:pt>
                <c:pt idx="1081">
                  <c:v>45506</c:v>
                </c:pt>
                <c:pt idx="1082">
                  <c:v>45507</c:v>
                </c:pt>
                <c:pt idx="1083">
                  <c:v>45508</c:v>
                </c:pt>
                <c:pt idx="1084">
                  <c:v>45509</c:v>
                </c:pt>
                <c:pt idx="1085">
                  <c:v>45510</c:v>
                </c:pt>
                <c:pt idx="1086">
                  <c:v>45511</c:v>
                </c:pt>
                <c:pt idx="1087">
                  <c:v>45512</c:v>
                </c:pt>
                <c:pt idx="1088">
                  <c:v>45513</c:v>
                </c:pt>
                <c:pt idx="1089">
                  <c:v>45514</c:v>
                </c:pt>
                <c:pt idx="1090">
                  <c:v>45515</c:v>
                </c:pt>
                <c:pt idx="1091">
                  <c:v>45516</c:v>
                </c:pt>
                <c:pt idx="1092">
                  <c:v>45517</c:v>
                </c:pt>
                <c:pt idx="1093">
                  <c:v>45518</c:v>
                </c:pt>
                <c:pt idx="1094">
                  <c:v>45519</c:v>
                </c:pt>
                <c:pt idx="1095">
                  <c:v>45520</c:v>
                </c:pt>
                <c:pt idx="1096">
                  <c:v>45521</c:v>
                </c:pt>
                <c:pt idx="1097">
                  <c:v>45522</c:v>
                </c:pt>
                <c:pt idx="1098">
                  <c:v>45523</c:v>
                </c:pt>
                <c:pt idx="1099">
                  <c:v>45524</c:v>
                </c:pt>
                <c:pt idx="1100">
                  <c:v>45525</c:v>
                </c:pt>
                <c:pt idx="1101">
                  <c:v>45526</c:v>
                </c:pt>
                <c:pt idx="1102">
                  <c:v>45527</c:v>
                </c:pt>
                <c:pt idx="1103">
                  <c:v>45528</c:v>
                </c:pt>
                <c:pt idx="1104">
                  <c:v>45529</c:v>
                </c:pt>
                <c:pt idx="1105">
                  <c:v>45530</c:v>
                </c:pt>
                <c:pt idx="1106">
                  <c:v>45531</c:v>
                </c:pt>
                <c:pt idx="1107">
                  <c:v>45532</c:v>
                </c:pt>
                <c:pt idx="1108">
                  <c:v>45533</c:v>
                </c:pt>
                <c:pt idx="1109">
                  <c:v>45534</c:v>
                </c:pt>
                <c:pt idx="1110">
                  <c:v>45535</c:v>
                </c:pt>
                <c:pt idx="1111">
                  <c:v>45536</c:v>
                </c:pt>
                <c:pt idx="1112">
                  <c:v>45537</c:v>
                </c:pt>
                <c:pt idx="1113">
                  <c:v>45538</c:v>
                </c:pt>
                <c:pt idx="1114">
                  <c:v>45539</c:v>
                </c:pt>
                <c:pt idx="1115">
                  <c:v>45540</c:v>
                </c:pt>
                <c:pt idx="1116">
                  <c:v>45541</c:v>
                </c:pt>
                <c:pt idx="1117">
                  <c:v>45542</c:v>
                </c:pt>
                <c:pt idx="1118">
                  <c:v>45543</c:v>
                </c:pt>
                <c:pt idx="1119">
                  <c:v>45544</c:v>
                </c:pt>
                <c:pt idx="1120">
                  <c:v>45545</c:v>
                </c:pt>
                <c:pt idx="1121">
                  <c:v>45546</c:v>
                </c:pt>
                <c:pt idx="1122">
                  <c:v>45547</c:v>
                </c:pt>
                <c:pt idx="1123">
                  <c:v>45548</c:v>
                </c:pt>
                <c:pt idx="1124">
                  <c:v>45549</c:v>
                </c:pt>
                <c:pt idx="1125">
                  <c:v>45550</c:v>
                </c:pt>
                <c:pt idx="1126">
                  <c:v>45551</c:v>
                </c:pt>
                <c:pt idx="1127">
                  <c:v>45552</c:v>
                </c:pt>
                <c:pt idx="1128">
                  <c:v>45553</c:v>
                </c:pt>
                <c:pt idx="1129">
                  <c:v>45554</c:v>
                </c:pt>
                <c:pt idx="1130">
                  <c:v>45555</c:v>
                </c:pt>
                <c:pt idx="1131">
                  <c:v>45556</c:v>
                </c:pt>
                <c:pt idx="1132">
                  <c:v>45557</c:v>
                </c:pt>
                <c:pt idx="1133">
                  <c:v>45558</c:v>
                </c:pt>
                <c:pt idx="1134">
                  <c:v>45559</c:v>
                </c:pt>
                <c:pt idx="1135">
                  <c:v>45560</c:v>
                </c:pt>
                <c:pt idx="1136">
                  <c:v>45561</c:v>
                </c:pt>
                <c:pt idx="1137">
                  <c:v>45562</c:v>
                </c:pt>
                <c:pt idx="1138">
                  <c:v>45563</c:v>
                </c:pt>
                <c:pt idx="1139">
                  <c:v>45564</c:v>
                </c:pt>
                <c:pt idx="1140">
                  <c:v>45565</c:v>
                </c:pt>
                <c:pt idx="1141">
                  <c:v>45566</c:v>
                </c:pt>
                <c:pt idx="1142">
                  <c:v>45567</c:v>
                </c:pt>
                <c:pt idx="1143">
                  <c:v>45568</c:v>
                </c:pt>
                <c:pt idx="1144">
                  <c:v>45569</c:v>
                </c:pt>
                <c:pt idx="1145">
                  <c:v>45570</c:v>
                </c:pt>
                <c:pt idx="1146">
                  <c:v>45571</c:v>
                </c:pt>
                <c:pt idx="1147">
                  <c:v>45572</c:v>
                </c:pt>
                <c:pt idx="1148">
                  <c:v>45573</c:v>
                </c:pt>
                <c:pt idx="1149">
                  <c:v>45574</c:v>
                </c:pt>
                <c:pt idx="1150">
                  <c:v>45575</c:v>
                </c:pt>
                <c:pt idx="1151">
                  <c:v>45576</c:v>
                </c:pt>
                <c:pt idx="1152">
                  <c:v>45577</c:v>
                </c:pt>
                <c:pt idx="1153">
                  <c:v>45578</c:v>
                </c:pt>
                <c:pt idx="1154">
                  <c:v>45579</c:v>
                </c:pt>
                <c:pt idx="1155">
                  <c:v>45580</c:v>
                </c:pt>
                <c:pt idx="1156">
                  <c:v>45581</c:v>
                </c:pt>
                <c:pt idx="1157">
                  <c:v>45582</c:v>
                </c:pt>
                <c:pt idx="1158">
                  <c:v>45583</c:v>
                </c:pt>
                <c:pt idx="1159">
                  <c:v>45584</c:v>
                </c:pt>
                <c:pt idx="1160">
                  <c:v>45585</c:v>
                </c:pt>
                <c:pt idx="1161">
                  <c:v>45586</c:v>
                </c:pt>
                <c:pt idx="1162">
                  <c:v>45587</c:v>
                </c:pt>
                <c:pt idx="1163">
                  <c:v>45588</c:v>
                </c:pt>
                <c:pt idx="1164">
                  <c:v>45589</c:v>
                </c:pt>
                <c:pt idx="1165">
                  <c:v>45590</c:v>
                </c:pt>
                <c:pt idx="1166">
                  <c:v>45591</c:v>
                </c:pt>
                <c:pt idx="1167">
                  <c:v>45592</c:v>
                </c:pt>
                <c:pt idx="1168">
                  <c:v>45593</c:v>
                </c:pt>
                <c:pt idx="1169">
                  <c:v>45594</c:v>
                </c:pt>
                <c:pt idx="1170">
                  <c:v>45595</c:v>
                </c:pt>
                <c:pt idx="1171">
                  <c:v>45596</c:v>
                </c:pt>
                <c:pt idx="1172">
                  <c:v>45597</c:v>
                </c:pt>
                <c:pt idx="1173">
                  <c:v>45598</c:v>
                </c:pt>
                <c:pt idx="1174">
                  <c:v>45599</c:v>
                </c:pt>
                <c:pt idx="1175">
                  <c:v>45600</c:v>
                </c:pt>
                <c:pt idx="1176">
                  <c:v>45601</c:v>
                </c:pt>
                <c:pt idx="1177">
                  <c:v>45602</c:v>
                </c:pt>
                <c:pt idx="1178">
                  <c:v>45603</c:v>
                </c:pt>
                <c:pt idx="1179">
                  <c:v>45604</c:v>
                </c:pt>
                <c:pt idx="1180">
                  <c:v>45605</c:v>
                </c:pt>
                <c:pt idx="1181">
                  <c:v>45606</c:v>
                </c:pt>
                <c:pt idx="1182">
                  <c:v>45607</c:v>
                </c:pt>
                <c:pt idx="1183">
                  <c:v>45608</c:v>
                </c:pt>
                <c:pt idx="1184">
                  <c:v>45609</c:v>
                </c:pt>
                <c:pt idx="1185">
                  <c:v>45610</c:v>
                </c:pt>
                <c:pt idx="1186">
                  <c:v>45611</c:v>
                </c:pt>
                <c:pt idx="1187">
                  <c:v>45612</c:v>
                </c:pt>
                <c:pt idx="1188">
                  <c:v>45613</c:v>
                </c:pt>
                <c:pt idx="1189">
                  <c:v>45614</c:v>
                </c:pt>
                <c:pt idx="1190">
                  <c:v>45615</c:v>
                </c:pt>
                <c:pt idx="1191">
                  <c:v>45616</c:v>
                </c:pt>
                <c:pt idx="1192">
                  <c:v>45617</c:v>
                </c:pt>
                <c:pt idx="1193">
                  <c:v>45618</c:v>
                </c:pt>
                <c:pt idx="1194">
                  <c:v>45619</c:v>
                </c:pt>
                <c:pt idx="1195">
                  <c:v>45620</c:v>
                </c:pt>
                <c:pt idx="1196">
                  <c:v>45621</c:v>
                </c:pt>
                <c:pt idx="1197">
                  <c:v>45622</c:v>
                </c:pt>
                <c:pt idx="1198">
                  <c:v>45623</c:v>
                </c:pt>
                <c:pt idx="1199">
                  <c:v>45624</c:v>
                </c:pt>
                <c:pt idx="1200">
                  <c:v>45625</c:v>
                </c:pt>
                <c:pt idx="1201">
                  <c:v>45626</c:v>
                </c:pt>
                <c:pt idx="1202">
                  <c:v>45627</c:v>
                </c:pt>
                <c:pt idx="1203">
                  <c:v>45628</c:v>
                </c:pt>
                <c:pt idx="1204">
                  <c:v>45629</c:v>
                </c:pt>
                <c:pt idx="1205">
                  <c:v>45630</c:v>
                </c:pt>
                <c:pt idx="1206">
                  <c:v>45631</c:v>
                </c:pt>
                <c:pt idx="1207">
                  <c:v>45632</c:v>
                </c:pt>
                <c:pt idx="1208">
                  <c:v>45633</c:v>
                </c:pt>
                <c:pt idx="1209">
                  <c:v>45634</c:v>
                </c:pt>
                <c:pt idx="1210">
                  <c:v>45635</c:v>
                </c:pt>
                <c:pt idx="1211">
                  <c:v>45636</c:v>
                </c:pt>
                <c:pt idx="1212">
                  <c:v>45637</c:v>
                </c:pt>
                <c:pt idx="1213">
                  <c:v>45638</c:v>
                </c:pt>
                <c:pt idx="1214">
                  <c:v>45639</c:v>
                </c:pt>
                <c:pt idx="1215">
                  <c:v>45640</c:v>
                </c:pt>
                <c:pt idx="1216">
                  <c:v>45641</c:v>
                </c:pt>
                <c:pt idx="1217">
                  <c:v>45642</c:v>
                </c:pt>
                <c:pt idx="1218">
                  <c:v>45643</c:v>
                </c:pt>
                <c:pt idx="1219">
                  <c:v>45644</c:v>
                </c:pt>
                <c:pt idx="1220">
                  <c:v>45645</c:v>
                </c:pt>
                <c:pt idx="1221">
                  <c:v>45646</c:v>
                </c:pt>
                <c:pt idx="1222">
                  <c:v>45647</c:v>
                </c:pt>
                <c:pt idx="1223">
                  <c:v>45648</c:v>
                </c:pt>
                <c:pt idx="1224">
                  <c:v>45649</c:v>
                </c:pt>
                <c:pt idx="1225">
                  <c:v>45650</c:v>
                </c:pt>
                <c:pt idx="1226">
                  <c:v>45651</c:v>
                </c:pt>
                <c:pt idx="1227">
                  <c:v>45652</c:v>
                </c:pt>
                <c:pt idx="1228">
                  <c:v>45653</c:v>
                </c:pt>
                <c:pt idx="1229">
                  <c:v>45654</c:v>
                </c:pt>
                <c:pt idx="1230">
                  <c:v>45655</c:v>
                </c:pt>
                <c:pt idx="1231">
                  <c:v>45656</c:v>
                </c:pt>
                <c:pt idx="1232">
                  <c:v>45657</c:v>
                </c:pt>
                <c:pt idx="1233">
                  <c:v>45658</c:v>
                </c:pt>
                <c:pt idx="1234">
                  <c:v>45659</c:v>
                </c:pt>
                <c:pt idx="1235">
                  <c:v>45660</c:v>
                </c:pt>
                <c:pt idx="1236">
                  <c:v>45661</c:v>
                </c:pt>
                <c:pt idx="1237">
                  <c:v>45662</c:v>
                </c:pt>
                <c:pt idx="1238">
                  <c:v>45663</c:v>
                </c:pt>
                <c:pt idx="1239">
                  <c:v>45664</c:v>
                </c:pt>
                <c:pt idx="1240">
                  <c:v>45665</c:v>
                </c:pt>
                <c:pt idx="1241">
                  <c:v>45666</c:v>
                </c:pt>
                <c:pt idx="1242">
                  <c:v>45667</c:v>
                </c:pt>
                <c:pt idx="1243">
                  <c:v>45668</c:v>
                </c:pt>
                <c:pt idx="1244">
                  <c:v>45669</c:v>
                </c:pt>
                <c:pt idx="1245">
                  <c:v>45670</c:v>
                </c:pt>
                <c:pt idx="1246">
                  <c:v>45671</c:v>
                </c:pt>
                <c:pt idx="1247">
                  <c:v>45672</c:v>
                </c:pt>
                <c:pt idx="1248">
                  <c:v>45673</c:v>
                </c:pt>
                <c:pt idx="1249">
                  <c:v>45674</c:v>
                </c:pt>
                <c:pt idx="1250">
                  <c:v>45675</c:v>
                </c:pt>
                <c:pt idx="1251">
                  <c:v>45676</c:v>
                </c:pt>
                <c:pt idx="1252">
                  <c:v>45677</c:v>
                </c:pt>
                <c:pt idx="1253">
                  <c:v>45678</c:v>
                </c:pt>
                <c:pt idx="1254">
                  <c:v>45679</c:v>
                </c:pt>
                <c:pt idx="1255">
                  <c:v>45680</c:v>
                </c:pt>
                <c:pt idx="1256">
                  <c:v>45681</c:v>
                </c:pt>
                <c:pt idx="1257">
                  <c:v>45682</c:v>
                </c:pt>
                <c:pt idx="1258">
                  <c:v>45683</c:v>
                </c:pt>
                <c:pt idx="1259">
                  <c:v>45684</c:v>
                </c:pt>
                <c:pt idx="1260">
                  <c:v>45685</c:v>
                </c:pt>
                <c:pt idx="1261">
                  <c:v>45686</c:v>
                </c:pt>
                <c:pt idx="1262">
                  <c:v>45687</c:v>
                </c:pt>
                <c:pt idx="1263">
                  <c:v>45688</c:v>
                </c:pt>
                <c:pt idx="1264">
                  <c:v>45689</c:v>
                </c:pt>
                <c:pt idx="1265">
                  <c:v>45690</c:v>
                </c:pt>
                <c:pt idx="1266">
                  <c:v>45691</c:v>
                </c:pt>
                <c:pt idx="1267">
                  <c:v>45692</c:v>
                </c:pt>
                <c:pt idx="1268">
                  <c:v>45693</c:v>
                </c:pt>
                <c:pt idx="1269">
                  <c:v>45694</c:v>
                </c:pt>
                <c:pt idx="1270">
                  <c:v>45695</c:v>
                </c:pt>
                <c:pt idx="1271">
                  <c:v>45696</c:v>
                </c:pt>
                <c:pt idx="1272">
                  <c:v>45697</c:v>
                </c:pt>
                <c:pt idx="1273">
                  <c:v>45698</c:v>
                </c:pt>
                <c:pt idx="1274">
                  <c:v>45699</c:v>
                </c:pt>
                <c:pt idx="1275">
                  <c:v>45700</c:v>
                </c:pt>
                <c:pt idx="1276">
                  <c:v>45701</c:v>
                </c:pt>
                <c:pt idx="1277">
                  <c:v>45702</c:v>
                </c:pt>
                <c:pt idx="1278">
                  <c:v>45703</c:v>
                </c:pt>
                <c:pt idx="1279">
                  <c:v>45704</c:v>
                </c:pt>
                <c:pt idx="1280">
                  <c:v>45705</c:v>
                </c:pt>
                <c:pt idx="1281">
                  <c:v>45706</c:v>
                </c:pt>
                <c:pt idx="1282">
                  <c:v>45707</c:v>
                </c:pt>
                <c:pt idx="1283">
                  <c:v>45708</c:v>
                </c:pt>
                <c:pt idx="1284">
                  <c:v>45709</c:v>
                </c:pt>
                <c:pt idx="1285">
                  <c:v>45710</c:v>
                </c:pt>
                <c:pt idx="1286">
                  <c:v>45711</c:v>
                </c:pt>
                <c:pt idx="1287">
                  <c:v>45712</c:v>
                </c:pt>
                <c:pt idx="1288">
                  <c:v>45713</c:v>
                </c:pt>
                <c:pt idx="1289">
                  <c:v>45714</c:v>
                </c:pt>
                <c:pt idx="1290">
                  <c:v>45715</c:v>
                </c:pt>
                <c:pt idx="1291">
                  <c:v>45716</c:v>
                </c:pt>
                <c:pt idx="1292">
                  <c:v>45717</c:v>
                </c:pt>
                <c:pt idx="1293">
                  <c:v>45718</c:v>
                </c:pt>
                <c:pt idx="1294">
                  <c:v>45719</c:v>
                </c:pt>
                <c:pt idx="1295">
                  <c:v>45720</c:v>
                </c:pt>
                <c:pt idx="1296">
                  <c:v>45721</c:v>
                </c:pt>
                <c:pt idx="1297">
                  <c:v>45722</c:v>
                </c:pt>
                <c:pt idx="1298">
                  <c:v>45723</c:v>
                </c:pt>
                <c:pt idx="1299">
                  <c:v>45724</c:v>
                </c:pt>
                <c:pt idx="1300">
                  <c:v>45725</c:v>
                </c:pt>
                <c:pt idx="1301">
                  <c:v>45726</c:v>
                </c:pt>
                <c:pt idx="1302">
                  <c:v>45727</c:v>
                </c:pt>
                <c:pt idx="1303">
                  <c:v>45728</c:v>
                </c:pt>
                <c:pt idx="1304">
                  <c:v>45729</c:v>
                </c:pt>
                <c:pt idx="1305">
                  <c:v>45730</c:v>
                </c:pt>
                <c:pt idx="1306">
                  <c:v>45731</c:v>
                </c:pt>
                <c:pt idx="1307">
                  <c:v>45732</c:v>
                </c:pt>
                <c:pt idx="1308">
                  <c:v>45733</c:v>
                </c:pt>
                <c:pt idx="1309">
                  <c:v>45734</c:v>
                </c:pt>
                <c:pt idx="1310">
                  <c:v>45735</c:v>
                </c:pt>
                <c:pt idx="1311">
                  <c:v>45736</c:v>
                </c:pt>
                <c:pt idx="1312">
                  <c:v>45737</c:v>
                </c:pt>
                <c:pt idx="1313">
                  <c:v>45738</c:v>
                </c:pt>
                <c:pt idx="1314">
                  <c:v>45739</c:v>
                </c:pt>
                <c:pt idx="1315">
                  <c:v>45740</c:v>
                </c:pt>
                <c:pt idx="1316">
                  <c:v>45741</c:v>
                </c:pt>
                <c:pt idx="1317">
                  <c:v>45742</c:v>
                </c:pt>
                <c:pt idx="1318">
                  <c:v>45743</c:v>
                </c:pt>
                <c:pt idx="1319">
                  <c:v>45744</c:v>
                </c:pt>
                <c:pt idx="1320">
                  <c:v>45745</c:v>
                </c:pt>
                <c:pt idx="1321">
                  <c:v>45746</c:v>
                </c:pt>
                <c:pt idx="1322">
                  <c:v>45747</c:v>
                </c:pt>
                <c:pt idx="1323">
                  <c:v>45748</c:v>
                </c:pt>
                <c:pt idx="1324">
                  <c:v>45749</c:v>
                </c:pt>
                <c:pt idx="1325">
                  <c:v>45750</c:v>
                </c:pt>
                <c:pt idx="1326">
                  <c:v>45751</c:v>
                </c:pt>
                <c:pt idx="1327">
                  <c:v>45752</c:v>
                </c:pt>
                <c:pt idx="1328">
                  <c:v>45753</c:v>
                </c:pt>
                <c:pt idx="1329">
                  <c:v>45754</c:v>
                </c:pt>
                <c:pt idx="1330">
                  <c:v>45755</c:v>
                </c:pt>
                <c:pt idx="1331">
                  <c:v>45756</c:v>
                </c:pt>
                <c:pt idx="1332">
                  <c:v>45757</c:v>
                </c:pt>
                <c:pt idx="1333">
                  <c:v>45758</c:v>
                </c:pt>
                <c:pt idx="1334">
                  <c:v>45759</c:v>
                </c:pt>
                <c:pt idx="1335">
                  <c:v>45760</c:v>
                </c:pt>
                <c:pt idx="1336">
                  <c:v>45761</c:v>
                </c:pt>
                <c:pt idx="1337">
                  <c:v>45762</c:v>
                </c:pt>
                <c:pt idx="1338">
                  <c:v>45763</c:v>
                </c:pt>
                <c:pt idx="1339">
                  <c:v>45764</c:v>
                </c:pt>
                <c:pt idx="1340">
                  <c:v>45765</c:v>
                </c:pt>
                <c:pt idx="1341">
                  <c:v>45766</c:v>
                </c:pt>
                <c:pt idx="1342">
                  <c:v>45767</c:v>
                </c:pt>
                <c:pt idx="1343">
                  <c:v>45768</c:v>
                </c:pt>
                <c:pt idx="1344">
                  <c:v>45769</c:v>
                </c:pt>
                <c:pt idx="1345">
                  <c:v>45770</c:v>
                </c:pt>
                <c:pt idx="1346">
                  <c:v>45771</c:v>
                </c:pt>
                <c:pt idx="1347">
                  <c:v>45772</c:v>
                </c:pt>
                <c:pt idx="1348">
                  <c:v>45773</c:v>
                </c:pt>
                <c:pt idx="1349">
                  <c:v>45774</c:v>
                </c:pt>
                <c:pt idx="1350">
                  <c:v>45775</c:v>
                </c:pt>
                <c:pt idx="1351">
                  <c:v>45776</c:v>
                </c:pt>
                <c:pt idx="1352">
                  <c:v>45777</c:v>
                </c:pt>
                <c:pt idx="1353">
                  <c:v>45778</c:v>
                </c:pt>
                <c:pt idx="1354">
                  <c:v>45779</c:v>
                </c:pt>
                <c:pt idx="1355">
                  <c:v>45780</c:v>
                </c:pt>
                <c:pt idx="1356">
                  <c:v>45781</c:v>
                </c:pt>
                <c:pt idx="1357">
                  <c:v>45782</c:v>
                </c:pt>
                <c:pt idx="1358">
                  <c:v>45783</c:v>
                </c:pt>
                <c:pt idx="1359">
                  <c:v>45784</c:v>
                </c:pt>
                <c:pt idx="1360">
                  <c:v>45785</c:v>
                </c:pt>
                <c:pt idx="1361">
                  <c:v>45786</c:v>
                </c:pt>
                <c:pt idx="1362">
                  <c:v>45787</c:v>
                </c:pt>
                <c:pt idx="1363">
                  <c:v>45788</c:v>
                </c:pt>
                <c:pt idx="1364">
                  <c:v>45789</c:v>
                </c:pt>
                <c:pt idx="1365">
                  <c:v>45790</c:v>
                </c:pt>
                <c:pt idx="1366">
                  <c:v>45791</c:v>
                </c:pt>
                <c:pt idx="1367">
                  <c:v>45792</c:v>
                </c:pt>
                <c:pt idx="1368">
                  <c:v>45793</c:v>
                </c:pt>
                <c:pt idx="1369">
                  <c:v>45794</c:v>
                </c:pt>
                <c:pt idx="1370">
                  <c:v>45795</c:v>
                </c:pt>
                <c:pt idx="1371">
                  <c:v>45796</c:v>
                </c:pt>
                <c:pt idx="1372">
                  <c:v>45797</c:v>
                </c:pt>
                <c:pt idx="1373">
                  <c:v>45798</c:v>
                </c:pt>
                <c:pt idx="1374">
                  <c:v>45799</c:v>
                </c:pt>
                <c:pt idx="1375">
                  <c:v>45800</c:v>
                </c:pt>
                <c:pt idx="1376">
                  <c:v>45801</c:v>
                </c:pt>
                <c:pt idx="1377">
                  <c:v>45802</c:v>
                </c:pt>
                <c:pt idx="1378">
                  <c:v>45803</c:v>
                </c:pt>
                <c:pt idx="1379">
                  <c:v>45804</c:v>
                </c:pt>
                <c:pt idx="1380">
                  <c:v>45805</c:v>
                </c:pt>
                <c:pt idx="1381">
                  <c:v>45806</c:v>
                </c:pt>
                <c:pt idx="1382">
                  <c:v>45807</c:v>
                </c:pt>
                <c:pt idx="1383">
                  <c:v>45808</c:v>
                </c:pt>
                <c:pt idx="1384">
                  <c:v>45809</c:v>
                </c:pt>
                <c:pt idx="1385">
                  <c:v>45810</c:v>
                </c:pt>
                <c:pt idx="1386">
                  <c:v>45811</c:v>
                </c:pt>
                <c:pt idx="1387">
                  <c:v>45812</c:v>
                </c:pt>
                <c:pt idx="1388">
                  <c:v>45813</c:v>
                </c:pt>
                <c:pt idx="1389">
                  <c:v>45814</c:v>
                </c:pt>
                <c:pt idx="1390">
                  <c:v>45815</c:v>
                </c:pt>
                <c:pt idx="1391">
                  <c:v>45816</c:v>
                </c:pt>
                <c:pt idx="1392">
                  <c:v>45817</c:v>
                </c:pt>
                <c:pt idx="1393">
                  <c:v>45818</c:v>
                </c:pt>
                <c:pt idx="1394">
                  <c:v>45819</c:v>
                </c:pt>
                <c:pt idx="1395">
                  <c:v>45820</c:v>
                </c:pt>
                <c:pt idx="1396">
                  <c:v>45821</c:v>
                </c:pt>
                <c:pt idx="1397">
                  <c:v>45822</c:v>
                </c:pt>
                <c:pt idx="1398">
                  <c:v>45823</c:v>
                </c:pt>
                <c:pt idx="1399">
                  <c:v>45824</c:v>
                </c:pt>
                <c:pt idx="1400">
                  <c:v>45825</c:v>
                </c:pt>
                <c:pt idx="1401">
                  <c:v>45826</c:v>
                </c:pt>
                <c:pt idx="1402">
                  <c:v>45827</c:v>
                </c:pt>
                <c:pt idx="1403">
                  <c:v>45828</c:v>
                </c:pt>
                <c:pt idx="1404">
                  <c:v>45829</c:v>
                </c:pt>
                <c:pt idx="1405">
                  <c:v>45830</c:v>
                </c:pt>
                <c:pt idx="1406">
                  <c:v>45831</c:v>
                </c:pt>
                <c:pt idx="1407">
                  <c:v>45832</c:v>
                </c:pt>
                <c:pt idx="1408">
                  <c:v>45833</c:v>
                </c:pt>
                <c:pt idx="1409">
                  <c:v>45834</c:v>
                </c:pt>
                <c:pt idx="1410">
                  <c:v>45835</c:v>
                </c:pt>
                <c:pt idx="1411">
                  <c:v>45836</c:v>
                </c:pt>
                <c:pt idx="1412">
                  <c:v>45837</c:v>
                </c:pt>
                <c:pt idx="1413">
                  <c:v>45838</c:v>
                </c:pt>
                <c:pt idx="1414">
                  <c:v>45839</c:v>
                </c:pt>
                <c:pt idx="1415">
                  <c:v>45840</c:v>
                </c:pt>
                <c:pt idx="1416">
                  <c:v>45841</c:v>
                </c:pt>
                <c:pt idx="1417">
                  <c:v>45842</c:v>
                </c:pt>
                <c:pt idx="1418">
                  <c:v>45843</c:v>
                </c:pt>
                <c:pt idx="1419">
                  <c:v>45844</c:v>
                </c:pt>
                <c:pt idx="1420">
                  <c:v>45845</c:v>
                </c:pt>
                <c:pt idx="1421">
                  <c:v>45846</c:v>
                </c:pt>
                <c:pt idx="1422">
                  <c:v>45847</c:v>
                </c:pt>
                <c:pt idx="1423">
                  <c:v>45848</c:v>
                </c:pt>
                <c:pt idx="1424">
                  <c:v>45849</c:v>
                </c:pt>
                <c:pt idx="1425">
                  <c:v>45850</c:v>
                </c:pt>
                <c:pt idx="1426">
                  <c:v>45851</c:v>
                </c:pt>
                <c:pt idx="1427">
                  <c:v>45852</c:v>
                </c:pt>
                <c:pt idx="1428">
                  <c:v>45853</c:v>
                </c:pt>
                <c:pt idx="1429">
                  <c:v>45854</c:v>
                </c:pt>
                <c:pt idx="1430">
                  <c:v>45855</c:v>
                </c:pt>
                <c:pt idx="1431">
                  <c:v>45856</c:v>
                </c:pt>
                <c:pt idx="1432">
                  <c:v>45857</c:v>
                </c:pt>
                <c:pt idx="1433">
                  <c:v>45858</c:v>
                </c:pt>
                <c:pt idx="1434">
                  <c:v>45859</c:v>
                </c:pt>
                <c:pt idx="1435">
                  <c:v>45860</c:v>
                </c:pt>
                <c:pt idx="1436">
                  <c:v>45861</c:v>
                </c:pt>
                <c:pt idx="1437">
                  <c:v>45862</c:v>
                </c:pt>
                <c:pt idx="1438">
                  <c:v>45863</c:v>
                </c:pt>
                <c:pt idx="1439">
                  <c:v>45864</c:v>
                </c:pt>
                <c:pt idx="1440">
                  <c:v>45865</c:v>
                </c:pt>
                <c:pt idx="1441">
                  <c:v>45866</c:v>
                </c:pt>
                <c:pt idx="1442">
                  <c:v>45867</c:v>
                </c:pt>
                <c:pt idx="1443">
                  <c:v>45868</c:v>
                </c:pt>
                <c:pt idx="1444">
                  <c:v>45869</c:v>
                </c:pt>
                <c:pt idx="1445">
                  <c:v>45870</c:v>
                </c:pt>
                <c:pt idx="1446">
                  <c:v>45871</c:v>
                </c:pt>
                <c:pt idx="1447">
                  <c:v>45872</c:v>
                </c:pt>
                <c:pt idx="1448">
                  <c:v>45873</c:v>
                </c:pt>
                <c:pt idx="1449">
                  <c:v>45874</c:v>
                </c:pt>
                <c:pt idx="1450">
                  <c:v>45875</c:v>
                </c:pt>
                <c:pt idx="1451">
                  <c:v>45876</c:v>
                </c:pt>
                <c:pt idx="1452">
                  <c:v>45877</c:v>
                </c:pt>
                <c:pt idx="1453">
                  <c:v>45878</c:v>
                </c:pt>
                <c:pt idx="1454">
                  <c:v>45879</c:v>
                </c:pt>
                <c:pt idx="1455">
                  <c:v>45880</c:v>
                </c:pt>
                <c:pt idx="1456">
                  <c:v>45881</c:v>
                </c:pt>
                <c:pt idx="1457">
                  <c:v>45882</c:v>
                </c:pt>
                <c:pt idx="1458">
                  <c:v>45883</c:v>
                </c:pt>
                <c:pt idx="1459">
                  <c:v>45884</c:v>
                </c:pt>
                <c:pt idx="1460">
                  <c:v>45885</c:v>
                </c:pt>
                <c:pt idx="1461">
                  <c:v>45886</c:v>
                </c:pt>
                <c:pt idx="1462">
                  <c:v>45887</c:v>
                </c:pt>
                <c:pt idx="1463">
                  <c:v>45888</c:v>
                </c:pt>
                <c:pt idx="1464">
                  <c:v>45889</c:v>
                </c:pt>
                <c:pt idx="1465">
                  <c:v>45890</c:v>
                </c:pt>
                <c:pt idx="1466">
                  <c:v>45891</c:v>
                </c:pt>
                <c:pt idx="1467">
                  <c:v>45892</c:v>
                </c:pt>
                <c:pt idx="1468">
                  <c:v>45893</c:v>
                </c:pt>
                <c:pt idx="1469">
                  <c:v>45894</c:v>
                </c:pt>
                <c:pt idx="1470">
                  <c:v>45895</c:v>
                </c:pt>
                <c:pt idx="1471">
                  <c:v>45896</c:v>
                </c:pt>
                <c:pt idx="1472">
                  <c:v>45897</c:v>
                </c:pt>
                <c:pt idx="1473">
                  <c:v>45898</c:v>
                </c:pt>
                <c:pt idx="1474">
                  <c:v>45899</c:v>
                </c:pt>
                <c:pt idx="1475">
                  <c:v>45900</c:v>
                </c:pt>
                <c:pt idx="1476">
                  <c:v>45901</c:v>
                </c:pt>
                <c:pt idx="1477">
                  <c:v>45902</c:v>
                </c:pt>
                <c:pt idx="1478">
                  <c:v>45903</c:v>
                </c:pt>
                <c:pt idx="1479">
                  <c:v>45904</c:v>
                </c:pt>
                <c:pt idx="1480">
                  <c:v>45905</c:v>
                </c:pt>
                <c:pt idx="1481">
                  <c:v>45906</c:v>
                </c:pt>
                <c:pt idx="1482">
                  <c:v>45907</c:v>
                </c:pt>
                <c:pt idx="1483">
                  <c:v>45908</c:v>
                </c:pt>
                <c:pt idx="1484">
                  <c:v>45909</c:v>
                </c:pt>
                <c:pt idx="1485">
                  <c:v>45910</c:v>
                </c:pt>
                <c:pt idx="1486">
                  <c:v>45911</c:v>
                </c:pt>
                <c:pt idx="1487">
                  <c:v>45912</c:v>
                </c:pt>
                <c:pt idx="1488">
                  <c:v>45913</c:v>
                </c:pt>
                <c:pt idx="1489">
                  <c:v>45914</c:v>
                </c:pt>
                <c:pt idx="1490">
                  <c:v>45915</c:v>
                </c:pt>
                <c:pt idx="1491">
                  <c:v>45916</c:v>
                </c:pt>
                <c:pt idx="1492">
                  <c:v>45917</c:v>
                </c:pt>
                <c:pt idx="1493">
                  <c:v>45918</c:v>
                </c:pt>
                <c:pt idx="1494">
                  <c:v>45919</c:v>
                </c:pt>
                <c:pt idx="1495">
                  <c:v>45920</c:v>
                </c:pt>
                <c:pt idx="1496">
                  <c:v>45921</c:v>
                </c:pt>
                <c:pt idx="1497">
                  <c:v>45922</c:v>
                </c:pt>
                <c:pt idx="1498">
                  <c:v>45923</c:v>
                </c:pt>
                <c:pt idx="1499">
                  <c:v>45924</c:v>
                </c:pt>
                <c:pt idx="1500">
                  <c:v>45925</c:v>
                </c:pt>
                <c:pt idx="1501">
                  <c:v>45926</c:v>
                </c:pt>
                <c:pt idx="1502">
                  <c:v>45927</c:v>
                </c:pt>
                <c:pt idx="1503">
                  <c:v>45928</c:v>
                </c:pt>
                <c:pt idx="1504">
                  <c:v>45929</c:v>
                </c:pt>
                <c:pt idx="1505">
                  <c:v>45930</c:v>
                </c:pt>
                <c:pt idx="1506">
                  <c:v>45931</c:v>
                </c:pt>
                <c:pt idx="1507">
                  <c:v>45932</c:v>
                </c:pt>
                <c:pt idx="1508">
                  <c:v>45933</c:v>
                </c:pt>
                <c:pt idx="1509">
                  <c:v>45934</c:v>
                </c:pt>
                <c:pt idx="1510">
                  <c:v>45935</c:v>
                </c:pt>
                <c:pt idx="1511">
                  <c:v>45936</c:v>
                </c:pt>
                <c:pt idx="1512">
                  <c:v>45937</c:v>
                </c:pt>
                <c:pt idx="1513">
                  <c:v>45938</c:v>
                </c:pt>
                <c:pt idx="1514">
                  <c:v>45939</c:v>
                </c:pt>
                <c:pt idx="1515">
                  <c:v>45940</c:v>
                </c:pt>
                <c:pt idx="1516">
                  <c:v>45941</c:v>
                </c:pt>
                <c:pt idx="1517">
                  <c:v>45942</c:v>
                </c:pt>
                <c:pt idx="1518">
                  <c:v>45943</c:v>
                </c:pt>
                <c:pt idx="1519">
                  <c:v>45944</c:v>
                </c:pt>
                <c:pt idx="1520">
                  <c:v>45945</c:v>
                </c:pt>
                <c:pt idx="1521">
                  <c:v>45946</c:v>
                </c:pt>
                <c:pt idx="1522">
                  <c:v>45947</c:v>
                </c:pt>
                <c:pt idx="1523">
                  <c:v>45948</c:v>
                </c:pt>
                <c:pt idx="1524">
                  <c:v>45949</c:v>
                </c:pt>
                <c:pt idx="1525">
                  <c:v>45950</c:v>
                </c:pt>
                <c:pt idx="1526">
                  <c:v>45951</c:v>
                </c:pt>
                <c:pt idx="1527">
                  <c:v>45952</c:v>
                </c:pt>
                <c:pt idx="1528">
                  <c:v>45953</c:v>
                </c:pt>
                <c:pt idx="1529">
                  <c:v>45954</c:v>
                </c:pt>
                <c:pt idx="1530">
                  <c:v>45955</c:v>
                </c:pt>
                <c:pt idx="1531">
                  <c:v>45956</c:v>
                </c:pt>
                <c:pt idx="1532">
                  <c:v>45957</c:v>
                </c:pt>
                <c:pt idx="1533">
                  <c:v>45958</c:v>
                </c:pt>
                <c:pt idx="1534">
                  <c:v>45959</c:v>
                </c:pt>
                <c:pt idx="1535">
                  <c:v>45960</c:v>
                </c:pt>
                <c:pt idx="1536">
                  <c:v>45961</c:v>
                </c:pt>
                <c:pt idx="1537">
                  <c:v>45962</c:v>
                </c:pt>
                <c:pt idx="1538">
                  <c:v>45963</c:v>
                </c:pt>
                <c:pt idx="1539">
                  <c:v>45964</c:v>
                </c:pt>
                <c:pt idx="1540">
                  <c:v>45965</c:v>
                </c:pt>
                <c:pt idx="1541">
                  <c:v>45966</c:v>
                </c:pt>
                <c:pt idx="1542">
                  <c:v>45967</c:v>
                </c:pt>
                <c:pt idx="1543">
                  <c:v>45968</c:v>
                </c:pt>
                <c:pt idx="1544">
                  <c:v>45969</c:v>
                </c:pt>
                <c:pt idx="1545">
                  <c:v>45970</c:v>
                </c:pt>
                <c:pt idx="1546">
                  <c:v>45971</c:v>
                </c:pt>
                <c:pt idx="1547">
                  <c:v>45972</c:v>
                </c:pt>
                <c:pt idx="1548">
                  <c:v>45973</c:v>
                </c:pt>
                <c:pt idx="1549">
                  <c:v>45974</c:v>
                </c:pt>
                <c:pt idx="1550">
                  <c:v>45975</c:v>
                </c:pt>
                <c:pt idx="1551">
                  <c:v>45976</c:v>
                </c:pt>
                <c:pt idx="1552">
                  <c:v>45977</c:v>
                </c:pt>
                <c:pt idx="1553">
                  <c:v>45978</c:v>
                </c:pt>
                <c:pt idx="1554">
                  <c:v>45979</c:v>
                </c:pt>
                <c:pt idx="1555">
                  <c:v>45980</c:v>
                </c:pt>
                <c:pt idx="1556">
                  <c:v>45981</c:v>
                </c:pt>
                <c:pt idx="1557">
                  <c:v>45982</c:v>
                </c:pt>
                <c:pt idx="1558">
                  <c:v>45983</c:v>
                </c:pt>
                <c:pt idx="1559">
                  <c:v>45984</c:v>
                </c:pt>
                <c:pt idx="1560">
                  <c:v>45985</c:v>
                </c:pt>
                <c:pt idx="1561">
                  <c:v>45986</c:v>
                </c:pt>
                <c:pt idx="1562">
                  <c:v>45987</c:v>
                </c:pt>
                <c:pt idx="1563">
                  <c:v>45988</c:v>
                </c:pt>
                <c:pt idx="1564">
                  <c:v>45989</c:v>
                </c:pt>
                <c:pt idx="1565">
                  <c:v>45990</c:v>
                </c:pt>
                <c:pt idx="1566">
                  <c:v>45991</c:v>
                </c:pt>
                <c:pt idx="1567">
                  <c:v>45992</c:v>
                </c:pt>
                <c:pt idx="1568">
                  <c:v>45993</c:v>
                </c:pt>
                <c:pt idx="1569">
                  <c:v>45994</c:v>
                </c:pt>
                <c:pt idx="1570">
                  <c:v>45995</c:v>
                </c:pt>
                <c:pt idx="1571">
                  <c:v>45996</c:v>
                </c:pt>
                <c:pt idx="1572">
                  <c:v>45997</c:v>
                </c:pt>
                <c:pt idx="1573">
                  <c:v>45998</c:v>
                </c:pt>
                <c:pt idx="1574">
                  <c:v>45999</c:v>
                </c:pt>
                <c:pt idx="1575">
                  <c:v>46000</c:v>
                </c:pt>
                <c:pt idx="1576">
                  <c:v>46001</c:v>
                </c:pt>
                <c:pt idx="1577">
                  <c:v>46002</c:v>
                </c:pt>
                <c:pt idx="1578">
                  <c:v>46003</c:v>
                </c:pt>
                <c:pt idx="1579">
                  <c:v>46004</c:v>
                </c:pt>
                <c:pt idx="1580">
                  <c:v>46005</c:v>
                </c:pt>
                <c:pt idx="1581">
                  <c:v>46006</c:v>
                </c:pt>
                <c:pt idx="1582">
                  <c:v>46007</c:v>
                </c:pt>
                <c:pt idx="1583">
                  <c:v>46008</c:v>
                </c:pt>
                <c:pt idx="1584">
                  <c:v>46009</c:v>
                </c:pt>
                <c:pt idx="1585">
                  <c:v>46010</c:v>
                </c:pt>
                <c:pt idx="1586">
                  <c:v>46011</c:v>
                </c:pt>
                <c:pt idx="1587">
                  <c:v>46012</c:v>
                </c:pt>
                <c:pt idx="1588">
                  <c:v>46013</c:v>
                </c:pt>
                <c:pt idx="1589">
                  <c:v>46014</c:v>
                </c:pt>
                <c:pt idx="1590">
                  <c:v>46015</c:v>
                </c:pt>
                <c:pt idx="1591">
                  <c:v>46016</c:v>
                </c:pt>
                <c:pt idx="1592">
                  <c:v>46017</c:v>
                </c:pt>
                <c:pt idx="1593">
                  <c:v>46018</c:v>
                </c:pt>
                <c:pt idx="1594">
                  <c:v>46019</c:v>
                </c:pt>
                <c:pt idx="1595">
                  <c:v>46020</c:v>
                </c:pt>
                <c:pt idx="1596">
                  <c:v>46021</c:v>
                </c:pt>
                <c:pt idx="1597">
                  <c:v>46022</c:v>
                </c:pt>
                <c:pt idx="1598">
                  <c:v>46023</c:v>
                </c:pt>
                <c:pt idx="1599">
                  <c:v>46024</c:v>
                </c:pt>
                <c:pt idx="1600">
                  <c:v>46025</c:v>
                </c:pt>
                <c:pt idx="1601">
                  <c:v>46026</c:v>
                </c:pt>
                <c:pt idx="1602">
                  <c:v>46027</c:v>
                </c:pt>
                <c:pt idx="1603">
                  <c:v>46028</c:v>
                </c:pt>
                <c:pt idx="1604">
                  <c:v>46029</c:v>
                </c:pt>
                <c:pt idx="1605">
                  <c:v>46030</c:v>
                </c:pt>
                <c:pt idx="1606">
                  <c:v>46031</c:v>
                </c:pt>
                <c:pt idx="1607">
                  <c:v>46032</c:v>
                </c:pt>
                <c:pt idx="1608">
                  <c:v>46033</c:v>
                </c:pt>
                <c:pt idx="1609">
                  <c:v>46034</c:v>
                </c:pt>
                <c:pt idx="1610">
                  <c:v>46035</c:v>
                </c:pt>
                <c:pt idx="1611">
                  <c:v>46036</c:v>
                </c:pt>
                <c:pt idx="1612">
                  <c:v>46037</c:v>
                </c:pt>
                <c:pt idx="1613">
                  <c:v>46038</c:v>
                </c:pt>
                <c:pt idx="1614">
                  <c:v>46039</c:v>
                </c:pt>
                <c:pt idx="1615">
                  <c:v>46040</c:v>
                </c:pt>
                <c:pt idx="1616">
                  <c:v>46041</c:v>
                </c:pt>
                <c:pt idx="1617">
                  <c:v>46042</c:v>
                </c:pt>
                <c:pt idx="1618">
                  <c:v>46043</c:v>
                </c:pt>
                <c:pt idx="1619">
                  <c:v>46044</c:v>
                </c:pt>
                <c:pt idx="1620">
                  <c:v>46045</c:v>
                </c:pt>
                <c:pt idx="1621">
                  <c:v>46046</c:v>
                </c:pt>
                <c:pt idx="1622">
                  <c:v>46047</c:v>
                </c:pt>
                <c:pt idx="1623">
                  <c:v>46048</c:v>
                </c:pt>
                <c:pt idx="1624">
                  <c:v>46049</c:v>
                </c:pt>
                <c:pt idx="1625">
                  <c:v>46050</c:v>
                </c:pt>
                <c:pt idx="1626">
                  <c:v>46051</c:v>
                </c:pt>
                <c:pt idx="1627">
                  <c:v>46052</c:v>
                </c:pt>
                <c:pt idx="1628">
                  <c:v>46053</c:v>
                </c:pt>
                <c:pt idx="1629">
                  <c:v>46054</c:v>
                </c:pt>
                <c:pt idx="1630">
                  <c:v>46055</c:v>
                </c:pt>
                <c:pt idx="1631">
                  <c:v>46056</c:v>
                </c:pt>
                <c:pt idx="1632">
                  <c:v>46057</c:v>
                </c:pt>
                <c:pt idx="1633">
                  <c:v>46058</c:v>
                </c:pt>
                <c:pt idx="1634">
                  <c:v>46059</c:v>
                </c:pt>
                <c:pt idx="1635">
                  <c:v>46060</c:v>
                </c:pt>
                <c:pt idx="1636">
                  <c:v>46061</c:v>
                </c:pt>
                <c:pt idx="1637">
                  <c:v>46062</c:v>
                </c:pt>
                <c:pt idx="1638">
                  <c:v>46063</c:v>
                </c:pt>
                <c:pt idx="1639">
                  <c:v>46064</c:v>
                </c:pt>
                <c:pt idx="1640">
                  <c:v>46065</c:v>
                </c:pt>
                <c:pt idx="1641">
                  <c:v>46066</c:v>
                </c:pt>
                <c:pt idx="1642">
                  <c:v>46067</c:v>
                </c:pt>
                <c:pt idx="1643">
                  <c:v>46068</c:v>
                </c:pt>
                <c:pt idx="1644">
                  <c:v>46069</c:v>
                </c:pt>
                <c:pt idx="1645">
                  <c:v>46070</c:v>
                </c:pt>
                <c:pt idx="1646">
                  <c:v>46071</c:v>
                </c:pt>
                <c:pt idx="1647">
                  <c:v>46072</c:v>
                </c:pt>
                <c:pt idx="1648">
                  <c:v>46073</c:v>
                </c:pt>
                <c:pt idx="1649">
                  <c:v>46074</c:v>
                </c:pt>
                <c:pt idx="1650">
                  <c:v>46075</c:v>
                </c:pt>
                <c:pt idx="1651">
                  <c:v>46076</c:v>
                </c:pt>
                <c:pt idx="1652">
                  <c:v>46077</c:v>
                </c:pt>
                <c:pt idx="1653">
                  <c:v>46078</c:v>
                </c:pt>
                <c:pt idx="1654">
                  <c:v>46079</c:v>
                </c:pt>
                <c:pt idx="1655">
                  <c:v>46080</c:v>
                </c:pt>
                <c:pt idx="1656">
                  <c:v>46081</c:v>
                </c:pt>
                <c:pt idx="1657">
                  <c:v>46082</c:v>
                </c:pt>
                <c:pt idx="1658">
                  <c:v>46083</c:v>
                </c:pt>
                <c:pt idx="1659">
                  <c:v>46084</c:v>
                </c:pt>
                <c:pt idx="1660">
                  <c:v>46085</c:v>
                </c:pt>
                <c:pt idx="1661">
                  <c:v>46086</c:v>
                </c:pt>
                <c:pt idx="1662">
                  <c:v>46087</c:v>
                </c:pt>
                <c:pt idx="1663">
                  <c:v>46088</c:v>
                </c:pt>
                <c:pt idx="1664">
                  <c:v>46089</c:v>
                </c:pt>
                <c:pt idx="1665">
                  <c:v>46090</c:v>
                </c:pt>
                <c:pt idx="1666">
                  <c:v>46091</c:v>
                </c:pt>
                <c:pt idx="1667">
                  <c:v>46092</c:v>
                </c:pt>
                <c:pt idx="1668">
                  <c:v>46093</c:v>
                </c:pt>
                <c:pt idx="1669">
                  <c:v>46094</c:v>
                </c:pt>
                <c:pt idx="1670">
                  <c:v>46095</c:v>
                </c:pt>
                <c:pt idx="1671">
                  <c:v>46096</c:v>
                </c:pt>
                <c:pt idx="1672">
                  <c:v>46097</c:v>
                </c:pt>
                <c:pt idx="1673">
                  <c:v>46098</c:v>
                </c:pt>
                <c:pt idx="1674">
                  <c:v>46099</c:v>
                </c:pt>
                <c:pt idx="1675">
                  <c:v>46100</c:v>
                </c:pt>
                <c:pt idx="1676">
                  <c:v>46101</c:v>
                </c:pt>
                <c:pt idx="1677">
                  <c:v>46102</c:v>
                </c:pt>
                <c:pt idx="1678">
                  <c:v>46103</c:v>
                </c:pt>
                <c:pt idx="1679">
                  <c:v>46104</c:v>
                </c:pt>
                <c:pt idx="1680">
                  <c:v>46105</c:v>
                </c:pt>
                <c:pt idx="1681">
                  <c:v>46106</c:v>
                </c:pt>
                <c:pt idx="1682">
                  <c:v>46107</c:v>
                </c:pt>
                <c:pt idx="1683">
                  <c:v>46108</c:v>
                </c:pt>
                <c:pt idx="1684">
                  <c:v>46109</c:v>
                </c:pt>
                <c:pt idx="1685">
                  <c:v>46110</c:v>
                </c:pt>
                <c:pt idx="1686">
                  <c:v>46111</c:v>
                </c:pt>
                <c:pt idx="1687">
                  <c:v>46112</c:v>
                </c:pt>
                <c:pt idx="1688">
                  <c:v>46113</c:v>
                </c:pt>
                <c:pt idx="1689">
                  <c:v>46114</c:v>
                </c:pt>
                <c:pt idx="1690">
                  <c:v>46115</c:v>
                </c:pt>
                <c:pt idx="1691">
                  <c:v>46116</c:v>
                </c:pt>
                <c:pt idx="1692">
                  <c:v>46117</c:v>
                </c:pt>
                <c:pt idx="1693">
                  <c:v>46118</c:v>
                </c:pt>
                <c:pt idx="1694">
                  <c:v>46119</c:v>
                </c:pt>
                <c:pt idx="1695">
                  <c:v>46120</c:v>
                </c:pt>
                <c:pt idx="1696">
                  <c:v>46121</c:v>
                </c:pt>
                <c:pt idx="1697">
                  <c:v>46122</c:v>
                </c:pt>
                <c:pt idx="1698">
                  <c:v>46123</c:v>
                </c:pt>
                <c:pt idx="1699">
                  <c:v>46124</c:v>
                </c:pt>
                <c:pt idx="1700">
                  <c:v>46125</c:v>
                </c:pt>
                <c:pt idx="1701">
                  <c:v>46126</c:v>
                </c:pt>
                <c:pt idx="1702">
                  <c:v>46127</c:v>
                </c:pt>
                <c:pt idx="1703">
                  <c:v>46128</c:v>
                </c:pt>
                <c:pt idx="1704">
                  <c:v>46129</c:v>
                </c:pt>
                <c:pt idx="1705">
                  <c:v>46130</c:v>
                </c:pt>
                <c:pt idx="1706">
                  <c:v>46131</c:v>
                </c:pt>
                <c:pt idx="1707">
                  <c:v>46132</c:v>
                </c:pt>
                <c:pt idx="1708">
                  <c:v>46133</c:v>
                </c:pt>
                <c:pt idx="1709">
                  <c:v>46134</c:v>
                </c:pt>
                <c:pt idx="1710">
                  <c:v>46135</c:v>
                </c:pt>
                <c:pt idx="1711">
                  <c:v>46136</c:v>
                </c:pt>
                <c:pt idx="1712">
                  <c:v>46137</c:v>
                </c:pt>
                <c:pt idx="1713">
                  <c:v>46138</c:v>
                </c:pt>
                <c:pt idx="1714">
                  <c:v>46139</c:v>
                </c:pt>
                <c:pt idx="1715">
                  <c:v>46140</c:v>
                </c:pt>
                <c:pt idx="1716">
                  <c:v>46141</c:v>
                </c:pt>
                <c:pt idx="1717">
                  <c:v>46142</c:v>
                </c:pt>
                <c:pt idx="1718">
                  <c:v>46143</c:v>
                </c:pt>
                <c:pt idx="1719">
                  <c:v>46144</c:v>
                </c:pt>
                <c:pt idx="1720">
                  <c:v>46145</c:v>
                </c:pt>
                <c:pt idx="1721">
                  <c:v>46146</c:v>
                </c:pt>
                <c:pt idx="1722">
                  <c:v>46147</c:v>
                </c:pt>
                <c:pt idx="1723">
                  <c:v>46148</c:v>
                </c:pt>
                <c:pt idx="1724">
                  <c:v>46149</c:v>
                </c:pt>
                <c:pt idx="1725">
                  <c:v>46150</c:v>
                </c:pt>
                <c:pt idx="1726">
                  <c:v>46151</c:v>
                </c:pt>
                <c:pt idx="1727">
                  <c:v>46152</c:v>
                </c:pt>
                <c:pt idx="1728">
                  <c:v>46153</c:v>
                </c:pt>
                <c:pt idx="1729">
                  <c:v>46154</c:v>
                </c:pt>
                <c:pt idx="1730">
                  <c:v>46155</c:v>
                </c:pt>
                <c:pt idx="1731">
                  <c:v>46156</c:v>
                </c:pt>
                <c:pt idx="1732">
                  <c:v>46157</c:v>
                </c:pt>
                <c:pt idx="1733">
                  <c:v>46158</c:v>
                </c:pt>
                <c:pt idx="1734">
                  <c:v>46159</c:v>
                </c:pt>
                <c:pt idx="1735">
                  <c:v>46160</c:v>
                </c:pt>
                <c:pt idx="1736">
                  <c:v>46161</c:v>
                </c:pt>
                <c:pt idx="1737">
                  <c:v>46162</c:v>
                </c:pt>
                <c:pt idx="1738">
                  <c:v>46163</c:v>
                </c:pt>
                <c:pt idx="1739">
                  <c:v>46164</c:v>
                </c:pt>
                <c:pt idx="1740">
                  <c:v>46165</c:v>
                </c:pt>
                <c:pt idx="1741">
                  <c:v>46166</c:v>
                </c:pt>
                <c:pt idx="1742">
                  <c:v>46167</c:v>
                </c:pt>
                <c:pt idx="1743">
                  <c:v>46168</c:v>
                </c:pt>
                <c:pt idx="1744">
                  <c:v>46169</c:v>
                </c:pt>
                <c:pt idx="1745">
                  <c:v>46170</c:v>
                </c:pt>
                <c:pt idx="1746">
                  <c:v>46171</c:v>
                </c:pt>
                <c:pt idx="1747">
                  <c:v>46172</c:v>
                </c:pt>
                <c:pt idx="1748">
                  <c:v>46173</c:v>
                </c:pt>
                <c:pt idx="1749">
                  <c:v>46174</c:v>
                </c:pt>
                <c:pt idx="1750">
                  <c:v>46175</c:v>
                </c:pt>
                <c:pt idx="1751">
                  <c:v>46176</c:v>
                </c:pt>
                <c:pt idx="1752">
                  <c:v>46177</c:v>
                </c:pt>
                <c:pt idx="1753">
                  <c:v>46178</c:v>
                </c:pt>
                <c:pt idx="1754">
                  <c:v>46179</c:v>
                </c:pt>
                <c:pt idx="1755">
                  <c:v>46180</c:v>
                </c:pt>
                <c:pt idx="1756">
                  <c:v>46181</c:v>
                </c:pt>
                <c:pt idx="1757">
                  <c:v>46182</c:v>
                </c:pt>
                <c:pt idx="1758">
                  <c:v>46183</c:v>
                </c:pt>
                <c:pt idx="1759">
                  <c:v>46184</c:v>
                </c:pt>
                <c:pt idx="1760">
                  <c:v>46185</c:v>
                </c:pt>
                <c:pt idx="1761">
                  <c:v>46186</c:v>
                </c:pt>
                <c:pt idx="1762">
                  <c:v>46187</c:v>
                </c:pt>
                <c:pt idx="1763">
                  <c:v>46188</c:v>
                </c:pt>
                <c:pt idx="1764">
                  <c:v>46189</c:v>
                </c:pt>
                <c:pt idx="1765">
                  <c:v>46190</c:v>
                </c:pt>
                <c:pt idx="1766">
                  <c:v>46191</c:v>
                </c:pt>
                <c:pt idx="1767">
                  <c:v>46192</c:v>
                </c:pt>
                <c:pt idx="1768">
                  <c:v>46193</c:v>
                </c:pt>
                <c:pt idx="1769">
                  <c:v>46194</c:v>
                </c:pt>
                <c:pt idx="1770">
                  <c:v>46195</c:v>
                </c:pt>
                <c:pt idx="1771">
                  <c:v>46196</c:v>
                </c:pt>
                <c:pt idx="1772">
                  <c:v>46197</c:v>
                </c:pt>
                <c:pt idx="1773">
                  <c:v>46198</c:v>
                </c:pt>
                <c:pt idx="1774">
                  <c:v>46199</c:v>
                </c:pt>
                <c:pt idx="1775">
                  <c:v>46200</c:v>
                </c:pt>
                <c:pt idx="1776">
                  <c:v>46201</c:v>
                </c:pt>
                <c:pt idx="1777">
                  <c:v>46202</c:v>
                </c:pt>
                <c:pt idx="1778">
                  <c:v>46203</c:v>
                </c:pt>
                <c:pt idx="1779">
                  <c:v>46204</c:v>
                </c:pt>
                <c:pt idx="1780">
                  <c:v>46205</c:v>
                </c:pt>
                <c:pt idx="1781">
                  <c:v>46206</c:v>
                </c:pt>
                <c:pt idx="1782">
                  <c:v>46207</c:v>
                </c:pt>
                <c:pt idx="1783">
                  <c:v>46208</c:v>
                </c:pt>
                <c:pt idx="1784">
                  <c:v>46209</c:v>
                </c:pt>
                <c:pt idx="1785">
                  <c:v>46210</c:v>
                </c:pt>
                <c:pt idx="1786">
                  <c:v>46211</c:v>
                </c:pt>
                <c:pt idx="1787">
                  <c:v>46212</c:v>
                </c:pt>
                <c:pt idx="1788">
                  <c:v>46213</c:v>
                </c:pt>
                <c:pt idx="1789">
                  <c:v>46214</c:v>
                </c:pt>
                <c:pt idx="1790">
                  <c:v>46215</c:v>
                </c:pt>
                <c:pt idx="1791">
                  <c:v>46216</c:v>
                </c:pt>
                <c:pt idx="1792">
                  <c:v>46217</c:v>
                </c:pt>
                <c:pt idx="1793">
                  <c:v>46218</c:v>
                </c:pt>
                <c:pt idx="1794">
                  <c:v>46219</c:v>
                </c:pt>
                <c:pt idx="1795">
                  <c:v>46220</c:v>
                </c:pt>
                <c:pt idx="1796">
                  <c:v>46221</c:v>
                </c:pt>
                <c:pt idx="1797">
                  <c:v>46222</c:v>
                </c:pt>
                <c:pt idx="1798">
                  <c:v>46223</c:v>
                </c:pt>
                <c:pt idx="1799">
                  <c:v>46224</c:v>
                </c:pt>
                <c:pt idx="1800">
                  <c:v>46225</c:v>
                </c:pt>
                <c:pt idx="1801">
                  <c:v>46226</c:v>
                </c:pt>
                <c:pt idx="1802">
                  <c:v>46227</c:v>
                </c:pt>
                <c:pt idx="1803">
                  <c:v>46228</c:v>
                </c:pt>
                <c:pt idx="1804">
                  <c:v>46229</c:v>
                </c:pt>
                <c:pt idx="1805">
                  <c:v>46230</c:v>
                </c:pt>
                <c:pt idx="1806">
                  <c:v>46231</c:v>
                </c:pt>
                <c:pt idx="1807">
                  <c:v>46232</c:v>
                </c:pt>
                <c:pt idx="1808">
                  <c:v>46233</c:v>
                </c:pt>
                <c:pt idx="1809">
                  <c:v>46234</c:v>
                </c:pt>
                <c:pt idx="1810">
                  <c:v>46235</c:v>
                </c:pt>
                <c:pt idx="1811">
                  <c:v>46236</c:v>
                </c:pt>
                <c:pt idx="1812">
                  <c:v>46237</c:v>
                </c:pt>
                <c:pt idx="1813">
                  <c:v>46238</c:v>
                </c:pt>
                <c:pt idx="1814">
                  <c:v>46239</c:v>
                </c:pt>
                <c:pt idx="1815">
                  <c:v>46240</c:v>
                </c:pt>
                <c:pt idx="1816">
                  <c:v>46241</c:v>
                </c:pt>
                <c:pt idx="1817">
                  <c:v>46242</c:v>
                </c:pt>
                <c:pt idx="1818">
                  <c:v>46243</c:v>
                </c:pt>
                <c:pt idx="1819">
                  <c:v>46244</c:v>
                </c:pt>
                <c:pt idx="1820">
                  <c:v>46245</c:v>
                </c:pt>
                <c:pt idx="1821">
                  <c:v>46246</c:v>
                </c:pt>
                <c:pt idx="1822">
                  <c:v>46247</c:v>
                </c:pt>
                <c:pt idx="1823">
                  <c:v>46248</c:v>
                </c:pt>
                <c:pt idx="1824">
                  <c:v>46249</c:v>
                </c:pt>
                <c:pt idx="1825">
                  <c:v>46250</c:v>
                </c:pt>
                <c:pt idx="1826">
                  <c:v>46251</c:v>
                </c:pt>
                <c:pt idx="1827">
                  <c:v>46252</c:v>
                </c:pt>
                <c:pt idx="1828">
                  <c:v>46253</c:v>
                </c:pt>
              </c:numCache>
            </c:numRef>
          </c:cat>
          <c:val>
            <c:numRef>
              <c:f>Source!$AY$3:$AY$3656</c:f>
              <c:numCache>
                <c:formatCode>General</c:formatCode>
                <c:ptCount val="3654"/>
                <c:pt idx="0">
                  <c:v>12.775510532511786</c:v>
                </c:pt>
                <c:pt idx="1">
                  <c:v>12.775510532511786</c:v>
                </c:pt>
                <c:pt idx="2">
                  <c:v>12.775510532511786</c:v>
                </c:pt>
                <c:pt idx="3">
                  <c:v>12.775510532511786</c:v>
                </c:pt>
                <c:pt idx="4">
                  <c:v>12.775510532511786</c:v>
                </c:pt>
                <c:pt idx="5">
                  <c:v>12.775510532511786</c:v>
                </c:pt>
                <c:pt idx="6">
                  <c:v>12.775510532511786</c:v>
                </c:pt>
                <c:pt idx="7">
                  <c:v>12.775510532511786</c:v>
                </c:pt>
                <c:pt idx="8">
                  <c:v>12.775510532511786</c:v>
                </c:pt>
                <c:pt idx="9">
                  <c:v>12.775510532511786</c:v>
                </c:pt>
                <c:pt idx="10">
                  <c:v>12.775510532511786</c:v>
                </c:pt>
                <c:pt idx="11">
                  <c:v>12.775510532511786</c:v>
                </c:pt>
                <c:pt idx="12">
                  <c:v>12.775510532511786</c:v>
                </c:pt>
                <c:pt idx="13">
                  <c:v>12.775510532511786</c:v>
                </c:pt>
                <c:pt idx="14">
                  <c:v>12.775510532511786</c:v>
                </c:pt>
                <c:pt idx="15">
                  <c:v>12.775510532511786</c:v>
                </c:pt>
                <c:pt idx="16">
                  <c:v>12.775510532511786</c:v>
                </c:pt>
                <c:pt idx="17">
                  <c:v>12.775510532511786</c:v>
                </c:pt>
                <c:pt idx="18">
                  <c:v>12.775510532511786</c:v>
                </c:pt>
                <c:pt idx="19">
                  <c:v>12.775510532511786</c:v>
                </c:pt>
                <c:pt idx="20">
                  <c:v>12.775510532511786</c:v>
                </c:pt>
                <c:pt idx="21">
                  <c:v>12.775510532511786</c:v>
                </c:pt>
                <c:pt idx="22">
                  <c:v>12.775510532511786</c:v>
                </c:pt>
                <c:pt idx="23">
                  <c:v>12.775510532511786</c:v>
                </c:pt>
                <c:pt idx="24">
                  <c:v>12.775510532511786</c:v>
                </c:pt>
                <c:pt idx="25">
                  <c:v>12.775510532511786</c:v>
                </c:pt>
                <c:pt idx="26">
                  <c:v>12.775510532511786</c:v>
                </c:pt>
                <c:pt idx="27">
                  <c:v>12.775510532511786</c:v>
                </c:pt>
                <c:pt idx="28">
                  <c:v>12.775510532511786</c:v>
                </c:pt>
                <c:pt idx="29">
                  <c:v>12.775510532511786</c:v>
                </c:pt>
                <c:pt idx="30">
                  <c:v>12.775510532511786</c:v>
                </c:pt>
                <c:pt idx="31">
                  <c:v>12.775510532511786</c:v>
                </c:pt>
                <c:pt idx="32">
                  <c:v>12.775510532511786</c:v>
                </c:pt>
                <c:pt idx="33">
                  <c:v>12.775510532511786</c:v>
                </c:pt>
                <c:pt idx="34">
                  <c:v>12.775510532511786</c:v>
                </c:pt>
                <c:pt idx="35">
                  <c:v>12.775510532511786</c:v>
                </c:pt>
                <c:pt idx="36">
                  <c:v>12.775510532511786</c:v>
                </c:pt>
                <c:pt idx="37">
                  <c:v>12.775510532511786</c:v>
                </c:pt>
                <c:pt idx="38">
                  <c:v>12.775510532511786</c:v>
                </c:pt>
                <c:pt idx="39">
                  <c:v>12.775510532511786</c:v>
                </c:pt>
                <c:pt idx="40">
                  <c:v>12.775510532511786</c:v>
                </c:pt>
                <c:pt idx="41">
                  <c:v>12.775510532511786</c:v>
                </c:pt>
                <c:pt idx="42">
                  <c:v>12.775510532511786</c:v>
                </c:pt>
                <c:pt idx="43">
                  <c:v>12.775510532511786</c:v>
                </c:pt>
                <c:pt idx="44">
                  <c:v>12.775510532511786</c:v>
                </c:pt>
                <c:pt idx="45">
                  <c:v>12.775510532511786</c:v>
                </c:pt>
                <c:pt idx="46">
                  <c:v>12.775510532511786</c:v>
                </c:pt>
                <c:pt idx="47">
                  <c:v>12.775510532511786</c:v>
                </c:pt>
                <c:pt idx="48">
                  <c:v>12.775510532511786</c:v>
                </c:pt>
                <c:pt idx="49">
                  <c:v>12.775510532511786</c:v>
                </c:pt>
                <c:pt idx="50">
                  <c:v>12.775510532511786</c:v>
                </c:pt>
                <c:pt idx="51">
                  <c:v>12.775510532511786</c:v>
                </c:pt>
                <c:pt idx="52">
                  <c:v>12.775510532511786</c:v>
                </c:pt>
                <c:pt idx="53">
                  <c:v>12.775510532511786</c:v>
                </c:pt>
                <c:pt idx="54">
                  <c:v>12.775510532511786</c:v>
                </c:pt>
                <c:pt idx="55">
                  <c:v>12.775510532511786</c:v>
                </c:pt>
                <c:pt idx="56">
                  <c:v>12.775510532511786</c:v>
                </c:pt>
                <c:pt idx="57">
                  <c:v>12.775510532511786</c:v>
                </c:pt>
                <c:pt idx="58">
                  <c:v>12.775510532511786</c:v>
                </c:pt>
                <c:pt idx="59">
                  <c:v>12.775510532511786</c:v>
                </c:pt>
                <c:pt idx="60">
                  <c:v>12.775510532511786</c:v>
                </c:pt>
                <c:pt idx="61">
                  <c:v>12.775510532511786</c:v>
                </c:pt>
                <c:pt idx="62">
                  <c:v>12.775510532511786</c:v>
                </c:pt>
                <c:pt idx="63">
                  <c:v>12.775510532511786</c:v>
                </c:pt>
                <c:pt idx="64">
                  <c:v>12.775510532511786</c:v>
                </c:pt>
                <c:pt idx="65">
                  <c:v>12.775510532511786</c:v>
                </c:pt>
                <c:pt idx="66">
                  <c:v>12.775510532511786</c:v>
                </c:pt>
                <c:pt idx="67">
                  <c:v>12.775510532511786</c:v>
                </c:pt>
                <c:pt idx="68">
                  <c:v>12.775510532511786</c:v>
                </c:pt>
                <c:pt idx="69">
                  <c:v>12.775510532511786</c:v>
                </c:pt>
                <c:pt idx="70">
                  <c:v>12.775510532511786</c:v>
                </c:pt>
                <c:pt idx="71">
                  <c:v>12.775510532511786</c:v>
                </c:pt>
                <c:pt idx="72">
                  <c:v>12.775510532511786</c:v>
                </c:pt>
                <c:pt idx="73">
                  <c:v>12.775510532511786</c:v>
                </c:pt>
                <c:pt idx="74">
                  <c:v>12.775510532511786</c:v>
                </c:pt>
                <c:pt idx="75">
                  <c:v>12.775510532511786</c:v>
                </c:pt>
                <c:pt idx="76">
                  <c:v>12.775510532511786</c:v>
                </c:pt>
                <c:pt idx="77">
                  <c:v>12.775510532511786</c:v>
                </c:pt>
                <c:pt idx="78">
                  <c:v>12.775510532511786</c:v>
                </c:pt>
                <c:pt idx="79">
                  <c:v>12.775510532511786</c:v>
                </c:pt>
                <c:pt idx="80">
                  <c:v>12.775510532511786</c:v>
                </c:pt>
                <c:pt idx="81">
                  <c:v>12.775510532511786</c:v>
                </c:pt>
                <c:pt idx="82">
                  <c:v>12.775510532511786</c:v>
                </c:pt>
                <c:pt idx="83">
                  <c:v>12.775510532511786</c:v>
                </c:pt>
                <c:pt idx="84">
                  <c:v>12.775510532511786</c:v>
                </c:pt>
                <c:pt idx="85">
                  <c:v>12.775510532511786</c:v>
                </c:pt>
                <c:pt idx="86">
                  <c:v>12.775510532511786</c:v>
                </c:pt>
                <c:pt idx="87">
                  <c:v>12.775510532511786</c:v>
                </c:pt>
                <c:pt idx="88">
                  <c:v>12.775510532511786</c:v>
                </c:pt>
                <c:pt idx="89">
                  <c:v>12.775510532511786</c:v>
                </c:pt>
                <c:pt idx="90">
                  <c:v>12.775510532511786</c:v>
                </c:pt>
                <c:pt idx="91">
                  <c:v>12.775510532511786</c:v>
                </c:pt>
                <c:pt idx="92">
                  <c:v>12.775510532511786</c:v>
                </c:pt>
                <c:pt idx="93">
                  <c:v>12.775510532511786</c:v>
                </c:pt>
                <c:pt idx="94">
                  <c:v>12.775510532511786</c:v>
                </c:pt>
                <c:pt idx="95">
                  <c:v>12.775510532511786</c:v>
                </c:pt>
                <c:pt idx="96">
                  <c:v>12.775510532511786</c:v>
                </c:pt>
                <c:pt idx="97">
                  <c:v>12.775510532511786</c:v>
                </c:pt>
                <c:pt idx="98">
                  <c:v>12.775510532511786</c:v>
                </c:pt>
                <c:pt idx="99">
                  <c:v>12.775510532511786</c:v>
                </c:pt>
                <c:pt idx="100">
                  <c:v>12.775510532511786</c:v>
                </c:pt>
                <c:pt idx="101">
                  <c:v>12.775510532511786</c:v>
                </c:pt>
                <c:pt idx="102">
                  <c:v>12.775510532511786</c:v>
                </c:pt>
                <c:pt idx="103">
                  <c:v>12.775510532511786</c:v>
                </c:pt>
                <c:pt idx="104">
                  <c:v>12.775510532511786</c:v>
                </c:pt>
                <c:pt idx="105">
                  <c:v>12.775510532511786</c:v>
                </c:pt>
                <c:pt idx="106">
                  <c:v>12.775510532511786</c:v>
                </c:pt>
                <c:pt idx="107">
                  <c:v>12.775510532511786</c:v>
                </c:pt>
                <c:pt idx="108">
                  <c:v>12.775510532511786</c:v>
                </c:pt>
                <c:pt idx="109">
                  <c:v>12.775510532511786</c:v>
                </c:pt>
                <c:pt idx="110">
                  <c:v>12.775510532511786</c:v>
                </c:pt>
                <c:pt idx="111">
                  <c:v>12.775510532511786</c:v>
                </c:pt>
                <c:pt idx="112">
                  <c:v>12.775510532511786</c:v>
                </c:pt>
                <c:pt idx="113">
                  <c:v>12.775510532511786</c:v>
                </c:pt>
                <c:pt idx="114">
                  <c:v>12.775510532511786</c:v>
                </c:pt>
                <c:pt idx="115">
                  <c:v>12.775510532511786</c:v>
                </c:pt>
                <c:pt idx="116">
                  <c:v>12.775510532511786</c:v>
                </c:pt>
                <c:pt idx="117">
                  <c:v>12.775510532511786</c:v>
                </c:pt>
                <c:pt idx="118">
                  <c:v>12.775510532511786</c:v>
                </c:pt>
                <c:pt idx="119">
                  <c:v>12.775510532511786</c:v>
                </c:pt>
                <c:pt idx="120">
                  <c:v>12.775510532511786</c:v>
                </c:pt>
                <c:pt idx="121">
                  <c:v>12.775510532511786</c:v>
                </c:pt>
                <c:pt idx="122">
                  <c:v>12.775510532511786</c:v>
                </c:pt>
                <c:pt idx="123">
                  <c:v>12.775510532511786</c:v>
                </c:pt>
                <c:pt idx="124">
                  <c:v>12.775510532511786</c:v>
                </c:pt>
                <c:pt idx="125">
                  <c:v>12.775510532511786</c:v>
                </c:pt>
                <c:pt idx="126">
                  <c:v>12.775510532511786</c:v>
                </c:pt>
                <c:pt idx="127">
                  <c:v>12.775510532511786</c:v>
                </c:pt>
                <c:pt idx="128">
                  <c:v>12.775510532511786</c:v>
                </c:pt>
                <c:pt idx="129">
                  <c:v>12.775510532511786</c:v>
                </c:pt>
                <c:pt idx="130">
                  <c:v>12.775510532511786</c:v>
                </c:pt>
                <c:pt idx="131">
                  <c:v>12.775510532511786</c:v>
                </c:pt>
                <c:pt idx="132">
                  <c:v>12.775510532511786</c:v>
                </c:pt>
                <c:pt idx="133">
                  <c:v>12.775510532511786</c:v>
                </c:pt>
                <c:pt idx="134">
                  <c:v>12.775510532511786</c:v>
                </c:pt>
                <c:pt idx="135">
                  <c:v>12.775510532511786</c:v>
                </c:pt>
                <c:pt idx="136">
                  <c:v>12.775510532511786</c:v>
                </c:pt>
                <c:pt idx="137">
                  <c:v>12.775510532511786</c:v>
                </c:pt>
                <c:pt idx="138">
                  <c:v>12.775510532511786</c:v>
                </c:pt>
                <c:pt idx="139">
                  <c:v>12.775510532511786</c:v>
                </c:pt>
                <c:pt idx="140">
                  <c:v>12.775510532511786</c:v>
                </c:pt>
                <c:pt idx="141">
                  <c:v>12.775510532511786</c:v>
                </c:pt>
                <c:pt idx="142">
                  <c:v>12.775510532511786</c:v>
                </c:pt>
                <c:pt idx="143">
                  <c:v>12.775510532511786</c:v>
                </c:pt>
                <c:pt idx="144">
                  <c:v>12.775510532511786</c:v>
                </c:pt>
                <c:pt idx="145">
                  <c:v>12.775510532511786</c:v>
                </c:pt>
                <c:pt idx="146">
                  <c:v>12.775510532511786</c:v>
                </c:pt>
                <c:pt idx="147">
                  <c:v>12.775510532511786</c:v>
                </c:pt>
                <c:pt idx="148">
                  <c:v>12.775510532511786</c:v>
                </c:pt>
                <c:pt idx="149">
                  <c:v>12.775510532511786</c:v>
                </c:pt>
                <c:pt idx="150">
                  <c:v>12.775510532511786</c:v>
                </c:pt>
                <c:pt idx="151">
                  <c:v>12.775510532511786</c:v>
                </c:pt>
                <c:pt idx="152">
                  <c:v>12.775510532511786</c:v>
                </c:pt>
                <c:pt idx="153">
                  <c:v>12.775510532511786</c:v>
                </c:pt>
                <c:pt idx="154">
                  <c:v>12.775510532511786</c:v>
                </c:pt>
                <c:pt idx="155">
                  <c:v>12.775510532511786</c:v>
                </c:pt>
                <c:pt idx="156">
                  <c:v>12.775510532511786</c:v>
                </c:pt>
                <c:pt idx="157">
                  <c:v>12.775510532511786</c:v>
                </c:pt>
                <c:pt idx="158">
                  <c:v>12.775510532511786</c:v>
                </c:pt>
                <c:pt idx="159">
                  <c:v>12.775510532511786</c:v>
                </c:pt>
                <c:pt idx="160">
                  <c:v>12.775510532511786</c:v>
                </c:pt>
                <c:pt idx="161">
                  <c:v>12.775510532511786</c:v>
                </c:pt>
                <c:pt idx="162">
                  <c:v>12.775510532511786</c:v>
                </c:pt>
                <c:pt idx="163">
                  <c:v>12.775510532511786</c:v>
                </c:pt>
                <c:pt idx="164">
                  <c:v>12.775510532511786</c:v>
                </c:pt>
                <c:pt idx="165">
                  <c:v>12.775510532511786</c:v>
                </c:pt>
                <c:pt idx="166">
                  <c:v>12.775510532511786</c:v>
                </c:pt>
                <c:pt idx="167">
                  <c:v>12.775510532511786</c:v>
                </c:pt>
                <c:pt idx="168">
                  <c:v>12.775510532511786</c:v>
                </c:pt>
                <c:pt idx="169">
                  <c:v>12.775510532511786</c:v>
                </c:pt>
                <c:pt idx="170">
                  <c:v>12.775510532511786</c:v>
                </c:pt>
                <c:pt idx="171">
                  <c:v>12.775510532511786</c:v>
                </c:pt>
                <c:pt idx="172">
                  <c:v>12.775510532511786</c:v>
                </c:pt>
                <c:pt idx="173">
                  <c:v>12.775510532511786</c:v>
                </c:pt>
                <c:pt idx="174">
                  <c:v>12.775510532511786</c:v>
                </c:pt>
                <c:pt idx="175">
                  <c:v>12.775510532511786</c:v>
                </c:pt>
                <c:pt idx="176">
                  <c:v>12.775510532511786</c:v>
                </c:pt>
                <c:pt idx="177">
                  <c:v>12.775510532511786</c:v>
                </c:pt>
                <c:pt idx="178">
                  <c:v>12.775510532511786</c:v>
                </c:pt>
                <c:pt idx="179">
                  <c:v>12.775510532511786</c:v>
                </c:pt>
                <c:pt idx="180">
                  <c:v>12.775510532511786</c:v>
                </c:pt>
                <c:pt idx="181">
                  <c:v>12.775510532511786</c:v>
                </c:pt>
                <c:pt idx="182">
                  <c:v>12.775510532511786</c:v>
                </c:pt>
                <c:pt idx="183">
                  <c:v>12.775510532511786</c:v>
                </c:pt>
                <c:pt idx="184">
                  <c:v>12.775510532511786</c:v>
                </c:pt>
                <c:pt idx="185">
                  <c:v>12.775510532511786</c:v>
                </c:pt>
                <c:pt idx="186">
                  <c:v>12.775510532511786</c:v>
                </c:pt>
                <c:pt idx="187">
                  <c:v>12.775510532511786</c:v>
                </c:pt>
                <c:pt idx="188">
                  <c:v>12.775510532511786</c:v>
                </c:pt>
                <c:pt idx="189">
                  <c:v>12.775510532511786</c:v>
                </c:pt>
                <c:pt idx="190">
                  <c:v>12.775510532511786</c:v>
                </c:pt>
                <c:pt idx="191">
                  <c:v>12.775510532511786</c:v>
                </c:pt>
                <c:pt idx="192">
                  <c:v>12.775510532511786</c:v>
                </c:pt>
                <c:pt idx="193">
                  <c:v>12.775510532511786</c:v>
                </c:pt>
                <c:pt idx="194">
                  <c:v>12.775510532511786</c:v>
                </c:pt>
                <c:pt idx="195">
                  <c:v>12.775510532511786</c:v>
                </c:pt>
                <c:pt idx="196">
                  <c:v>12.775510532511786</c:v>
                </c:pt>
                <c:pt idx="197">
                  <c:v>12.775510532511786</c:v>
                </c:pt>
                <c:pt idx="198">
                  <c:v>12.775510532511786</c:v>
                </c:pt>
                <c:pt idx="199">
                  <c:v>12.775510532511786</c:v>
                </c:pt>
                <c:pt idx="200">
                  <c:v>12.775510532511786</c:v>
                </c:pt>
                <c:pt idx="201">
                  <c:v>12.775510532511786</c:v>
                </c:pt>
                <c:pt idx="202">
                  <c:v>12.775510532511786</c:v>
                </c:pt>
                <c:pt idx="203">
                  <c:v>12.775510532511786</c:v>
                </c:pt>
                <c:pt idx="204">
                  <c:v>12.775510532511786</c:v>
                </c:pt>
                <c:pt idx="205">
                  <c:v>12.775510532511786</c:v>
                </c:pt>
                <c:pt idx="206">
                  <c:v>12.775510532511786</c:v>
                </c:pt>
                <c:pt idx="207">
                  <c:v>12.775510532511786</c:v>
                </c:pt>
                <c:pt idx="208">
                  <c:v>12.775510532511786</c:v>
                </c:pt>
                <c:pt idx="209">
                  <c:v>12.775510532511786</c:v>
                </c:pt>
                <c:pt idx="210">
                  <c:v>12.775510532511786</c:v>
                </c:pt>
                <c:pt idx="211">
                  <c:v>12.775510532511786</c:v>
                </c:pt>
                <c:pt idx="212">
                  <c:v>12.775510532511786</c:v>
                </c:pt>
                <c:pt idx="213">
                  <c:v>12.775510532511786</c:v>
                </c:pt>
                <c:pt idx="214">
                  <c:v>12.775510532511786</c:v>
                </c:pt>
                <c:pt idx="215">
                  <c:v>12.775510532511786</c:v>
                </c:pt>
                <c:pt idx="216">
                  <c:v>12.775510532511786</c:v>
                </c:pt>
                <c:pt idx="217">
                  <c:v>12.775510532511786</c:v>
                </c:pt>
                <c:pt idx="218">
                  <c:v>12.775510532511786</c:v>
                </c:pt>
                <c:pt idx="219">
                  <c:v>12.775510532511786</c:v>
                </c:pt>
                <c:pt idx="220">
                  <c:v>12.775510532511786</c:v>
                </c:pt>
                <c:pt idx="221">
                  <c:v>12.775510532511786</c:v>
                </c:pt>
                <c:pt idx="222">
                  <c:v>12.775510532511786</c:v>
                </c:pt>
                <c:pt idx="223">
                  <c:v>12.775510532511786</c:v>
                </c:pt>
                <c:pt idx="224">
                  <c:v>12.775510532511786</c:v>
                </c:pt>
                <c:pt idx="225">
                  <c:v>12.775510532511786</c:v>
                </c:pt>
                <c:pt idx="226">
                  <c:v>12.775510532511786</c:v>
                </c:pt>
                <c:pt idx="227">
                  <c:v>12.775510532511786</c:v>
                </c:pt>
                <c:pt idx="228">
                  <c:v>12.775510532511786</c:v>
                </c:pt>
                <c:pt idx="229">
                  <c:v>12.775510532511786</c:v>
                </c:pt>
                <c:pt idx="230">
                  <c:v>12.775510532511786</c:v>
                </c:pt>
                <c:pt idx="231">
                  <c:v>12.775510532511786</c:v>
                </c:pt>
                <c:pt idx="232">
                  <c:v>12.775510532511786</c:v>
                </c:pt>
                <c:pt idx="233">
                  <c:v>12.775510532511786</c:v>
                </c:pt>
                <c:pt idx="234">
                  <c:v>12.775510532511786</c:v>
                </c:pt>
                <c:pt idx="235">
                  <c:v>12.775510532511786</c:v>
                </c:pt>
                <c:pt idx="236">
                  <c:v>12.775510532511786</c:v>
                </c:pt>
                <c:pt idx="237">
                  <c:v>12.775510532511786</c:v>
                </c:pt>
                <c:pt idx="238">
                  <c:v>12.775510532511786</c:v>
                </c:pt>
                <c:pt idx="239">
                  <c:v>12.775510532511786</c:v>
                </c:pt>
                <c:pt idx="240">
                  <c:v>12.775510532511786</c:v>
                </c:pt>
                <c:pt idx="241">
                  <c:v>12.775510532511786</c:v>
                </c:pt>
                <c:pt idx="242">
                  <c:v>12.775510532511786</c:v>
                </c:pt>
                <c:pt idx="243">
                  <c:v>12.775510532511786</c:v>
                </c:pt>
                <c:pt idx="244">
                  <c:v>12.775510532511786</c:v>
                </c:pt>
                <c:pt idx="245">
                  <c:v>12.775510532511786</c:v>
                </c:pt>
                <c:pt idx="246">
                  <c:v>12.775510532511786</c:v>
                </c:pt>
                <c:pt idx="247">
                  <c:v>12.775510532511786</c:v>
                </c:pt>
                <c:pt idx="248">
                  <c:v>12.775510532511786</c:v>
                </c:pt>
                <c:pt idx="249">
                  <c:v>12.775510532511786</c:v>
                </c:pt>
                <c:pt idx="250">
                  <c:v>12.775510532511786</c:v>
                </c:pt>
                <c:pt idx="251">
                  <c:v>12.775510532511786</c:v>
                </c:pt>
                <c:pt idx="252">
                  <c:v>12.775510532511786</c:v>
                </c:pt>
                <c:pt idx="253">
                  <c:v>12.775510532511786</c:v>
                </c:pt>
                <c:pt idx="254">
                  <c:v>12.775510532511786</c:v>
                </c:pt>
                <c:pt idx="255">
                  <c:v>12.775510532511786</c:v>
                </c:pt>
                <c:pt idx="256">
                  <c:v>12.775510532511786</c:v>
                </c:pt>
                <c:pt idx="257">
                  <c:v>12.775510532511786</c:v>
                </c:pt>
                <c:pt idx="258">
                  <c:v>12.775510532511786</c:v>
                </c:pt>
                <c:pt idx="259">
                  <c:v>12.775510532511786</c:v>
                </c:pt>
                <c:pt idx="260">
                  <c:v>12.775510532511786</c:v>
                </c:pt>
                <c:pt idx="261">
                  <c:v>12.775510532511786</c:v>
                </c:pt>
                <c:pt idx="262">
                  <c:v>12.775510532511786</c:v>
                </c:pt>
                <c:pt idx="263">
                  <c:v>12.775510532511786</c:v>
                </c:pt>
                <c:pt idx="264">
                  <c:v>12.775510532511786</c:v>
                </c:pt>
                <c:pt idx="265">
                  <c:v>12.775510532511786</c:v>
                </c:pt>
                <c:pt idx="266">
                  <c:v>12.775510532511786</c:v>
                </c:pt>
                <c:pt idx="267">
                  <c:v>12.775510532511786</c:v>
                </c:pt>
                <c:pt idx="268">
                  <c:v>12.775510532511786</c:v>
                </c:pt>
                <c:pt idx="269">
                  <c:v>12.775510532511786</c:v>
                </c:pt>
                <c:pt idx="270">
                  <c:v>12.775510532511786</c:v>
                </c:pt>
                <c:pt idx="271">
                  <c:v>12.775510532511786</c:v>
                </c:pt>
                <c:pt idx="272">
                  <c:v>12.775510532511786</c:v>
                </c:pt>
                <c:pt idx="273">
                  <c:v>12.775510532511786</c:v>
                </c:pt>
                <c:pt idx="274">
                  <c:v>12.775510532511786</c:v>
                </c:pt>
                <c:pt idx="275">
                  <c:v>12.775510532511786</c:v>
                </c:pt>
                <c:pt idx="276">
                  <c:v>12.775510532511786</c:v>
                </c:pt>
                <c:pt idx="277">
                  <c:v>12.775510532511786</c:v>
                </c:pt>
                <c:pt idx="278">
                  <c:v>12.775510532511786</c:v>
                </c:pt>
                <c:pt idx="279">
                  <c:v>12.775510532511786</c:v>
                </c:pt>
                <c:pt idx="280">
                  <c:v>12.775510532511786</c:v>
                </c:pt>
                <c:pt idx="281">
                  <c:v>12.775510532511786</c:v>
                </c:pt>
                <c:pt idx="282">
                  <c:v>12.775510532511786</c:v>
                </c:pt>
                <c:pt idx="283">
                  <c:v>12.775510532511786</c:v>
                </c:pt>
                <c:pt idx="284">
                  <c:v>12.775510532511786</c:v>
                </c:pt>
                <c:pt idx="285">
                  <c:v>12.775510532511786</c:v>
                </c:pt>
                <c:pt idx="286">
                  <c:v>12.775510532511786</c:v>
                </c:pt>
                <c:pt idx="287">
                  <c:v>12.775510532511786</c:v>
                </c:pt>
                <c:pt idx="288">
                  <c:v>12.775510532511786</c:v>
                </c:pt>
                <c:pt idx="289">
                  <c:v>12.775510532511786</c:v>
                </c:pt>
                <c:pt idx="290">
                  <c:v>12.775510532511786</c:v>
                </c:pt>
                <c:pt idx="291">
                  <c:v>12.775510532511786</c:v>
                </c:pt>
                <c:pt idx="292">
                  <c:v>12.775510532511786</c:v>
                </c:pt>
                <c:pt idx="293">
                  <c:v>12.775510532511786</c:v>
                </c:pt>
                <c:pt idx="294">
                  <c:v>12.775510532511786</c:v>
                </c:pt>
                <c:pt idx="295">
                  <c:v>12.775510532511786</c:v>
                </c:pt>
                <c:pt idx="296">
                  <c:v>12.775510532511786</c:v>
                </c:pt>
                <c:pt idx="297">
                  <c:v>12.775510532511786</c:v>
                </c:pt>
                <c:pt idx="298">
                  <c:v>12.775510532511786</c:v>
                </c:pt>
                <c:pt idx="299">
                  <c:v>12.775510532511786</c:v>
                </c:pt>
                <c:pt idx="300">
                  <c:v>12.775510532511786</c:v>
                </c:pt>
                <c:pt idx="301">
                  <c:v>12.775510532511786</c:v>
                </c:pt>
                <c:pt idx="302">
                  <c:v>12.775510532511786</c:v>
                </c:pt>
                <c:pt idx="303">
                  <c:v>12.775510532511786</c:v>
                </c:pt>
                <c:pt idx="304">
                  <c:v>12.775510532511786</c:v>
                </c:pt>
                <c:pt idx="305">
                  <c:v>12.775510532511786</c:v>
                </c:pt>
                <c:pt idx="306">
                  <c:v>12.775510532511786</c:v>
                </c:pt>
                <c:pt idx="307">
                  <c:v>12.775510532511786</c:v>
                </c:pt>
                <c:pt idx="308">
                  <c:v>12.775510532511786</c:v>
                </c:pt>
                <c:pt idx="309">
                  <c:v>12.775510532511786</c:v>
                </c:pt>
                <c:pt idx="310">
                  <c:v>12.775510532511786</c:v>
                </c:pt>
                <c:pt idx="311">
                  <c:v>12.775510532511786</c:v>
                </c:pt>
                <c:pt idx="312">
                  <c:v>12.775510532511786</c:v>
                </c:pt>
                <c:pt idx="313">
                  <c:v>12.775510532511786</c:v>
                </c:pt>
                <c:pt idx="314">
                  <c:v>12.775510532511786</c:v>
                </c:pt>
                <c:pt idx="315">
                  <c:v>12.775510532511786</c:v>
                </c:pt>
                <c:pt idx="316">
                  <c:v>12.775510532511786</c:v>
                </c:pt>
                <c:pt idx="317">
                  <c:v>12.775510532511786</c:v>
                </c:pt>
                <c:pt idx="318">
                  <c:v>12.775510532511786</c:v>
                </c:pt>
                <c:pt idx="319">
                  <c:v>12.775510532511786</c:v>
                </c:pt>
                <c:pt idx="320">
                  <c:v>12.775510532511786</c:v>
                </c:pt>
                <c:pt idx="321">
                  <c:v>12.775510532511786</c:v>
                </c:pt>
                <c:pt idx="322">
                  <c:v>12.775510532511786</c:v>
                </c:pt>
                <c:pt idx="323">
                  <c:v>12.775510532511786</c:v>
                </c:pt>
                <c:pt idx="324">
                  <c:v>12.775510532511786</c:v>
                </c:pt>
                <c:pt idx="325">
                  <c:v>12.775510532511786</c:v>
                </c:pt>
                <c:pt idx="326">
                  <c:v>12.775510532511786</c:v>
                </c:pt>
                <c:pt idx="327">
                  <c:v>12.775510532511786</c:v>
                </c:pt>
                <c:pt idx="328">
                  <c:v>12.775510532511786</c:v>
                </c:pt>
                <c:pt idx="329">
                  <c:v>12.775510532511786</c:v>
                </c:pt>
                <c:pt idx="330">
                  <c:v>12.775510532511786</c:v>
                </c:pt>
                <c:pt idx="331">
                  <c:v>12.775510532511786</c:v>
                </c:pt>
                <c:pt idx="332">
                  <c:v>12.775510532511786</c:v>
                </c:pt>
                <c:pt idx="333">
                  <c:v>12.775510532511786</c:v>
                </c:pt>
                <c:pt idx="334">
                  <c:v>12.775510532511786</c:v>
                </c:pt>
                <c:pt idx="335">
                  <c:v>12.775510532511786</c:v>
                </c:pt>
                <c:pt idx="336">
                  <c:v>12.775510532511786</c:v>
                </c:pt>
                <c:pt idx="337">
                  <c:v>12.775510532511786</c:v>
                </c:pt>
                <c:pt idx="338">
                  <c:v>12.775510532511786</c:v>
                </c:pt>
                <c:pt idx="339">
                  <c:v>12.775510532511786</c:v>
                </c:pt>
                <c:pt idx="340">
                  <c:v>12.775510532511786</c:v>
                </c:pt>
                <c:pt idx="341">
                  <c:v>12.775510532511786</c:v>
                </c:pt>
                <c:pt idx="342">
                  <c:v>12.775510532511786</c:v>
                </c:pt>
                <c:pt idx="343">
                  <c:v>12.775510532511786</c:v>
                </c:pt>
                <c:pt idx="344">
                  <c:v>12.775510532511786</c:v>
                </c:pt>
                <c:pt idx="345">
                  <c:v>12.775510532511786</c:v>
                </c:pt>
                <c:pt idx="346">
                  <c:v>12.775510532511786</c:v>
                </c:pt>
                <c:pt idx="347">
                  <c:v>12.775510532511786</c:v>
                </c:pt>
                <c:pt idx="348">
                  <c:v>12.775510532511786</c:v>
                </c:pt>
                <c:pt idx="349">
                  <c:v>12.775510532511786</c:v>
                </c:pt>
                <c:pt idx="350">
                  <c:v>12.775510532511786</c:v>
                </c:pt>
                <c:pt idx="351">
                  <c:v>12.775510532511786</c:v>
                </c:pt>
                <c:pt idx="352">
                  <c:v>12.775510532511786</c:v>
                </c:pt>
                <c:pt idx="353">
                  <c:v>12.775510532511786</c:v>
                </c:pt>
                <c:pt idx="354">
                  <c:v>12.775510532511786</c:v>
                </c:pt>
                <c:pt idx="355">
                  <c:v>12.775510532511786</c:v>
                </c:pt>
                <c:pt idx="356">
                  <c:v>12.775510532511786</c:v>
                </c:pt>
                <c:pt idx="357">
                  <c:v>12.775510532511786</c:v>
                </c:pt>
                <c:pt idx="358">
                  <c:v>12.775510532511786</c:v>
                </c:pt>
                <c:pt idx="359">
                  <c:v>12.775510532511786</c:v>
                </c:pt>
                <c:pt idx="360">
                  <c:v>12.775510532511786</c:v>
                </c:pt>
                <c:pt idx="361">
                  <c:v>12.775510532511786</c:v>
                </c:pt>
                <c:pt idx="362">
                  <c:v>12.775510532511786</c:v>
                </c:pt>
                <c:pt idx="363">
                  <c:v>12.775510532511786</c:v>
                </c:pt>
                <c:pt idx="364">
                  <c:v>12.775510532511786</c:v>
                </c:pt>
                <c:pt idx="365">
                  <c:v>12.775510532511786</c:v>
                </c:pt>
                <c:pt idx="366">
                  <c:v>12.775510532511786</c:v>
                </c:pt>
                <c:pt idx="367">
                  <c:v>12.775510532511786</c:v>
                </c:pt>
                <c:pt idx="368">
                  <c:v>12.775510532511786</c:v>
                </c:pt>
                <c:pt idx="369">
                  <c:v>12.775510532511786</c:v>
                </c:pt>
                <c:pt idx="370">
                  <c:v>12.775510532511786</c:v>
                </c:pt>
                <c:pt idx="371">
                  <c:v>12.775510532511786</c:v>
                </c:pt>
                <c:pt idx="372">
                  <c:v>12.775510532511786</c:v>
                </c:pt>
                <c:pt idx="373">
                  <c:v>12.775510532511786</c:v>
                </c:pt>
                <c:pt idx="374">
                  <c:v>12.775510532511786</c:v>
                </c:pt>
                <c:pt idx="375">
                  <c:v>12.775510532511786</c:v>
                </c:pt>
                <c:pt idx="376">
                  <c:v>12.775510532511786</c:v>
                </c:pt>
                <c:pt idx="377">
                  <c:v>12.775510532511786</c:v>
                </c:pt>
                <c:pt idx="378">
                  <c:v>12.775510532511786</c:v>
                </c:pt>
                <c:pt idx="379">
                  <c:v>12.775510532511786</c:v>
                </c:pt>
                <c:pt idx="380">
                  <c:v>12.775510532511786</c:v>
                </c:pt>
                <c:pt idx="381">
                  <c:v>12.775510532511786</c:v>
                </c:pt>
                <c:pt idx="382">
                  <c:v>12.775510532511786</c:v>
                </c:pt>
                <c:pt idx="383">
                  <c:v>12.775510532511786</c:v>
                </c:pt>
                <c:pt idx="384">
                  <c:v>12.775510532511786</c:v>
                </c:pt>
                <c:pt idx="385">
                  <c:v>12.775510532511786</c:v>
                </c:pt>
                <c:pt idx="386">
                  <c:v>12.775510532511786</c:v>
                </c:pt>
                <c:pt idx="387">
                  <c:v>12.775510532511786</c:v>
                </c:pt>
                <c:pt idx="388">
                  <c:v>12.775510532511786</c:v>
                </c:pt>
                <c:pt idx="389">
                  <c:v>12.775510532511786</c:v>
                </c:pt>
                <c:pt idx="390">
                  <c:v>12.775510532511786</c:v>
                </c:pt>
                <c:pt idx="391">
                  <c:v>12.775510532511786</c:v>
                </c:pt>
                <c:pt idx="392">
                  <c:v>12.775510532511786</c:v>
                </c:pt>
                <c:pt idx="393">
                  <c:v>12.775510532511786</c:v>
                </c:pt>
                <c:pt idx="394">
                  <c:v>12.775510532511786</c:v>
                </c:pt>
                <c:pt idx="395">
                  <c:v>12.775510532511786</c:v>
                </c:pt>
                <c:pt idx="396">
                  <c:v>12.775510532511786</c:v>
                </c:pt>
                <c:pt idx="397">
                  <c:v>12.775510532511786</c:v>
                </c:pt>
                <c:pt idx="398">
                  <c:v>12.775510532511786</c:v>
                </c:pt>
                <c:pt idx="399">
                  <c:v>12.775510532511786</c:v>
                </c:pt>
                <c:pt idx="400">
                  <c:v>12.775510532511786</c:v>
                </c:pt>
                <c:pt idx="401">
                  <c:v>12.775510532511786</c:v>
                </c:pt>
                <c:pt idx="402">
                  <c:v>12.775510532511786</c:v>
                </c:pt>
                <c:pt idx="403">
                  <c:v>12.775510532511786</c:v>
                </c:pt>
                <c:pt idx="404">
                  <c:v>12.775510532511786</c:v>
                </c:pt>
                <c:pt idx="405">
                  <c:v>12.775510532511786</c:v>
                </c:pt>
                <c:pt idx="406">
                  <c:v>12.775510532511786</c:v>
                </c:pt>
                <c:pt idx="407">
                  <c:v>12.775510532511786</c:v>
                </c:pt>
                <c:pt idx="408">
                  <c:v>12.775510532511786</c:v>
                </c:pt>
                <c:pt idx="409">
                  <c:v>12.775510532511786</c:v>
                </c:pt>
                <c:pt idx="410">
                  <c:v>12.775510532511786</c:v>
                </c:pt>
                <c:pt idx="411">
                  <c:v>12.775510532511786</c:v>
                </c:pt>
                <c:pt idx="412">
                  <c:v>12.775510532511786</c:v>
                </c:pt>
                <c:pt idx="413">
                  <c:v>12.775510532511786</c:v>
                </c:pt>
                <c:pt idx="414">
                  <c:v>12.775510532511786</c:v>
                </c:pt>
                <c:pt idx="415">
                  <c:v>12.775510532511786</c:v>
                </c:pt>
                <c:pt idx="416">
                  <c:v>12.775510532511786</c:v>
                </c:pt>
                <c:pt idx="417">
                  <c:v>12.775510532511786</c:v>
                </c:pt>
                <c:pt idx="418">
                  <c:v>12.775510532511786</c:v>
                </c:pt>
                <c:pt idx="419">
                  <c:v>12.775510532511786</c:v>
                </c:pt>
                <c:pt idx="420">
                  <c:v>12.775510532511786</c:v>
                </c:pt>
                <c:pt idx="421">
                  <c:v>12.775510532511786</c:v>
                </c:pt>
                <c:pt idx="422">
                  <c:v>12.775510532511786</c:v>
                </c:pt>
                <c:pt idx="423">
                  <c:v>12.775510532511786</c:v>
                </c:pt>
                <c:pt idx="424">
                  <c:v>12.775510532511786</c:v>
                </c:pt>
                <c:pt idx="425">
                  <c:v>12.775510532511786</c:v>
                </c:pt>
                <c:pt idx="426">
                  <c:v>12.775510532511786</c:v>
                </c:pt>
                <c:pt idx="427">
                  <c:v>12.775510532511786</c:v>
                </c:pt>
                <c:pt idx="428">
                  <c:v>12.775510532511786</c:v>
                </c:pt>
                <c:pt idx="429">
                  <c:v>12.775510532511786</c:v>
                </c:pt>
                <c:pt idx="430">
                  <c:v>12.775510532511786</c:v>
                </c:pt>
                <c:pt idx="431">
                  <c:v>12.775510532511786</c:v>
                </c:pt>
                <c:pt idx="432">
                  <c:v>12.775510532511786</c:v>
                </c:pt>
                <c:pt idx="433">
                  <c:v>12.775510532511786</c:v>
                </c:pt>
                <c:pt idx="434">
                  <c:v>12.775510532511786</c:v>
                </c:pt>
                <c:pt idx="435">
                  <c:v>12.775510532511786</c:v>
                </c:pt>
                <c:pt idx="436">
                  <c:v>12.775510532511786</c:v>
                </c:pt>
                <c:pt idx="437">
                  <c:v>12.775510532511786</c:v>
                </c:pt>
                <c:pt idx="438">
                  <c:v>12.775510532511786</c:v>
                </c:pt>
                <c:pt idx="439">
                  <c:v>12.775510532511786</c:v>
                </c:pt>
                <c:pt idx="440">
                  <c:v>12.775510532511786</c:v>
                </c:pt>
                <c:pt idx="441">
                  <c:v>12.775510532511786</c:v>
                </c:pt>
                <c:pt idx="442">
                  <c:v>12.775510532511786</c:v>
                </c:pt>
                <c:pt idx="443">
                  <c:v>12.775510532511786</c:v>
                </c:pt>
                <c:pt idx="444">
                  <c:v>12.775510532511786</c:v>
                </c:pt>
                <c:pt idx="445">
                  <c:v>12.775510532511786</c:v>
                </c:pt>
                <c:pt idx="446">
                  <c:v>12.775510532511786</c:v>
                </c:pt>
                <c:pt idx="447">
                  <c:v>12.775510532511786</c:v>
                </c:pt>
                <c:pt idx="448">
                  <c:v>12.775510532511786</c:v>
                </c:pt>
                <c:pt idx="449">
                  <c:v>12.775510532511786</c:v>
                </c:pt>
                <c:pt idx="450">
                  <c:v>12.775510532511786</c:v>
                </c:pt>
                <c:pt idx="451">
                  <c:v>12.775510532511786</c:v>
                </c:pt>
                <c:pt idx="452">
                  <c:v>12.775510532511786</c:v>
                </c:pt>
                <c:pt idx="453">
                  <c:v>12.775510532511786</c:v>
                </c:pt>
                <c:pt idx="454">
                  <c:v>12.775510532511786</c:v>
                </c:pt>
                <c:pt idx="455">
                  <c:v>12.775510532511786</c:v>
                </c:pt>
                <c:pt idx="456">
                  <c:v>12.775510532511786</c:v>
                </c:pt>
                <c:pt idx="457">
                  <c:v>12.775510532511786</c:v>
                </c:pt>
                <c:pt idx="458">
                  <c:v>12.775510532511786</c:v>
                </c:pt>
                <c:pt idx="459">
                  <c:v>12.775510532511786</c:v>
                </c:pt>
                <c:pt idx="460">
                  <c:v>12.775510532511786</c:v>
                </c:pt>
                <c:pt idx="461">
                  <c:v>12.775510532511786</c:v>
                </c:pt>
                <c:pt idx="462">
                  <c:v>12.775510532511786</c:v>
                </c:pt>
                <c:pt idx="463">
                  <c:v>12.775510532511786</c:v>
                </c:pt>
                <c:pt idx="464">
                  <c:v>12.775510532511786</c:v>
                </c:pt>
                <c:pt idx="465">
                  <c:v>12.775510532511786</c:v>
                </c:pt>
                <c:pt idx="466">
                  <c:v>12.775510532511786</c:v>
                </c:pt>
                <c:pt idx="467">
                  <c:v>12.775510532511786</c:v>
                </c:pt>
                <c:pt idx="468">
                  <c:v>12.775510532511786</c:v>
                </c:pt>
                <c:pt idx="469">
                  <c:v>12.775510532511786</c:v>
                </c:pt>
                <c:pt idx="470">
                  <c:v>12.775510532511786</c:v>
                </c:pt>
                <c:pt idx="471">
                  <c:v>12.775510532511786</c:v>
                </c:pt>
                <c:pt idx="472">
                  <c:v>12.775510532511786</c:v>
                </c:pt>
                <c:pt idx="473">
                  <c:v>12.775510532511786</c:v>
                </c:pt>
                <c:pt idx="474">
                  <c:v>12.775510532511786</c:v>
                </c:pt>
                <c:pt idx="475">
                  <c:v>12.775510532511786</c:v>
                </c:pt>
                <c:pt idx="476">
                  <c:v>12.775510532511786</c:v>
                </c:pt>
                <c:pt idx="477">
                  <c:v>12.775510532511786</c:v>
                </c:pt>
                <c:pt idx="478">
                  <c:v>12.775510532511786</c:v>
                </c:pt>
                <c:pt idx="479">
                  <c:v>12.775510532511786</c:v>
                </c:pt>
                <c:pt idx="480">
                  <c:v>12.775510532511786</c:v>
                </c:pt>
                <c:pt idx="481">
                  <c:v>12.775510532511786</c:v>
                </c:pt>
                <c:pt idx="482">
                  <c:v>12.775510532511786</c:v>
                </c:pt>
                <c:pt idx="483">
                  <c:v>12.775510532511786</c:v>
                </c:pt>
                <c:pt idx="484">
                  <c:v>12.775510532511786</c:v>
                </c:pt>
                <c:pt idx="485">
                  <c:v>12.775510532511786</c:v>
                </c:pt>
                <c:pt idx="486">
                  <c:v>12.775510532511786</c:v>
                </c:pt>
                <c:pt idx="487">
                  <c:v>12.775510532511786</c:v>
                </c:pt>
                <c:pt idx="488">
                  <c:v>12.775510532511786</c:v>
                </c:pt>
                <c:pt idx="489">
                  <c:v>12.775510532511786</c:v>
                </c:pt>
                <c:pt idx="490">
                  <c:v>12.775510532511786</c:v>
                </c:pt>
                <c:pt idx="491">
                  <c:v>12.775510532511786</c:v>
                </c:pt>
                <c:pt idx="492">
                  <c:v>12.775510532511786</c:v>
                </c:pt>
                <c:pt idx="493">
                  <c:v>12.775510532511786</c:v>
                </c:pt>
                <c:pt idx="494">
                  <c:v>12.775510532511786</c:v>
                </c:pt>
                <c:pt idx="495">
                  <c:v>12.775510532511786</c:v>
                </c:pt>
                <c:pt idx="496">
                  <c:v>12.775510532511786</c:v>
                </c:pt>
                <c:pt idx="497">
                  <c:v>12.775510532511786</c:v>
                </c:pt>
                <c:pt idx="498">
                  <c:v>12.775510532511786</c:v>
                </c:pt>
                <c:pt idx="499">
                  <c:v>12.775510532511786</c:v>
                </c:pt>
                <c:pt idx="500">
                  <c:v>12.775510532511786</c:v>
                </c:pt>
                <c:pt idx="501">
                  <c:v>12.775510532511786</c:v>
                </c:pt>
                <c:pt idx="502">
                  <c:v>12.775510532511786</c:v>
                </c:pt>
                <c:pt idx="503">
                  <c:v>12.775510532511786</c:v>
                </c:pt>
                <c:pt idx="504">
                  <c:v>12.775510532511786</c:v>
                </c:pt>
                <c:pt idx="505">
                  <c:v>12.775510532511786</c:v>
                </c:pt>
                <c:pt idx="506">
                  <c:v>12.775510532511786</c:v>
                </c:pt>
                <c:pt idx="507">
                  <c:v>12.775510532511786</c:v>
                </c:pt>
                <c:pt idx="508">
                  <c:v>12.775510532511786</c:v>
                </c:pt>
                <c:pt idx="509">
                  <c:v>12.775510532511786</c:v>
                </c:pt>
                <c:pt idx="510">
                  <c:v>12.775510532511786</c:v>
                </c:pt>
                <c:pt idx="511">
                  <c:v>12.775510532511786</c:v>
                </c:pt>
                <c:pt idx="512">
                  <c:v>12.775510532511786</c:v>
                </c:pt>
                <c:pt idx="513">
                  <c:v>12.775510532511786</c:v>
                </c:pt>
                <c:pt idx="514">
                  <c:v>12.775510532511786</c:v>
                </c:pt>
                <c:pt idx="515">
                  <c:v>12.775510532511786</c:v>
                </c:pt>
                <c:pt idx="516">
                  <c:v>12.775510532511786</c:v>
                </c:pt>
                <c:pt idx="517">
                  <c:v>12.775510532511786</c:v>
                </c:pt>
                <c:pt idx="518">
                  <c:v>12.775510532511786</c:v>
                </c:pt>
                <c:pt idx="519">
                  <c:v>12.775510532511786</c:v>
                </c:pt>
                <c:pt idx="520">
                  <c:v>12.775510532511786</c:v>
                </c:pt>
                <c:pt idx="521">
                  <c:v>12.775510532511786</c:v>
                </c:pt>
                <c:pt idx="522">
                  <c:v>12.775510532511786</c:v>
                </c:pt>
                <c:pt idx="523">
                  <c:v>12.775510532511786</c:v>
                </c:pt>
                <c:pt idx="524">
                  <c:v>12.775510532511786</c:v>
                </c:pt>
                <c:pt idx="525">
                  <c:v>12.775510532511786</c:v>
                </c:pt>
                <c:pt idx="526">
                  <c:v>12.775510532511786</c:v>
                </c:pt>
                <c:pt idx="527">
                  <c:v>12.775510532511786</c:v>
                </c:pt>
                <c:pt idx="528">
                  <c:v>12.775510532511786</c:v>
                </c:pt>
                <c:pt idx="529">
                  <c:v>12.775510532511786</c:v>
                </c:pt>
                <c:pt idx="530">
                  <c:v>12.775510532511786</c:v>
                </c:pt>
                <c:pt idx="531">
                  <c:v>12.775510532511786</c:v>
                </c:pt>
                <c:pt idx="532">
                  <c:v>12.775510532511786</c:v>
                </c:pt>
                <c:pt idx="533">
                  <c:v>12.775510532511786</c:v>
                </c:pt>
                <c:pt idx="534">
                  <c:v>12.775510532511786</c:v>
                </c:pt>
                <c:pt idx="535">
                  <c:v>12.775510532511786</c:v>
                </c:pt>
                <c:pt idx="536">
                  <c:v>12.775510532511786</c:v>
                </c:pt>
                <c:pt idx="537">
                  <c:v>12.775510532511786</c:v>
                </c:pt>
                <c:pt idx="538">
                  <c:v>12.775510532511786</c:v>
                </c:pt>
                <c:pt idx="539">
                  <c:v>12.775510532511786</c:v>
                </c:pt>
                <c:pt idx="540">
                  <c:v>12.775510532511786</c:v>
                </c:pt>
                <c:pt idx="541">
                  <c:v>12.775510532511786</c:v>
                </c:pt>
                <c:pt idx="542">
                  <c:v>12.775510532511786</c:v>
                </c:pt>
                <c:pt idx="543">
                  <c:v>12.775510532511786</c:v>
                </c:pt>
                <c:pt idx="544">
                  <c:v>12.775510532511786</c:v>
                </c:pt>
                <c:pt idx="545">
                  <c:v>12.775510532511786</c:v>
                </c:pt>
                <c:pt idx="546">
                  <c:v>12.775510532511786</c:v>
                </c:pt>
                <c:pt idx="547">
                  <c:v>12.775510532511786</c:v>
                </c:pt>
                <c:pt idx="548">
                  <c:v>12.775510532511786</c:v>
                </c:pt>
                <c:pt idx="549">
                  <c:v>12.775510532511786</c:v>
                </c:pt>
                <c:pt idx="550">
                  <c:v>12.775510532511786</c:v>
                </c:pt>
                <c:pt idx="551">
                  <c:v>12.775510532511786</c:v>
                </c:pt>
                <c:pt idx="552">
                  <c:v>12.775510532511786</c:v>
                </c:pt>
                <c:pt idx="553">
                  <c:v>12.775510532511786</c:v>
                </c:pt>
                <c:pt idx="554">
                  <c:v>12.775510532511786</c:v>
                </c:pt>
                <c:pt idx="555">
                  <c:v>12.775510532511786</c:v>
                </c:pt>
                <c:pt idx="556">
                  <c:v>12.775510532511786</c:v>
                </c:pt>
                <c:pt idx="557">
                  <c:v>12.775510532511786</c:v>
                </c:pt>
                <c:pt idx="558">
                  <c:v>12.775510532511786</c:v>
                </c:pt>
                <c:pt idx="559">
                  <c:v>12.775510532511786</c:v>
                </c:pt>
                <c:pt idx="560">
                  <c:v>12.775510532511786</c:v>
                </c:pt>
                <c:pt idx="561">
                  <c:v>12.775510532511786</c:v>
                </c:pt>
                <c:pt idx="562">
                  <c:v>12.775510532511786</c:v>
                </c:pt>
                <c:pt idx="563">
                  <c:v>12.775510532511786</c:v>
                </c:pt>
                <c:pt idx="564">
                  <c:v>12.775510532511786</c:v>
                </c:pt>
                <c:pt idx="565">
                  <c:v>12.775510532511786</c:v>
                </c:pt>
                <c:pt idx="566">
                  <c:v>12.775510532511786</c:v>
                </c:pt>
                <c:pt idx="567">
                  <c:v>12.775510532511786</c:v>
                </c:pt>
                <c:pt idx="568">
                  <c:v>12.775510532511786</c:v>
                </c:pt>
                <c:pt idx="569">
                  <c:v>12.775510532511786</c:v>
                </c:pt>
                <c:pt idx="570">
                  <c:v>12.775510532511786</c:v>
                </c:pt>
                <c:pt idx="571">
                  <c:v>12.775510532511786</c:v>
                </c:pt>
                <c:pt idx="572">
                  <c:v>12.775510532511786</c:v>
                </c:pt>
                <c:pt idx="573">
                  <c:v>12.775510532511786</c:v>
                </c:pt>
                <c:pt idx="574">
                  <c:v>12.775510532511786</c:v>
                </c:pt>
                <c:pt idx="575">
                  <c:v>12.775510532511786</c:v>
                </c:pt>
                <c:pt idx="576">
                  <c:v>12.775510532511786</c:v>
                </c:pt>
                <c:pt idx="577">
                  <c:v>12.775510532511786</c:v>
                </c:pt>
                <c:pt idx="578">
                  <c:v>12.775510532511786</c:v>
                </c:pt>
                <c:pt idx="579">
                  <c:v>12.775510532511786</c:v>
                </c:pt>
                <c:pt idx="580">
                  <c:v>12.775510532511786</c:v>
                </c:pt>
                <c:pt idx="581">
                  <c:v>12.775510532511786</c:v>
                </c:pt>
                <c:pt idx="582">
                  <c:v>12.775510532511786</c:v>
                </c:pt>
                <c:pt idx="583">
                  <c:v>12.775510532511786</c:v>
                </c:pt>
                <c:pt idx="584">
                  <c:v>12.775510532511786</c:v>
                </c:pt>
                <c:pt idx="585">
                  <c:v>12.775510532511786</c:v>
                </c:pt>
                <c:pt idx="586">
                  <c:v>12.775510532511786</c:v>
                </c:pt>
                <c:pt idx="587">
                  <c:v>12.775510532511786</c:v>
                </c:pt>
                <c:pt idx="588">
                  <c:v>12.775510532511786</c:v>
                </c:pt>
                <c:pt idx="589">
                  <c:v>12.775510532511786</c:v>
                </c:pt>
                <c:pt idx="590">
                  <c:v>12.775510532511786</c:v>
                </c:pt>
                <c:pt idx="591">
                  <c:v>12.775510532511786</c:v>
                </c:pt>
                <c:pt idx="592">
                  <c:v>12.775510532511786</c:v>
                </c:pt>
                <c:pt idx="593">
                  <c:v>12.775510532511786</c:v>
                </c:pt>
                <c:pt idx="594">
                  <c:v>12.775510532511786</c:v>
                </c:pt>
                <c:pt idx="595">
                  <c:v>12.775510532511786</c:v>
                </c:pt>
                <c:pt idx="596">
                  <c:v>12.775510532511786</c:v>
                </c:pt>
                <c:pt idx="597">
                  <c:v>12.775510532511786</c:v>
                </c:pt>
                <c:pt idx="598">
                  <c:v>12.775510532511786</c:v>
                </c:pt>
                <c:pt idx="599">
                  <c:v>12.775510532511786</c:v>
                </c:pt>
                <c:pt idx="600">
                  <c:v>12.775510532511786</c:v>
                </c:pt>
                <c:pt idx="601">
                  <c:v>12.775510532511786</c:v>
                </c:pt>
                <c:pt idx="602">
                  <c:v>12.775510532511786</c:v>
                </c:pt>
                <c:pt idx="603">
                  <c:v>12.775510532511786</c:v>
                </c:pt>
                <c:pt idx="604">
                  <c:v>12.775510532511786</c:v>
                </c:pt>
                <c:pt idx="605">
                  <c:v>12.775510532511786</c:v>
                </c:pt>
                <c:pt idx="606">
                  <c:v>12.775510532511786</c:v>
                </c:pt>
                <c:pt idx="607">
                  <c:v>12.775510532511786</c:v>
                </c:pt>
                <c:pt idx="608">
                  <c:v>12.775510532511786</c:v>
                </c:pt>
                <c:pt idx="609">
                  <c:v>12.775510532511786</c:v>
                </c:pt>
                <c:pt idx="610">
                  <c:v>12.775510532511786</c:v>
                </c:pt>
                <c:pt idx="611">
                  <c:v>12.775510532511786</c:v>
                </c:pt>
                <c:pt idx="612">
                  <c:v>12.775510532511786</c:v>
                </c:pt>
                <c:pt idx="613">
                  <c:v>12.775510532511786</c:v>
                </c:pt>
                <c:pt idx="614">
                  <c:v>12.775510532511786</c:v>
                </c:pt>
                <c:pt idx="615">
                  <c:v>12.775510532511786</c:v>
                </c:pt>
                <c:pt idx="616">
                  <c:v>12.775510532511786</c:v>
                </c:pt>
                <c:pt idx="617">
                  <c:v>12.775510532511786</c:v>
                </c:pt>
                <c:pt idx="618">
                  <c:v>12.775510532511786</c:v>
                </c:pt>
                <c:pt idx="619">
                  <c:v>12.775510532511786</c:v>
                </c:pt>
                <c:pt idx="620">
                  <c:v>12.775510532511786</c:v>
                </c:pt>
                <c:pt idx="621">
                  <c:v>12.775510532511786</c:v>
                </c:pt>
                <c:pt idx="622">
                  <c:v>12.775510532511786</c:v>
                </c:pt>
                <c:pt idx="623">
                  <c:v>12.775510532511786</c:v>
                </c:pt>
                <c:pt idx="624">
                  <c:v>12.775510532511786</c:v>
                </c:pt>
                <c:pt idx="625">
                  <c:v>12.775510532511786</c:v>
                </c:pt>
                <c:pt idx="626">
                  <c:v>12.775510532511786</c:v>
                </c:pt>
                <c:pt idx="627">
                  <c:v>12.775510532511786</c:v>
                </c:pt>
                <c:pt idx="628">
                  <c:v>12.775510532511786</c:v>
                </c:pt>
                <c:pt idx="629">
                  <c:v>12.775510532511786</c:v>
                </c:pt>
                <c:pt idx="630">
                  <c:v>12.775510532511786</c:v>
                </c:pt>
                <c:pt idx="631">
                  <c:v>12.775510532511786</c:v>
                </c:pt>
                <c:pt idx="632">
                  <c:v>12.775510532511786</c:v>
                </c:pt>
                <c:pt idx="633">
                  <c:v>12.775510532511786</c:v>
                </c:pt>
                <c:pt idx="634">
                  <c:v>12.775510532511786</c:v>
                </c:pt>
                <c:pt idx="635">
                  <c:v>12.775510532511786</c:v>
                </c:pt>
                <c:pt idx="636">
                  <c:v>12.775510532511786</c:v>
                </c:pt>
                <c:pt idx="637">
                  <c:v>12.775510532511786</c:v>
                </c:pt>
                <c:pt idx="638">
                  <c:v>12.775510532511786</c:v>
                </c:pt>
                <c:pt idx="639">
                  <c:v>12.775510532511786</c:v>
                </c:pt>
                <c:pt idx="640">
                  <c:v>12.775510532511786</c:v>
                </c:pt>
                <c:pt idx="641">
                  <c:v>12.775510532511786</c:v>
                </c:pt>
                <c:pt idx="642">
                  <c:v>12.775510532511786</c:v>
                </c:pt>
                <c:pt idx="643">
                  <c:v>12.775510532511786</c:v>
                </c:pt>
                <c:pt idx="644">
                  <c:v>12.775510532511786</c:v>
                </c:pt>
                <c:pt idx="645">
                  <c:v>12.775510532511786</c:v>
                </c:pt>
                <c:pt idx="646">
                  <c:v>12.775510532511786</c:v>
                </c:pt>
                <c:pt idx="647">
                  <c:v>12.775510532511786</c:v>
                </c:pt>
                <c:pt idx="648">
                  <c:v>12.775510532511786</c:v>
                </c:pt>
                <c:pt idx="649">
                  <c:v>12.775510532511786</c:v>
                </c:pt>
                <c:pt idx="650">
                  <c:v>12.775510532511786</c:v>
                </c:pt>
                <c:pt idx="651">
                  <c:v>12.775510532511786</c:v>
                </c:pt>
                <c:pt idx="652">
                  <c:v>12.775510532511786</c:v>
                </c:pt>
                <c:pt idx="653">
                  <c:v>12.775510532511786</c:v>
                </c:pt>
                <c:pt idx="654">
                  <c:v>12.775510532511786</c:v>
                </c:pt>
                <c:pt idx="655">
                  <c:v>12.775510532511786</c:v>
                </c:pt>
                <c:pt idx="656">
                  <c:v>12.775510532511786</c:v>
                </c:pt>
                <c:pt idx="657">
                  <c:v>12.775510532511786</c:v>
                </c:pt>
                <c:pt idx="658">
                  <c:v>12.775510532511786</c:v>
                </c:pt>
                <c:pt idx="659">
                  <c:v>12.775510532511786</c:v>
                </c:pt>
                <c:pt idx="660">
                  <c:v>12.775510532511786</c:v>
                </c:pt>
                <c:pt idx="661">
                  <c:v>12.775510532511786</c:v>
                </c:pt>
                <c:pt idx="662">
                  <c:v>12.775510532511786</c:v>
                </c:pt>
                <c:pt idx="663">
                  <c:v>12.775510532511786</c:v>
                </c:pt>
                <c:pt idx="664">
                  <c:v>12.775510532511786</c:v>
                </c:pt>
                <c:pt idx="665">
                  <c:v>12.775510532511786</c:v>
                </c:pt>
                <c:pt idx="666">
                  <c:v>12.775510532511786</c:v>
                </c:pt>
                <c:pt idx="667">
                  <c:v>12.775510532511786</c:v>
                </c:pt>
                <c:pt idx="668">
                  <c:v>12.775510532511786</c:v>
                </c:pt>
                <c:pt idx="669">
                  <c:v>12.775510532511786</c:v>
                </c:pt>
                <c:pt idx="670">
                  <c:v>12.775510532511786</c:v>
                </c:pt>
                <c:pt idx="671">
                  <c:v>12.775510532511786</c:v>
                </c:pt>
                <c:pt idx="672">
                  <c:v>12.775510532511786</c:v>
                </c:pt>
                <c:pt idx="673">
                  <c:v>12.775510532511786</c:v>
                </c:pt>
                <c:pt idx="674">
                  <c:v>12.775510532511786</c:v>
                </c:pt>
                <c:pt idx="675">
                  <c:v>12.775510532511786</c:v>
                </c:pt>
                <c:pt idx="676">
                  <c:v>12.775510532511786</c:v>
                </c:pt>
                <c:pt idx="677">
                  <c:v>12.775510532511786</c:v>
                </c:pt>
                <c:pt idx="678">
                  <c:v>12.775510532511786</c:v>
                </c:pt>
                <c:pt idx="679">
                  <c:v>12.775510532511786</c:v>
                </c:pt>
                <c:pt idx="680">
                  <c:v>12.775510532511786</c:v>
                </c:pt>
                <c:pt idx="681">
                  <c:v>12.775510532511786</c:v>
                </c:pt>
                <c:pt idx="682">
                  <c:v>12.775510532511786</c:v>
                </c:pt>
                <c:pt idx="683">
                  <c:v>12.775510532511786</c:v>
                </c:pt>
                <c:pt idx="684">
                  <c:v>12.775510532511786</c:v>
                </c:pt>
                <c:pt idx="685">
                  <c:v>12.775510532511786</c:v>
                </c:pt>
                <c:pt idx="686">
                  <c:v>12.775510532511786</c:v>
                </c:pt>
                <c:pt idx="687">
                  <c:v>12.775510532511786</c:v>
                </c:pt>
                <c:pt idx="688">
                  <c:v>12.775510532511786</c:v>
                </c:pt>
                <c:pt idx="689">
                  <c:v>12.775510532511786</c:v>
                </c:pt>
                <c:pt idx="690">
                  <c:v>12.775510532511786</c:v>
                </c:pt>
                <c:pt idx="691">
                  <c:v>12.775510532511786</c:v>
                </c:pt>
                <c:pt idx="692">
                  <c:v>12.775510532511786</c:v>
                </c:pt>
                <c:pt idx="693">
                  <c:v>12.775510532511786</c:v>
                </c:pt>
                <c:pt idx="694">
                  <c:v>12.775510532511786</c:v>
                </c:pt>
                <c:pt idx="695">
                  <c:v>12.775510532511786</c:v>
                </c:pt>
                <c:pt idx="696">
                  <c:v>12.775510532511786</c:v>
                </c:pt>
                <c:pt idx="697">
                  <c:v>12.775510532511786</c:v>
                </c:pt>
                <c:pt idx="698">
                  <c:v>12.775510532511786</c:v>
                </c:pt>
                <c:pt idx="699">
                  <c:v>12.775510532511786</c:v>
                </c:pt>
                <c:pt idx="700">
                  <c:v>12.775510532511786</c:v>
                </c:pt>
                <c:pt idx="701">
                  <c:v>12.775510532511786</c:v>
                </c:pt>
                <c:pt idx="702">
                  <c:v>12.775510532511786</c:v>
                </c:pt>
                <c:pt idx="703">
                  <c:v>12.775510532511786</c:v>
                </c:pt>
                <c:pt idx="704">
                  <c:v>12.775510532511786</c:v>
                </c:pt>
                <c:pt idx="705">
                  <c:v>12.775510532511786</c:v>
                </c:pt>
                <c:pt idx="706">
                  <c:v>12.775510532511786</c:v>
                </c:pt>
                <c:pt idx="707">
                  <c:v>12.775510532511786</c:v>
                </c:pt>
                <c:pt idx="708">
                  <c:v>12.775510532511786</c:v>
                </c:pt>
                <c:pt idx="709">
                  <c:v>12.775510532511786</c:v>
                </c:pt>
                <c:pt idx="710">
                  <c:v>12.775510532511786</c:v>
                </c:pt>
                <c:pt idx="711">
                  <c:v>12.775510532511786</c:v>
                </c:pt>
                <c:pt idx="712">
                  <c:v>12.775510532511786</c:v>
                </c:pt>
                <c:pt idx="713">
                  <c:v>12.775510532511786</c:v>
                </c:pt>
                <c:pt idx="714">
                  <c:v>12.775510532511786</c:v>
                </c:pt>
                <c:pt idx="715">
                  <c:v>12.775510532511786</c:v>
                </c:pt>
                <c:pt idx="716">
                  <c:v>12.775510532511786</c:v>
                </c:pt>
                <c:pt idx="717">
                  <c:v>12.775510532511786</c:v>
                </c:pt>
                <c:pt idx="718">
                  <c:v>12.775510532511786</c:v>
                </c:pt>
                <c:pt idx="719">
                  <c:v>12.775510532511786</c:v>
                </c:pt>
                <c:pt idx="720">
                  <c:v>12.775510532511786</c:v>
                </c:pt>
                <c:pt idx="721">
                  <c:v>12.775510532511786</c:v>
                </c:pt>
                <c:pt idx="722">
                  <c:v>12.775510532511786</c:v>
                </c:pt>
                <c:pt idx="723">
                  <c:v>12.775510532511786</c:v>
                </c:pt>
                <c:pt idx="724">
                  <c:v>12.775510532511786</c:v>
                </c:pt>
                <c:pt idx="725">
                  <c:v>12.775510532511786</c:v>
                </c:pt>
                <c:pt idx="726">
                  <c:v>12.775510532511786</c:v>
                </c:pt>
                <c:pt idx="727">
                  <c:v>12.775510532511786</c:v>
                </c:pt>
                <c:pt idx="728">
                  <c:v>12.775510532511786</c:v>
                </c:pt>
                <c:pt idx="729">
                  <c:v>12.775510532511786</c:v>
                </c:pt>
                <c:pt idx="730">
                  <c:v>12.775510532511786</c:v>
                </c:pt>
                <c:pt idx="731">
                  <c:v>12.775510532511786</c:v>
                </c:pt>
                <c:pt idx="732">
                  <c:v>12.775510532511786</c:v>
                </c:pt>
                <c:pt idx="733">
                  <c:v>12.775510532511786</c:v>
                </c:pt>
                <c:pt idx="734">
                  <c:v>12.775510532511786</c:v>
                </c:pt>
                <c:pt idx="735">
                  <c:v>12.775510532511786</c:v>
                </c:pt>
                <c:pt idx="736">
                  <c:v>12.775510532511786</c:v>
                </c:pt>
                <c:pt idx="737">
                  <c:v>12.775510532511786</c:v>
                </c:pt>
                <c:pt idx="738">
                  <c:v>12.775510532511786</c:v>
                </c:pt>
                <c:pt idx="739">
                  <c:v>12.775510532511786</c:v>
                </c:pt>
                <c:pt idx="740">
                  <c:v>12.775510532511786</c:v>
                </c:pt>
                <c:pt idx="741">
                  <c:v>12.775510532511786</c:v>
                </c:pt>
                <c:pt idx="742">
                  <c:v>12.775510532511786</c:v>
                </c:pt>
                <c:pt idx="743">
                  <c:v>12.775510532511786</c:v>
                </c:pt>
                <c:pt idx="744">
                  <c:v>12.775510532511786</c:v>
                </c:pt>
                <c:pt idx="745">
                  <c:v>12.775510532511786</c:v>
                </c:pt>
                <c:pt idx="746">
                  <c:v>12.775510532511786</c:v>
                </c:pt>
                <c:pt idx="747">
                  <c:v>12.775510532511786</c:v>
                </c:pt>
                <c:pt idx="748">
                  <c:v>12.775510532511786</c:v>
                </c:pt>
                <c:pt idx="749">
                  <c:v>12.775510532511786</c:v>
                </c:pt>
                <c:pt idx="750">
                  <c:v>12.775510532511786</c:v>
                </c:pt>
                <c:pt idx="751">
                  <c:v>12.775510532511786</c:v>
                </c:pt>
                <c:pt idx="752">
                  <c:v>12.775510532511786</c:v>
                </c:pt>
                <c:pt idx="753">
                  <c:v>12.775510532511786</c:v>
                </c:pt>
                <c:pt idx="754">
                  <c:v>12.775510532511786</c:v>
                </c:pt>
                <c:pt idx="755">
                  <c:v>12.775510532511786</c:v>
                </c:pt>
                <c:pt idx="756">
                  <c:v>12.775510532511786</c:v>
                </c:pt>
                <c:pt idx="757">
                  <c:v>12.775510532511786</c:v>
                </c:pt>
                <c:pt idx="758">
                  <c:v>12.775510532511786</c:v>
                </c:pt>
                <c:pt idx="759">
                  <c:v>12.775510532511786</c:v>
                </c:pt>
                <c:pt idx="760">
                  <c:v>12.775510532511786</c:v>
                </c:pt>
                <c:pt idx="761">
                  <c:v>12.775510532511786</c:v>
                </c:pt>
                <c:pt idx="762">
                  <c:v>12.775510532511786</c:v>
                </c:pt>
                <c:pt idx="763">
                  <c:v>12.775510532511786</c:v>
                </c:pt>
                <c:pt idx="764">
                  <c:v>12.775510532511786</c:v>
                </c:pt>
                <c:pt idx="765">
                  <c:v>12.775510532511786</c:v>
                </c:pt>
                <c:pt idx="766">
                  <c:v>12.775510532511786</c:v>
                </c:pt>
                <c:pt idx="767">
                  <c:v>12.775510532511786</c:v>
                </c:pt>
                <c:pt idx="768">
                  <c:v>12.775510532511786</c:v>
                </c:pt>
                <c:pt idx="769">
                  <c:v>12.775510532511786</c:v>
                </c:pt>
                <c:pt idx="770">
                  <c:v>12.775510532511786</c:v>
                </c:pt>
                <c:pt idx="771">
                  <c:v>12.775510532511786</c:v>
                </c:pt>
                <c:pt idx="772">
                  <c:v>12.775510532511786</c:v>
                </c:pt>
                <c:pt idx="773">
                  <c:v>12.775510532511786</c:v>
                </c:pt>
                <c:pt idx="774">
                  <c:v>12.775510532511786</c:v>
                </c:pt>
                <c:pt idx="775">
                  <c:v>12.775510532511786</c:v>
                </c:pt>
                <c:pt idx="776">
                  <c:v>12.775510532511786</c:v>
                </c:pt>
                <c:pt idx="777">
                  <c:v>12.775510532511786</c:v>
                </c:pt>
                <c:pt idx="778">
                  <c:v>12.775510532511786</c:v>
                </c:pt>
                <c:pt idx="779">
                  <c:v>12.775510532511786</c:v>
                </c:pt>
                <c:pt idx="780">
                  <c:v>12.775510532511786</c:v>
                </c:pt>
                <c:pt idx="781">
                  <c:v>12.775510532511786</c:v>
                </c:pt>
                <c:pt idx="782">
                  <c:v>12.775510532511786</c:v>
                </c:pt>
                <c:pt idx="783">
                  <c:v>12.775510532511786</c:v>
                </c:pt>
                <c:pt idx="784">
                  <c:v>12.775510532511786</c:v>
                </c:pt>
                <c:pt idx="785">
                  <c:v>12.775510532511786</c:v>
                </c:pt>
                <c:pt idx="786">
                  <c:v>12.775510532511786</c:v>
                </c:pt>
                <c:pt idx="787">
                  <c:v>12.775510532511786</c:v>
                </c:pt>
                <c:pt idx="788">
                  <c:v>12.775510532511786</c:v>
                </c:pt>
                <c:pt idx="789">
                  <c:v>12.775510532511786</c:v>
                </c:pt>
                <c:pt idx="790">
                  <c:v>12.775510532511786</c:v>
                </c:pt>
                <c:pt idx="791">
                  <c:v>12.775510532511786</c:v>
                </c:pt>
                <c:pt idx="792">
                  <c:v>12.775510532511786</c:v>
                </c:pt>
                <c:pt idx="793">
                  <c:v>12.775510532511786</c:v>
                </c:pt>
                <c:pt idx="794">
                  <c:v>12.775510532511786</c:v>
                </c:pt>
                <c:pt idx="795">
                  <c:v>12.775510532511786</c:v>
                </c:pt>
                <c:pt idx="796">
                  <c:v>12.775510532511786</c:v>
                </c:pt>
                <c:pt idx="797">
                  <c:v>12.775510532511786</c:v>
                </c:pt>
                <c:pt idx="798">
                  <c:v>12.775510532511786</c:v>
                </c:pt>
                <c:pt idx="799">
                  <c:v>12.775510532511786</c:v>
                </c:pt>
                <c:pt idx="800">
                  <c:v>12.775510532511786</c:v>
                </c:pt>
                <c:pt idx="801">
                  <c:v>12.775510532511786</c:v>
                </c:pt>
                <c:pt idx="802">
                  <c:v>12.775510532511786</c:v>
                </c:pt>
                <c:pt idx="803">
                  <c:v>12.775510532511786</c:v>
                </c:pt>
                <c:pt idx="804">
                  <c:v>12.775510532511786</c:v>
                </c:pt>
                <c:pt idx="805">
                  <c:v>12.775510532511786</c:v>
                </c:pt>
                <c:pt idx="806">
                  <c:v>12.775510532511786</c:v>
                </c:pt>
                <c:pt idx="807">
                  <c:v>12.775510532511786</c:v>
                </c:pt>
                <c:pt idx="808">
                  <c:v>12.775510532511786</c:v>
                </c:pt>
                <c:pt idx="809">
                  <c:v>12.775510532511786</c:v>
                </c:pt>
                <c:pt idx="810">
                  <c:v>12.775510532511786</c:v>
                </c:pt>
                <c:pt idx="811">
                  <c:v>12.775510532511786</c:v>
                </c:pt>
                <c:pt idx="812">
                  <c:v>12.775510532511786</c:v>
                </c:pt>
                <c:pt idx="813">
                  <c:v>12.775510532511786</c:v>
                </c:pt>
                <c:pt idx="814">
                  <c:v>12.775510532511786</c:v>
                </c:pt>
                <c:pt idx="815">
                  <c:v>12.775510532511786</c:v>
                </c:pt>
                <c:pt idx="816">
                  <c:v>12.775510532511786</c:v>
                </c:pt>
                <c:pt idx="817">
                  <c:v>12.775510532511786</c:v>
                </c:pt>
                <c:pt idx="818">
                  <c:v>12.775510532511786</c:v>
                </c:pt>
                <c:pt idx="819">
                  <c:v>12.775510532511786</c:v>
                </c:pt>
                <c:pt idx="820">
                  <c:v>12.775510532511786</c:v>
                </c:pt>
                <c:pt idx="821">
                  <c:v>12.775510532511786</c:v>
                </c:pt>
                <c:pt idx="822">
                  <c:v>12.775510532511786</c:v>
                </c:pt>
                <c:pt idx="823">
                  <c:v>12.775510532511786</c:v>
                </c:pt>
                <c:pt idx="824">
                  <c:v>12.775510532511786</c:v>
                </c:pt>
                <c:pt idx="825">
                  <c:v>12.775510532511786</c:v>
                </c:pt>
                <c:pt idx="826">
                  <c:v>12.775510532511786</c:v>
                </c:pt>
                <c:pt idx="827">
                  <c:v>12.775510532511786</c:v>
                </c:pt>
                <c:pt idx="828">
                  <c:v>12.775510532511786</c:v>
                </c:pt>
                <c:pt idx="829">
                  <c:v>12.775510532511786</c:v>
                </c:pt>
                <c:pt idx="830">
                  <c:v>12.775510532511786</c:v>
                </c:pt>
                <c:pt idx="831">
                  <c:v>12.775510532511786</c:v>
                </c:pt>
                <c:pt idx="832">
                  <c:v>12.775510532511786</c:v>
                </c:pt>
                <c:pt idx="833">
                  <c:v>12.775510532511786</c:v>
                </c:pt>
                <c:pt idx="834">
                  <c:v>12.775510532511786</c:v>
                </c:pt>
                <c:pt idx="835">
                  <c:v>12.775510532511786</c:v>
                </c:pt>
                <c:pt idx="836">
                  <c:v>12.775510532511786</c:v>
                </c:pt>
                <c:pt idx="837">
                  <c:v>12.775510532511786</c:v>
                </c:pt>
                <c:pt idx="838">
                  <c:v>12.775510532511786</c:v>
                </c:pt>
                <c:pt idx="839">
                  <c:v>12.775510532511786</c:v>
                </c:pt>
                <c:pt idx="840">
                  <c:v>12.775510532511786</c:v>
                </c:pt>
                <c:pt idx="841">
                  <c:v>12.775510532511786</c:v>
                </c:pt>
                <c:pt idx="842">
                  <c:v>12.775510532511786</c:v>
                </c:pt>
                <c:pt idx="843">
                  <c:v>12.775510532511786</c:v>
                </c:pt>
                <c:pt idx="844">
                  <c:v>12.775510532511786</c:v>
                </c:pt>
                <c:pt idx="845">
                  <c:v>12.775510532511786</c:v>
                </c:pt>
                <c:pt idx="846">
                  <c:v>12.775510532511786</c:v>
                </c:pt>
                <c:pt idx="847">
                  <c:v>12.775510532511786</c:v>
                </c:pt>
                <c:pt idx="848">
                  <c:v>12.775510532511786</c:v>
                </c:pt>
                <c:pt idx="849">
                  <c:v>12.775510532511786</c:v>
                </c:pt>
                <c:pt idx="850">
                  <c:v>12.775510532511786</c:v>
                </c:pt>
                <c:pt idx="851">
                  <c:v>12.775510532511786</c:v>
                </c:pt>
                <c:pt idx="852">
                  <c:v>12.775510532511786</c:v>
                </c:pt>
                <c:pt idx="853">
                  <c:v>12.775510532511786</c:v>
                </c:pt>
                <c:pt idx="854">
                  <c:v>12.775510532511786</c:v>
                </c:pt>
                <c:pt idx="855">
                  <c:v>12.775510532511786</c:v>
                </c:pt>
                <c:pt idx="856">
                  <c:v>12.775510532511786</c:v>
                </c:pt>
                <c:pt idx="857">
                  <c:v>12.775510532511786</c:v>
                </c:pt>
                <c:pt idx="858">
                  <c:v>12.775510532511786</c:v>
                </c:pt>
                <c:pt idx="859">
                  <c:v>12.775510532511786</c:v>
                </c:pt>
                <c:pt idx="860">
                  <c:v>12.775510532511786</c:v>
                </c:pt>
                <c:pt idx="861">
                  <c:v>12.775510532511786</c:v>
                </c:pt>
                <c:pt idx="862">
                  <c:v>12.775510532511786</c:v>
                </c:pt>
                <c:pt idx="863">
                  <c:v>12.775510532511786</c:v>
                </c:pt>
                <c:pt idx="864">
                  <c:v>12.775510532511786</c:v>
                </c:pt>
                <c:pt idx="865">
                  <c:v>12.775510532511786</c:v>
                </c:pt>
                <c:pt idx="866">
                  <c:v>12.775510532511786</c:v>
                </c:pt>
                <c:pt idx="867">
                  <c:v>12.775510532511786</c:v>
                </c:pt>
                <c:pt idx="868">
                  <c:v>12.775510532511786</c:v>
                </c:pt>
                <c:pt idx="869">
                  <c:v>12.775510532511786</c:v>
                </c:pt>
                <c:pt idx="870">
                  <c:v>12.775510532511786</c:v>
                </c:pt>
                <c:pt idx="871">
                  <c:v>12.775510532511786</c:v>
                </c:pt>
                <c:pt idx="872">
                  <c:v>12.775510532511786</c:v>
                </c:pt>
                <c:pt idx="873">
                  <c:v>12.775510532511786</c:v>
                </c:pt>
                <c:pt idx="874">
                  <c:v>12.775510532511786</c:v>
                </c:pt>
                <c:pt idx="875">
                  <c:v>12.775510532511786</c:v>
                </c:pt>
                <c:pt idx="876">
                  <c:v>12.775510532511786</c:v>
                </c:pt>
                <c:pt idx="877">
                  <c:v>12.775510532511786</c:v>
                </c:pt>
                <c:pt idx="878">
                  <c:v>12.775510532511786</c:v>
                </c:pt>
                <c:pt idx="879">
                  <c:v>12.775510532511786</c:v>
                </c:pt>
                <c:pt idx="880">
                  <c:v>12.775510532511786</c:v>
                </c:pt>
                <c:pt idx="881">
                  <c:v>12.775510532511786</c:v>
                </c:pt>
                <c:pt idx="882">
                  <c:v>12.775510532511786</c:v>
                </c:pt>
                <c:pt idx="883">
                  <c:v>12.775510532511786</c:v>
                </c:pt>
                <c:pt idx="884">
                  <c:v>12.775510532511786</c:v>
                </c:pt>
                <c:pt idx="885">
                  <c:v>12.775510532511786</c:v>
                </c:pt>
                <c:pt idx="886">
                  <c:v>12.775510532511786</c:v>
                </c:pt>
                <c:pt idx="887">
                  <c:v>12.775510532511786</c:v>
                </c:pt>
                <c:pt idx="888">
                  <c:v>12.775510532511786</c:v>
                </c:pt>
                <c:pt idx="889">
                  <c:v>12.775510532511786</c:v>
                </c:pt>
                <c:pt idx="890">
                  <c:v>12.775510532511786</c:v>
                </c:pt>
                <c:pt idx="891">
                  <c:v>12.775510532511786</c:v>
                </c:pt>
                <c:pt idx="892">
                  <c:v>12.775510532511786</c:v>
                </c:pt>
                <c:pt idx="893">
                  <c:v>12.775510532511786</c:v>
                </c:pt>
                <c:pt idx="894">
                  <c:v>12.775510532511786</c:v>
                </c:pt>
                <c:pt idx="895">
                  <c:v>12.775510532511786</c:v>
                </c:pt>
                <c:pt idx="896">
                  <c:v>12.775510532511786</c:v>
                </c:pt>
                <c:pt idx="897">
                  <c:v>12.775510532511786</c:v>
                </c:pt>
                <c:pt idx="898">
                  <c:v>12.775510532511786</c:v>
                </c:pt>
                <c:pt idx="899">
                  <c:v>12.775510532511786</c:v>
                </c:pt>
                <c:pt idx="900">
                  <c:v>12.775510532511786</c:v>
                </c:pt>
                <c:pt idx="901">
                  <c:v>12.775510532511786</c:v>
                </c:pt>
                <c:pt idx="902">
                  <c:v>12.775510532511786</c:v>
                </c:pt>
                <c:pt idx="903">
                  <c:v>12.775510532511786</c:v>
                </c:pt>
                <c:pt idx="904">
                  <c:v>12.775510532511786</c:v>
                </c:pt>
                <c:pt idx="905">
                  <c:v>12.775510532511786</c:v>
                </c:pt>
                <c:pt idx="906">
                  <c:v>12.775510532511786</c:v>
                </c:pt>
                <c:pt idx="907">
                  <c:v>12.775510532511786</c:v>
                </c:pt>
                <c:pt idx="908">
                  <c:v>12.775510532511786</c:v>
                </c:pt>
                <c:pt idx="909">
                  <c:v>12.775510532511786</c:v>
                </c:pt>
                <c:pt idx="910">
                  <c:v>12.775510532511786</c:v>
                </c:pt>
                <c:pt idx="911">
                  <c:v>12.775510532511786</c:v>
                </c:pt>
                <c:pt idx="912">
                  <c:v>12.775510532511786</c:v>
                </c:pt>
                <c:pt idx="913">
                  <c:v>12.775510532511786</c:v>
                </c:pt>
                <c:pt idx="914">
                  <c:v>12.775510532511786</c:v>
                </c:pt>
                <c:pt idx="915">
                  <c:v>12.775510532511786</c:v>
                </c:pt>
                <c:pt idx="916">
                  <c:v>12.775510532511786</c:v>
                </c:pt>
                <c:pt idx="917">
                  <c:v>12.775510532511786</c:v>
                </c:pt>
                <c:pt idx="918">
                  <c:v>12.775510532511786</c:v>
                </c:pt>
                <c:pt idx="919">
                  <c:v>12.775510532511786</c:v>
                </c:pt>
                <c:pt idx="920">
                  <c:v>12.775510532511786</c:v>
                </c:pt>
                <c:pt idx="921">
                  <c:v>12.775510532511786</c:v>
                </c:pt>
                <c:pt idx="922">
                  <c:v>12.775510532511786</c:v>
                </c:pt>
                <c:pt idx="923">
                  <c:v>12.775510532511786</c:v>
                </c:pt>
                <c:pt idx="924">
                  <c:v>12.775510532511786</c:v>
                </c:pt>
                <c:pt idx="925">
                  <c:v>12.775510532511786</c:v>
                </c:pt>
                <c:pt idx="926">
                  <c:v>12.775510532511786</c:v>
                </c:pt>
                <c:pt idx="927">
                  <c:v>12.775510532511786</c:v>
                </c:pt>
                <c:pt idx="928">
                  <c:v>12.775510532511786</c:v>
                </c:pt>
                <c:pt idx="929">
                  <c:v>12.775510532511786</c:v>
                </c:pt>
                <c:pt idx="930">
                  <c:v>12.775510532511786</c:v>
                </c:pt>
                <c:pt idx="931">
                  <c:v>12.775510532511786</c:v>
                </c:pt>
                <c:pt idx="932">
                  <c:v>12.775510532511786</c:v>
                </c:pt>
                <c:pt idx="933">
                  <c:v>12.775510532511786</c:v>
                </c:pt>
                <c:pt idx="934">
                  <c:v>12.775510532511786</c:v>
                </c:pt>
                <c:pt idx="935">
                  <c:v>12.775510532511786</c:v>
                </c:pt>
                <c:pt idx="936">
                  <c:v>12.775510532511786</c:v>
                </c:pt>
                <c:pt idx="937">
                  <c:v>12.775510532511786</c:v>
                </c:pt>
                <c:pt idx="938">
                  <c:v>12.775510532511786</c:v>
                </c:pt>
                <c:pt idx="939">
                  <c:v>12.775510532511786</c:v>
                </c:pt>
                <c:pt idx="940">
                  <c:v>12.775510532511786</c:v>
                </c:pt>
                <c:pt idx="941">
                  <c:v>12.775510532511786</c:v>
                </c:pt>
                <c:pt idx="942">
                  <c:v>12.775510532511786</c:v>
                </c:pt>
                <c:pt idx="943">
                  <c:v>12.775510532511786</c:v>
                </c:pt>
                <c:pt idx="944">
                  <c:v>12.775510532511786</c:v>
                </c:pt>
                <c:pt idx="945">
                  <c:v>12.775510532511786</c:v>
                </c:pt>
                <c:pt idx="946">
                  <c:v>12.775510532511786</c:v>
                </c:pt>
                <c:pt idx="947">
                  <c:v>12.775510532511786</c:v>
                </c:pt>
                <c:pt idx="948">
                  <c:v>12.775510532511786</c:v>
                </c:pt>
                <c:pt idx="949">
                  <c:v>12.775510532511786</c:v>
                </c:pt>
                <c:pt idx="950">
                  <c:v>12.775510532511786</c:v>
                </c:pt>
                <c:pt idx="951">
                  <c:v>12.775510532511786</c:v>
                </c:pt>
                <c:pt idx="952">
                  <c:v>12.775510532511786</c:v>
                </c:pt>
                <c:pt idx="953">
                  <c:v>12.775510532511786</c:v>
                </c:pt>
                <c:pt idx="954">
                  <c:v>12.775510532511786</c:v>
                </c:pt>
                <c:pt idx="955">
                  <c:v>12.775510532511786</c:v>
                </c:pt>
                <c:pt idx="956">
                  <c:v>12.775510532511786</c:v>
                </c:pt>
                <c:pt idx="957">
                  <c:v>12.775510532511786</c:v>
                </c:pt>
                <c:pt idx="958">
                  <c:v>12.775510532511786</c:v>
                </c:pt>
                <c:pt idx="959">
                  <c:v>12.775510532511786</c:v>
                </c:pt>
                <c:pt idx="960">
                  <c:v>12.775510532511786</c:v>
                </c:pt>
                <c:pt idx="961">
                  <c:v>12.775510532511786</c:v>
                </c:pt>
                <c:pt idx="962">
                  <c:v>12.775510532511786</c:v>
                </c:pt>
                <c:pt idx="963">
                  <c:v>12.775510532511786</c:v>
                </c:pt>
                <c:pt idx="964">
                  <c:v>12.775510532511786</c:v>
                </c:pt>
                <c:pt idx="965">
                  <c:v>12.775510532511786</c:v>
                </c:pt>
                <c:pt idx="966">
                  <c:v>12.775510532511786</c:v>
                </c:pt>
                <c:pt idx="967">
                  <c:v>12.775510532511786</c:v>
                </c:pt>
                <c:pt idx="968">
                  <c:v>12.775510532511786</c:v>
                </c:pt>
                <c:pt idx="969">
                  <c:v>12.775510532511786</c:v>
                </c:pt>
                <c:pt idx="970">
                  <c:v>12.775510532511786</c:v>
                </c:pt>
                <c:pt idx="971">
                  <c:v>12.775510532511786</c:v>
                </c:pt>
                <c:pt idx="972">
                  <c:v>12.775510532511786</c:v>
                </c:pt>
                <c:pt idx="973">
                  <c:v>12.775510532511786</c:v>
                </c:pt>
                <c:pt idx="974">
                  <c:v>12.775510532511786</c:v>
                </c:pt>
                <c:pt idx="975">
                  <c:v>12.775510532511786</c:v>
                </c:pt>
                <c:pt idx="976">
                  <c:v>12.775510532511786</c:v>
                </c:pt>
                <c:pt idx="977">
                  <c:v>12.775510532511786</c:v>
                </c:pt>
                <c:pt idx="978">
                  <c:v>12.775510532511786</c:v>
                </c:pt>
                <c:pt idx="979">
                  <c:v>12.775510532511786</c:v>
                </c:pt>
                <c:pt idx="980">
                  <c:v>12.775510532511786</c:v>
                </c:pt>
                <c:pt idx="981">
                  <c:v>12.775510532511786</c:v>
                </c:pt>
                <c:pt idx="982">
                  <c:v>12.775510532511786</c:v>
                </c:pt>
                <c:pt idx="983">
                  <c:v>12.775510532511786</c:v>
                </c:pt>
                <c:pt idx="984">
                  <c:v>12.775510532511786</c:v>
                </c:pt>
                <c:pt idx="985">
                  <c:v>12.775510532511786</c:v>
                </c:pt>
                <c:pt idx="986">
                  <c:v>12.775510532511786</c:v>
                </c:pt>
                <c:pt idx="987">
                  <c:v>12.775510532511786</c:v>
                </c:pt>
                <c:pt idx="988">
                  <c:v>12.775510532511786</c:v>
                </c:pt>
                <c:pt idx="989">
                  <c:v>12.775510532511786</c:v>
                </c:pt>
                <c:pt idx="990">
                  <c:v>12.775510532511786</c:v>
                </c:pt>
                <c:pt idx="991">
                  <c:v>12.775510532511786</c:v>
                </c:pt>
                <c:pt idx="992">
                  <c:v>12.775510532511786</c:v>
                </c:pt>
                <c:pt idx="993">
                  <c:v>12.775510532511786</c:v>
                </c:pt>
                <c:pt idx="994">
                  <c:v>12.775510532511786</c:v>
                </c:pt>
                <c:pt idx="995">
                  <c:v>12.775510532511786</c:v>
                </c:pt>
                <c:pt idx="996">
                  <c:v>12.775510532511786</c:v>
                </c:pt>
                <c:pt idx="997">
                  <c:v>12.775510532511786</c:v>
                </c:pt>
                <c:pt idx="998">
                  <c:v>12.775510532511786</c:v>
                </c:pt>
                <c:pt idx="999">
                  <c:v>12.775510532511786</c:v>
                </c:pt>
                <c:pt idx="1000">
                  <c:v>12.775510532511786</c:v>
                </c:pt>
                <c:pt idx="1001">
                  <c:v>12.775510532511786</c:v>
                </c:pt>
                <c:pt idx="1002">
                  <c:v>12.775510532511786</c:v>
                </c:pt>
                <c:pt idx="1003">
                  <c:v>12.775510532511786</c:v>
                </c:pt>
                <c:pt idx="1004">
                  <c:v>12.775510532511786</c:v>
                </c:pt>
                <c:pt idx="1005">
                  <c:v>12.775510532511786</c:v>
                </c:pt>
                <c:pt idx="1006">
                  <c:v>12.775510532511786</c:v>
                </c:pt>
                <c:pt idx="1007">
                  <c:v>12.775510532511786</c:v>
                </c:pt>
                <c:pt idx="1008">
                  <c:v>12.775510532511786</c:v>
                </c:pt>
                <c:pt idx="1009">
                  <c:v>12.775510532511786</c:v>
                </c:pt>
                <c:pt idx="1010">
                  <c:v>12.775510532511786</c:v>
                </c:pt>
                <c:pt idx="1011">
                  <c:v>12.775510532511786</c:v>
                </c:pt>
                <c:pt idx="1012">
                  <c:v>12.775510532511786</c:v>
                </c:pt>
                <c:pt idx="1013">
                  <c:v>12.775510532511786</c:v>
                </c:pt>
                <c:pt idx="1014">
                  <c:v>12.775510532511786</c:v>
                </c:pt>
                <c:pt idx="1015">
                  <c:v>12.775510532511786</c:v>
                </c:pt>
                <c:pt idx="1016">
                  <c:v>12.775510532511786</c:v>
                </c:pt>
                <c:pt idx="1017">
                  <c:v>12.775510532511786</c:v>
                </c:pt>
                <c:pt idx="1018">
                  <c:v>12.775510532511786</c:v>
                </c:pt>
                <c:pt idx="1019">
                  <c:v>12.775510532511786</c:v>
                </c:pt>
                <c:pt idx="1020">
                  <c:v>12.775510532511786</c:v>
                </c:pt>
                <c:pt idx="1021">
                  <c:v>12.775510532511786</c:v>
                </c:pt>
                <c:pt idx="1022">
                  <c:v>12.775510532511786</c:v>
                </c:pt>
                <c:pt idx="1023">
                  <c:v>12.775510532511786</c:v>
                </c:pt>
                <c:pt idx="1024">
                  <c:v>12.775510532511786</c:v>
                </c:pt>
                <c:pt idx="1025">
                  <c:v>12.775510532511786</c:v>
                </c:pt>
                <c:pt idx="1026">
                  <c:v>12.775510532511786</c:v>
                </c:pt>
                <c:pt idx="1027">
                  <c:v>12.775510532511786</c:v>
                </c:pt>
                <c:pt idx="1028">
                  <c:v>12.775510532511786</c:v>
                </c:pt>
                <c:pt idx="1029">
                  <c:v>12.775510532511786</c:v>
                </c:pt>
                <c:pt idx="1030">
                  <c:v>12.775510532511786</c:v>
                </c:pt>
                <c:pt idx="1031">
                  <c:v>12.775510532511786</c:v>
                </c:pt>
                <c:pt idx="1032">
                  <c:v>12.775510532511786</c:v>
                </c:pt>
                <c:pt idx="1033">
                  <c:v>12.775510532511786</c:v>
                </c:pt>
                <c:pt idx="1034">
                  <c:v>12.775510532511786</c:v>
                </c:pt>
                <c:pt idx="1035">
                  <c:v>12.775510532511786</c:v>
                </c:pt>
                <c:pt idx="1036">
                  <c:v>12.775510532511786</c:v>
                </c:pt>
                <c:pt idx="1037">
                  <c:v>12.775510532511786</c:v>
                </c:pt>
                <c:pt idx="1038">
                  <c:v>12.775510532511786</c:v>
                </c:pt>
                <c:pt idx="1039">
                  <c:v>12.775510532511786</c:v>
                </c:pt>
                <c:pt idx="1040">
                  <c:v>12.775510532511786</c:v>
                </c:pt>
                <c:pt idx="1041">
                  <c:v>12.775510532511786</c:v>
                </c:pt>
                <c:pt idx="1042">
                  <c:v>12.775510532511786</c:v>
                </c:pt>
                <c:pt idx="1043">
                  <c:v>12.775510532511786</c:v>
                </c:pt>
                <c:pt idx="1044">
                  <c:v>12.775510532511786</c:v>
                </c:pt>
                <c:pt idx="1045">
                  <c:v>12.775510532511786</c:v>
                </c:pt>
                <c:pt idx="1046">
                  <c:v>12.775510532511786</c:v>
                </c:pt>
                <c:pt idx="1047">
                  <c:v>12.775510532511786</c:v>
                </c:pt>
                <c:pt idx="1048">
                  <c:v>12.775510532511786</c:v>
                </c:pt>
                <c:pt idx="1049">
                  <c:v>12.775510532511786</c:v>
                </c:pt>
                <c:pt idx="1050">
                  <c:v>12.775510532511786</c:v>
                </c:pt>
                <c:pt idx="1051">
                  <c:v>12.775510532511786</c:v>
                </c:pt>
                <c:pt idx="1052">
                  <c:v>12.775510532511786</c:v>
                </c:pt>
                <c:pt idx="1053">
                  <c:v>12.775510532511786</c:v>
                </c:pt>
                <c:pt idx="1054">
                  <c:v>12.775510532511786</c:v>
                </c:pt>
                <c:pt idx="1055">
                  <c:v>12.775510532511786</c:v>
                </c:pt>
                <c:pt idx="1056">
                  <c:v>12.775510532511786</c:v>
                </c:pt>
                <c:pt idx="1057">
                  <c:v>12.775510532511786</c:v>
                </c:pt>
                <c:pt idx="1058">
                  <c:v>12.775510532511786</c:v>
                </c:pt>
                <c:pt idx="1059">
                  <c:v>12.775510532511786</c:v>
                </c:pt>
                <c:pt idx="1060">
                  <c:v>12.775510532511786</c:v>
                </c:pt>
                <c:pt idx="1061">
                  <c:v>12.775510532511786</c:v>
                </c:pt>
                <c:pt idx="1062">
                  <c:v>12.775510532511786</c:v>
                </c:pt>
                <c:pt idx="1063">
                  <c:v>12.775510532511786</c:v>
                </c:pt>
                <c:pt idx="1064">
                  <c:v>12.775510532511786</c:v>
                </c:pt>
                <c:pt idx="1065">
                  <c:v>12.775510532511786</c:v>
                </c:pt>
                <c:pt idx="1066">
                  <c:v>12.775510532511786</c:v>
                </c:pt>
                <c:pt idx="1067">
                  <c:v>12.775510532511786</c:v>
                </c:pt>
                <c:pt idx="1068">
                  <c:v>12.775510532511786</c:v>
                </c:pt>
                <c:pt idx="1069">
                  <c:v>12.775510532511786</c:v>
                </c:pt>
                <c:pt idx="1070">
                  <c:v>12.775510532511786</c:v>
                </c:pt>
                <c:pt idx="1071">
                  <c:v>12.775510532511786</c:v>
                </c:pt>
                <c:pt idx="1072">
                  <c:v>12.775510532511786</c:v>
                </c:pt>
                <c:pt idx="1073">
                  <c:v>12.775510532511786</c:v>
                </c:pt>
                <c:pt idx="1074">
                  <c:v>12.775510532511786</c:v>
                </c:pt>
                <c:pt idx="1075">
                  <c:v>12.775510532511786</c:v>
                </c:pt>
                <c:pt idx="1076">
                  <c:v>12.775510532511786</c:v>
                </c:pt>
                <c:pt idx="1077">
                  <c:v>12.775510532511786</c:v>
                </c:pt>
                <c:pt idx="1078">
                  <c:v>12.775510532511786</c:v>
                </c:pt>
                <c:pt idx="1079">
                  <c:v>12.775510532511786</c:v>
                </c:pt>
                <c:pt idx="1080">
                  <c:v>12.775510532511786</c:v>
                </c:pt>
                <c:pt idx="1081">
                  <c:v>12.775510532511786</c:v>
                </c:pt>
                <c:pt idx="1082">
                  <c:v>12.775510532511786</c:v>
                </c:pt>
                <c:pt idx="1083">
                  <c:v>12.775510532511786</c:v>
                </c:pt>
                <c:pt idx="1084">
                  <c:v>12.775510532511786</c:v>
                </c:pt>
                <c:pt idx="1085">
                  <c:v>12.775510532511786</c:v>
                </c:pt>
                <c:pt idx="1086">
                  <c:v>12.775510532511786</c:v>
                </c:pt>
                <c:pt idx="1087">
                  <c:v>12.775510532511786</c:v>
                </c:pt>
                <c:pt idx="1088">
                  <c:v>12.775510532511786</c:v>
                </c:pt>
                <c:pt idx="1089">
                  <c:v>12.775510532511786</c:v>
                </c:pt>
                <c:pt idx="1090">
                  <c:v>12.775510532511786</c:v>
                </c:pt>
                <c:pt idx="1091">
                  <c:v>12.775510532511786</c:v>
                </c:pt>
                <c:pt idx="1092">
                  <c:v>12.775510532511786</c:v>
                </c:pt>
                <c:pt idx="1093">
                  <c:v>12.775510532511786</c:v>
                </c:pt>
                <c:pt idx="1094">
                  <c:v>12.775510532511786</c:v>
                </c:pt>
                <c:pt idx="1095">
                  <c:v>12.775510532511786</c:v>
                </c:pt>
                <c:pt idx="1096">
                  <c:v>12.775510532511786</c:v>
                </c:pt>
                <c:pt idx="1097">
                  <c:v>12.775510532511786</c:v>
                </c:pt>
                <c:pt idx="1098">
                  <c:v>12.775510532511786</c:v>
                </c:pt>
                <c:pt idx="1099">
                  <c:v>12.775510532511786</c:v>
                </c:pt>
                <c:pt idx="1100">
                  <c:v>12.775510532511786</c:v>
                </c:pt>
                <c:pt idx="1101">
                  <c:v>12.775510532511786</c:v>
                </c:pt>
                <c:pt idx="1102">
                  <c:v>12.775510532511786</c:v>
                </c:pt>
                <c:pt idx="1103">
                  <c:v>12.775510532511786</c:v>
                </c:pt>
                <c:pt idx="1104">
                  <c:v>12.775510532511786</c:v>
                </c:pt>
                <c:pt idx="1105">
                  <c:v>12.775510532511786</c:v>
                </c:pt>
                <c:pt idx="1106">
                  <c:v>12.775510532511786</c:v>
                </c:pt>
                <c:pt idx="1107">
                  <c:v>12.775510532511786</c:v>
                </c:pt>
                <c:pt idx="1108">
                  <c:v>12.775510532511786</c:v>
                </c:pt>
                <c:pt idx="1109">
                  <c:v>12.775510532511786</c:v>
                </c:pt>
                <c:pt idx="1110">
                  <c:v>12.775510532511786</c:v>
                </c:pt>
                <c:pt idx="1111">
                  <c:v>12.775510532511786</c:v>
                </c:pt>
                <c:pt idx="1112">
                  <c:v>12.775510532511786</c:v>
                </c:pt>
                <c:pt idx="1113">
                  <c:v>12.775510532511786</c:v>
                </c:pt>
                <c:pt idx="1114">
                  <c:v>12.775510532511786</c:v>
                </c:pt>
                <c:pt idx="1115">
                  <c:v>12.775510532511786</c:v>
                </c:pt>
                <c:pt idx="1116">
                  <c:v>12.775510532511786</c:v>
                </c:pt>
                <c:pt idx="1117">
                  <c:v>12.775510532511786</c:v>
                </c:pt>
                <c:pt idx="1118">
                  <c:v>12.775510532511786</c:v>
                </c:pt>
                <c:pt idx="1119">
                  <c:v>12.775510532511786</c:v>
                </c:pt>
                <c:pt idx="1120">
                  <c:v>12.775510532511786</c:v>
                </c:pt>
                <c:pt idx="1121">
                  <c:v>12.775510532511786</c:v>
                </c:pt>
                <c:pt idx="1122">
                  <c:v>12.775510532511786</c:v>
                </c:pt>
                <c:pt idx="1123">
                  <c:v>12.775510532511786</c:v>
                </c:pt>
                <c:pt idx="1124">
                  <c:v>12.775510532511786</c:v>
                </c:pt>
                <c:pt idx="1125">
                  <c:v>12.775510532511786</c:v>
                </c:pt>
                <c:pt idx="1126">
                  <c:v>12.775510532511786</c:v>
                </c:pt>
                <c:pt idx="1127">
                  <c:v>12.775510532511786</c:v>
                </c:pt>
                <c:pt idx="1128">
                  <c:v>12.775510532511786</c:v>
                </c:pt>
                <c:pt idx="1129">
                  <c:v>12.775510532511786</c:v>
                </c:pt>
                <c:pt idx="1130">
                  <c:v>12.775510532511786</c:v>
                </c:pt>
                <c:pt idx="1131">
                  <c:v>12.775510532511786</c:v>
                </c:pt>
                <c:pt idx="1132">
                  <c:v>12.775510532511786</c:v>
                </c:pt>
                <c:pt idx="1133">
                  <c:v>12.775510532511786</c:v>
                </c:pt>
                <c:pt idx="1134">
                  <c:v>12.775510532511786</c:v>
                </c:pt>
                <c:pt idx="1135">
                  <c:v>12.775510532511786</c:v>
                </c:pt>
                <c:pt idx="1136">
                  <c:v>12.775510532511786</c:v>
                </c:pt>
                <c:pt idx="1137">
                  <c:v>12.775510532511786</c:v>
                </c:pt>
                <c:pt idx="1138">
                  <c:v>12.775510532511786</c:v>
                </c:pt>
                <c:pt idx="1139">
                  <c:v>12.775510532511786</c:v>
                </c:pt>
                <c:pt idx="1140">
                  <c:v>12.775510532511786</c:v>
                </c:pt>
                <c:pt idx="1141">
                  <c:v>12.775510532511786</c:v>
                </c:pt>
                <c:pt idx="1142">
                  <c:v>12.775510532511786</c:v>
                </c:pt>
                <c:pt idx="1143">
                  <c:v>12.775510532511786</c:v>
                </c:pt>
                <c:pt idx="1144">
                  <c:v>12.775510532511786</c:v>
                </c:pt>
                <c:pt idx="1145">
                  <c:v>12.775510532511786</c:v>
                </c:pt>
                <c:pt idx="1146">
                  <c:v>12.775510532511786</c:v>
                </c:pt>
                <c:pt idx="1147">
                  <c:v>12.775510532511786</c:v>
                </c:pt>
                <c:pt idx="1148">
                  <c:v>12.775510532511786</c:v>
                </c:pt>
                <c:pt idx="1149">
                  <c:v>12.775510532511786</c:v>
                </c:pt>
                <c:pt idx="1150">
                  <c:v>12.775510532511786</c:v>
                </c:pt>
                <c:pt idx="1151">
                  <c:v>12.775510532511786</c:v>
                </c:pt>
                <c:pt idx="1152">
                  <c:v>12.775510532511786</c:v>
                </c:pt>
                <c:pt idx="1153">
                  <c:v>12.775510532511786</c:v>
                </c:pt>
                <c:pt idx="1154">
                  <c:v>12.775510532511786</c:v>
                </c:pt>
                <c:pt idx="1155">
                  <c:v>12.775510532511786</c:v>
                </c:pt>
                <c:pt idx="1156">
                  <c:v>12.775510532511786</c:v>
                </c:pt>
                <c:pt idx="1157">
                  <c:v>12.775510532511786</c:v>
                </c:pt>
                <c:pt idx="1158">
                  <c:v>12.775510532511786</c:v>
                </c:pt>
                <c:pt idx="1159">
                  <c:v>12.775510532511786</c:v>
                </c:pt>
                <c:pt idx="1160">
                  <c:v>12.775510532511786</c:v>
                </c:pt>
                <c:pt idx="1161">
                  <c:v>12.775510532511786</c:v>
                </c:pt>
                <c:pt idx="1162">
                  <c:v>12.775510532511786</c:v>
                </c:pt>
                <c:pt idx="1163">
                  <c:v>12.775510532511786</c:v>
                </c:pt>
                <c:pt idx="1164">
                  <c:v>12.775510532511786</c:v>
                </c:pt>
                <c:pt idx="1165">
                  <c:v>12.775510532511786</c:v>
                </c:pt>
                <c:pt idx="1166">
                  <c:v>12.775510532511786</c:v>
                </c:pt>
                <c:pt idx="1167">
                  <c:v>12.775510532511786</c:v>
                </c:pt>
                <c:pt idx="1168">
                  <c:v>12.775510532511786</c:v>
                </c:pt>
                <c:pt idx="1169">
                  <c:v>12.775510532511786</c:v>
                </c:pt>
                <c:pt idx="1170">
                  <c:v>12.775510532511786</c:v>
                </c:pt>
                <c:pt idx="1171">
                  <c:v>12.775510532511786</c:v>
                </c:pt>
                <c:pt idx="1172">
                  <c:v>12.775510532511786</c:v>
                </c:pt>
                <c:pt idx="1173">
                  <c:v>12.775510532511786</c:v>
                </c:pt>
                <c:pt idx="1174">
                  <c:v>12.775510532511786</c:v>
                </c:pt>
                <c:pt idx="1175">
                  <c:v>12.775510532511786</c:v>
                </c:pt>
                <c:pt idx="1176">
                  <c:v>12.775510532511786</c:v>
                </c:pt>
                <c:pt idx="1177">
                  <c:v>12.775510532511786</c:v>
                </c:pt>
                <c:pt idx="1178">
                  <c:v>12.775510532511786</c:v>
                </c:pt>
                <c:pt idx="1179">
                  <c:v>12.775510532511786</c:v>
                </c:pt>
                <c:pt idx="1180">
                  <c:v>12.775510532511786</c:v>
                </c:pt>
                <c:pt idx="1181">
                  <c:v>12.775510532511786</c:v>
                </c:pt>
                <c:pt idx="1182">
                  <c:v>12.775510532511786</c:v>
                </c:pt>
                <c:pt idx="1183">
                  <c:v>12.775510532511786</c:v>
                </c:pt>
                <c:pt idx="1184">
                  <c:v>12.775510532511786</c:v>
                </c:pt>
                <c:pt idx="1185">
                  <c:v>12.775510532511786</c:v>
                </c:pt>
                <c:pt idx="1186">
                  <c:v>12.775510532511786</c:v>
                </c:pt>
                <c:pt idx="1187">
                  <c:v>12.775510532511786</c:v>
                </c:pt>
                <c:pt idx="1188">
                  <c:v>12.775510532511786</c:v>
                </c:pt>
                <c:pt idx="1189">
                  <c:v>12.775510532511786</c:v>
                </c:pt>
                <c:pt idx="1190">
                  <c:v>12.775510532511786</c:v>
                </c:pt>
                <c:pt idx="1191">
                  <c:v>12.775510532511786</c:v>
                </c:pt>
                <c:pt idx="1192">
                  <c:v>12.775510532511786</c:v>
                </c:pt>
                <c:pt idx="1193">
                  <c:v>12.775510532511786</c:v>
                </c:pt>
                <c:pt idx="1194">
                  <c:v>12.775510532511786</c:v>
                </c:pt>
                <c:pt idx="1195">
                  <c:v>12.775510532511786</c:v>
                </c:pt>
                <c:pt idx="1196">
                  <c:v>12.775510532511786</c:v>
                </c:pt>
                <c:pt idx="1197">
                  <c:v>12.775510532511786</c:v>
                </c:pt>
                <c:pt idx="1198">
                  <c:v>12.775510532511786</c:v>
                </c:pt>
                <c:pt idx="1199">
                  <c:v>12.775510532511786</c:v>
                </c:pt>
                <c:pt idx="1200">
                  <c:v>12.775510532511786</c:v>
                </c:pt>
                <c:pt idx="1201">
                  <c:v>12.775510532511786</c:v>
                </c:pt>
                <c:pt idx="1202">
                  <c:v>12.775510532511786</c:v>
                </c:pt>
                <c:pt idx="1203">
                  <c:v>12.775510532511786</c:v>
                </c:pt>
                <c:pt idx="1204">
                  <c:v>12.775510532511786</c:v>
                </c:pt>
                <c:pt idx="1205">
                  <c:v>12.775510532511786</c:v>
                </c:pt>
                <c:pt idx="1206">
                  <c:v>12.775510532511786</c:v>
                </c:pt>
                <c:pt idx="1207">
                  <c:v>12.775510532511786</c:v>
                </c:pt>
                <c:pt idx="1208">
                  <c:v>12.775510532511786</c:v>
                </c:pt>
                <c:pt idx="1209">
                  <c:v>12.775510532511786</c:v>
                </c:pt>
                <c:pt idx="1210">
                  <c:v>12.775510532511786</c:v>
                </c:pt>
                <c:pt idx="1211">
                  <c:v>12.775510532511786</c:v>
                </c:pt>
                <c:pt idx="1212">
                  <c:v>12.775510532511786</c:v>
                </c:pt>
                <c:pt idx="1213">
                  <c:v>12.775510532511786</c:v>
                </c:pt>
                <c:pt idx="1214">
                  <c:v>12.775510532511786</c:v>
                </c:pt>
                <c:pt idx="1215">
                  <c:v>12.775510532511786</c:v>
                </c:pt>
                <c:pt idx="1216">
                  <c:v>12.775510532511786</c:v>
                </c:pt>
                <c:pt idx="1217">
                  <c:v>12.775510532511786</c:v>
                </c:pt>
                <c:pt idx="1218">
                  <c:v>12.775510532511786</c:v>
                </c:pt>
                <c:pt idx="1219">
                  <c:v>12.775510532511786</c:v>
                </c:pt>
                <c:pt idx="1220">
                  <c:v>12.775510532511786</c:v>
                </c:pt>
                <c:pt idx="1221">
                  <c:v>12.775510532511786</c:v>
                </c:pt>
                <c:pt idx="1222">
                  <c:v>12.775510532511786</c:v>
                </c:pt>
                <c:pt idx="1223">
                  <c:v>12.775510532511786</c:v>
                </c:pt>
                <c:pt idx="1224">
                  <c:v>12.775510532511786</c:v>
                </c:pt>
                <c:pt idx="1225">
                  <c:v>12.775510532511786</c:v>
                </c:pt>
                <c:pt idx="1226">
                  <c:v>12.775510532511786</c:v>
                </c:pt>
                <c:pt idx="1227">
                  <c:v>12.775510532511786</c:v>
                </c:pt>
                <c:pt idx="1228">
                  <c:v>12.775510532511786</c:v>
                </c:pt>
                <c:pt idx="1229">
                  <c:v>12.775510532511786</c:v>
                </c:pt>
                <c:pt idx="1230">
                  <c:v>12.775510532511786</c:v>
                </c:pt>
                <c:pt idx="1231">
                  <c:v>12.775510532511786</c:v>
                </c:pt>
                <c:pt idx="1232">
                  <c:v>12.775510532511786</c:v>
                </c:pt>
                <c:pt idx="1233">
                  <c:v>12.775510532511786</c:v>
                </c:pt>
                <c:pt idx="1234">
                  <c:v>12.775510532511786</c:v>
                </c:pt>
                <c:pt idx="1235">
                  <c:v>12.775510532511786</c:v>
                </c:pt>
                <c:pt idx="1236">
                  <c:v>12.775510532511786</c:v>
                </c:pt>
                <c:pt idx="1237">
                  <c:v>12.775510532511786</c:v>
                </c:pt>
                <c:pt idx="1238">
                  <c:v>12.775510532511786</c:v>
                </c:pt>
                <c:pt idx="1239">
                  <c:v>12.775510532511786</c:v>
                </c:pt>
                <c:pt idx="1240">
                  <c:v>12.775510532511786</c:v>
                </c:pt>
                <c:pt idx="1241">
                  <c:v>12.775510532511786</c:v>
                </c:pt>
                <c:pt idx="1242">
                  <c:v>12.775510532511786</c:v>
                </c:pt>
                <c:pt idx="1243">
                  <c:v>12.775510532511786</c:v>
                </c:pt>
                <c:pt idx="1244">
                  <c:v>12.775510532511786</c:v>
                </c:pt>
                <c:pt idx="1245">
                  <c:v>12.775510532511786</c:v>
                </c:pt>
                <c:pt idx="1246">
                  <c:v>12.775510532511786</c:v>
                </c:pt>
                <c:pt idx="1247">
                  <c:v>12.775510532511786</c:v>
                </c:pt>
                <c:pt idx="1248">
                  <c:v>12.775510532511786</c:v>
                </c:pt>
                <c:pt idx="1249">
                  <c:v>12.775510532511786</c:v>
                </c:pt>
                <c:pt idx="1250">
                  <c:v>12.775510532511786</c:v>
                </c:pt>
                <c:pt idx="1251">
                  <c:v>12.775510532511786</c:v>
                </c:pt>
                <c:pt idx="1252">
                  <c:v>12.775510532511786</c:v>
                </c:pt>
                <c:pt idx="1253">
                  <c:v>12.775510532511786</c:v>
                </c:pt>
                <c:pt idx="1254">
                  <c:v>12.775510532511786</c:v>
                </c:pt>
                <c:pt idx="1255">
                  <c:v>12.775510532511786</c:v>
                </c:pt>
                <c:pt idx="1256">
                  <c:v>12.775510532511786</c:v>
                </c:pt>
                <c:pt idx="1257">
                  <c:v>12.775510532511786</c:v>
                </c:pt>
                <c:pt idx="1258">
                  <c:v>12.775510532511786</c:v>
                </c:pt>
                <c:pt idx="1259">
                  <c:v>12.775510532511786</c:v>
                </c:pt>
                <c:pt idx="1260">
                  <c:v>12.775510532511786</c:v>
                </c:pt>
                <c:pt idx="1261">
                  <c:v>12.775510532511786</c:v>
                </c:pt>
                <c:pt idx="1262">
                  <c:v>12.775510532511786</c:v>
                </c:pt>
                <c:pt idx="1263">
                  <c:v>12.775510532511786</c:v>
                </c:pt>
                <c:pt idx="1264">
                  <c:v>12.775510532511786</c:v>
                </c:pt>
                <c:pt idx="1265">
                  <c:v>12.775510532511786</c:v>
                </c:pt>
                <c:pt idx="1266">
                  <c:v>12.775510532511786</c:v>
                </c:pt>
                <c:pt idx="1267">
                  <c:v>12.775510532511786</c:v>
                </c:pt>
                <c:pt idx="1268">
                  <c:v>12.775510532511786</c:v>
                </c:pt>
                <c:pt idx="1269">
                  <c:v>12.775510532511786</c:v>
                </c:pt>
                <c:pt idx="1270">
                  <c:v>12.775510532511786</c:v>
                </c:pt>
                <c:pt idx="1271">
                  <c:v>12.775510532511786</c:v>
                </c:pt>
                <c:pt idx="1272">
                  <c:v>12.775510532511786</c:v>
                </c:pt>
                <c:pt idx="1273">
                  <c:v>12.775510532511786</c:v>
                </c:pt>
                <c:pt idx="1274">
                  <c:v>12.775510532511786</c:v>
                </c:pt>
                <c:pt idx="1275">
                  <c:v>12.775510532511786</c:v>
                </c:pt>
                <c:pt idx="1276">
                  <c:v>12.775510532511786</c:v>
                </c:pt>
                <c:pt idx="1277">
                  <c:v>12.775510532511786</c:v>
                </c:pt>
                <c:pt idx="1278">
                  <c:v>12.775510532511786</c:v>
                </c:pt>
                <c:pt idx="1279">
                  <c:v>12.775510532511786</c:v>
                </c:pt>
                <c:pt idx="1280">
                  <c:v>12.775510532511786</c:v>
                </c:pt>
                <c:pt idx="1281">
                  <c:v>12.775510532511786</c:v>
                </c:pt>
                <c:pt idx="1282">
                  <c:v>12.775510532511786</c:v>
                </c:pt>
                <c:pt idx="1283">
                  <c:v>12.775510532511786</c:v>
                </c:pt>
                <c:pt idx="1284">
                  <c:v>12.775510532511786</c:v>
                </c:pt>
                <c:pt idx="1285">
                  <c:v>12.775510532511786</c:v>
                </c:pt>
                <c:pt idx="1286">
                  <c:v>12.775510532511786</c:v>
                </c:pt>
                <c:pt idx="1287">
                  <c:v>12.775510532511786</c:v>
                </c:pt>
                <c:pt idx="1288">
                  <c:v>12.775510532511786</c:v>
                </c:pt>
                <c:pt idx="1289">
                  <c:v>12.775510532511786</c:v>
                </c:pt>
                <c:pt idx="1290">
                  <c:v>12.775510532511786</c:v>
                </c:pt>
                <c:pt idx="1291">
                  <c:v>12.775510532511786</c:v>
                </c:pt>
                <c:pt idx="1292">
                  <c:v>12.775510532511786</c:v>
                </c:pt>
                <c:pt idx="1293">
                  <c:v>12.775510532511786</c:v>
                </c:pt>
                <c:pt idx="1294">
                  <c:v>12.775510532511786</c:v>
                </c:pt>
                <c:pt idx="1295">
                  <c:v>12.775510532511786</c:v>
                </c:pt>
                <c:pt idx="1296">
                  <c:v>12.775510532511786</c:v>
                </c:pt>
                <c:pt idx="1297">
                  <c:v>12.775510532511786</c:v>
                </c:pt>
                <c:pt idx="1298">
                  <c:v>12.775510532511786</c:v>
                </c:pt>
                <c:pt idx="1299">
                  <c:v>12.775510532511786</c:v>
                </c:pt>
                <c:pt idx="1300">
                  <c:v>12.775510532511786</c:v>
                </c:pt>
                <c:pt idx="1301">
                  <c:v>12.775510532511786</c:v>
                </c:pt>
                <c:pt idx="1302">
                  <c:v>12.775510532511786</c:v>
                </c:pt>
                <c:pt idx="1303">
                  <c:v>12.775510532511786</c:v>
                </c:pt>
                <c:pt idx="1304">
                  <c:v>12.775510532511786</c:v>
                </c:pt>
                <c:pt idx="1305">
                  <c:v>12.775510532511786</c:v>
                </c:pt>
                <c:pt idx="1306">
                  <c:v>12.775510532511786</c:v>
                </c:pt>
                <c:pt idx="1307">
                  <c:v>12.775510532511786</c:v>
                </c:pt>
                <c:pt idx="1308">
                  <c:v>12.775510532511786</c:v>
                </c:pt>
                <c:pt idx="1309">
                  <c:v>12.775510532511786</c:v>
                </c:pt>
                <c:pt idx="1310">
                  <c:v>12.775510532511786</c:v>
                </c:pt>
                <c:pt idx="1311">
                  <c:v>12.775510532511786</c:v>
                </c:pt>
                <c:pt idx="1312">
                  <c:v>12.775510532511786</c:v>
                </c:pt>
                <c:pt idx="1313">
                  <c:v>12.775510532511786</c:v>
                </c:pt>
                <c:pt idx="1314">
                  <c:v>12.775510532511786</c:v>
                </c:pt>
                <c:pt idx="1315">
                  <c:v>12.775510532511786</c:v>
                </c:pt>
                <c:pt idx="1316">
                  <c:v>12.775510532511786</c:v>
                </c:pt>
                <c:pt idx="1317">
                  <c:v>12.775510532511786</c:v>
                </c:pt>
                <c:pt idx="1318">
                  <c:v>12.775510532511786</c:v>
                </c:pt>
                <c:pt idx="1319">
                  <c:v>12.775510532511786</c:v>
                </c:pt>
                <c:pt idx="1320">
                  <c:v>12.775510532511786</c:v>
                </c:pt>
                <c:pt idx="1321">
                  <c:v>12.775510532511786</c:v>
                </c:pt>
                <c:pt idx="1322">
                  <c:v>12.775510532511786</c:v>
                </c:pt>
                <c:pt idx="1323">
                  <c:v>12.775510532511786</c:v>
                </c:pt>
                <c:pt idx="1324">
                  <c:v>12.775510532511786</c:v>
                </c:pt>
                <c:pt idx="1325">
                  <c:v>12.775510532511786</c:v>
                </c:pt>
                <c:pt idx="1326">
                  <c:v>12.775510532511786</c:v>
                </c:pt>
                <c:pt idx="1327">
                  <c:v>12.775510532511786</c:v>
                </c:pt>
                <c:pt idx="1328">
                  <c:v>12.775510532511786</c:v>
                </c:pt>
                <c:pt idx="1329">
                  <c:v>12.775510532511786</c:v>
                </c:pt>
                <c:pt idx="1330">
                  <c:v>12.775510532511786</c:v>
                </c:pt>
                <c:pt idx="1331">
                  <c:v>12.775510532511786</c:v>
                </c:pt>
                <c:pt idx="1332">
                  <c:v>12.775510532511786</c:v>
                </c:pt>
                <c:pt idx="1333">
                  <c:v>12.775510532511786</c:v>
                </c:pt>
                <c:pt idx="1334">
                  <c:v>12.775510532511786</c:v>
                </c:pt>
                <c:pt idx="1335">
                  <c:v>12.775510532511786</c:v>
                </c:pt>
                <c:pt idx="1336">
                  <c:v>12.775510532511786</c:v>
                </c:pt>
                <c:pt idx="1337">
                  <c:v>12.775510532511786</c:v>
                </c:pt>
                <c:pt idx="1338">
                  <c:v>12.775510532511786</c:v>
                </c:pt>
                <c:pt idx="1339">
                  <c:v>12.775510532511786</c:v>
                </c:pt>
                <c:pt idx="1340">
                  <c:v>12.775510532511786</c:v>
                </c:pt>
                <c:pt idx="1341">
                  <c:v>12.775510532511786</c:v>
                </c:pt>
                <c:pt idx="1342">
                  <c:v>12.775510532511786</c:v>
                </c:pt>
                <c:pt idx="1343">
                  <c:v>12.775510532511786</c:v>
                </c:pt>
                <c:pt idx="1344">
                  <c:v>12.775510532511786</c:v>
                </c:pt>
                <c:pt idx="1345">
                  <c:v>12.775510532511786</c:v>
                </c:pt>
                <c:pt idx="1346">
                  <c:v>12.775510532511786</c:v>
                </c:pt>
                <c:pt idx="1347">
                  <c:v>12.775510532511786</c:v>
                </c:pt>
                <c:pt idx="1348">
                  <c:v>12.775510532511786</c:v>
                </c:pt>
                <c:pt idx="1349">
                  <c:v>12.775510532511786</c:v>
                </c:pt>
                <c:pt idx="1350">
                  <c:v>12.775510532511786</c:v>
                </c:pt>
                <c:pt idx="1351">
                  <c:v>12.775510532511786</c:v>
                </c:pt>
                <c:pt idx="1352">
                  <c:v>12.775510532511786</c:v>
                </c:pt>
                <c:pt idx="1353">
                  <c:v>12.775510532511786</c:v>
                </c:pt>
                <c:pt idx="1354">
                  <c:v>12.775510532511786</c:v>
                </c:pt>
                <c:pt idx="1355">
                  <c:v>12.775510532511786</c:v>
                </c:pt>
                <c:pt idx="1356">
                  <c:v>12.775510532511786</c:v>
                </c:pt>
                <c:pt idx="1357">
                  <c:v>12.775510532511786</c:v>
                </c:pt>
                <c:pt idx="1358">
                  <c:v>12.775510532511786</c:v>
                </c:pt>
                <c:pt idx="1359">
                  <c:v>12.775510532511786</c:v>
                </c:pt>
                <c:pt idx="1360">
                  <c:v>12.775510532511786</c:v>
                </c:pt>
                <c:pt idx="1361">
                  <c:v>12.775510532511786</c:v>
                </c:pt>
                <c:pt idx="1362">
                  <c:v>12.775510532511786</c:v>
                </c:pt>
                <c:pt idx="1363">
                  <c:v>12.775510532511786</c:v>
                </c:pt>
                <c:pt idx="1364">
                  <c:v>12.775510532511786</c:v>
                </c:pt>
                <c:pt idx="1365">
                  <c:v>12.775510532511786</c:v>
                </c:pt>
                <c:pt idx="1366">
                  <c:v>12.775510532511786</c:v>
                </c:pt>
                <c:pt idx="1367">
                  <c:v>12.775510532511786</c:v>
                </c:pt>
                <c:pt idx="1368">
                  <c:v>12.775510532511786</c:v>
                </c:pt>
                <c:pt idx="1369">
                  <c:v>12.775510532511786</c:v>
                </c:pt>
                <c:pt idx="1370">
                  <c:v>12.775510532511786</c:v>
                </c:pt>
                <c:pt idx="1371">
                  <c:v>12.775510532511786</c:v>
                </c:pt>
                <c:pt idx="1372">
                  <c:v>12.775510532511786</c:v>
                </c:pt>
                <c:pt idx="1373">
                  <c:v>12.775510532511786</c:v>
                </c:pt>
                <c:pt idx="1374">
                  <c:v>12.775510532511786</c:v>
                </c:pt>
                <c:pt idx="1375">
                  <c:v>12.775510532511786</c:v>
                </c:pt>
                <c:pt idx="1376">
                  <c:v>12.775510532511786</c:v>
                </c:pt>
                <c:pt idx="1377">
                  <c:v>12.775510532511786</c:v>
                </c:pt>
                <c:pt idx="1378">
                  <c:v>12.775510532511786</c:v>
                </c:pt>
                <c:pt idx="1379">
                  <c:v>12.775510532511786</c:v>
                </c:pt>
                <c:pt idx="1380">
                  <c:v>12.775510532511786</c:v>
                </c:pt>
                <c:pt idx="1381">
                  <c:v>12.775510532511786</c:v>
                </c:pt>
                <c:pt idx="1382">
                  <c:v>12.775510532511786</c:v>
                </c:pt>
                <c:pt idx="1383">
                  <c:v>12.775510532511786</c:v>
                </c:pt>
                <c:pt idx="1384">
                  <c:v>12.775510532511786</c:v>
                </c:pt>
                <c:pt idx="1385">
                  <c:v>12.775510532511786</c:v>
                </c:pt>
                <c:pt idx="1386">
                  <c:v>12.775510532511786</c:v>
                </c:pt>
                <c:pt idx="1387">
                  <c:v>12.775510532511786</c:v>
                </c:pt>
                <c:pt idx="1388">
                  <c:v>12.775510532511786</c:v>
                </c:pt>
                <c:pt idx="1389">
                  <c:v>12.775510532511786</c:v>
                </c:pt>
                <c:pt idx="1390">
                  <c:v>12.775510532511786</c:v>
                </c:pt>
                <c:pt idx="1391">
                  <c:v>12.775510532511786</c:v>
                </c:pt>
                <c:pt idx="1392">
                  <c:v>12.775510532511786</c:v>
                </c:pt>
                <c:pt idx="1393">
                  <c:v>12.775510532511786</c:v>
                </c:pt>
                <c:pt idx="1394">
                  <c:v>12.775510532511786</c:v>
                </c:pt>
                <c:pt idx="1395">
                  <c:v>12.775510532511786</c:v>
                </c:pt>
                <c:pt idx="1396">
                  <c:v>12.775510532511786</c:v>
                </c:pt>
                <c:pt idx="1397">
                  <c:v>12.775510532511786</c:v>
                </c:pt>
                <c:pt idx="1398">
                  <c:v>12.775510532511786</c:v>
                </c:pt>
                <c:pt idx="1399">
                  <c:v>12.775510532511786</c:v>
                </c:pt>
                <c:pt idx="1400">
                  <c:v>12.775510532511786</c:v>
                </c:pt>
                <c:pt idx="1401">
                  <c:v>12.775510532511786</c:v>
                </c:pt>
                <c:pt idx="1402">
                  <c:v>12.775510532511786</c:v>
                </c:pt>
                <c:pt idx="1403">
                  <c:v>12.775510532511786</c:v>
                </c:pt>
                <c:pt idx="1404">
                  <c:v>12.775510532511786</c:v>
                </c:pt>
                <c:pt idx="1405">
                  <c:v>12.775510532511786</c:v>
                </c:pt>
                <c:pt idx="1406">
                  <c:v>12.775510532511786</c:v>
                </c:pt>
                <c:pt idx="1407">
                  <c:v>12.775510532511786</c:v>
                </c:pt>
                <c:pt idx="1408">
                  <c:v>12.775510532511786</c:v>
                </c:pt>
                <c:pt idx="1409">
                  <c:v>12.775510532511786</c:v>
                </c:pt>
                <c:pt idx="1410">
                  <c:v>12.775510532511786</c:v>
                </c:pt>
                <c:pt idx="1411">
                  <c:v>12.775510532511786</c:v>
                </c:pt>
                <c:pt idx="1412">
                  <c:v>12.775510532511786</c:v>
                </c:pt>
                <c:pt idx="1413">
                  <c:v>12.775510532511786</c:v>
                </c:pt>
                <c:pt idx="1414">
                  <c:v>12.775510532511786</c:v>
                </c:pt>
                <c:pt idx="1415">
                  <c:v>12.775510532511786</c:v>
                </c:pt>
                <c:pt idx="1416">
                  <c:v>12.775510532511786</c:v>
                </c:pt>
                <c:pt idx="1417">
                  <c:v>12.775510532511786</c:v>
                </c:pt>
                <c:pt idx="1418">
                  <c:v>12.775510532511786</c:v>
                </c:pt>
                <c:pt idx="1419">
                  <c:v>12.775510532511786</c:v>
                </c:pt>
                <c:pt idx="1420">
                  <c:v>12.775510532511786</c:v>
                </c:pt>
                <c:pt idx="1421">
                  <c:v>12.775510532511786</c:v>
                </c:pt>
                <c:pt idx="1422">
                  <c:v>12.775510532511786</c:v>
                </c:pt>
                <c:pt idx="1423">
                  <c:v>12.775510532511786</c:v>
                </c:pt>
                <c:pt idx="1424">
                  <c:v>12.775510532511786</c:v>
                </c:pt>
                <c:pt idx="1425">
                  <c:v>12.775510532511786</c:v>
                </c:pt>
                <c:pt idx="1426">
                  <c:v>12.775510532511786</c:v>
                </c:pt>
                <c:pt idx="1427">
                  <c:v>12.775510532511786</c:v>
                </c:pt>
                <c:pt idx="1428">
                  <c:v>12.775510532511786</c:v>
                </c:pt>
                <c:pt idx="1429">
                  <c:v>12.775510532511786</c:v>
                </c:pt>
                <c:pt idx="1430">
                  <c:v>12.775510532511786</c:v>
                </c:pt>
                <c:pt idx="1431">
                  <c:v>12.775510532511786</c:v>
                </c:pt>
                <c:pt idx="1432">
                  <c:v>12.775510532511786</c:v>
                </c:pt>
                <c:pt idx="1433">
                  <c:v>12.775510532511786</c:v>
                </c:pt>
                <c:pt idx="1434">
                  <c:v>12.775510532511786</c:v>
                </c:pt>
                <c:pt idx="1435">
                  <c:v>12.775510532511786</c:v>
                </c:pt>
                <c:pt idx="1436">
                  <c:v>12.775510532511786</c:v>
                </c:pt>
                <c:pt idx="1437">
                  <c:v>12.775510532511786</c:v>
                </c:pt>
                <c:pt idx="1438">
                  <c:v>12.775510532511786</c:v>
                </c:pt>
                <c:pt idx="1439">
                  <c:v>12.775510532511786</c:v>
                </c:pt>
                <c:pt idx="1440">
                  <c:v>12.775510532511786</c:v>
                </c:pt>
                <c:pt idx="1441">
                  <c:v>12.775510532511786</c:v>
                </c:pt>
                <c:pt idx="1442">
                  <c:v>12.775510532511786</c:v>
                </c:pt>
                <c:pt idx="1443">
                  <c:v>12.775510532511786</c:v>
                </c:pt>
                <c:pt idx="1444">
                  <c:v>12.775510532511786</c:v>
                </c:pt>
                <c:pt idx="1445">
                  <c:v>12.775510532511786</c:v>
                </c:pt>
                <c:pt idx="1446">
                  <c:v>12.775510532511786</c:v>
                </c:pt>
                <c:pt idx="1447">
                  <c:v>12.775510532511786</c:v>
                </c:pt>
                <c:pt idx="1448">
                  <c:v>12.775510532511786</c:v>
                </c:pt>
                <c:pt idx="1449">
                  <c:v>12.775510532511786</c:v>
                </c:pt>
                <c:pt idx="1450">
                  <c:v>12.775510532511786</c:v>
                </c:pt>
                <c:pt idx="1451">
                  <c:v>12.775510532511786</c:v>
                </c:pt>
                <c:pt idx="1452">
                  <c:v>12.775510532511786</c:v>
                </c:pt>
                <c:pt idx="1453">
                  <c:v>12.775510532511786</c:v>
                </c:pt>
                <c:pt idx="1454">
                  <c:v>12.775510532511786</c:v>
                </c:pt>
                <c:pt idx="1455">
                  <c:v>12.775510532511786</c:v>
                </c:pt>
                <c:pt idx="1456">
                  <c:v>12.775510532511786</c:v>
                </c:pt>
                <c:pt idx="1457">
                  <c:v>12.775510532511786</c:v>
                </c:pt>
                <c:pt idx="1458">
                  <c:v>12.775510532511786</c:v>
                </c:pt>
                <c:pt idx="1459">
                  <c:v>12.775510532511786</c:v>
                </c:pt>
                <c:pt idx="1460">
                  <c:v>12.775510532511786</c:v>
                </c:pt>
                <c:pt idx="1461">
                  <c:v>12.775510532511786</c:v>
                </c:pt>
                <c:pt idx="1462">
                  <c:v>12.775510532511786</c:v>
                </c:pt>
                <c:pt idx="1463">
                  <c:v>12.775510532511786</c:v>
                </c:pt>
                <c:pt idx="1464">
                  <c:v>12.775510532511786</c:v>
                </c:pt>
                <c:pt idx="1465">
                  <c:v>12.775510532511786</c:v>
                </c:pt>
                <c:pt idx="1466">
                  <c:v>12.775510532511786</c:v>
                </c:pt>
                <c:pt idx="1467">
                  <c:v>12.775510532511786</c:v>
                </c:pt>
                <c:pt idx="1468">
                  <c:v>12.775510532511786</c:v>
                </c:pt>
                <c:pt idx="1469">
                  <c:v>12.775510532511786</c:v>
                </c:pt>
                <c:pt idx="1470">
                  <c:v>12.775510532511786</c:v>
                </c:pt>
                <c:pt idx="1471">
                  <c:v>12.775510532511786</c:v>
                </c:pt>
                <c:pt idx="1472">
                  <c:v>12.775510532511786</c:v>
                </c:pt>
                <c:pt idx="1473">
                  <c:v>12.775510532511786</c:v>
                </c:pt>
                <c:pt idx="1474">
                  <c:v>12.775510532511786</c:v>
                </c:pt>
                <c:pt idx="1475">
                  <c:v>12.775510532511786</c:v>
                </c:pt>
                <c:pt idx="1476">
                  <c:v>12.775510532511786</c:v>
                </c:pt>
                <c:pt idx="1477">
                  <c:v>12.775510532511786</c:v>
                </c:pt>
                <c:pt idx="1478">
                  <c:v>12.775510532511786</c:v>
                </c:pt>
                <c:pt idx="1479">
                  <c:v>12.775510532511786</c:v>
                </c:pt>
                <c:pt idx="1480">
                  <c:v>12.775510532511786</c:v>
                </c:pt>
                <c:pt idx="1481">
                  <c:v>12.775510532511786</c:v>
                </c:pt>
                <c:pt idx="1482">
                  <c:v>12.775510532511786</c:v>
                </c:pt>
                <c:pt idx="1483">
                  <c:v>12.775510532511786</c:v>
                </c:pt>
                <c:pt idx="1484">
                  <c:v>12.775510532511786</c:v>
                </c:pt>
                <c:pt idx="1485">
                  <c:v>12.775510532511786</c:v>
                </c:pt>
                <c:pt idx="1486">
                  <c:v>12.775510532511786</c:v>
                </c:pt>
                <c:pt idx="1487">
                  <c:v>12.775510532511786</c:v>
                </c:pt>
                <c:pt idx="1488">
                  <c:v>12.775510532511786</c:v>
                </c:pt>
                <c:pt idx="1489">
                  <c:v>12.775510532511786</c:v>
                </c:pt>
                <c:pt idx="1490">
                  <c:v>12.775510532511786</c:v>
                </c:pt>
                <c:pt idx="1491">
                  <c:v>12.775510532511786</c:v>
                </c:pt>
                <c:pt idx="1492">
                  <c:v>12.775510532511786</c:v>
                </c:pt>
                <c:pt idx="1493">
                  <c:v>12.775510532511786</c:v>
                </c:pt>
                <c:pt idx="1494">
                  <c:v>12.775510532511786</c:v>
                </c:pt>
                <c:pt idx="1495">
                  <c:v>12.775510532511786</c:v>
                </c:pt>
                <c:pt idx="1496">
                  <c:v>12.775510532511786</c:v>
                </c:pt>
                <c:pt idx="1497">
                  <c:v>12.775510532511786</c:v>
                </c:pt>
                <c:pt idx="1498">
                  <c:v>12.775510532511786</c:v>
                </c:pt>
                <c:pt idx="1499">
                  <c:v>12.775510532511786</c:v>
                </c:pt>
                <c:pt idx="1500">
                  <c:v>12.775510532511786</c:v>
                </c:pt>
                <c:pt idx="1501">
                  <c:v>12.775510532511786</c:v>
                </c:pt>
                <c:pt idx="1502">
                  <c:v>12.775510532511786</c:v>
                </c:pt>
                <c:pt idx="1503">
                  <c:v>12.775510532511786</c:v>
                </c:pt>
                <c:pt idx="1504">
                  <c:v>12.775510532511786</c:v>
                </c:pt>
                <c:pt idx="1505">
                  <c:v>12.775510532511786</c:v>
                </c:pt>
                <c:pt idx="1506">
                  <c:v>12.775510532511786</c:v>
                </c:pt>
                <c:pt idx="1507">
                  <c:v>12.775510532511786</c:v>
                </c:pt>
                <c:pt idx="1508">
                  <c:v>12.775510532511786</c:v>
                </c:pt>
                <c:pt idx="1509">
                  <c:v>12.775510532511786</c:v>
                </c:pt>
                <c:pt idx="1510">
                  <c:v>12.775510532511786</c:v>
                </c:pt>
                <c:pt idx="1511">
                  <c:v>12.775510532511786</c:v>
                </c:pt>
                <c:pt idx="1512">
                  <c:v>12.775510532511786</c:v>
                </c:pt>
                <c:pt idx="1513">
                  <c:v>12.775510532511786</c:v>
                </c:pt>
                <c:pt idx="1514">
                  <c:v>12.775510532511786</c:v>
                </c:pt>
                <c:pt idx="1515">
                  <c:v>12.775510532511786</c:v>
                </c:pt>
                <c:pt idx="1516">
                  <c:v>12.775510532511786</c:v>
                </c:pt>
                <c:pt idx="1517">
                  <c:v>12.775510532511786</c:v>
                </c:pt>
                <c:pt idx="1518">
                  <c:v>12.775510532511786</c:v>
                </c:pt>
                <c:pt idx="1519">
                  <c:v>12.775510532511786</c:v>
                </c:pt>
                <c:pt idx="1520">
                  <c:v>12.775510532511786</c:v>
                </c:pt>
                <c:pt idx="1521">
                  <c:v>12.775510532511786</c:v>
                </c:pt>
                <c:pt idx="1522">
                  <c:v>12.775510532511786</c:v>
                </c:pt>
                <c:pt idx="1523">
                  <c:v>12.775510532511786</c:v>
                </c:pt>
                <c:pt idx="1524">
                  <c:v>12.775510532511786</c:v>
                </c:pt>
                <c:pt idx="1525">
                  <c:v>12.775510532511786</c:v>
                </c:pt>
                <c:pt idx="1526">
                  <c:v>12.775510532511786</c:v>
                </c:pt>
                <c:pt idx="1527">
                  <c:v>12.775510532511786</c:v>
                </c:pt>
                <c:pt idx="1528">
                  <c:v>12.775510532511786</c:v>
                </c:pt>
                <c:pt idx="1529">
                  <c:v>12.775510532511786</c:v>
                </c:pt>
                <c:pt idx="1530">
                  <c:v>12.775510532511786</c:v>
                </c:pt>
                <c:pt idx="1531">
                  <c:v>12.775510532511786</c:v>
                </c:pt>
                <c:pt idx="1532">
                  <c:v>12.775510532511786</c:v>
                </c:pt>
                <c:pt idx="1533">
                  <c:v>12.775510532511786</c:v>
                </c:pt>
                <c:pt idx="1534">
                  <c:v>12.775510532511786</c:v>
                </c:pt>
                <c:pt idx="1535">
                  <c:v>12.775510532511786</c:v>
                </c:pt>
                <c:pt idx="1536">
                  <c:v>12.775510532511786</c:v>
                </c:pt>
                <c:pt idx="1537">
                  <c:v>12.775510532511786</c:v>
                </c:pt>
                <c:pt idx="1538">
                  <c:v>12.775510532511786</c:v>
                </c:pt>
                <c:pt idx="1539">
                  <c:v>12.775510532511786</c:v>
                </c:pt>
                <c:pt idx="1540">
                  <c:v>12.775510532511786</c:v>
                </c:pt>
                <c:pt idx="1541">
                  <c:v>12.775510532511786</c:v>
                </c:pt>
                <c:pt idx="1542">
                  <c:v>12.775510532511786</c:v>
                </c:pt>
                <c:pt idx="1543">
                  <c:v>12.775510532511786</c:v>
                </c:pt>
                <c:pt idx="1544">
                  <c:v>12.775510532511786</c:v>
                </c:pt>
                <c:pt idx="1545">
                  <c:v>12.775510532511786</c:v>
                </c:pt>
                <c:pt idx="1546">
                  <c:v>12.775510532511786</c:v>
                </c:pt>
                <c:pt idx="1547">
                  <c:v>12.775510532511786</c:v>
                </c:pt>
                <c:pt idx="1548">
                  <c:v>12.775510532511786</c:v>
                </c:pt>
                <c:pt idx="1549">
                  <c:v>12.775510532511786</c:v>
                </c:pt>
                <c:pt idx="1550">
                  <c:v>12.775510532511786</c:v>
                </c:pt>
                <c:pt idx="1551">
                  <c:v>12.775510532511786</c:v>
                </c:pt>
                <c:pt idx="1552">
                  <c:v>12.775510532511786</c:v>
                </c:pt>
                <c:pt idx="1553">
                  <c:v>12.775510532511786</c:v>
                </c:pt>
                <c:pt idx="1554">
                  <c:v>12.775510532511786</c:v>
                </c:pt>
                <c:pt idx="1555">
                  <c:v>12.775510532511786</c:v>
                </c:pt>
                <c:pt idx="1556">
                  <c:v>12.775510532511786</c:v>
                </c:pt>
                <c:pt idx="1557">
                  <c:v>12.775510532511786</c:v>
                </c:pt>
                <c:pt idx="1558">
                  <c:v>12.775510532511786</c:v>
                </c:pt>
                <c:pt idx="1559">
                  <c:v>12.775510532511786</c:v>
                </c:pt>
                <c:pt idx="1560">
                  <c:v>12.775510532511786</c:v>
                </c:pt>
                <c:pt idx="1561">
                  <c:v>12.775510532511786</c:v>
                </c:pt>
                <c:pt idx="1562">
                  <c:v>12.775510532511786</c:v>
                </c:pt>
                <c:pt idx="1563">
                  <c:v>12.775510532511786</c:v>
                </c:pt>
                <c:pt idx="1564">
                  <c:v>12.775510532511786</c:v>
                </c:pt>
                <c:pt idx="1565">
                  <c:v>12.775510532511786</c:v>
                </c:pt>
                <c:pt idx="1566">
                  <c:v>12.775510532511786</c:v>
                </c:pt>
                <c:pt idx="1567">
                  <c:v>12.775510532511786</c:v>
                </c:pt>
                <c:pt idx="1568">
                  <c:v>12.775510532511786</c:v>
                </c:pt>
                <c:pt idx="1569">
                  <c:v>12.775510532511786</c:v>
                </c:pt>
                <c:pt idx="1570">
                  <c:v>12.775510532511786</c:v>
                </c:pt>
                <c:pt idx="1571">
                  <c:v>12.775510532511786</c:v>
                </c:pt>
                <c:pt idx="1572">
                  <c:v>12.775510532511786</c:v>
                </c:pt>
                <c:pt idx="1573">
                  <c:v>12.775510532511786</c:v>
                </c:pt>
                <c:pt idx="1574">
                  <c:v>12.775510532511786</c:v>
                </c:pt>
                <c:pt idx="1575">
                  <c:v>12.775510532511786</c:v>
                </c:pt>
                <c:pt idx="1576">
                  <c:v>12.775510532511786</c:v>
                </c:pt>
                <c:pt idx="1577">
                  <c:v>12.775510532511786</c:v>
                </c:pt>
                <c:pt idx="1578">
                  <c:v>12.775510532511786</c:v>
                </c:pt>
                <c:pt idx="1579">
                  <c:v>12.775510532511786</c:v>
                </c:pt>
                <c:pt idx="1580">
                  <c:v>12.775510532511786</c:v>
                </c:pt>
                <c:pt idx="1581">
                  <c:v>12.775510532511786</c:v>
                </c:pt>
                <c:pt idx="1582">
                  <c:v>12.775510532511786</c:v>
                </c:pt>
                <c:pt idx="1583">
                  <c:v>12.775510532511786</c:v>
                </c:pt>
                <c:pt idx="1584">
                  <c:v>12.775510532511786</c:v>
                </c:pt>
                <c:pt idx="1585">
                  <c:v>12.775510532511786</c:v>
                </c:pt>
                <c:pt idx="1586">
                  <c:v>12.775510532511786</c:v>
                </c:pt>
                <c:pt idx="1587">
                  <c:v>12.775510532511786</c:v>
                </c:pt>
                <c:pt idx="1588">
                  <c:v>12.775510532511786</c:v>
                </c:pt>
                <c:pt idx="1589">
                  <c:v>12.775510532511786</c:v>
                </c:pt>
                <c:pt idx="1590">
                  <c:v>12.775510532511786</c:v>
                </c:pt>
                <c:pt idx="1591">
                  <c:v>12.775510532511786</c:v>
                </c:pt>
                <c:pt idx="1592">
                  <c:v>12.775510532511786</c:v>
                </c:pt>
                <c:pt idx="1593">
                  <c:v>12.775510532511786</c:v>
                </c:pt>
                <c:pt idx="1594">
                  <c:v>12.775510532511786</c:v>
                </c:pt>
                <c:pt idx="1595">
                  <c:v>12.775510532511786</c:v>
                </c:pt>
                <c:pt idx="1596">
                  <c:v>12.775510532511786</c:v>
                </c:pt>
                <c:pt idx="1597">
                  <c:v>12.775510532511786</c:v>
                </c:pt>
                <c:pt idx="1598">
                  <c:v>12.775510532511786</c:v>
                </c:pt>
                <c:pt idx="1599">
                  <c:v>12.775510532511786</c:v>
                </c:pt>
                <c:pt idx="1600">
                  <c:v>12.775510532511786</c:v>
                </c:pt>
                <c:pt idx="1601">
                  <c:v>12.775510532511786</c:v>
                </c:pt>
                <c:pt idx="1602">
                  <c:v>12.775510532511786</c:v>
                </c:pt>
                <c:pt idx="1603">
                  <c:v>12.775510532511786</c:v>
                </c:pt>
                <c:pt idx="1604">
                  <c:v>12.775510532511786</c:v>
                </c:pt>
                <c:pt idx="1605">
                  <c:v>12.775510532511786</c:v>
                </c:pt>
                <c:pt idx="1606">
                  <c:v>12.775510532511786</c:v>
                </c:pt>
                <c:pt idx="1607">
                  <c:v>12.775510532511786</c:v>
                </c:pt>
                <c:pt idx="1608">
                  <c:v>12.775510532511786</c:v>
                </c:pt>
                <c:pt idx="1609">
                  <c:v>12.775510532511786</c:v>
                </c:pt>
                <c:pt idx="1610">
                  <c:v>12.775510532511786</c:v>
                </c:pt>
                <c:pt idx="1611">
                  <c:v>12.775510532511786</c:v>
                </c:pt>
                <c:pt idx="1612">
                  <c:v>12.775510532511786</c:v>
                </c:pt>
                <c:pt idx="1613">
                  <c:v>12.775510532511786</c:v>
                </c:pt>
                <c:pt idx="1614">
                  <c:v>12.775510532511786</c:v>
                </c:pt>
                <c:pt idx="1615">
                  <c:v>12.775510532511786</c:v>
                </c:pt>
                <c:pt idx="1616">
                  <c:v>12.775510532511786</c:v>
                </c:pt>
                <c:pt idx="1617">
                  <c:v>12.775510532511786</c:v>
                </c:pt>
                <c:pt idx="1618">
                  <c:v>12.775510532511786</c:v>
                </c:pt>
                <c:pt idx="1619">
                  <c:v>12.775510532511786</c:v>
                </c:pt>
                <c:pt idx="1620">
                  <c:v>12.775510532511786</c:v>
                </c:pt>
                <c:pt idx="1621">
                  <c:v>12.775510532511786</c:v>
                </c:pt>
                <c:pt idx="1622">
                  <c:v>12.775510532511786</c:v>
                </c:pt>
                <c:pt idx="1623">
                  <c:v>12.775510532511786</c:v>
                </c:pt>
                <c:pt idx="1624">
                  <c:v>12.775510532511786</c:v>
                </c:pt>
                <c:pt idx="1625">
                  <c:v>12.775510532511786</c:v>
                </c:pt>
                <c:pt idx="1626">
                  <c:v>12.775510532511786</c:v>
                </c:pt>
                <c:pt idx="1627">
                  <c:v>12.775510532511786</c:v>
                </c:pt>
                <c:pt idx="1628">
                  <c:v>12.775510532511786</c:v>
                </c:pt>
                <c:pt idx="1629">
                  <c:v>12.775510532511786</c:v>
                </c:pt>
                <c:pt idx="1630">
                  <c:v>12.775510532511786</c:v>
                </c:pt>
                <c:pt idx="1631">
                  <c:v>12.775510532511786</c:v>
                </c:pt>
                <c:pt idx="1632">
                  <c:v>12.775510532511786</c:v>
                </c:pt>
                <c:pt idx="1633">
                  <c:v>12.775510532511786</c:v>
                </c:pt>
                <c:pt idx="1634">
                  <c:v>12.775510532511786</c:v>
                </c:pt>
                <c:pt idx="1635">
                  <c:v>12.775510532511786</c:v>
                </c:pt>
                <c:pt idx="1636">
                  <c:v>12.775510532511786</c:v>
                </c:pt>
                <c:pt idx="1637">
                  <c:v>12.775510532511786</c:v>
                </c:pt>
                <c:pt idx="1638">
                  <c:v>12.775510532511786</c:v>
                </c:pt>
                <c:pt idx="1639">
                  <c:v>12.775510532511786</c:v>
                </c:pt>
                <c:pt idx="1640">
                  <c:v>12.775510532511786</c:v>
                </c:pt>
                <c:pt idx="1641">
                  <c:v>12.775510532511786</c:v>
                </c:pt>
                <c:pt idx="1642">
                  <c:v>12.775510532511786</c:v>
                </c:pt>
                <c:pt idx="1643">
                  <c:v>12.775510532511786</c:v>
                </c:pt>
                <c:pt idx="1644">
                  <c:v>12.775510532511786</c:v>
                </c:pt>
                <c:pt idx="1645">
                  <c:v>12.775510532511786</c:v>
                </c:pt>
                <c:pt idx="1646">
                  <c:v>12.775510532511786</c:v>
                </c:pt>
                <c:pt idx="1647">
                  <c:v>12.775510532511786</c:v>
                </c:pt>
                <c:pt idx="1648">
                  <c:v>12.775510532511786</c:v>
                </c:pt>
                <c:pt idx="1649">
                  <c:v>12.775510532511786</c:v>
                </c:pt>
                <c:pt idx="1650">
                  <c:v>12.775510532511786</c:v>
                </c:pt>
                <c:pt idx="1651">
                  <c:v>12.775510532511786</c:v>
                </c:pt>
                <c:pt idx="1652">
                  <c:v>12.775510532511786</c:v>
                </c:pt>
                <c:pt idx="1653">
                  <c:v>12.775510532511786</c:v>
                </c:pt>
                <c:pt idx="1654">
                  <c:v>12.775510532511786</c:v>
                </c:pt>
                <c:pt idx="1655">
                  <c:v>12.775510532511786</c:v>
                </c:pt>
                <c:pt idx="1656">
                  <c:v>12.775510532511786</c:v>
                </c:pt>
                <c:pt idx="1657">
                  <c:v>12.775510532511786</c:v>
                </c:pt>
                <c:pt idx="1658">
                  <c:v>12.775510532511786</c:v>
                </c:pt>
                <c:pt idx="1659">
                  <c:v>12.775510532511786</c:v>
                </c:pt>
                <c:pt idx="1660">
                  <c:v>12.775510532511786</c:v>
                </c:pt>
                <c:pt idx="1661">
                  <c:v>12.775510532511786</c:v>
                </c:pt>
                <c:pt idx="1662">
                  <c:v>12.775510532511786</c:v>
                </c:pt>
                <c:pt idx="1663">
                  <c:v>12.775510532511786</c:v>
                </c:pt>
                <c:pt idx="1664">
                  <c:v>12.775510532511786</c:v>
                </c:pt>
                <c:pt idx="1665">
                  <c:v>12.775510532511786</c:v>
                </c:pt>
                <c:pt idx="1666">
                  <c:v>12.775510532511786</c:v>
                </c:pt>
                <c:pt idx="1667">
                  <c:v>12.775510532511786</c:v>
                </c:pt>
                <c:pt idx="1668">
                  <c:v>12.775510532511786</c:v>
                </c:pt>
                <c:pt idx="1669">
                  <c:v>12.775510532511786</c:v>
                </c:pt>
                <c:pt idx="1670">
                  <c:v>12.775510532511786</c:v>
                </c:pt>
                <c:pt idx="1671">
                  <c:v>12.775510532511786</c:v>
                </c:pt>
                <c:pt idx="1672">
                  <c:v>12.775510532511786</c:v>
                </c:pt>
                <c:pt idx="1673">
                  <c:v>12.775510532511786</c:v>
                </c:pt>
                <c:pt idx="1674">
                  <c:v>12.775510532511786</c:v>
                </c:pt>
                <c:pt idx="1675">
                  <c:v>12.775510532511786</c:v>
                </c:pt>
                <c:pt idx="1676">
                  <c:v>12.775510532511786</c:v>
                </c:pt>
                <c:pt idx="1677">
                  <c:v>12.775510532511786</c:v>
                </c:pt>
                <c:pt idx="1678">
                  <c:v>12.775510532511786</c:v>
                </c:pt>
                <c:pt idx="1679">
                  <c:v>12.775510532511786</c:v>
                </c:pt>
                <c:pt idx="1680">
                  <c:v>12.775510532511786</c:v>
                </c:pt>
                <c:pt idx="1681">
                  <c:v>12.775510532511786</c:v>
                </c:pt>
                <c:pt idx="1682">
                  <c:v>12.775510532511786</c:v>
                </c:pt>
                <c:pt idx="1683">
                  <c:v>12.775510532511786</c:v>
                </c:pt>
                <c:pt idx="1684">
                  <c:v>12.775510532511786</c:v>
                </c:pt>
                <c:pt idx="1685">
                  <c:v>12.775510532511786</c:v>
                </c:pt>
                <c:pt idx="1686">
                  <c:v>12.775510532511786</c:v>
                </c:pt>
                <c:pt idx="1687">
                  <c:v>12.775510532511786</c:v>
                </c:pt>
                <c:pt idx="1688">
                  <c:v>12.775510532511786</c:v>
                </c:pt>
                <c:pt idx="1689">
                  <c:v>12.775510532511786</c:v>
                </c:pt>
                <c:pt idx="1690">
                  <c:v>12.775510532511786</c:v>
                </c:pt>
                <c:pt idx="1691">
                  <c:v>12.775510532511786</c:v>
                </c:pt>
                <c:pt idx="1692">
                  <c:v>12.775510532511786</c:v>
                </c:pt>
                <c:pt idx="1693">
                  <c:v>12.775510532511786</c:v>
                </c:pt>
                <c:pt idx="1694">
                  <c:v>12.775510532511786</c:v>
                </c:pt>
                <c:pt idx="1695">
                  <c:v>12.775510532511786</c:v>
                </c:pt>
                <c:pt idx="1696">
                  <c:v>12.775510532511786</c:v>
                </c:pt>
                <c:pt idx="1697">
                  <c:v>12.775510532511786</c:v>
                </c:pt>
                <c:pt idx="1698">
                  <c:v>12.775510532511786</c:v>
                </c:pt>
                <c:pt idx="1699">
                  <c:v>12.775510532511786</c:v>
                </c:pt>
                <c:pt idx="1700">
                  <c:v>12.775510532511786</c:v>
                </c:pt>
                <c:pt idx="1701">
                  <c:v>12.775510532511786</c:v>
                </c:pt>
                <c:pt idx="1702">
                  <c:v>12.775510532511786</c:v>
                </c:pt>
                <c:pt idx="1703">
                  <c:v>12.775510532511786</c:v>
                </c:pt>
                <c:pt idx="1704">
                  <c:v>12.775510532511786</c:v>
                </c:pt>
                <c:pt idx="1705">
                  <c:v>12.775510532511786</c:v>
                </c:pt>
                <c:pt idx="1706">
                  <c:v>12.775510532511786</c:v>
                </c:pt>
                <c:pt idx="1707">
                  <c:v>12.775510532511786</c:v>
                </c:pt>
                <c:pt idx="1708">
                  <c:v>12.775510532511786</c:v>
                </c:pt>
                <c:pt idx="1709">
                  <c:v>12.775510532511786</c:v>
                </c:pt>
                <c:pt idx="1710">
                  <c:v>12.775510532511786</c:v>
                </c:pt>
                <c:pt idx="1711">
                  <c:v>12.775510532511786</c:v>
                </c:pt>
                <c:pt idx="1712">
                  <c:v>12.775510532511786</c:v>
                </c:pt>
                <c:pt idx="1713">
                  <c:v>12.775510532511786</c:v>
                </c:pt>
                <c:pt idx="1714">
                  <c:v>12.775510532511786</c:v>
                </c:pt>
                <c:pt idx="1715">
                  <c:v>12.775510532511786</c:v>
                </c:pt>
                <c:pt idx="1716">
                  <c:v>12.775510532511786</c:v>
                </c:pt>
                <c:pt idx="1717">
                  <c:v>12.775510532511786</c:v>
                </c:pt>
                <c:pt idx="1718">
                  <c:v>12.775510532511786</c:v>
                </c:pt>
                <c:pt idx="1719">
                  <c:v>12.775510532511786</c:v>
                </c:pt>
                <c:pt idx="1720">
                  <c:v>12.775510532511786</c:v>
                </c:pt>
                <c:pt idx="1721">
                  <c:v>12.775510532511786</c:v>
                </c:pt>
                <c:pt idx="1722">
                  <c:v>12.775510532511786</c:v>
                </c:pt>
                <c:pt idx="1723">
                  <c:v>12.775510532511786</c:v>
                </c:pt>
                <c:pt idx="1724">
                  <c:v>12.775510532511786</c:v>
                </c:pt>
                <c:pt idx="1725">
                  <c:v>12.775510532511786</c:v>
                </c:pt>
                <c:pt idx="1726">
                  <c:v>12.775510532511786</c:v>
                </c:pt>
                <c:pt idx="1727">
                  <c:v>12.775510532511786</c:v>
                </c:pt>
                <c:pt idx="1728">
                  <c:v>12.775510532511786</c:v>
                </c:pt>
                <c:pt idx="1729">
                  <c:v>12.775510532511786</c:v>
                </c:pt>
                <c:pt idx="1730">
                  <c:v>12.775510532511786</c:v>
                </c:pt>
                <c:pt idx="1731">
                  <c:v>12.775510532511786</c:v>
                </c:pt>
                <c:pt idx="1732">
                  <c:v>12.775510532511786</c:v>
                </c:pt>
                <c:pt idx="1733">
                  <c:v>12.775510532511786</c:v>
                </c:pt>
                <c:pt idx="1734">
                  <c:v>12.775510532511786</c:v>
                </c:pt>
                <c:pt idx="1735">
                  <c:v>12.775510532511786</c:v>
                </c:pt>
                <c:pt idx="1736">
                  <c:v>12.775510532511786</c:v>
                </c:pt>
                <c:pt idx="1737">
                  <c:v>12.775510532511786</c:v>
                </c:pt>
                <c:pt idx="1738">
                  <c:v>12.775510532511786</c:v>
                </c:pt>
                <c:pt idx="1739">
                  <c:v>12.775510532511786</c:v>
                </c:pt>
                <c:pt idx="1740">
                  <c:v>12.775510532511786</c:v>
                </c:pt>
                <c:pt idx="1741">
                  <c:v>12.775510532511786</c:v>
                </c:pt>
                <c:pt idx="1742">
                  <c:v>12.775510532511786</c:v>
                </c:pt>
                <c:pt idx="1743">
                  <c:v>12.775510532511786</c:v>
                </c:pt>
                <c:pt idx="1744">
                  <c:v>12.775510532511786</c:v>
                </c:pt>
                <c:pt idx="1745">
                  <c:v>12.775510532511786</c:v>
                </c:pt>
                <c:pt idx="1746">
                  <c:v>12.775510532511786</c:v>
                </c:pt>
                <c:pt idx="1747">
                  <c:v>12.775510532511786</c:v>
                </c:pt>
                <c:pt idx="1748">
                  <c:v>12.775510532511786</c:v>
                </c:pt>
                <c:pt idx="1749">
                  <c:v>12.775510532511786</c:v>
                </c:pt>
                <c:pt idx="1750">
                  <c:v>12.775510532511786</c:v>
                </c:pt>
                <c:pt idx="1751">
                  <c:v>12.775510532511786</c:v>
                </c:pt>
                <c:pt idx="1752">
                  <c:v>12.775510532511786</c:v>
                </c:pt>
                <c:pt idx="1753">
                  <c:v>12.775510532511786</c:v>
                </c:pt>
                <c:pt idx="1754">
                  <c:v>12.775510532511786</c:v>
                </c:pt>
                <c:pt idx="1755">
                  <c:v>12.775510532511786</c:v>
                </c:pt>
                <c:pt idx="1756">
                  <c:v>12.775510532511786</c:v>
                </c:pt>
                <c:pt idx="1757">
                  <c:v>12.775510532511786</c:v>
                </c:pt>
                <c:pt idx="1758">
                  <c:v>12.775510532511786</c:v>
                </c:pt>
                <c:pt idx="1759">
                  <c:v>12.775510532511786</c:v>
                </c:pt>
                <c:pt idx="1760">
                  <c:v>12.775510532511786</c:v>
                </c:pt>
                <c:pt idx="1761">
                  <c:v>12.775510532511786</c:v>
                </c:pt>
                <c:pt idx="1762">
                  <c:v>12.775510532511786</c:v>
                </c:pt>
                <c:pt idx="1763">
                  <c:v>12.775510532511786</c:v>
                </c:pt>
                <c:pt idx="1764">
                  <c:v>12.775510532511786</c:v>
                </c:pt>
                <c:pt idx="1765">
                  <c:v>12.775510532511786</c:v>
                </c:pt>
                <c:pt idx="1766">
                  <c:v>12.775510532511786</c:v>
                </c:pt>
                <c:pt idx="1767">
                  <c:v>12.775510532511786</c:v>
                </c:pt>
                <c:pt idx="1768">
                  <c:v>12.775510532511786</c:v>
                </c:pt>
                <c:pt idx="1769">
                  <c:v>12.775510532511786</c:v>
                </c:pt>
                <c:pt idx="1770">
                  <c:v>12.775510532511786</c:v>
                </c:pt>
                <c:pt idx="1771">
                  <c:v>12.775510532511786</c:v>
                </c:pt>
                <c:pt idx="1772">
                  <c:v>12.775510532511786</c:v>
                </c:pt>
                <c:pt idx="1773">
                  <c:v>12.775510532511786</c:v>
                </c:pt>
                <c:pt idx="1774">
                  <c:v>12.775510532511786</c:v>
                </c:pt>
                <c:pt idx="1775">
                  <c:v>12.775510532511786</c:v>
                </c:pt>
                <c:pt idx="1776">
                  <c:v>12.775510532511786</c:v>
                </c:pt>
                <c:pt idx="1777">
                  <c:v>12.775510532511786</c:v>
                </c:pt>
                <c:pt idx="1778">
                  <c:v>12.775510532511786</c:v>
                </c:pt>
                <c:pt idx="1779">
                  <c:v>12.775510532511786</c:v>
                </c:pt>
                <c:pt idx="1780">
                  <c:v>12.775510532511786</c:v>
                </c:pt>
                <c:pt idx="1781">
                  <c:v>12.775510532511786</c:v>
                </c:pt>
                <c:pt idx="1782">
                  <c:v>12.775510532511786</c:v>
                </c:pt>
                <c:pt idx="1783">
                  <c:v>12.775510532511786</c:v>
                </c:pt>
                <c:pt idx="1784">
                  <c:v>12.775510532511786</c:v>
                </c:pt>
                <c:pt idx="1785">
                  <c:v>12.775510532511786</c:v>
                </c:pt>
                <c:pt idx="1786">
                  <c:v>12.775510532511786</c:v>
                </c:pt>
                <c:pt idx="1787">
                  <c:v>12.775510532511786</c:v>
                </c:pt>
                <c:pt idx="1788">
                  <c:v>12.775510532511786</c:v>
                </c:pt>
                <c:pt idx="1789">
                  <c:v>12.775510532511786</c:v>
                </c:pt>
                <c:pt idx="1790">
                  <c:v>12.775510532511786</c:v>
                </c:pt>
                <c:pt idx="1791">
                  <c:v>12.775510532511786</c:v>
                </c:pt>
                <c:pt idx="1792">
                  <c:v>12.775510532511786</c:v>
                </c:pt>
                <c:pt idx="1793">
                  <c:v>12.775510532511786</c:v>
                </c:pt>
                <c:pt idx="1794">
                  <c:v>12.775510532511786</c:v>
                </c:pt>
                <c:pt idx="1795">
                  <c:v>12.775510532511786</c:v>
                </c:pt>
                <c:pt idx="1796">
                  <c:v>12.775510532511786</c:v>
                </c:pt>
                <c:pt idx="1797">
                  <c:v>12.775510532511786</c:v>
                </c:pt>
                <c:pt idx="1798">
                  <c:v>12.775510532511786</c:v>
                </c:pt>
                <c:pt idx="1799">
                  <c:v>12.775510532511786</c:v>
                </c:pt>
                <c:pt idx="1800">
                  <c:v>12.775510532511786</c:v>
                </c:pt>
                <c:pt idx="1801">
                  <c:v>12.775510532511786</c:v>
                </c:pt>
                <c:pt idx="1802">
                  <c:v>12.775510532511786</c:v>
                </c:pt>
                <c:pt idx="1803">
                  <c:v>12.775510532511786</c:v>
                </c:pt>
                <c:pt idx="1804">
                  <c:v>12.775510532511786</c:v>
                </c:pt>
                <c:pt idx="1805">
                  <c:v>12.775510532511786</c:v>
                </c:pt>
                <c:pt idx="1806">
                  <c:v>12.775510532511786</c:v>
                </c:pt>
                <c:pt idx="1807">
                  <c:v>12.775510532511786</c:v>
                </c:pt>
                <c:pt idx="1808">
                  <c:v>12.775510532511786</c:v>
                </c:pt>
                <c:pt idx="1809">
                  <c:v>12.775510532511786</c:v>
                </c:pt>
                <c:pt idx="1810">
                  <c:v>12.775510532511786</c:v>
                </c:pt>
                <c:pt idx="1811">
                  <c:v>12.775510532511786</c:v>
                </c:pt>
                <c:pt idx="1812">
                  <c:v>12.775510532511786</c:v>
                </c:pt>
                <c:pt idx="1813">
                  <c:v>12.775510532511786</c:v>
                </c:pt>
                <c:pt idx="1814">
                  <c:v>12.775510532511786</c:v>
                </c:pt>
                <c:pt idx="1815">
                  <c:v>12.775510532511786</c:v>
                </c:pt>
                <c:pt idx="1816">
                  <c:v>12.775510532511786</c:v>
                </c:pt>
                <c:pt idx="1817">
                  <c:v>12.775510532511786</c:v>
                </c:pt>
                <c:pt idx="1818">
                  <c:v>12.775510532511786</c:v>
                </c:pt>
                <c:pt idx="1819">
                  <c:v>12.775510532511786</c:v>
                </c:pt>
                <c:pt idx="1820">
                  <c:v>12.775510532511786</c:v>
                </c:pt>
                <c:pt idx="1821">
                  <c:v>12.775510532511786</c:v>
                </c:pt>
                <c:pt idx="1822">
                  <c:v>12.775510532511786</c:v>
                </c:pt>
                <c:pt idx="1823">
                  <c:v>12.775510532511786</c:v>
                </c:pt>
                <c:pt idx="1824">
                  <c:v>12.775510532511786</c:v>
                </c:pt>
                <c:pt idx="1825">
                  <c:v>12.775510532511786</c:v>
                </c:pt>
                <c:pt idx="1826">
                  <c:v>12.775510532511786</c:v>
                </c:pt>
                <c:pt idx="1827">
                  <c:v>12.775510532511786</c:v>
                </c:pt>
                <c:pt idx="1828">
                  <c:v>12.775510532511786</c:v>
                </c:pt>
              </c:numCache>
            </c:numRef>
          </c:val>
          <c:smooth val="0"/>
          <c:extLst>
            <c:ext xmlns:c16="http://schemas.microsoft.com/office/drawing/2014/chart" uri="{C3380CC4-5D6E-409C-BE32-E72D297353CC}">
              <c16:uniqueId val="{00000002-81C4-4815-9680-5AA56E5DE3F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44425</c:v>
                </c:pt>
                <c:pt idx="1">
                  <c:v>44426</c:v>
                </c:pt>
                <c:pt idx="2">
                  <c:v>44427</c:v>
                </c:pt>
                <c:pt idx="3">
                  <c:v>44428</c:v>
                </c:pt>
                <c:pt idx="4">
                  <c:v>44429</c:v>
                </c:pt>
                <c:pt idx="5">
                  <c:v>44430</c:v>
                </c:pt>
                <c:pt idx="6">
                  <c:v>44431</c:v>
                </c:pt>
                <c:pt idx="7">
                  <c:v>44432</c:v>
                </c:pt>
                <c:pt idx="8">
                  <c:v>44433</c:v>
                </c:pt>
                <c:pt idx="9">
                  <c:v>44434</c:v>
                </c:pt>
                <c:pt idx="10">
                  <c:v>44435</c:v>
                </c:pt>
                <c:pt idx="11">
                  <c:v>44436</c:v>
                </c:pt>
                <c:pt idx="12">
                  <c:v>44437</c:v>
                </c:pt>
                <c:pt idx="13">
                  <c:v>44438</c:v>
                </c:pt>
                <c:pt idx="14">
                  <c:v>44439</c:v>
                </c:pt>
                <c:pt idx="15">
                  <c:v>44440</c:v>
                </c:pt>
                <c:pt idx="16">
                  <c:v>44441</c:v>
                </c:pt>
                <c:pt idx="17">
                  <c:v>44442</c:v>
                </c:pt>
                <c:pt idx="18">
                  <c:v>44443</c:v>
                </c:pt>
                <c:pt idx="19">
                  <c:v>44444</c:v>
                </c:pt>
                <c:pt idx="20">
                  <c:v>44445</c:v>
                </c:pt>
                <c:pt idx="21">
                  <c:v>44446</c:v>
                </c:pt>
                <c:pt idx="22">
                  <c:v>44447</c:v>
                </c:pt>
                <c:pt idx="23">
                  <c:v>44448</c:v>
                </c:pt>
                <c:pt idx="24">
                  <c:v>44449</c:v>
                </c:pt>
                <c:pt idx="25">
                  <c:v>44450</c:v>
                </c:pt>
                <c:pt idx="26">
                  <c:v>44451</c:v>
                </c:pt>
                <c:pt idx="27">
                  <c:v>44452</c:v>
                </c:pt>
                <c:pt idx="28">
                  <c:v>44453</c:v>
                </c:pt>
                <c:pt idx="29">
                  <c:v>44454</c:v>
                </c:pt>
                <c:pt idx="30">
                  <c:v>44455</c:v>
                </c:pt>
                <c:pt idx="31">
                  <c:v>44456</c:v>
                </c:pt>
                <c:pt idx="32">
                  <c:v>44457</c:v>
                </c:pt>
                <c:pt idx="33">
                  <c:v>44458</c:v>
                </c:pt>
                <c:pt idx="34">
                  <c:v>44459</c:v>
                </c:pt>
                <c:pt idx="35">
                  <c:v>44460</c:v>
                </c:pt>
                <c:pt idx="36">
                  <c:v>44461</c:v>
                </c:pt>
                <c:pt idx="37">
                  <c:v>44462</c:v>
                </c:pt>
                <c:pt idx="38">
                  <c:v>44463</c:v>
                </c:pt>
                <c:pt idx="39">
                  <c:v>44464</c:v>
                </c:pt>
                <c:pt idx="40">
                  <c:v>44465</c:v>
                </c:pt>
                <c:pt idx="41">
                  <c:v>44466</c:v>
                </c:pt>
                <c:pt idx="42">
                  <c:v>44467</c:v>
                </c:pt>
                <c:pt idx="43">
                  <c:v>44468</c:v>
                </c:pt>
                <c:pt idx="44">
                  <c:v>44469</c:v>
                </c:pt>
                <c:pt idx="45">
                  <c:v>44470</c:v>
                </c:pt>
                <c:pt idx="46">
                  <c:v>44471</c:v>
                </c:pt>
                <c:pt idx="47">
                  <c:v>44472</c:v>
                </c:pt>
                <c:pt idx="48">
                  <c:v>44473</c:v>
                </c:pt>
                <c:pt idx="49">
                  <c:v>44474</c:v>
                </c:pt>
                <c:pt idx="50">
                  <c:v>44475</c:v>
                </c:pt>
                <c:pt idx="51">
                  <c:v>44476</c:v>
                </c:pt>
                <c:pt idx="52">
                  <c:v>44477</c:v>
                </c:pt>
                <c:pt idx="53">
                  <c:v>44478</c:v>
                </c:pt>
                <c:pt idx="54">
                  <c:v>44479</c:v>
                </c:pt>
                <c:pt idx="55">
                  <c:v>44480</c:v>
                </c:pt>
                <c:pt idx="56">
                  <c:v>44481</c:v>
                </c:pt>
                <c:pt idx="57">
                  <c:v>44482</c:v>
                </c:pt>
                <c:pt idx="58">
                  <c:v>44483</c:v>
                </c:pt>
                <c:pt idx="59">
                  <c:v>44484</c:v>
                </c:pt>
                <c:pt idx="60">
                  <c:v>44485</c:v>
                </c:pt>
                <c:pt idx="61">
                  <c:v>44486</c:v>
                </c:pt>
                <c:pt idx="62">
                  <c:v>44487</c:v>
                </c:pt>
                <c:pt idx="63">
                  <c:v>44488</c:v>
                </c:pt>
                <c:pt idx="64">
                  <c:v>44489</c:v>
                </c:pt>
                <c:pt idx="65">
                  <c:v>44490</c:v>
                </c:pt>
                <c:pt idx="66">
                  <c:v>44491</c:v>
                </c:pt>
                <c:pt idx="67">
                  <c:v>44492</c:v>
                </c:pt>
                <c:pt idx="68">
                  <c:v>44493</c:v>
                </c:pt>
                <c:pt idx="69">
                  <c:v>44494</c:v>
                </c:pt>
                <c:pt idx="70">
                  <c:v>44495</c:v>
                </c:pt>
                <c:pt idx="71">
                  <c:v>44496</c:v>
                </c:pt>
                <c:pt idx="72">
                  <c:v>44497</c:v>
                </c:pt>
                <c:pt idx="73">
                  <c:v>44498</c:v>
                </c:pt>
                <c:pt idx="74">
                  <c:v>44499</c:v>
                </c:pt>
                <c:pt idx="75">
                  <c:v>44500</c:v>
                </c:pt>
                <c:pt idx="76">
                  <c:v>44501</c:v>
                </c:pt>
                <c:pt idx="77">
                  <c:v>44502</c:v>
                </c:pt>
                <c:pt idx="78">
                  <c:v>44503</c:v>
                </c:pt>
                <c:pt idx="79">
                  <c:v>44504</c:v>
                </c:pt>
                <c:pt idx="80">
                  <c:v>44505</c:v>
                </c:pt>
                <c:pt idx="81">
                  <c:v>44506</c:v>
                </c:pt>
                <c:pt idx="82">
                  <c:v>44507</c:v>
                </c:pt>
                <c:pt idx="83">
                  <c:v>44508</c:v>
                </c:pt>
                <c:pt idx="84">
                  <c:v>44509</c:v>
                </c:pt>
                <c:pt idx="85">
                  <c:v>44510</c:v>
                </c:pt>
                <c:pt idx="86">
                  <c:v>44511</c:v>
                </c:pt>
                <c:pt idx="87">
                  <c:v>44512</c:v>
                </c:pt>
                <c:pt idx="88">
                  <c:v>44513</c:v>
                </c:pt>
                <c:pt idx="89">
                  <c:v>44514</c:v>
                </c:pt>
                <c:pt idx="90">
                  <c:v>44515</c:v>
                </c:pt>
                <c:pt idx="91">
                  <c:v>44516</c:v>
                </c:pt>
                <c:pt idx="92">
                  <c:v>44517</c:v>
                </c:pt>
                <c:pt idx="93">
                  <c:v>44518</c:v>
                </c:pt>
                <c:pt idx="94">
                  <c:v>44519</c:v>
                </c:pt>
                <c:pt idx="95">
                  <c:v>44520</c:v>
                </c:pt>
                <c:pt idx="96">
                  <c:v>44521</c:v>
                </c:pt>
                <c:pt idx="97">
                  <c:v>44522</c:v>
                </c:pt>
                <c:pt idx="98">
                  <c:v>44523</c:v>
                </c:pt>
                <c:pt idx="99">
                  <c:v>44524</c:v>
                </c:pt>
                <c:pt idx="100">
                  <c:v>44525</c:v>
                </c:pt>
                <c:pt idx="101">
                  <c:v>44526</c:v>
                </c:pt>
                <c:pt idx="102">
                  <c:v>44527</c:v>
                </c:pt>
                <c:pt idx="103">
                  <c:v>44528</c:v>
                </c:pt>
                <c:pt idx="104">
                  <c:v>44529</c:v>
                </c:pt>
                <c:pt idx="105">
                  <c:v>44530</c:v>
                </c:pt>
                <c:pt idx="106">
                  <c:v>44531</c:v>
                </c:pt>
                <c:pt idx="107">
                  <c:v>44532</c:v>
                </c:pt>
                <c:pt idx="108">
                  <c:v>44533</c:v>
                </c:pt>
                <c:pt idx="109">
                  <c:v>44534</c:v>
                </c:pt>
                <c:pt idx="110">
                  <c:v>44535</c:v>
                </c:pt>
                <c:pt idx="111">
                  <c:v>44536</c:v>
                </c:pt>
                <c:pt idx="112">
                  <c:v>44537</c:v>
                </c:pt>
                <c:pt idx="113">
                  <c:v>44538</c:v>
                </c:pt>
                <c:pt idx="114">
                  <c:v>44539</c:v>
                </c:pt>
                <c:pt idx="115">
                  <c:v>44540</c:v>
                </c:pt>
                <c:pt idx="116">
                  <c:v>44541</c:v>
                </c:pt>
                <c:pt idx="117">
                  <c:v>44542</c:v>
                </c:pt>
                <c:pt idx="118">
                  <c:v>44543</c:v>
                </c:pt>
                <c:pt idx="119">
                  <c:v>44544</c:v>
                </c:pt>
                <c:pt idx="120">
                  <c:v>44545</c:v>
                </c:pt>
                <c:pt idx="121">
                  <c:v>44546</c:v>
                </c:pt>
                <c:pt idx="122">
                  <c:v>44547</c:v>
                </c:pt>
                <c:pt idx="123">
                  <c:v>44548</c:v>
                </c:pt>
                <c:pt idx="124">
                  <c:v>44549</c:v>
                </c:pt>
                <c:pt idx="125">
                  <c:v>44550</c:v>
                </c:pt>
                <c:pt idx="126">
                  <c:v>44551</c:v>
                </c:pt>
                <c:pt idx="127">
                  <c:v>44552</c:v>
                </c:pt>
                <c:pt idx="128">
                  <c:v>44553</c:v>
                </c:pt>
                <c:pt idx="129">
                  <c:v>44554</c:v>
                </c:pt>
                <c:pt idx="130">
                  <c:v>44555</c:v>
                </c:pt>
                <c:pt idx="131">
                  <c:v>44556</c:v>
                </c:pt>
                <c:pt idx="132">
                  <c:v>44557</c:v>
                </c:pt>
                <c:pt idx="133">
                  <c:v>44558</c:v>
                </c:pt>
                <c:pt idx="134">
                  <c:v>44559</c:v>
                </c:pt>
                <c:pt idx="135">
                  <c:v>44560</c:v>
                </c:pt>
                <c:pt idx="136">
                  <c:v>44561</c:v>
                </c:pt>
                <c:pt idx="137">
                  <c:v>44562</c:v>
                </c:pt>
                <c:pt idx="138">
                  <c:v>44563</c:v>
                </c:pt>
                <c:pt idx="139">
                  <c:v>44564</c:v>
                </c:pt>
                <c:pt idx="140">
                  <c:v>44565</c:v>
                </c:pt>
                <c:pt idx="141">
                  <c:v>44566</c:v>
                </c:pt>
                <c:pt idx="142">
                  <c:v>44567</c:v>
                </c:pt>
                <c:pt idx="143">
                  <c:v>44568</c:v>
                </c:pt>
                <c:pt idx="144">
                  <c:v>44569</c:v>
                </c:pt>
                <c:pt idx="145">
                  <c:v>44570</c:v>
                </c:pt>
                <c:pt idx="146">
                  <c:v>44571</c:v>
                </c:pt>
                <c:pt idx="147">
                  <c:v>44572</c:v>
                </c:pt>
                <c:pt idx="148">
                  <c:v>44573</c:v>
                </c:pt>
                <c:pt idx="149">
                  <c:v>44574</c:v>
                </c:pt>
                <c:pt idx="150">
                  <c:v>44575</c:v>
                </c:pt>
                <c:pt idx="151">
                  <c:v>44576</c:v>
                </c:pt>
                <c:pt idx="152">
                  <c:v>44577</c:v>
                </c:pt>
                <c:pt idx="153">
                  <c:v>44578</c:v>
                </c:pt>
                <c:pt idx="154">
                  <c:v>44579</c:v>
                </c:pt>
                <c:pt idx="155">
                  <c:v>44580</c:v>
                </c:pt>
                <c:pt idx="156">
                  <c:v>44581</c:v>
                </c:pt>
                <c:pt idx="157">
                  <c:v>44582</c:v>
                </c:pt>
                <c:pt idx="158">
                  <c:v>44583</c:v>
                </c:pt>
                <c:pt idx="159">
                  <c:v>44584</c:v>
                </c:pt>
                <c:pt idx="160">
                  <c:v>44585</c:v>
                </c:pt>
                <c:pt idx="161">
                  <c:v>44586</c:v>
                </c:pt>
                <c:pt idx="162">
                  <c:v>44587</c:v>
                </c:pt>
                <c:pt idx="163">
                  <c:v>44588</c:v>
                </c:pt>
                <c:pt idx="164">
                  <c:v>44589</c:v>
                </c:pt>
                <c:pt idx="165">
                  <c:v>44590</c:v>
                </c:pt>
                <c:pt idx="166">
                  <c:v>44591</c:v>
                </c:pt>
                <c:pt idx="167">
                  <c:v>44592</c:v>
                </c:pt>
                <c:pt idx="168">
                  <c:v>44593</c:v>
                </c:pt>
                <c:pt idx="169">
                  <c:v>44594</c:v>
                </c:pt>
                <c:pt idx="170">
                  <c:v>44595</c:v>
                </c:pt>
                <c:pt idx="171">
                  <c:v>44596</c:v>
                </c:pt>
                <c:pt idx="172">
                  <c:v>44597</c:v>
                </c:pt>
                <c:pt idx="173">
                  <c:v>44598</c:v>
                </c:pt>
                <c:pt idx="174">
                  <c:v>44599</c:v>
                </c:pt>
                <c:pt idx="175">
                  <c:v>44600</c:v>
                </c:pt>
                <c:pt idx="176">
                  <c:v>44601</c:v>
                </c:pt>
                <c:pt idx="177">
                  <c:v>44602</c:v>
                </c:pt>
                <c:pt idx="178">
                  <c:v>44603</c:v>
                </c:pt>
                <c:pt idx="179">
                  <c:v>44604</c:v>
                </c:pt>
                <c:pt idx="180">
                  <c:v>44605</c:v>
                </c:pt>
                <c:pt idx="181">
                  <c:v>44606</c:v>
                </c:pt>
                <c:pt idx="182">
                  <c:v>44607</c:v>
                </c:pt>
                <c:pt idx="183">
                  <c:v>44608</c:v>
                </c:pt>
                <c:pt idx="184">
                  <c:v>44609</c:v>
                </c:pt>
                <c:pt idx="185">
                  <c:v>44610</c:v>
                </c:pt>
                <c:pt idx="186">
                  <c:v>44611</c:v>
                </c:pt>
                <c:pt idx="187">
                  <c:v>44612</c:v>
                </c:pt>
                <c:pt idx="188">
                  <c:v>44613</c:v>
                </c:pt>
                <c:pt idx="189">
                  <c:v>44614</c:v>
                </c:pt>
                <c:pt idx="190">
                  <c:v>44615</c:v>
                </c:pt>
                <c:pt idx="191">
                  <c:v>44616</c:v>
                </c:pt>
                <c:pt idx="192">
                  <c:v>44617</c:v>
                </c:pt>
                <c:pt idx="193">
                  <c:v>44618</c:v>
                </c:pt>
                <c:pt idx="194">
                  <c:v>44619</c:v>
                </c:pt>
                <c:pt idx="195">
                  <c:v>44620</c:v>
                </c:pt>
                <c:pt idx="196">
                  <c:v>44621</c:v>
                </c:pt>
                <c:pt idx="197">
                  <c:v>44622</c:v>
                </c:pt>
                <c:pt idx="198">
                  <c:v>44623</c:v>
                </c:pt>
                <c:pt idx="199">
                  <c:v>44624</c:v>
                </c:pt>
                <c:pt idx="200">
                  <c:v>44625</c:v>
                </c:pt>
                <c:pt idx="201">
                  <c:v>44626</c:v>
                </c:pt>
                <c:pt idx="202">
                  <c:v>44627</c:v>
                </c:pt>
                <c:pt idx="203">
                  <c:v>44628</c:v>
                </c:pt>
                <c:pt idx="204">
                  <c:v>44629</c:v>
                </c:pt>
                <c:pt idx="205">
                  <c:v>44630</c:v>
                </c:pt>
                <c:pt idx="206">
                  <c:v>44631</c:v>
                </c:pt>
                <c:pt idx="207">
                  <c:v>44632</c:v>
                </c:pt>
                <c:pt idx="208">
                  <c:v>44633</c:v>
                </c:pt>
                <c:pt idx="209">
                  <c:v>44634</c:v>
                </c:pt>
                <c:pt idx="210">
                  <c:v>44635</c:v>
                </c:pt>
                <c:pt idx="211">
                  <c:v>44636</c:v>
                </c:pt>
                <c:pt idx="212">
                  <c:v>44637</c:v>
                </c:pt>
                <c:pt idx="213">
                  <c:v>44638</c:v>
                </c:pt>
                <c:pt idx="214">
                  <c:v>44639</c:v>
                </c:pt>
                <c:pt idx="215">
                  <c:v>44640</c:v>
                </c:pt>
                <c:pt idx="216">
                  <c:v>44641</c:v>
                </c:pt>
                <c:pt idx="217">
                  <c:v>44642</c:v>
                </c:pt>
                <c:pt idx="218">
                  <c:v>44643</c:v>
                </c:pt>
                <c:pt idx="219">
                  <c:v>44644</c:v>
                </c:pt>
                <c:pt idx="220">
                  <c:v>44645</c:v>
                </c:pt>
                <c:pt idx="221">
                  <c:v>44646</c:v>
                </c:pt>
                <c:pt idx="222">
                  <c:v>44647</c:v>
                </c:pt>
                <c:pt idx="223">
                  <c:v>44648</c:v>
                </c:pt>
                <c:pt idx="224">
                  <c:v>44649</c:v>
                </c:pt>
                <c:pt idx="225">
                  <c:v>44650</c:v>
                </c:pt>
                <c:pt idx="226">
                  <c:v>44651</c:v>
                </c:pt>
                <c:pt idx="227">
                  <c:v>44652</c:v>
                </c:pt>
                <c:pt idx="228">
                  <c:v>44653</c:v>
                </c:pt>
                <c:pt idx="229">
                  <c:v>44654</c:v>
                </c:pt>
                <c:pt idx="230">
                  <c:v>44655</c:v>
                </c:pt>
                <c:pt idx="231">
                  <c:v>44656</c:v>
                </c:pt>
                <c:pt idx="232">
                  <c:v>44657</c:v>
                </c:pt>
                <c:pt idx="233">
                  <c:v>44658</c:v>
                </c:pt>
                <c:pt idx="234">
                  <c:v>44659</c:v>
                </c:pt>
                <c:pt idx="235">
                  <c:v>44660</c:v>
                </c:pt>
                <c:pt idx="236">
                  <c:v>44661</c:v>
                </c:pt>
                <c:pt idx="237">
                  <c:v>44662</c:v>
                </c:pt>
                <c:pt idx="238">
                  <c:v>44663</c:v>
                </c:pt>
                <c:pt idx="239">
                  <c:v>44664</c:v>
                </c:pt>
                <c:pt idx="240">
                  <c:v>44665</c:v>
                </c:pt>
                <c:pt idx="241">
                  <c:v>44666</c:v>
                </c:pt>
                <c:pt idx="242">
                  <c:v>44667</c:v>
                </c:pt>
                <c:pt idx="243">
                  <c:v>44668</c:v>
                </c:pt>
                <c:pt idx="244">
                  <c:v>44669</c:v>
                </c:pt>
                <c:pt idx="245">
                  <c:v>44670</c:v>
                </c:pt>
                <c:pt idx="246">
                  <c:v>44671</c:v>
                </c:pt>
                <c:pt idx="247">
                  <c:v>44672</c:v>
                </c:pt>
                <c:pt idx="248">
                  <c:v>44673</c:v>
                </c:pt>
                <c:pt idx="249">
                  <c:v>44674</c:v>
                </c:pt>
                <c:pt idx="250">
                  <c:v>44675</c:v>
                </c:pt>
                <c:pt idx="251">
                  <c:v>44676</c:v>
                </c:pt>
                <c:pt idx="252">
                  <c:v>44677</c:v>
                </c:pt>
                <c:pt idx="253">
                  <c:v>44678</c:v>
                </c:pt>
                <c:pt idx="254">
                  <c:v>44679</c:v>
                </c:pt>
                <c:pt idx="255">
                  <c:v>44680</c:v>
                </c:pt>
                <c:pt idx="256">
                  <c:v>44681</c:v>
                </c:pt>
                <c:pt idx="257">
                  <c:v>44682</c:v>
                </c:pt>
                <c:pt idx="258">
                  <c:v>44683</c:v>
                </c:pt>
                <c:pt idx="259">
                  <c:v>44684</c:v>
                </c:pt>
                <c:pt idx="260">
                  <c:v>44685</c:v>
                </c:pt>
                <c:pt idx="261">
                  <c:v>44686</c:v>
                </c:pt>
                <c:pt idx="262">
                  <c:v>44687</c:v>
                </c:pt>
                <c:pt idx="263">
                  <c:v>44688</c:v>
                </c:pt>
                <c:pt idx="264">
                  <c:v>44689</c:v>
                </c:pt>
                <c:pt idx="265">
                  <c:v>44690</c:v>
                </c:pt>
                <c:pt idx="266">
                  <c:v>44691</c:v>
                </c:pt>
                <c:pt idx="267">
                  <c:v>44692</c:v>
                </c:pt>
                <c:pt idx="268">
                  <c:v>44693</c:v>
                </c:pt>
                <c:pt idx="269">
                  <c:v>44694</c:v>
                </c:pt>
                <c:pt idx="270">
                  <c:v>44695</c:v>
                </c:pt>
                <c:pt idx="271">
                  <c:v>44696</c:v>
                </c:pt>
                <c:pt idx="272">
                  <c:v>44697</c:v>
                </c:pt>
                <c:pt idx="273">
                  <c:v>44698</c:v>
                </c:pt>
                <c:pt idx="274">
                  <c:v>44699</c:v>
                </c:pt>
                <c:pt idx="275">
                  <c:v>44700</c:v>
                </c:pt>
                <c:pt idx="276">
                  <c:v>44701</c:v>
                </c:pt>
                <c:pt idx="277">
                  <c:v>44702</c:v>
                </c:pt>
                <c:pt idx="278">
                  <c:v>44703</c:v>
                </c:pt>
                <c:pt idx="279">
                  <c:v>44704</c:v>
                </c:pt>
                <c:pt idx="280">
                  <c:v>44705</c:v>
                </c:pt>
                <c:pt idx="281">
                  <c:v>44706</c:v>
                </c:pt>
                <c:pt idx="282">
                  <c:v>44707</c:v>
                </c:pt>
                <c:pt idx="283">
                  <c:v>44708</c:v>
                </c:pt>
                <c:pt idx="284">
                  <c:v>44709</c:v>
                </c:pt>
                <c:pt idx="285">
                  <c:v>44710</c:v>
                </c:pt>
                <c:pt idx="286">
                  <c:v>44711</c:v>
                </c:pt>
                <c:pt idx="287">
                  <c:v>44712</c:v>
                </c:pt>
                <c:pt idx="288">
                  <c:v>44713</c:v>
                </c:pt>
                <c:pt idx="289">
                  <c:v>44714</c:v>
                </c:pt>
                <c:pt idx="290">
                  <c:v>44715</c:v>
                </c:pt>
                <c:pt idx="291">
                  <c:v>44716</c:v>
                </c:pt>
                <c:pt idx="292">
                  <c:v>44717</c:v>
                </c:pt>
                <c:pt idx="293">
                  <c:v>44718</c:v>
                </c:pt>
                <c:pt idx="294">
                  <c:v>44719</c:v>
                </c:pt>
                <c:pt idx="295">
                  <c:v>44720</c:v>
                </c:pt>
                <c:pt idx="296">
                  <c:v>44721</c:v>
                </c:pt>
                <c:pt idx="297">
                  <c:v>44722</c:v>
                </c:pt>
                <c:pt idx="298">
                  <c:v>44723</c:v>
                </c:pt>
                <c:pt idx="299">
                  <c:v>44724</c:v>
                </c:pt>
                <c:pt idx="300">
                  <c:v>44725</c:v>
                </c:pt>
                <c:pt idx="301">
                  <c:v>44726</c:v>
                </c:pt>
                <c:pt idx="302">
                  <c:v>44727</c:v>
                </c:pt>
                <c:pt idx="303">
                  <c:v>44728</c:v>
                </c:pt>
                <c:pt idx="304">
                  <c:v>44729</c:v>
                </c:pt>
                <c:pt idx="305">
                  <c:v>44730</c:v>
                </c:pt>
                <c:pt idx="306">
                  <c:v>44731</c:v>
                </c:pt>
                <c:pt idx="307">
                  <c:v>44732</c:v>
                </c:pt>
                <c:pt idx="308">
                  <c:v>44733</c:v>
                </c:pt>
                <c:pt idx="309">
                  <c:v>44734</c:v>
                </c:pt>
                <c:pt idx="310">
                  <c:v>44735</c:v>
                </c:pt>
                <c:pt idx="311">
                  <c:v>44736</c:v>
                </c:pt>
                <c:pt idx="312">
                  <c:v>44737</c:v>
                </c:pt>
                <c:pt idx="313">
                  <c:v>44738</c:v>
                </c:pt>
                <c:pt idx="314">
                  <c:v>44739</c:v>
                </c:pt>
                <c:pt idx="315">
                  <c:v>44740</c:v>
                </c:pt>
                <c:pt idx="316">
                  <c:v>44741</c:v>
                </c:pt>
                <c:pt idx="317">
                  <c:v>44742</c:v>
                </c:pt>
                <c:pt idx="318">
                  <c:v>44743</c:v>
                </c:pt>
                <c:pt idx="319">
                  <c:v>44744</c:v>
                </c:pt>
                <c:pt idx="320">
                  <c:v>44745</c:v>
                </c:pt>
                <c:pt idx="321">
                  <c:v>44746</c:v>
                </c:pt>
                <c:pt idx="322">
                  <c:v>44747</c:v>
                </c:pt>
                <c:pt idx="323">
                  <c:v>44748</c:v>
                </c:pt>
                <c:pt idx="324">
                  <c:v>44749</c:v>
                </c:pt>
                <c:pt idx="325">
                  <c:v>44750</c:v>
                </c:pt>
                <c:pt idx="326">
                  <c:v>44751</c:v>
                </c:pt>
                <c:pt idx="327">
                  <c:v>44752</c:v>
                </c:pt>
                <c:pt idx="328">
                  <c:v>44753</c:v>
                </c:pt>
                <c:pt idx="329">
                  <c:v>44754</c:v>
                </c:pt>
                <c:pt idx="330">
                  <c:v>44755</c:v>
                </c:pt>
                <c:pt idx="331">
                  <c:v>44756</c:v>
                </c:pt>
                <c:pt idx="332">
                  <c:v>44757</c:v>
                </c:pt>
                <c:pt idx="333">
                  <c:v>44758</c:v>
                </c:pt>
                <c:pt idx="334">
                  <c:v>44759</c:v>
                </c:pt>
                <c:pt idx="335">
                  <c:v>44760</c:v>
                </c:pt>
                <c:pt idx="336">
                  <c:v>44761</c:v>
                </c:pt>
                <c:pt idx="337">
                  <c:v>44762</c:v>
                </c:pt>
                <c:pt idx="338">
                  <c:v>44763</c:v>
                </c:pt>
                <c:pt idx="339">
                  <c:v>44764</c:v>
                </c:pt>
                <c:pt idx="340">
                  <c:v>44765</c:v>
                </c:pt>
                <c:pt idx="341">
                  <c:v>44766</c:v>
                </c:pt>
                <c:pt idx="342">
                  <c:v>44767</c:v>
                </c:pt>
                <c:pt idx="343">
                  <c:v>44768</c:v>
                </c:pt>
                <c:pt idx="344">
                  <c:v>44769</c:v>
                </c:pt>
                <c:pt idx="345">
                  <c:v>44770</c:v>
                </c:pt>
                <c:pt idx="346">
                  <c:v>44771</c:v>
                </c:pt>
                <c:pt idx="347">
                  <c:v>44772</c:v>
                </c:pt>
                <c:pt idx="348">
                  <c:v>44773</c:v>
                </c:pt>
                <c:pt idx="349">
                  <c:v>44774</c:v>
                </c:pt>
                <c:pt idx="350">
                  <c:v>44775</c:v>
                </c:pt>
                <c:pt idx="351">
                  <c:v>44776</c:v>
                </c:pt>
                <c:pt idx="352">
                  <c:v>44777</c:v>
                </c:pt>
                <c:pt idx="353">
                  <c:v>44778</c:v>
                </c:pt>
                <c:pt idx="354">
                  <c:v>44779</c:v>
                </c:pt>
                <c:pt idx="355">
                  <c:v>44780</c:v>
                </c:pt>
                <c:pt idx="356">
                  <c:v>44781</c:v>
                </c:pt>
                <c:pt idx="357">
                  <c:v>44782</c:v>
                </c:pt>
                <c:pt idx="358">
                  <c:v>44783</c:v>
                </c:pt>
                <c:pt idx="359">
                  <c:v>44784</c:v>
                </c:pt>
                <c:pt idx="360">
                  <c:v>44785</c:v>
                </c:pt>
                <c:pt idx="361">
                  <c:v>44786</c:v>
                </c:pt>
                <c:pt idx="362">
                  <c:v>44787</c:v>
                </c:pt>
                <c:pt idx="363">
                  <c:v>44788</c:v>
                </c:pt>
                <c:pt idx="364">
                  <c:v>44789</c:v>
                </c:pt>
                <c:pt idx="365">
                  <c:v>44790</c:v>
                </c:pt>
                <c:pt idx="366">
                  <c:v>44791</c:v>
                </c:pt>
                <c:pt idx="367">
                  <c:v>44792</c:v>
                </c:pt>
                <c:pt idx="368">
                  <c:v>44793</c:v>
                </c:pt>
                <c:pt idx="369">
                  <c:v>44794</c:v>
                </c:pt>
                <c:pt idx="370">
                  <c:v>44795</c:v>
                </c:pt>
                <c:pt idx="371">
                  <c:v>44796</c:v>
                </c:pt>
                <c:pt idx="372">
                  <c:v>44797</c:v>
                </c:pt>
                <c:pt idx="373">
                  <c:v>44798</c:v>
                </c:pt>
                <c:pt idx="374">
                  <c:v>44799</c:v>
                </c:pt>
                <c:pt idx="375">
                  <c:v>44800</c:v>
                </c:pt>
                <c:pt idx="376">
                  <c:v>44801</c:v>
                </c:pt>
                <c:pt idx="377">
                  <c:v>44802</c:v>
                </c:pt>
                <c:pt idx="378">
                  <c:v>44803</c:v>
                </c:pt>
                <c:pt idx="379">
                  <c:v>44804</c:v>
                </c:pt>
                <c:pt idx="380">
                  <c:v>44805</c:v>
                </c:pt>
                <c:pt idx="381">
                  <c:v>44806</c:v>
                </c:pt>
                <c:pt idx="382">
                  <c:v>44807</c:v>
                </c:pt>
                <c:pt idx="383">
                  <c:v>44808</c:v>
                </c:pt>
                <c:pt idx="384">
                  <c:v>44809</c:v>
                </c:pt>
                <c:pt idx="385">
                  <c:v>44810</c:v>
                </c:pt>
                <c:pt idx="386">
                  <c:v>44811</c:v>
                </c:pt>
                <c:pt idx="387">
                  <c:v>44812</c:v>
                </c:pt>
                <c:pt idx="388">
                  <c:v>44813</c:v>
                </c:pt>
                <c:pt idx="389">
                  <c:v>44814</c:v>
                </c:pt>
                <c:pt idx="390">
                  <c:v>44815</c:v>
                </c:pt>
                <c:pt idx="391">
                  <c:v>44816</c:v>
                </c:pt>
                <c:pt idx="392">
                  <c:v>44817</c:v>
                </c:pt>
                <c:pt idx="393">
                  <c:v>44818</c:v>
                </c:pt>
                <c:pt idx="394">
                  <c:v>44819</c:v>
                </c:pt>
                <c:pt idx="395">
                  <c:v>44820</c:v>
                </c:pt>
                <c:pt idx="396">
                  <c:v>44821</c:v>
                </c:pt>
                <c:pt idx="397">
                  <c:v>44822</c:v>
                </c:pt>
                <c:pt idx="398">
                  <c:v>44823</c:v>
                </c:pt>
                <c:pt idx="399">
                  <c:v>44824</c:v>
                </c:pt>
                <c:pt idx="400">
                  <c:v>44825</c:v>
                </c:pt>
                <c:pt idx="401">
                  <c:v>44826</c:v>
                </c:pt>
                <c:pt idx="402">
                  <c:v>44827</c:v>
                </c:pt>
                <c:pt idx="403">
                  <c:v>44828</c:v>
                </c:pt>
                <c:pt idx="404">
                  <c:v>44829</c:v>
                </c:pt>
                <c:pt idx="405">
                  <c:v>44830</c:v>
                </c:pt>
                <c:pt idx="406">
                  <c:v>44831</c:v>
                </c:pt>
                <c:pt idx="407">
                  <c:v>44832</c:v>
                </c:pt>
                <c:pt idx="408">
                  <c:v>44833</c:v>
                </c:pt>
                <c:pt idx="409">
                  <c:v>44834</c:v>
                </c:pt>
                <c:pt idx="410">
                  <c:v>44835</c:v>
                </c:pt>
                <c:pt idx="411">
                  <c:v>44836</c:v>
                </c:pt>
                <c:pt idx="412">
                  <c:v>44837</c:v>
                </c:pt>
                <c:pt idx="413">
                  <c:v>44838</c:v>
                </c:pt>
                <c:pt idx="414">
                  <c:v>44839</c:v>
                </c:pt>
                <c:pt idx="415">
                  <c:v>44840</c:v>
                </c:pt>
                <c:pt idx="416">
                  <c:v>44841</c:v>
                </c:pt>
                <c:pt idx="417">
                  <c:v>44842</c:v>
                </c:pt>
                <c:pt idx="418">
                  <c:v>44843</c:v>
                </c:pt>
                <c:pt idx="419">
                  <c:v>44844</c:v>
                </c:pt>
                <c:pt idx="420">
                  <c:v>44845</c:v>
                </c:pt>
                <c:pt idx="421">
                  <c:v>44846</c:v>
                </c:pt>
                <c:pt idx="422">
                  <c:v>44847</c:v>
                </c:pt>
                <c:pt idx="423">
                  <c:v>44848</c:v>
                </c:pt>
                <c:pt idx="424">
                  <c:v>44849</c:v>
                </c:pt>
                <c:pt idx="425">
                  <c:v>44850</c:v>
                </c:pt>
                <c:pt idx="426">
                  <c:v>44851</c:v>
                </c:pt>
                <c:pt idx="427">
                  <c:v>44852</c:v>
                </c:pt>
                <c:pt idx="428">
                  <c:v>44853</c:v>
                </c:pt>
                <c:pt idx="429">
                  <c:v>44854</c:v>
                </c:pt>
                <c:pt idx="430">
                  <c:v>44855</c:v>
                </c:pt>
                <c:pt idx="431">
                  <c:v>44856</c:v>
                </c:pt>
                <c:pt idx="432">
                  <c:v>44857</c:v>
                </c:pt>
                <c:pt idx="433">
                  <c:v>44858</c:v>
                </c:pt>
                <c:pt idx="434">
                  <c:v>44859</c:v>
                </c:pt>
                <c:pt idx="435">
                  <c:v>44860</c:v>
                </c:pt>
                <c:pt idx="436">
                  <c:v>44861</c:v>
                </c:pt>
                <c:pt idx="437">
                  <c:v>44862</c:v>
                </c:pt>
                <c:pt idx="438">
                  <c:v>44863</c:v>
                </c:pt>
                <c:pt idx="439">
                  <c:v>44864</c:v>
                </c:pt>
                <c:pt idx="440">
                  <c:v>44865</c:v>
                </c:pt>
                <c:pt idx="441">
                  <c:v>44866</c:v>
                </c:pt>
                <c:pt idx="442">
                  <c:v>44867</c:v>
                </c:pt>
                <c:pt idx="443">
                  <c:v>44868</c:v>
                </c:pt>
                <c:pt idx="444">
                  <c:v>44869</c:v>
                </c:pt>
                <c:pt idx="445">
                  <c:v>44870</c:v>
                </c:pt>
                <c:pt idx="446">
                  <c:v>44871</c:v>
                </c:pt>
                <c:pt idx="447">
                  <c:v>44872</c:v>
                </c:pt>
                <c:pt idx="448">
                  <c:v>44873</c:v>
                </c:pt>
                <c:pt idx="449">
                  <c:v>44874</c:v>
                </c:pt>
                <c:pt idx="450">
                  <c:v>44875</c:v>
                </c:pt>
                <c:pt idx="451">
                  <c:v>44876</c:v>
                </c:pt>
                <c:pt idx="452">
                  <c:v>44877</c:v>
                </c:pt>
                <c:pt idx="453">
                  <c:v>44878</c:v>
                </c:pt>
                <c:pt idx="454">
                  <c:v>44879</c:v>
                </c:pt>
                <c:pt idx="455">
                  <c:v>44880</c:v>
                </c:pt>
                <c:pt idx="456">
                  <c:v>44881</c:v>
                </c:pt>
                <c:pt idx="457">
                  <c:v>44882</c:v>
                </c:pt>
                <c:pt idx="458">
                  <c:v>44883</c:v>
                </c:pt>
                <c:pt idx="459">
                  <c:v>44884</c:v>
                </c:pt>
                <c:pt idx="460">
                  <c:v>44885</c:v>
                </c:pt>
                <c:pt idx="461">
                  <c:v>44886</c:v>
                </c:pt>
                <c:pt idx="462">
                  <c:v>44887</c:v>
                </c:pt>
                <c:pt idx="463">
                  <c:v>44888</c:v>
                </c:pt>
                <c:pt idx="464">
                  <c:v>44889</c:v>
                </c:pt>
                <c:pt idx="465">
                  <c:v>44890</c:v>
                </c:pt>
                <c:pt idx="466">
                  <c:v>44891</c:v>
                </c:pt>
                <c:pt idx="467">
                  <c:v>44892</c:v>
                </c:pt>
                <c:pt idx="468">
                  <c:v>44893</c:v>
                </c:pt>
                <c:pt idx="469">
                  <c:v>44894</c:v>
                </c:pt>
                <c:pt idx="470">
                  <c:v>44895</c:v>
                </c:pt>
                <c:pt idx="471">
                  <c:v>44896</c:v>
                </c:pt>
                <c:pt idx="472">
                  <c:v>44897</c:v>
                </c:pt>
                <c:pt idx="473">
                  <c:v>44898</c:v>
                </c:pt>
                <c:pt idx="474">
                  <c:v>44899</c:v>
                </c:pt>
                <c:pt idx="475">
                  <c:v>44900</c:v>
                </c:pt>
                <c:pt idx="476">
                  <c:v>44901</c:v>
                </c:pt>
                <c:pt idx="477">
                  <c:v>44902</c:v>
                </c:pt>
                <c:pt idx="478">
                  <c:v>44903</c:v>
                </c:pt>
                <c:pt idx="479">
                  <c:v>44904</c:v>
                </c:pt>
                <c:pt idx="480">
                  <c:v>44905</c:v>
                </c:pt>
                <c:pt idx="481">
                  <c:v>44906</c:v>
                </c:pt>
                <c:pt idx="482">
                  <c:v>44907</c:v>
                </c:pt>
                <c:pt idx="483">
                  <c:v>44908</c:v>
                </c:pt>
                <c:pt idx="484">
                  <c:v>44909</c:v>
                </c:pt>
                <c:pt idx="485">
                  <c:v>44910</c:v>
                </c:pt>
                <c:pt idx="486">
                  <c:v>44911</c:v>
                </c:pt>
                <c:pt idx="487">
                  <c:v>44912</c:v>
                </c:pt>
                <c:pt idx="488">
                  <c:v>44913</c:v>
                </c:pt>
                <c:pt idx="489">
                  <c:v>44914</c:v>
                </c:pt>
                <c:pt idx="490">
                  <c:v>44915</c:v>
                </c:pt>
                <c:pt idx="491">
                  <c:v>44916</c:v>
                </c:pt>
                <c:pt idx="492">
                  <c:v>44917</c:v>
                </c:pt>
                <c:pt idx="493">
                  <c:v>44918</c:v>
                </c:pt>
                <c:pt idx="494">
                  <c:v>44919</c:v>
                </c:pt>
                <c:pt idx="495">
                  <c:v>44920</c:v>
                </c:pt>
                <c:pt idx="496">
                  <c:v>44921</c:v>
                </c:pt>
                <c:pt idx="497">
                  <c:v>44922</c:v>
                </c:pt>
                <c:pt idx="498">
                  <c:v>44923</c:v>
                </c:pt>
                <c:pt idx="499">
                  <c:v>44924</c:v>
                </c:pt>
                <c:pt idx="500">
                  <c:v>44925</c:v>
                </c:pt>
                <c:pt idx="501">
                  <c:v>44926</c:v>
                </c:pt>
                <c:pt idx="502">
                  <c:v>44927</c:v>
                </c:pt>
                <c:pt idx="503">
                  <c:v>44928</c:v>
                </c:pt>
                <c:pt idx="504">
                  <c:v>44929</c:v>
                </c:pt>
                <c:pt idx="505">
                  <c:v>44930</c:v>
                </c:pt>
                <c:pt idx="506">
                  <c:v>44931</c:v>
                </c:pt>
                <c:pt idx="507">
                  <c:v>44932</c:v>
                </c:pt>
                <c:pt idx="508">
                  <c:v>44933</c:v>
                </c:pt>
                <c:pt idx="509">
                  <c:v>44934</c:v>
                </c:pt>
                <c:pt idx="510">
                  <c:v>44935</c:v>
                </c:pt>
                <c:pt idx="511">
                  <c:v>44936</c:v>
                </c:pt>
                <c:pt idx="512">
                  <c:v>44937</c:v>
                </c:pt>
                <c:pt idx="513">
                  <c:v>44938</c:v>
                </c:pt>
                <c:pt idx="514">
                  <c:v>44939</c:v>
                </c:pt>
                <c:pt idx="515">
                  <c:v>44940</c:v>
                </c:pt>
                <c:pt idx="516">
                  <c:v>44941</c:v>
                </c:pt>
                <c:pt idx="517">
                  <c:v>44942</c:v>
                </c:pt>
                <c:pt idx="518">
                  <c:v>44943</c:v>
                </c:pt>
                <c:pt idx="519">
                  <c:v>44944</c:v>
                </c:pt>
                <c:pt idx="520">
                  <c:v>44945</c:v>
                </c:pt>
                <c:pt idx="521">
                  <c:v>44946</c:v>
                </c:pt>
                <c:pt idx="522">
                  <c:v>44947</c:v>
                </c:pt>
                <c:pt idx="523">
                  <c:v>44948</c:v>
                </c:pt>
                <c:pt idx="524">
                  <c:v>44949</c:v>
                </c:pt>
                <c:pt idx="525">
                  <c:v>44950</c:v>
                </c:pt>
                <c:pt idx="526">
                  <c:v>44951</c:v>
                </c:pt>
                <c:pt idx="527">
                  <c:v>44952</c:v>
                </c:pt>
                <c:pt idx="528">
                  <c:v>44953</c:v>
                </c:pt>
                <c:pt idx="529">
                  <c:v>44954</c:v>
                </c:pt>
                <c:pt idx="530">
                  <c:v>44955</c:v>
                </c:pt>
                <c:pt idx="531">
                  <c:v>44956</c:v>
                </c:pt>
                <c:pt idx="532">
                  <c:v>44957</c:v>
                </c:pt>
                <c:pt idx="533">
                  <c:v>44958</c:v>
                </c:pt>
                <c:pt idx="534">
                  <c:v>44959</c:v>
                </c:pt>
                <c:pt idx="535">
                  <c:v>44960</c:v>
                </c:pt>
                <c:pt idx="536">
                  <c:v>44961</c:v>
                </c:pt>
                <c:pt idx="537">
                  <c:v>44962</c:v>
                </c:pt>
                <c:pt idx="538">
                  <c:v>44963</c:v>
                </c:pt>
                <c:pt idx="539">
                  <c:v>44964</c:v>
                </c:pt>
                <c:pt idx="540">
                  <c:v>44965</c:v>
                </c:pt>
                <c:pt idx="541">
                  <c:v>44966</c:v>
                </c:pt>
                <c:pt idx="542">
                  <c:v>44967</c:v>
                </c:pt>
                <c:pt idx="543">
                  <c:v>44968</c:v>
                </c:pt>
                <c:pt idx="544">
                  <c:v>44969</c:v>
                </c:pt>
                <c:pt idx="545">
                  <c:v>44970</c:v>
                </c:pt>
                <c:pt idx="546">
                  <c:v>44971</c:v>
                </c:pt>
                <c:pt idx="547">
                  <c:v>44972</c:v>
                </c:pt>
                <c:pt idx="548">
                  <c:v>44973</c:v>
                </c:pt>
                <c:pt idx="549">
                  <c:v>44974</c:v>
                </c:pt>
                <c:pt idx="550">
                  <c:v>44975</c:v>
                </c:pt>
                <c:pt idx="551">
                  <c:v>44976</c:v>
                </c:pt>
                <c:pt idx="552">
                  <c:v>44977</c:v>
                </c:pt>
                <c:pt idx="553">
                  <c:v>44978</c:v>
                </c:pt>
                <c:pt idx="554">
                  <c:v>44979</c:v>
                </c:pt>
                <c:pt idx="555">
                  <c:v>44980</c:v>
                </c:pt>
                <c:pt idx="556">
                  <c:v>44981</c:v>
                </c:pt>
                <c:pt idx="557">
                  <c:v>44982</c:v>
                </c:pt>
                <c:pt idx="558">
                  <c:v>44983</c:v>
                </c:pt>
                <c:pt idx="559">
                  <c:v>44984</c:v>
                </c:pt>
                <c:pt idx="560">
                  <c:v>44985</c:v>
                </c:pt>
                <c:pt idx="561">
                  <c:v>44986</c:v>
                </c:pt>
                <c:pt idx="562">
                  <c:v>44987</c:v>
                </c:pt>
                <c:pt idx="563">
                  <c:v>44988</c:v>
                </c:pt>
                <c:pt idx="564">
                  <c:v>44989</c:v>
                </c:pt>
                <c:pt idx="565">
                  <c:v>44990</c:v>
                </c:pt>
                <c:pt idx="566">
                  <c:v>44991</c:v>
                </c:pt>
                <c:pt idx="567">
                  <c:v>44992</c:v>
                </c:pt>
                <c:pt idx="568">
                  <c:v>44993</c:v>
                </c:pt>
                <c:pt idx="569">
                  <c:v>44994</c:v>
                </c:pt>
                <c:pt idx="570">
                  <c:v>44995</c:v>
                </c:pt>
                <c:pt idx="571">
                  <c:v>44996</c:v>
                </c:pt>
                <c:pt idx="572">
                  <c:v>44997</c:v>
                </c:pt>
                <c:pt idx="573">
                  <c:v>44998</c:v>
                </c:pt>
                <c:pt idx="574">
                  <c:v>44999</c:v>
                </c:pt>
                <c:pt idx="575">
                  <c:v>45000</c:v>
                </c:pt>
                <c:pt idx="576">
                  <c:v>45001</c:v>
                </c:pt>
                <c:pt idx="577">
                  <c:v>45002</c:v>
                </c:pt>
                <c:pt idx="578">
                  <c:v>45003</c:v>
                </c:pt>
                <c:pt idx="579">
                  <c:v>45004</c:v>
                </c:pt>
                <c:pt idx="580">
                  <c:v>45005</c:v>
                </c:pt>
                <c:pt idx="581">
                  <c:v>45006</c:v>
                </c:pt>
                <c:pt idx="582">
                  <c:v>45007</c:v>
                </c:pt>
                <c:pt idx="583">
                  <c:v>45008</c:v>
                </c:pt>
                <c:pt idx="584">
                  <c:v>45009</c:v>
                </c:pt>
                <c:pt idx="585">
                  <c:v>45010</c:v>
                </c:pt>
                <c:pt idx="586">
                  <c:v>45011</c:v>
                </c:pt>
                <c:pt idx="587">
                  <c:v>45012</c:v>
                </c:pt>
                <c:pt idx="588">
                  <c:v>45013</c:v>
                </c:pt>
                <c:pt idx="589">
                  <c:v>45014</c:v>
                </c:pt>
                <c:pt idx="590">
                  <c:v>45015</c:v>
                </c:pt>
                <c:pt idx="591">
                  <c:v>45016</c:v>
                </c:pt>
                <c:pt idx="592">
                  <c:v>45017</c:v>
                </c:pt>
                <c:pt idx="593">
                  <c:v>45018</c:v>
                </c:pt>
                <c:pt idx="594">
                  <c:v>45019</c:v>
                </c:pt>
                <c:pt idx="595">
                  <c:v>45020</c:v>
                </c:pt>
                <c:pt idx="596">
                  <c:v>45021</c:v>
                </c:pt>
                <c:pt idx="597">
                  <c:v>45022</c:v>
                </c:pt>
                <c:pt idx="598">
                  <c:v>45023</c:v>
                </c:pt>
                <c:pt idx="599">
                  <c:v>45024</c:v>
                </c:pt>
                <c:pt idx="600">
                  <c:v>45025</c:v>
                </c:pt>
                <c:pt idx="601">
                  <c:v>45026</c:v>
                </c:pt>
                <c:pt idx="602">
                  <c:v>45027</c:v>
                </c:pt>
                <c:pt idx="603">
                  <c:v>45028</c:v>
                </c:pt>
                <c:pt idx="604">
                  <c:v>45029</c:v>
                </c:pt>
                <c:pt idx="605">
                  <c:v>45030</c:v>
                </c:pt>
                <c:pt idx="606">
                  <c:v>45031</c:v>
                </c:pt>
                <c:pt idx="607">
                  <c:v>45032</c:v>
                </c:pt>
                <c:pt idx="608">
                  <c:v>45033</c:v>
                </c:pt>
                <c:pt idx="609">
                  <c:v>45034</c:v>
                </c:pt>
                <c:pt idx="610">
                  <c:v>45035</c:v>
                </c:pt>
                <c:pt idx="611">
                  <c:v>45036</c:v>
                </c:pt>
                <c:pt idx="612">
                  <c:v>45037</c:v>
                </c:pt>
                <c:pt idx="613">
                  <c:v>45038</c:v>
                </c:pt>
                <c:pt idx="614">
                  <c:v>45039</c:v>
                </c:pt>
                <c:pt idx="615">
                  <c:v>45040</c:v>
                </c:pt>
                <c:pt idx="616">
                  <c:v>45041</c:v>
                </c:pt>
                <c:pt idx="617">
                  <c:v>45042</c:v>
                </c:pt>
                <c:pt idx="618">
                  <c:v>45043</c:v>
                </c:pt>
                <c:pt idx="619">
                  <c:v>45044</c:v>
                </c:pt>
                <c:pt idx="620">
                  <c:v>45045</c:v>
                </c:pt>
                <c:pt idx="621">
                  <c:v>45046</c:v>
                </c:pt>
                <c:pt idx="622">
                  <c:v>45047</c:v>
                </c:pt>
                <c:pt idx="623">
                  <c:v>45048</c:v>
                </c:pt>
                <c:pt idx="624">
                  <c:v>45049</c:v>
                </c:pt>
                <c:pt idx="625">
                  <c:v>45050</c:v>
                </c:pt>
                <c:pt idx="626">
                  <c:v>45051</c:v>
                </c:pt>
                <c:pt idx="627">
                  <c:v>45052</c:v>
                </c:pt>
                <c:pt idx="628">
                  <c:v>45053</c:v>
                </c:pt>
                <c:pt idx="629">
                  <c:v>45054</c:v>
                </c:pt>
                <c:pt idx="630">
                  <c:v>45055</c:v>
                </c:pt>
                <c:pt idx="631">
                  <c:v>45056</c:v>
                </c:pt>
                <c:pt idx="632">
                  <c:v>45057</c:v>
                </c:pt>
                <c:pt idx="633">
                  <c:v>45058</c:v>
                </c:pt>
                <c:pt idx="634">
                  <c:v>45059</c:v>
                </c:pt>
                <c:pt idx="635">
                  <c:v>45060</c:v>
                </c:pt>
                <c:pt idx="636">
                  <c:v>45061</c:v>
                </c:pt>
                <c:pt idx="637">
                  <c:v>45062</c:v>
                </c:pt>
                <c:pt idx="638">
                  <c:v>45063</c:v>
                </c:pt>
                <c:pt idx="639">
                  <c:v>45064</c:v>
                </c:pt>
                <c:pt idx="640">
                  <c:v>45065</c:v>
                </c:pt>
                <c:pt idx="641">
                  <c:v>45066</c:v>
                </c:pt>
                <c:pt idx="642">
                  <c:v>45067</c:v>
                </c:pt>
                <c:pt idx="643">
                  <c:v>45068</c:v>
                </c:pt>
                <c:pt idx="644">
                  <c:v>45069</c:v>
                </c:pt>
                <c:pt idx="645">
                  <c:v>45070</c:v>
                </c:pt>
                <c:pt idx="646">
                  <c:v>45071</c:v>
                </c:pt>
                <c:pt idx="647">
                  <c:v>45072</c:v>
                </c:pt>
                <c:pt idx="648">
                  <c:v>45073</c:v>
                </c:pt>
                <c:pt idx="649">
                  <c:v>45074</c:v>
                </c:pt>
                <c:pt idx="650">
                  <c:v>45075</c:v>
                </c:pt>
                <c:pt idx="651">
                  <c:v>45076</c:v>
                </c:pt>
                <c:pt idx="652">
                  <c:v>45077</c:v>
                </c:pt>
                <c:pt idx="653">
                  <c:v>45078</c:v>
                </c:pt>
                <c:pt idx="654">
                  <c:v>45079</c:v>
                </c:pt>
                <c:pt idx="655">
                  <c:v>45080</c:v>
                </c:pt>
                <c:pt idx="656">
                  <c:v>45081</c:v>
                </c:pt>
                <c:pt idx="657">
                  <c:v>45082</c:v>
                </c:pt>
                <c:pt idx="658">
                  <c:v>45083</c:v>
                </c:pt>
                <c:pt idx="659">
                  <c:v>45084</c:v>
                </c:pt>
                <c:pt idx="660">
                  <c:v>45085</c:v>
                </c:pt>
                <c:pt idx="661">
                  <c:v>45086</c:v>
                </c:pt>
                <c:pt idx="662">
                  <c:v>45087</c:v>
                </c:pt>
                <c:pt idx="663">
                  <c:v>45088</c:v>
                </c:pt>
                <c:pt idx="664">
                  <c:v>45089</c:v>
                </c:pt>
                <c:pt idx="665">
                  <c:v>45090</c:v>
                </c:pt>
                <c:pt idx="666">
                  <c:v>45091</c:v>
                </c:pt>
                <c:pt idx="667">
                  <c:v>45092</c:v>
                </c:pt>
                <c:pt idx="668">
                  <c:v>45093</c:v>
                </c:pt>
                <c:pt idx="669">
                  <c:v>45094</c:v>
                </c:pt>
                <c:pt idx="670">
                  <c:v>45095</c:v>
                </c:pt>
                <c:pt idx="671">
                  <c:v>45096</c:v>
                </c:pt>
                <c:pt idx="672">
                  <c:v>45097</c:v>
                </c:pt>
                <c:pt idx="673">
                  <c:v>45098</c:v>
                </c:pt>
                <c:pt idx="674">
                  <c:v>45099</c:v>
                </c:pt>
                <c:pt idx="675">
                  <c:v>45100</c:v>
                </c:pt>
                <c:pt idx="676">
                  <c:v>45101</c:v>
                </c:pt>
                <c:pt idx="677">
                  <c:v>45102</c:v>
                </c:pt>
                <c:pt idx="678">
                  <c:v>45103</c:v>
                </c:pt>
                <c:pt idx="679">
                  <c:v>45104</c:v>
                </c:pt>
                <c:pt idx="680">
                  <c:v>45105</c:v>
                </c:pt>
                <c:pt idx="681">
                  <c:v>45106</c:v>
                </c:pt>
                <c:pt idx="682">
                  <c:v>45107</c:v>
                </c:pt>
                <c:pt idx="683">
                  <c:v>45108</c:v>
                </c:pt>
                <c:pt idx="684">
                  <c:v>45109</c:v>
                </c:pt>
                <c:pt idx="685">
                  <c:v>45110</c:v>
                </c:pt>
                <c:pt idx="686">
                  <c:v>45111</c:v>
                </c:pt>
                <c:pt idx="687">
                  <c:v>45112</c:v>
                </c:pt>
                <c:pt idx="688">
                  <c:v>45113</c:v>
                </c:pt>
                <c:pt idx="689">
                  <c:v>45114</c:v>
                </c:pt>
                <c:pt idx="690">
                  <c:v>45115</c:v>
                </c:pt>
                <c:pt idx="691">
                  <c:v>45116</c:v>
                </c:pt>
                <c:pt idx="692">
                  <c:v>45117</c:v>
                </c:pt>
                <c:pt idx="693">
                  <c:v>45118</c:v>
                </c:pt>
                <c:pt idx="694">
                  <c:v>45119</c:v>
                </c:pt>
                <c:pt idx="695">
                  <c:v>45120</c:v>
                </c:pt>
                <c:pt idx="696">
                  <c:v>45121</c:v>
                </c:pt>
                <c:pt idx="697">
                  <c:v>45122</c:v>
                </c:pt>
                <c:pt idx="698">
                  <c:v>45123</c:v>
                </c:pt>
                <c:pt idx="699">
                  <c:v>45124</c:v>
                </c:pt>
                <c:pt idx="700">
                  <c:v>45125</c:v>
                </c:pt>
                <c:pt idx="701">
                  <c:v>45126</c:v>
                </c:pt>
                <c:pt idx="702">
                  <c:v>45127</c:v>
                </c:pt>
                <c:pt idx="703">
                  <c:v>45128</c:v>
                </c:pt>
                <c:pt idx="704">
                  <c:v>45129</c:v>
                </c:pt>
                <c:pt idx="705">
                  <c:v>45130</c:v>
                </c:pt>
                <c:pt idx="706">
                  <c:v>45131</c:v>
                </c:pt>
                <c:pt idx="707">
                  <c:v>45132</c:v>
                </c:pt>
                <c:pt idx="708">
                  <c:v>45133</c:v>
                </c:pt>
                <c:pt idx="709">
                  <c:v>45134</c:v>
                </c:pt>
                <c:pt idx="710">
                  <c:v>45135</c:v>
                </c:pt>
                <c:pt idx="711">
                  <c:v>45136</c:v>
                </c:pt>
                <c:pt idx="712">
                  <c:v>45137</c:v>
                </c:pt>
                <c:pt idx="713">
                  <c:v>45138</c:v>
                </c:pt>
                <c:pt idx="714">
                  <c:v>45139</c:v>
                </c:pt>
                <c:pt idx="715">
                  <c:v>45140</c:v>
                </c:pt>
                <c:pt idx="716">
                  <c:v>45141</c:v>
                </c:pt>
                <c:pt idx="717">
                  <c:v>45142</c:v>
                </c:pt>
                <c:pt idx="718">
                  <c:v>45143</c:v>
                </c:pt>
                <c:pt idx="719">
                  <c:v>45144</c:v>
                </c:pt>
                <c:pt idx="720">
                  <c:v>45145</c:v>
                </c:pt>
                <c:pt idx="721">
                  <c:v>45146</c:v>
                </c:pt>
                <c:pt idx="722">
                  <c:v>45147</c:v>
                </c:pt>
                <c:pt idx="723">
                  <c:v>45148</c:v>
                </c:pt>
                <c:pt idx="724">
                  <c:v>45149</c:v>
                </c:pt>
                <c:pt idx="725">
                  <c:v>45150</c:v>
                </c:pt>
                <c:pt idx="726">
                  <c:v>45151</c:v>
                </c:pt>
                <c:pt idx="727">
                  <c:v>45152</c:v>
                </c:pt>
                <c:pt idx="728">
                  <c:v>45153</c:v>
                </c:pt>
                <c:pt idx="729">
                  <c:v>45154</c:v>
                </c:pt>
                <c:pt idx="730">
                  <c:v>45155</c:v>
                </c:pt>
                <c:pt idx="731">
                  <c:v>45156</c:v>
                </c:pt>
                <c:pt idx="732">
                  <c:v>45157</c:v>
                </c:pt>
                <c:pt idx="733">
                  <c:v>45158</c:v>
                </c:pt>
                <c:pt idx="734">
                  <c:v>45159</c:v>
                </c:pt>
                <c:pt idx="735">
                  <c:v>45160</c:v>
                </c:pt>
                <c:pt idx="736">
                  <c:v>45161</c:v>
                </c:pt>
                <c:pt idx="737">
                  <c:v>45162</c:v>
                </c:pt>
                <c:pt idx="738">
                  <c:v>45163</c:v>
                </c:pt>
                <c:pt idx="739">
                  <c:v>45164</c:v>
                </c:pt>
                <c:pt idx="740">
                  <c:v>45165</c:v>
                </c:pt>
                <c:pt idx="741">
                  <c:v>45166</c:v>
                </c:pt>
                <c:pt idx="742">
                  <c:v>45167</c:v>
                </c:pt>
                <c:pt idx="743">
                  <c:v>45168</c:v>
                </c:pt>
                <c:pt idx="744">
                  <c:v>45169</c:v>
                </c:pt>
                <c:pt idx="745">
                  <c:v>45170</c:v>
                </c:pt>
                <c:pt idx="746">
                  <c:v>45171</c:v>
                </c:pt>
                <c:pt idx="747">
                  <c:v>45172</c:v>
                </c:pt>
                <c:pt idx="748">
                  <c:v>45173</c:v>
                </c:pt>
                <c:pt idx="749">
                  <c:v>45174</c:v>
                </c:pt>
                <c:pt idx="750">
                  <c:v>45175</c:v>
                </c:pt>
                <c:pt idx="751">
                  <c:v>45176</c:v>
                </c:pt>
                <c:pt idx="752">
                  <c:v>45177</c:v>
                </c:pt>
                <c:pt idx="753">
                  <c:v>45178</c:v>
                </c:pt>
                <c:pt idx="754">
                  <c:v>45179</c:v>
                </c:pt>
                <c:pt idx="755">
                  <c:v>45180</c:v>
                </c:pt>
                <c:pt idx="756">
                  <c:v>45181</c:v>
                </c:pt>
                <c:pt idx="757">
                  <c:v>45182</c:v>
                </c:pt>
                <c:pt idx="758">
                  <c:v>45183</c:v>
                </c:pt>
                <c:pt idx="759">
                  <c:v>45184</c:v>
                </c:pt>
                <c:pt idx="760">
                  <c:v>45185</c:v>
                </c:pt>
                <c:pt idx="761">
                  <c:v>45186</c:v>
                </c:pt>
                <c:pt idx="762">
                  <c:v>45187</c:v>
                </c:pt>
                <c:pt idx="763">
                  <c:v>45188</c:v>
                </c:pt>
                <c:pt idx="764">
                  <c:v>45189</c:v>
                </c:pt>
                <c:pt idx="765">
                  <c:v>45190</c:v>
                </c:pt>
                <c:pt idx="766">
                  <c:v>45191</c:v>
                </c:pt>
                <c:pt idx="767">
                  <c:v>45192</c:v>
                </c:pt>
                <c:pt idx="768">
                  <c:v>45193</c:v>
                </c:pt>
                <c:pt idx="769">
                  <c:v>45194</c:v>
                </c:pt>
                <c:pt idx="770">
                  <c:v>45195</c:v>
                </c:pt>
                <c:pt idx="771">
                  <c:v>45196</c:v>
                </c:pt>
                <c:pt idx="772">
                  <c:v>45197</c:v>
                </c:pt>
                <c:pt idx="773">
                  <c:v>45198</c:v>
                </c:pt>
                <c:pt idx="774">
                  <c:v>45199</c:v>
                </c:pt>
                <c:pt idx="775">
                  <c:v>45200</c:v>
                </c:pt>
                <c:pt idx="776">
                  <c:v>45201</c:v>
                </c:pt>
                <c:pt idx="777">
                  <c:v>45202</c:v>
                </c:pt>
                <c:pt idx="778">
                  <c:v>45203</c:v>
                </c:pt>
                <c:pt idx="779">
                  <c:v>45204</c:v>
                </c:pt>
                <c:pt idx="780">
                  <c:v>45205</c:v>
                </c:pt>
                <c:pt idx="781">
                  <c:v>45206</c:v>
                </c:pt>
                <c:pt idx="782">
                  <c:v>45207</c:v>
                </c:pt>
                <c:pt idx="783">
                  <c:v>45208</c:v>
                </c:pt>
                <c:pt idx="784">
                  <c:v>45209</c:v>
                </c:pt>
                <c:pt idx="785">
                  <c:v>45210</c:v>
                </c:pt>
                <c:pt idx="786">
                  <c:v>45211</c:v>
                </c:pt>
                <c:pt idx="787">
                  <c:v>45212</c:v>
                </c:pt>
                <c:pt idx="788">
                  <c:v>45213</c:v>
                </c:pt>
                <c:pt idx="789">
                  <c:v>45214</c:v>
                </c:pt>
                <c:pt idx="790">
                  <c:v>45215</c:v>
                </c:pt>
                <c:pt idx="791">
                  <c:v>45216</c:v>
                </c:pt>
                <c:pt idx="792">
                  <c:v>45217</c:v>
                </c:pt>
                <c:pt idx="793">
                  <c:v>45218</c:v>
                </c:pt>
                <c:pt idx="794">
                  <c:v>45219</c:v>
                </c:pt>
                <c:pt idx="795">
                  <c:v>45220</c:v>
                </c:pt>
                <c:pt idx="796">
                  <c:v>45221</c:v>
                </c:pt>
                <c:pt idx="797">
                  <c:v>45222</c:v>
                </c:pt>
                <c:pt idx="798">
                  <c:v>45223</c:v>
                </c:pt>
                <c:pt idx="799">
                  <c:v>45224</c:v>
                </c:pt>
                <c:pt idx="800">
                  <c:v>45225</c:v>
                </c:pt>
                <c:pt idx="801">
                  <c:v>45226</c:v>
                </c:pt>
                <c:pt idx="802">
                  <c:v>45227</c:v>
                </c:pt>
                <c:pt idx="803">
                  <c:v>45228</c:v>
                </c:pt>
                <c:pt idx="804">
                  <c:v>45229</c:v>
                </c:pt>
                <c:pt idx="805">
                  <c:v>45230</c:v>
                </c:pt>
                <c:pt idx="806">
                  <c:v>45231</c:v>
                </c:pt>
                <c:pt idx="807">
                  <c:v>45232</c:v>
                </c:pt>
                <c:pt idx="808">
                  <c:v>45233</c:v>
                </c:pt>
                <c:pt idx="809">
                  <c:v>45234</c:v>
                </c:pt>
                <c:pt idx="810">
                  <c:v>45235</c:v>
                </c:pt>
                <c:pt idx="811">
                  <c:v>45236</c:v>
                </c:pt>
                <c:pt idx="812">
                  <c:v>45237</c:v>
                </c:pt>
                <c:pt idx="813">
                  <c:v>45238</c:v>
                </c:pt>
                <c:pt idx="814">
                  <c:v>45239</c:v>
                </c:pt>
                <c:pt idx="815">
                  <c:v>45240</c:v>
                </c:pt>
                <c:pt idx="816">
                  <c:v>45241</c:v>
                </c:pt>
                <c:pt idx="817">
                  <c:v>45242</c:v>
                </c:pt>
                <c:pt idx="818">
                  <c:v>45243</c:v>
                </c:pt>
                <c:pt idx="819">
                  <c:v>45244</c:v>
                </c:pt>
                <c:pt idx="820">
                  <c:v>45245</c:v>
                </c:pt>
                <c:pt idx="821">
                  <c:v>45246</c:v>
                </c:pt>
                <c:pt idx="822">
                  <c:v>45247</c:v>
                </c:pt>
                <c:pt idx="823">
                  <c:v>45248</c:v>
                </c:pt>
                <c:pt idx="824">
                  <c:v>45249</c:v>
                </c:pt>
                <c:pt idx="825">
                  <c:v>45250</c:v>
                </c:pt>
                <c:pt idx="826">
                  <c:v>45251</c:v>
                </c:pt>
                <c:pt idx="827">
                  <c:v>45252</c:v>
                </c:pt>
                <c:pt idx="828">
                  <c:v>45253</c:v>
                </c:pt>
                <c:pt idx="829">
                  <c:v>45254</c:v>
                </c:pt>
                <c:pt idx="830">
                  <c:v>45255</c:v>
                </c:pt>
                <c:pt idx="831">
                  <c:v>45256</c:v>
                </c:pt>
                <c:pt idx="832">
                  <c:v>45257</c:v>
                </c:pt>
                <c:pt idx="833">
                  <c:v>45258</c:v>
                </c:pt>
                <c:pt idx="834">
                  <c:v>45259</c:v>
                </c:pt>
                <c:pt idx="835">
                  <c:v>45260</c:v>
                </c:pt>
                <c:pt idx="836">
                  <c:v>45261</c:v>
                </c:pt>
                <c:pt idx="837">
                  <c:v>45262</c:v>
                </c:pt>
                <c:pt idx="838">
                  <c:v>45263</c:v>
                </c:pt>
                <c:pt idx="839">
                  <c:v>45264</c:v>
                </c:pt>
                <c:pt idx="840">
                  <c:v>45265</c:v>
                </c:pt>
                <c:pt idx="841">
                  <c:v>45266</c:v>
                </c:pt>
                <c:pt idx="842">
                  <c:v>45267</c:v>
                </c:pt>
                <c:pt idx="843">
                  <c:v>45268</c:v>
                </c:pt>
                <c:pt idx="844">
                  <c:v>45269</c:v>
                </c:pt>
                <c:pt idx="845">
                  <c:v>45270</c:v>
                </c:pt>
                <c:pt idx="846">
                  <c:v>45271</c:v>
                </c:pt>
                <c:pt idx="847">
                  <c:v>45272</c:v>
                </c:pt>
                <c:pt idx="848">
                  <c:v>45273</c:v>
                </c:pt>
                <c:pt idx="849">
                  <c:v>45274</c:v>
                </c:pt>
                <c:pt idx="850">
                  <c:v>45275</c:v>
                </c:pt>
                <c:pt idx="851">
                  <c:v>45276</c:v>
                </c:pt>
                <c:pt idx="852">
                  <c:v>45277</c:v>
                </c:pt>
                <c:pt idx="853">
                  <c:v>45278</c:v>
                </c:pt>
                <c:pt idx="854">
                  <c:v>45279</c:v>
                </c:pt>
                <c:pt idx="855">
                  <c:v>45280</c:v>
                </c:pt>
                <c:pt idx="856">
                  <c:v>45281</c:v>
                </c:pt>
                <c:pt idx="857">
                  <c:v>45282</c:v>
                </c:pt>
                <c:pt idx="858">
                  <c:v>45283</c:v>
                </c:pt>
                <c:pt idx="859">
                  <c:v>45284</c:v>
                </c:pt>
                <c:pt idx="860">
                  <c:v>45285</c:v>
                </c:pt>
                <c:pt idx="861">
                  <c:v>45286</c:v>
                </c:pt>
                <c:pt idx="862">
                  <c:v>45287</c:v>
                </c:pt>
                <c:pt idx="863">
                  <c:v>45288</c:v>
                </c:pt>
                <c:pt idx="864">
                  <c:v>45289</c:v>
                </c:pt>
                <c:pt idx="865">
                  <c:v>45290</c:v>
                </c:pt>
                <c:pt idx="866">
                  <c:v>45291</c:v>
                </c:pt>
                <c:pt idx="867">
                  <c:v>45292</c:v>
                </c:pt>
                <c:pt idx="868">
                  <c:v>45293</c:v>
                </c:pt>
                <c:pt idx="869">
                  <c:v>45294</c:v>
                </c:pt>
                <c:pt idx="870">
                  <c:v>45295</c:v>
                </c:pt>
                <c:pt idx="871">
                  <c:v>45296</c:v>
                </c:pt>
                <c:pt idx="872">
                  <c:v>45297</c:v>
                </c:pt>
                <c:pt idx="873">
                  <c:v>45298</c:v>
                </c:pt>
                <c:pt idx="874">
                  <c:v>45299</c:v>
                </c:pt>
                <c:pt idx="875">
                  <c:v>45300</c:v>
                </c:pt>
                <c:pt idx="876">
                  <c:v>45301</c:v>
                </c:pt>
                <c:pt idx="877">
                  <c:v>45302</c:v>
                </c:pt>
                <c:pt idx="878">
                  <c:v>45303</c:v>
                </c:pt>
                <c:pt idx="879">
                  <c:v>45304</c:v>
                </c:pt>
                <c:pt idx="880">
                  <c:v>45305</c:v>
                </c:pt>
                <c:pt idx="881">
                  <c:v>45306</c:v>
                </c:pt>
                <c:pt idx="882">
                  <c:v>45307</c:v>
                </c:pt>
                <c:pt idx="883">
                  <c:v>45308</c:v>
                </c:pt>
                <c:pt idx="884">
                  <c:v>45309</c:v>
                </c:pt>
                <c:pt idx="885">
                  <c:v>45310</c:v>
                </c:pt>
                <c:pt idx="886">
                  <c:v>45311</c:v>
                </c:pt>
                <c:pt idx="887">
                  <c:v>45312</c:v>
                </c:pt>
                <c:pt idx="888">
                  <c:v>45313</c:v>
                </c:pt>
                <c:pt idx="889">
                  <c:v>45314</c:v>
                </c:pt>
                <c:pt idx="890">
                  <c:v>45315</c:v>
                </c:pt>
                <c:pt idx="891">
                  <c:v>45316</c:v>
                </c:pt>
                <c:pt idx="892">
                  <c:v>45317</c:v>
                </c:pt>
                <c:pt idx="893">
                  <c:v>45318</c:v>
                </c:pt>
                <c:pt idx="894">
                  <c:v>45319</c:v>
                </c:pt>
                <c:pt idx="895">
                  <c:v>45320</c:v>
                </c:pt>
                <c:pt idx="896">
                  <c:v>45321</c:v>
                </c:pt>
                <c:pt idx="897">
                  <c:v>45322</c:v>
                </c:pt>
                <c:pt idx="898">
                  <c:v>45323</c:v>
                </c:pt>
                <c:pt idx="899">
                  <c:v>45324</c:v>
                </c:pt>
                <c:pt idx="900">
                  <c:v>45325</c:v>
                </c:pt>
                <c:pt idx="901">
                  <c:v>45326</c:v>
                </c:pt>
                <c:pt idx="902">
                  <c:v>45327</c:v>
                </c:pt>
                <c:pt idx="903">
                  <c:v>45328</c:v>
                </c:pt>
                <c:pt idx="904">
                  <c:v>45329</c:v>
                </c:pt>
                <c:pt idx="905">
                  <c:v>45330</c:v>
                </c:pt>
                <c:pt idx="906">
                  <c:v>45331</c:v>
                </c:pt>
                <c:pt idx="907">
                  <c:v>45332</c:v>
                </c:pt>
                <c:pt idx="908">
                  <c:v>45333</c:v>
                </c:pt>
                <c:pt idx="909">
                  <c:v>45334</c:v>
                </c:pt>
                <c:pt idx="910">
                  <c:v>45335</c:v>
                </c:pt>
                <c:pt idx="911">
                  <c:v>45336</c:v>
                </c:pt>
                <c:pt idx="912">
                  <c:v>45337</c:v>
                </c:pt>
                <c:pt idx="913">
                  <c:v>45338</c:v>
                </c:pt>
                <c:pt idx="914">
                  <c:v>45339</c:v>
                </c:pt>
                <c:pt idx="915">
                  <c:v>45340</c:v>
                </c:pt>
                <c:pt idx="916">
                  <c:v>45341</c:v>
                </c:pt>
                <c:pt idx="917">
                  <c:v>45342</c:v>
                </c:pt>
                <c:pt idx="918">
                  <c:v>45343</c:v>
                </c:pt>
                <c:pt idx="919">
                  <c:v>45344</c:v>
                </c:pt>
                <c:pt idx="920">
                  <c:v>45345</c:v>
                </c:pt>
                <c:pt idx="921">
                  <c:v>45346</c:v>
                </c:pt>
                <c:pt idx="922">
                  <c:v>45347</c:v>
                </c:pt>
                <c:pt idx="923">
                  <c:v>45348</c:v>
                </c:pt>
                <c:pt idx="924">
                  <c:v>45349</c:v>
                </c:pt>
                <c:pt idx="925">
                  <c:v>45350</c:v>
                </c:pt>
                <c:pt idx="926">
                  <c:v>45351</c:v>
                </c:pt>
                <c:pt idx="927">
                  <c:v>45352</c:v>
                </c:pt>
                <c:pt idx="928">
                  <c:v>45353</c:v>
                </c:pt>
                <c:pt idx="929">
                  <c:v>45354</c:v>
                </c:pt>
                <c:pt idx="930">
                  <c:v>45355</c:v>
                </c:pt>
                <c:pt idx="931">
                  <c:v>45356</c:v>
                </c:pt>
                <c:pt idx="932">
                  <c:v>45357</c:v>
                </c:pt>
                <c:pt idx="933">
                  <c:v>45358</c:v>
                </c:pt>
                <c:pt idx="934">
                  <c:v>45359</c:v>
                </c:pt>
                <c:pt idx="935">
                  <c:v>45360</c:v>
                </c:pt>
                <c:pt idx="936">
                  <c:v>45361</c:v>
                </c:pt>
                <c:pt idx="937">
                  <c:v>45362</c:v>
                </c:pt>
                <c:pt idx="938">
                  <c:v>45363</c:v>
                </c:pt>
                <c:pt idx="939">
                  <c:v>45364</c:v>
                </c:pt>
                <c:pt idx="940">
                  <c:v>45365</c:v>
                </c:pt>
                <c:pt idx="941">
                  <c:v>45366</c:v>
                </c:pt>
                <c:pt idx="942">
                  <c:v>45367</c:v>
                </c:pt>
                <c:pt idx="943">
                  <c:v>45368</c:v>
                </c:pt>
                <c:pt idx="944">
                  <c:v>45369</c:v>
                </c:pt>
                <c:pt idx="945">
                  <c:v>45370</c:v>
                </c:pt>
                <c:pt idx="946">
                  <c:v>45371</c:v>
                </c:pt>
                <c:pt idx="947">
                  <c:v>45372</c:v>
                </c:pt>
                <c:pt idx="948">
                  <c:v>45373</c:v>
                </c:pt>
                <c:pt idx="949">
                  <c:v>45374</c:v>
                </c:pt>
                <c:pt idx="950">
                  <c:v>45375</c:v>
                </c:pt>
                <c:pt idx="951">
                  <c:v>45376</c:v>
                </c:pt>
                <c:pt idx="952">
                  <c:v>45377</c:v>
                </c:pt>
                <c:pt idx="953">
                  <c:v>45378</c:v>
                </c:pt>
                <c:pt idx="954">
                  <c:v>45379</c:v>
                </c:pt>
                <c:pt idx="955">
                  <c:v>45380</c:v>
                </c:pt>
                <c:pt idx="956">
                  <c:v>45381</c:v>
                </c:pt>
                <c:pt idx="957">
                  <c:v>45382</c:v>
                </c:pt>
                <c:pt idx="958">
                  <c:v>45383</c:v>
                </c:pt>
                <c:pt idx="959">
                  <c:v>45384</c:v>
                </c:pt>
                <c:pt idx="960">
                  <c:v>45385</c:v>
                </c:pt>
                <c:pt idx="961">
                  <c:v>45386</c:v>
                </c:pt>
                <c:pt idx="962">
                  <c:v>45387</c:v>
                </c:pt>
                <c:pt idx="963">
                  <c:v>45388</c:v>
                </c:pt>
                <c:pt idx="964">
                  <c:v>45389</c:v>
                </c:pt>
                <c:pt idx="965">
                  <c:v>45390</c:v>
                </c:pt>
                <c:pt idx="966">
                  <c:v>45391</c:v>
                </c:pt>
                <c:pt idx="967">
                  <c:v>45392</c:v>
                </c:pt>
                <c:pt idx="968">
                  <c:v>45393</c:v>
                </c:pt>
                <c:pt idx="969">
                  <c:v>45394</c:v>
                </c:pt>
                <c:pt idx="970">
                  <c:v>45395</c:v>
                </c:pt>
                <c:pt idx="971">
                  <c:v>45396</c:v>
                </c:pt>
                <c:pt idx="972">
                  <c:v>45397</c:v>
                </c:pt>
                <c:pt idx="973">
                  <c:v>45398</c:v>
                </c:pt>
                <c:pt idx="974">
                  <c:v>45399</c:v>
                </c:pt>
                <c:pt idx="975">
                  <c:v>45400</c:v>
                </c:pt>
                <c:pt idx="976">
                  <c:v>45401</c:v>
                </c:pt>
                <c:pt idx="977">
                  <c:v>45402</c:v>
                </c:pt>
                <c:pt idx="978">
                  <c:v>45403</c:v>
                </c:pt>
                <c:pt idx="979">
                  <c:v>45404</c:v>
                </c:pt>
                <c:pt idx="980">
                  <c:v>45405</c:v>
                </c:pt>
                <c:pt idx="981">
                  <c:v>45406</c:v>
                </c:pt>
                <c:pt idx="982">
                  <c:v>45407</c:v>
                </c:pt>
                <c:pt idx="983">
                  <c:v>45408</c:v>
                </c:pt>
                <c:pt idx="984">
                  <c:v>45409</c:v>
                </c:pt>
                <c:pt idx="985">
                  <c:v>45410</c:v>
                </c:pt>
                <c:pt idx="986">
                  <c:v>45411</c:v>
                </c:pt>
                <c:pt idx="987">
                  <c:v>45412</c:v>
                </c:pt>
                <c:pt idx="988">
                  <c:v>45413</c:v>
                </c:pt>
                <c:pt idx="989">
                  <c:v>45414</c:v>
                </c:pt>
                <c:pt idx="990">
                  <c:v>45415</c:v>
                </c:pt>
                <c:pt idx="991">
                  <c:v>45416</c:v>
                </c:pt>
                <c:pt idx="992">
                  <c:v>45417</c:v>
                </c:pt>
                <c:pt idx="993">
                  <c:v>45418</c:v>
                </c:pt>
                <c:pt idx="994">
                  <c:v>45419</c:v>
                </c:pt>
                <c:pt idx="995">
                  <c:v>45420</c:v>
                </c:pt>
                <c:pt idx="996">
                  <c:v>45421</c:v>
                </c:pt>
                <c:pt idx="997">
                  <c:v>45422</c:v>
                </c:pt>
                <c:pt idx="998">
                  <c:v>45423</c:v>
                </c:pt>
                <c:pt idx="999">
                  <c:v>45424</c:v>
                </c:pt>
                <c:pt idx="1000">
                  <c:v>45425</c:v>
                </c:pt>
                <c:pt idx="1001">
                  <c:v>45426</c:v>
                </c:pt>
                <c:pt idx="1002">
                  <c:v>45427</c:v>
                </c:pt>
                <c:pt idx="1003">
                  <c:v>45428</c:v>
                </c:pt>
                <c:pt idx="1004">
                  <c:v>45429</c:v>
                </c:pt>
                <c:pt idx="1005">
                  <c:v>45430</c:v>
                </c:pt>
                <c:pt idx="1006">
                  <c:v>45431</c:v>
                </c:pt>
                <c:pt idx="1007">
                  <c:v>45432</c:v>
                </c:pt>
                <c:pt idx="1008">
                  <c:v>45433</c:v>
                </c:pt>
                <c:pt idx="1009">
                  <c:v>45434</c:v>
                </c:pt>
                <c:pt idx="1010">
                  <c:v>45435</c:v>
                </c:pt>
                <c:pt idx="1011">
                  <c:v>45436</c:v>
                </c:pt>
                <c:pt idx="1012">
                  <c:v>45437</c:v>
                </c:pt>
                <c:pt idx="1013">
                  <c:v>45438</c:v>
                </c:pt>
                <c:pt idx="1014">
                  <c:v>45439</c:v>
                </c:pt>
                <c:pt idx="1015">
                  <c:v>45440</c:v>
                </c:pt>
                <c:pt idx="1016">
                  <c:v>45441</c:v>
                </c:pt>
                <c:pt idx="1017">
                  <c:v>45442</c:v>
                </c:pt>
                <c:pt idx="1018">
                  <c:v>45443</c:v>
                </c:pt>
                <c:pt idx="1019">
                  <c:v>45444</c:v>
                </c:pt>
                <c:pt idx="1020">
                  <c:v>45445</c:v>
                </c:pt>
                <c:pt idx="1021">
                  <c:v>45446</c:v>
                </c:pt>
                <c:pt idx="1022">
                  <c:v>45447</c:v>
                </c:pt>
                <c:pt idx="1023">
                  <c:v>45448</c:v>
                </c:pt>
                <c:pt idx="1024">
                  <c:v>45449</c:v>
                </c:pt>
                <c:pt idx="1025">
                  <c:v>45450</c:v>
                </c:pt>
                <c:pt idx="1026">
                  <c:v>45451</c:v>
                </c:pt>
                <c:pt idx="1027">
                  <c:v>45452</c:v>
                </c:pt>
                <c:pt idx="1028">
                  <c:v>45453</c:v>
                </c:pt>
                <c:pt idx="1029">
                  <c:v>45454</c:v>
                </c:pt>
                <c:pt idx="1030">
                  <c:v>45455</c:v>
                </c:pt>
                <c:pt idx="1031">
                  <c:v>45456</c:v>
                </c:pt>
                <c:pt idx="1032">
                  <c:v>45457</c:v>
                </c:pt>
                <c:pt idx="1033">
                  <c:v>45458</c:v>
                </c:pt>
                <c:pt idx="1034">
                  <c:v>45459</c:v>
                </c:pt>
                <c:pt idx="1035">
                  <c:v>45460</c:v>
                </c:pt>
                <c:pt idx="1036">
                  <c:v>45461</c:v>
                </c:pt>
                <c:pt idx="1037">
                  <c:v>45462</c:v>
                </c:pt>
                <c:pt idx="1038">
                  <c:v>45463</c:v>
                </c:pt>
                <c:pt idx="1039">
                  <c:v>45464</c:v>
                </c:pt>
                <c:pt idx="1040">
                  <c:v>45465</c:v>
                </c:pt>
                <c:pt idx="1041">
                  <c:v>45466</c:v>
                </c:pt>
                <c:pt idx="1042">
                  <c:v>45467</c:v>
                </c:pt>
                <c:pt idx="1043">
                  <c:v>45468</c:v>
                </c:pt>
                <c:pt idx="1044">
                  <c:v>45469</c:v>
                </c:pt>
                <c:pt idx="1045">
                  <c:v>45470</c:v>
                </c:pt>
                <c:pt idx="1046">
                  <c:v>45471</c:v>
                </c:pt>
                <c:pt idx="1047">
                  <c:v>45472</c:v>
                </c:pt>
                <c:pt idx="1048">
                  <c:v>45473</c:v>
                </c:pt>
                <c:pt idx="1049">
                  <c:v>45474</c:v>
                </c:pt>
                <c:pt idx="1050">
                  <c:v>45475</c:v>
                </c:pt>
                <c:pt idx="1051">
                  <c:v>45476</c:v>
                </c:pt>
                <c:pt idx="1052">
                  <c:v>45477</c:v>
                </c:pt>
                <c:pt idx="1053">
                  <c:v>45478</c:v>
                </c:pt>
                <c:pt idx="1054">
                  <c:v>45479</c:v>
                </c:pt>
                <c:pt idx="1055">
                  <c:v>45480</c:v>
                </c:pt>
                <c:pt idx="1056">
                  <c:v>45481</c:v>
                </c:pt>
                <c:pt idx="1057">
                  <c:v>45482</c:v>
                </c:pt>
                <c:pt idx="1058">
                  <c:v>45483</c:v>
                </c:pt>
                <c:pt idx="1059">
                  <c:v>45484</c:v>
                </c:pt>
                <c:pt idx="1060">
                  <c:v>45485</c:v>
                </c:pt>
                <c:pt idx="1061">
                  <c:v>45486</c:v>
                </c:pt>
                <c:pt idx="1062">
                  <c:v>45487</c:v>
                </c:pt>
                <c:pt idx="1063">
                  <c:v>45488</c:v>
                </c:pt>
                <c:pt idx="1064">
                  <c:v>45489</c:v>
                </c:pt>
                <c:pt idx="1065">
                  <c:v>45490</c:v>
                </c:pt>
                <c:pt idx="1066">
                  <c:v>45491</c:v>
                </c:pt>
                <c:pt idx="1067">
                  <c:v>45492</c:v>
                </c:pt>
                <c:pt idx="1068">
                  <c:v>45493</c:v>
                </c:pt>
                <c:pt idx="1069">
                  <c:v>45494</c:v>
                </c:pt>
                <c:pt idx="1070">
                  <c:v>45495</c:v>
                </c:pt>
                <c:pt idx="1071">
                  <c:v>45496</c:v>
                </c:pt>
                <c:pt idx="1072">
                  <c:v>45497</c:v>
                </c:pt>
                <c:pt idx="1073">
                  <c:v>45498</c:v>
                </c:pt>
                <c:pt idx="1074">
                  <c:v>45499</c:v>
                </c:pt>
                <c:pt idx="1075">
                  <c:v>45500</c:v>
                </c:pt>
                <c:pt idx="1076">
                  <c:v>45501</c:v>
                </c:pt>
                <c:pt idx="1077">
                  <c:v>45502</c:v>
                </c:pt>
                <c:pt idx="1078">
                  <c:v>45503</c:v>
                </c:pt>
                <c:pt idx="1079">
                  <c:v>45504</c:v>
                </c:pt>
                <c:pt idx="1080">
                  <c:v>45505</c:v>
                </c:pt>
                <c:pt idx="1081">
                  <c:v>45506</c:v>
                </c:pt>
                <c:pt idx="1082">
                  <c:v>45507</c:v>
                </c:pt>
                <c:pt idx="1083">
                  <c:v>45508</c:v>
                </c:pt>
                <c:pt idx="1084">
                  <c:v>45509</c:v>
                </c:pt>
                <c:pt idx="1085">
                  <c:v>45510</c:v>
                </c:pt>
                <c:pt idx="1086">
                  <c:v>45511</c:v>
                </c:pt>
                <c:pt idx="1087">
                  <c:v>45512</c:v>
                </c:pt>
                <c:pt idx="1088">
                  <c:v>45513</c:v>
                </c:pt>
                <c:pt idx="1089">
                  <c:v>45514</c:v>
                </c:pt>
                <c:pt idx="1090">
                  <c:v>45515</c:v>
                </c:pt>
                <c:pt idx="1091">
                  <c:v>45516</c:v>
                </c:pt>
                <c:pt idx="1092">
                  <c:v>45517</c:v>
                </c:pt>
                <c:pt idx="1093">
                  <c:v>45518</c:v>
                </c:pt>
                <c:pt idx="1094">
                  <c:v>45519</c:v>
                </c:pt>
                <c:pt idx="1095">
                  <c:v>45520</c:v>
                </c:pt>
                <c:pt idx="1096">
                  <c:v>45521</c:v>
                </c:pt>
                <c:pt idx="1097">
                  <c:v>45522</c:v>
                </c:pt>
                <c:pt idx="1098">
                  <c:v>45523</c:v>
                </c:pt>
                <c:pt idx="1099">
                  <c:v>45524</c:v>
                </c:pt>
                <c:pt idx="1100">
                  <c:v>45525</c:v>
                </c:pt>
                <c:pt idx="1101">
                  <c:v>45526</c:v>
                </c:pt>
                <c:pt idx="1102">
                  <c:v>45527</c:v>
                </c:pt>
                <c:pt idx="1103">
                  <c:v>45528</c:v>
                </c:pt>
                <c:pt idx="1104">
                  <c:v>45529</c:v>
                </c:pt>
                <c:pt idx="1105">
                  <c:v>45530</c:v>
                </c:pt>
                <c:pt idx="1106">
                  <c:v>45531</c:v>
                </c:pt>
                <c:pt idx="1107">
                  <c:v>45532</c:v>
                </c:pt>
                <c:pt idx="1108">
                  <c:v>45533</c:v>
                </c:pt>
                <c:pt idx="1109">
                  <c:v>45534</c:v>
                </c:pt>
                <c:pt idx="1110">
                  <c:v>45535</c:v>
                </c:pt>
                <c:pt idx="1111">
                  <c:v>45536</c:v>
                </c:pt>
                <c:pt idx="1112">
                  <c:v>45537</c:v>
                </c:pt>
                <c:pt idx="1113">
                  <c:v>45538</c:v>
                </c:pt>
                <c:pt idx="1114">
                  <c:v>45539</c:v>
                </c:pt>
                <c:pt idx="1115">
                  <c:v>45540</c:v>
                </c:pt>
                <c:pt idx="1116">
                  <c:v>45541</c:v>
                </c:pt>
                <c:pt idx="1117">
                  <c:v>45542</c:v>
                </c:pt>
                <c:pt idx="1118">
                  <c:v>45543</c:v>
                </c:pt>
                <c:pt idx="1119">
                  <c:v>45544</c:v>
                </c:pt>
                <c:pt idx="1120">
                  <c:v>45545</c:v>
                </c:pt>
                <c:pt idx="1121">
                  <c:v>45546</c:v>
                </c:pt>
                <c:pt idx="1122">
                  <c:v>45547</c:v>
                </c:pt>
                <c:pt idx="1123">
                  <c:v>45548</c:v>
                </c:pt>
                <c:pt idx="1124">
                  <c:v>45549</c:v>
                </c:pt>
                <c:pt idx="1125">
                  <c:v>45550</c:v>
                </c:pt>
                <c:pt idx="1126">
                  <c:v>45551</c:v>
                </c:pt>
                <c:pt idx="1127">
                  <c:v>45552</c:v>
                </c:pt>
                <c:pt idx="1128">
                  <c:v>45553</c:v>
                </c:pt>
                <c:pt idx="1129">
                  <c:v>45554</c:v>
                </c:pt>
                <c:pt idx="1130">
                  <c:v>45555</c:v>
                </c:pt>
                <c:pt idx="1131">
                  <c:v>45556</c:v>
                </c:pt>
                <c:pt idx="1132">
                  <c:v>45557</c:v>
                </c:pt>
                <c:pt idx="1133">
                  <c:v>45558</c:v>
                </c:pt>
                <c:pt idx="1134">
                  <c:v>45559</c:v>
                </c:pt>
                <c:pt idx="1135">
                  <c:v>45560</c:v>
                </c:pt>
                <c:pt idx="1136">
                  <c:v>45561</c:v>
                </c:pt>
                <c:pt idx="1137">
                  <c:v>45562</c:v>
                </c:pt>
                <c:pt idx="1138">
                  <c:v>45563</c:v>
                </c:pt>
                <c:pt idx="1139">
                  <c:v>45564</c:v>
                </c:pt>
                <c:pt idx="1140">
                  <c:v>45565</c:v>
                </c:pt>
                <c:pt idx="1141">
                  <c:v>45566</c:v>
                </c:pt>
                <c:pt idx="1142">
                  <c:v>45567</c:v>
                </c:pt>
                <c:pt idx="1143">
                  <c:v>45568</c:v>
                </c:pt>
                <c:pt idx="1144">
                  <c:v>45569</c:v>
                </c:pt>
                <c:pt idx="1145">
                  <c:v>45570</c:v>
                </c:pt>
                <c:pt idx="1146">
                  <c:v>45571</c:v>
                </c:pt>
                <c:pt idx="1147">
                  <c:v>45572</c:v>
                </c:pt>
                <c:pt idx="1148">
                  <c:v>45573</c:v>
                </c:pt>
                <c:pt idx="1149">
                  <c:v>45574</c:v>
                </c:pt>
                <c:pt idx="1150">
                  <c:v>45575</c:v>
                </c:pt>
                <c:pt idx="1151">
                  <c:v>45576</c:v>
                </c:pt>
                <c:pt idx="1152">
                  <c:v>45577</c:v>
                </c:pt>
                <c:pt idx="1153">
                  <c:v>45578</c:v>
                </c:pt>
                <c:pt idx="1154">
                  <c:v>45579</c:v>
                </c:pt>
                <c:pt idx="1155">
                  <c:v>45580</c:v>
                </c:pt>
                <c:pt idx="1156">
                  <c:v>45581</c:v>
                </c:pt>
                <c:pt idx="1157">
                  <c:v>45582</c:v>
                </c:pt>
                <c:pt idx="1158">
                  <c:v>45583</c:v>
                </c:pt>
                <c:pt idx="1159">
                  <c:v>45584</c:v>
                </c:pt>
                <c:pt idx="1160">
                  <c:v>45585</c:v>
                </c:pt>
                <c:pt idx="1161">
                  <c:v>45586</c:v>
                </c:pt>
                <c:pt idx="1162">
                  <c:v>45587</c:v>
                </c:pt>
                <c:pt idx="1163">
                  <c:v>45588</c:v>
                </c:pt>
                <c:pt idx="1164">
                  <c:v>45589</c:v>
                </c:pt>
                <c:pt idx="1165">
                  <c:v>45590</c:v>
                </c:pt>
                <c:pt idx="1166">
                  <c:v>45591</c:v>
                </c:pt>
                <c:pt idx="1167">
                  <c:v>45592</c:v>
                </c:pt>
                <c:pt idx="1168">
                  <c:v>45593</c:v>
                </c:pt>
                <c:pt idx="1169">
                  <c:v>45594</c:v>
                </c:pt>
                <c:pt idx="1170">
                  <c:v>45595</c:v>
                </c:pt>
                <c:pt idx="1171">
                  <c:v>45596</c:v>
                </c:pt>
                <c:pt idx="1172">
                  <c:v>45597</c:v>
                </c:pt>
                <c:pt idx="1173">
                  <c:v>45598</c:v>
                </c:pt>
                <c:pt idx="1174">
                  <c:v>45599</c:v>
                </c:pt>
                <c:pt idx="1175">
                  <c:v>45600</c:v>
                </c:pt>
                <c:pt idx="1176">
                  <c:v>45601</c:v>
                </c:pt>
                <c:pt idx="1177">
                  <c:v>45602</c:v>
                </c:pt>
                <c:pt idx="1178">
                  <c:v>45603</c:v>
                </c:pt>
                <c:pt idx="1179">
                  <c:v>45604</c:v>
                </c:pt>
                <c:pt idx="1180">
                  <c:v>45605</c:v>
                </c:pt>
                <c:pt idx="1181">
                  <c:v>45606</c:v>
                </c:pt>
                <c:pt idx="1182">
                  <c:v>45607</c:v>
                </c:pt>
                <c:pt idx="1183">
                  <c:v>45608</c:v>
                </c:pt>
                <c:pt idx="1184">
                  <c:v>45609</c:v>
                </c:pt>
                <c:pt idx="1185">
                  <c:v>45610</c:v>
                </c:pt>
                <c:pt idx="1186">
                  <c:v>45611</c:v>
                </c:pt>
                <c:pt idx="1187">
                  <c:v>45612</c:v>
                </c:pt>
                <c:pt idx="1188">
                  <c:v>45613</c:v>
                </c:pt>
                <c:pt idx="1189">
                  <c:v>45614</c:v>
                </c:pt>
                <c:pt idx="1190">
                  <c:v>45615</c:v>
                </c:pt>
                <c:pt idx="1191">
                  <c:v>45616</c:v>
                </c:pt>
                <c:pt idx="1192">
                  <c:v>45617</c:v>
                </c:pt>
                <c:pt idx="1193">
                  <c:v>45618</c:v>
                </c:pt>
                <c:pt idx="1194">
                  <c:v>45619</c:v>
                </c:pt>
                <c:pt idx="1195">
                  <c:v>45620</c:v>
                </c:pt>
                <c:pt idx="1196">
                  <c:v>45621</c:v>
                </c:pt>
                <c:pt idx="1197">
                  <c:v>45622</c:v>
                </c:pt>
                <c:pt idx="1198">
                  <c:v>45623</c:v>
                </c:pt>
                <c:pt idx="1199">
                  <c:v>45624</c:v>
                </c:pt>
                <c:pt idx="1200">
                  <c:v>45625</c:v>
                </c:pt>
                <c:pt idx="1201">
                  <c:v>45626</c:v>
                </c:pt>
                <c:pt idx="1202">
                  <c:v>45627</c:v>
                </c:pt>
                <c:pt idx="1203">
                  <c:v>45628</c:v>
                </c:pt>
                <c:pt idx="1204">
                  <c:v>45629</c:v>
                </c:pt>
                <c:pt idx="1205">
                  <c:v>45630</c:v>
                </c:pt>
                <c:pt idx="1206">
                  <c:v>45631</c:v>
                </c:pt>
                <c:pt idx="1207">
                  <c:v>45632</c:v>
                </c:pt>
                <c:pt idx="1208">
                  <c:v>45633</c:v>
                </c:pt>
                <c:pt idx="1209">
                  <c:v>45634</c:v>
                </c:pt>
                <c:pt idx="1210">
                  <c:v>45635</c:v>
                </c:pt>
                <c:pt idx="1211">
                  <c:v>45636</c:v>
                </c:pt>
                <c:pt idx="1212">
                  <c:v>45637</c:v>
                </c:pt>
                <c:pt idx="1213">
                  <c:v>45638</c:v>
                </c:pt>
                <c:pt idx="1214">
                  <c:v>45639</c:v>
                </c:pt>
                <c:pt idx="1215">
                  <c:v>45640</c:v>
                </c:pt>
                <c:pt idx="1216">
                  <c:v>45641</c:v>
                </c:pt>
                <c:pt idx="1217">
                  <c:v>45642</c:v>
                </c:pt>
                <c:pt idx="1218">
                  <c:v>45643</c:v>
                </c:pt>
                <c:pt idx="1219">
                  <c:v>45644</c:v>
                </c:pt>
                <c:pt idx="1220">
                  <c:v>45645</c:v>
                </c:pt>
                <c:pt idx="1221">
                  <c:v>45646</c:v>
                </c:pt>
                <c:pt idx="1222">
                  <c:v>45647</c:v>
                </c:pt>
                <c:pt idx="1223">
                  <c:v>45648</c:v>
                </c:pt>
                <c:pt idx="1224">
                  <c:v>45649</c:v>
                </c:pt>
                <c:pt idx="1225">
                  <c:v>45650</c:v>
                </c:pt>
                <c:pt idx="1226">
                  <c:v>45651</c:v>
                </c:pt>
                <c:pt idx="1227">
                  <c:v>45652</c:v>
                </c:pt>
                <c:pt idx="1228">
                  <c:v>45653</c:v>
                </c:pt>
                <c:pt idx="1229">
                  <c:v>45654</c:v>
                </c:pt>
                <c:pt idx="1230">
                  <c:v>45655</c:v>
                </c:pt>
                <c:pt idx="1231">
                  <c:v>45656</c:v>
                </c:pt>
                <c:pt idx="1232">
                  <c:v>45657</c:v>
                </c:pt>
                <c:pt idx="1233">
                  <c:v>45658</c:v>
                </c:pt>
                <c:pt idx="1234">
                  <c:v>45659</c:v>
                </c:pt>
                <c:pt idx="1235">
                  <c:v>45660</c:v>
                </c:pt>
                <c:pt idx="1236">
                  <c:v>45661</c:v>
                </c:pt>
                <c:pt idx="1237">
                  <c:v>45662</c:v>
                </c:pt>
                <c:pt idx="1238">
                  <c:v>45663</c:v>
                </c:pt>
                <c:pt idx="1239">
                  <c:v>45664</c:v>
                </c:pt>
                <c:pt idx="1240">
                  <c:v>45665</c:v>
                </c:pt>
                <c:pt idx="1241">
                  <c:v>45666</c:v>
                </c:pt>
                <c:pt idx="1242">
                  <c:v>45667</c:v>
                </c:pt>
                <c:pt idx="1243">
                  <c:v>45668</c:v>
                </c:pt>
                <c:pt idx="1244">
                  <c:v>45669</c:v>
                </c:pt>
                <c:pt idx="1245">
                  <c:v>45670</c:v>
                </c:pt>
                <c:pt idx="1246">
                  <c:v>45671</c:v>
                </c:pt>
                <c:pt idx="1247">
                  <c:v>45672</c:v>
                </c:pt>
                <c:pt idx="1248">
                  <c:v>45673</c:v>
                </c:pt>
                <c:pt idx="1249">
                  <c:v>45674</c:v>
                </c:pt>
                <c:pt idx="1250">
                  <c:v>45675</c:v>
                </c:pt>
                <c:pt idx="1251">
                  <c:v>45676</c:v>
                </c:pt>
                <c:pt idx="1252">
                  <c:v>45677</c:v>
                </c:pt>
                <c:pt idx="1253">
                  <c:v>45678</c:v>
                </c:pt>
                <c:pt idx="1254">
                  <c:v>45679</c:v>
                </c:pt>
                <c:pt idx="1255">
                  <c:v>45680</c:v>
                </c:pt>
                <c:pt idx="1256">
                  <c:v>45681</c:v>
                </c:pt>
                <c:pt idx="1257">
                  <c:v>45682</c:v>
                </c:pt>
                <c:pt idx="1258">
                  <c:v>45683</c:v>
                </c:pt>
                <c:pt idx="1259">
                  <c:v>45684</c:v>
                </c:pt>
                <c:pt idx="1260">
                  <c:v>45685</c:v>
                </c:pt>
                <c:pt idx="1261">
                  <c:v>45686</c:v>
                </c:pt>
                <c:pt idx="1262">
                  <c:v>45687</c:v>
                </c:pt>
                <c:pt idx="1263">
                  <c:v>45688</c:v>
                </c:pt>
                <c:pt idx="1264">
                  <c:v>45689</c:v>
                </c:pt>
                <c:pt idx="1265">
                  <c:v>45690</c:v>
                </c:pt>
                <c:pt idx="1266">
                  <c:v>45691</c:v>
                </c:pt>
                <c:pt idx="1267">
                  <c:v>45692</c:v>
                </c:pt>
                <c:pt idx="1268">
                  <c:v>45693</c:v>
                </c:pt>
                <c:pt idx="1269">
                  <c:v>45694</c:v>
                </c:pt>
                <c:pt idx="1270">
                  <c:v>45695</c:v>
                </c:pt>
                <c:pt idx="1271">
                  <c:v>45696</c:v>
                </c:pt>
                <c:pt idx="1272">
                  <c:v>45697</c:v>
                </c:pt>
                <c:pt idx="1273">
                  <c:v>45698</c:v>
                </c:pt>
                <c:pt idx="1274">
                  <c:v>45699</c:v>
                </c:pt>
                <c:pt idx="1275">
                  <c:v>45700</c:v>
                </c:pt>
                <c:pt idx="1276">
                  <c:v>45701</c:v>
                </c:pt>
                <c:pt idx="1277">
                  <c:v>45702</c:v>
                </c:pt>
                <c:pt idx="1278">
                  <c:v>45703</c:v>
                </c:pt>
                <c:pt idx="1279">
                  <c:v>45704</c:v>
                </c:pt>
                <c:pt idx="1280">
                  <c:v>45705</c:v>
                </c:pt>
                <c:pt idx="1281">
                  <c:v>45706</c:v>
                </c:pt>
                <c:pt idx="1282">
                  <c:v>45707</c:v>
                </c:pt>
                <c:pt idx="1283">
                  <c:v>45708</c:v>
                </c:pt>
                <c:pt idx="1284">
                  <c:v>45709</c:v>
                </c:pt>
                <c:pt idx="1285">
                  <c:v>45710</c:v>
                </c:pt>
                <c:pt idx="1286">
                  <c:v>45711</c:v>
                </c:pt>
                <c:pt idx="1287">
                  <c:v>45712</c:v>
                </c:pt>
                <c:pt idx="1288">
                  <c:v>45713</c:v>
                </c:pt>
                <c:pt idx="1289">
                  <c:v>45714</c:v>
                </c:pt>
                <c:pt idx="1290">
                  <c:v>45715</c:v>
                </c:pt>
                <c:pt idx="1291">
                  <c:v>45716</c:v>
                </c:pt>
                <c:pt idx="1292">
                  <c:v>45717</c:v>
                </c:pt>
                <c:pt idx="1293">
                  <c:v>45718</c:v>
                </c:pt>
                <c:pt idx="1294">
                  <c:v>45719</c:v>
                </c:pt>
                <c:pt idx="1295">
                  <c:v>45720</c:v>
                </c:pt>
                <c:pt idx="1296">
                  <c:v>45721</c:v>
                </c:pt>
                <c:pt idx="1297">
                  <c:v>45722</c:v>
                </c:pt>
                <c:pt idx="1298">
                  <c:v>45723</c:v>
                </c:pt>
                <c:pt idx="1299">
                  <c:v>45724</c:v>
                </c:pt>
                <c:pt idx="1300">
                  <c:v>45725</c:v>
                </c:pt>
                <c:pt idx="1301">
                  <c:v>45726</c:v>
                </c:pt>
                <c:pt idx="1302">
                  <c:v>45727</c:v>
                </c:pt>
                <c:pt idx="1303">
                  <c:v>45728</c:v>
                </c:pt>
                <c:pt idx="1304">
                  <c:v>45729</c:v>
                </c:pt>
                <c:pt idx="1305">
                  <c:v>45730</c:v>
                </c:pt>
                <c:pt idx="1306">
                  <c:v>45731</c:v>
                </c:pt>
                <c:pt idx="1307">
                  <c:v>45732</c:v>
                </c:pt>
                <c:pt idx="1308">
                  <c:v>45733</c:v>
                </c:pt>
                <c:pt idx="1309">
                  <c:v>45734</c:v>
                </c:pt>
                <c:pt idx="1310">
                  <c:v>45735</c:v>
                </c:pt>
                <c:pt idx="1311">
                  <c:v>45736</c:v>
                </c:pt>
                <c:pt idx="1312">
                  <c:v>45737</c:v>
                </c:pt>
                <c:pt idx="1313">
                  <c:v>45738</c:v>
                </c:pt>
                <c:pt idx="1314">
                  <c:v>45739</c:v>
                </c:pt>
                <c:pt idx="1315">
                  <c:v>45740</c:v>
                </c:pt>
                <c:pt idx="1316">
                  <c:v>45741</c:v>
                </c:pt>
                <c:pt idx="1317">
                  <c:v>45742</c:v>
                </c:pt>
                <c:pt idx="1318">
                  <c:v>45743</c:v>
                </c:pt>
                <c:pt idx="1319">
                  <c:v>45744</c:v>
                </c:pt>
                <c:pt idx="1320">
                  <c:v>45745</c:v>
                </c:pt>
                <c:pt idx="1321">
                  <c:v>45746</c:v>
                </c:pt>
                <c:pt idx="1322">
                  <c:v>45747</c:v>
                </c:pt>
                <c:pt idx="1323">
                  <c:v>45748</c:v>
                </c:pt>
                <c:pt idx="1324">
                  <c:v>45749</c:v>
                </c:pt>
                <c:pt idx="1325">
                  <c:v>45750</c:v>
                </c:pt>
                <c:pt idx="1326">
                  <c:v>45751</c:v>
                </c:pt>
                <c:pt idx="1327">
                  <c:v>45752</c:v>
                </c:pt>
                <c:pt idx="1328">
                  <c:v>45753</c:v>
                </c:pt>
                <c:pt idx="1329">
                  <c:v>45754</c:v>
                </c:pt>
                <c:pt idx="1330">
                  <c:v>45755</c:v>
                </c:pt>
                <c:pt idx="1331">
                  <c:v>45756</c:v>
                </c:pt>
                <c:pt idx="1332">
                  <c:v>45757</c:v>
                </c:pt>
                <c:pt idx="1333">
                  <c:v>45758</c:v>
                </c:pt>
                <c:pt idx="1334">
                  <c:v>45759</c:v>
                </c:pt>
                <c:pt idx="1335">
                  <c:v>45760</c:v>
                </c:pt>
                <c:pt idx="1336">
                  <c:v>45761</c:v>
                </c:pt>
                <c:pt idx="1337">
                  <c:v>45762</c:v>
                </c:pt>
                <c:pt idx="1338">
                  <c:v>45763</c:v>
                </c:pt>
                <c:pt idx="1339">
                  <c:v>45764</c:v>
                </c:pt>
                <c:pt idx="1340">
                  <c:v>45765</c:v>
                </c:pt>
                <c:pt idx="1341">
                  <c:v>45766</c:v>
                </c:pt>
                <c:pt idx="1342">
                  <c:v>45767</c:v>
                </c:pt>
                <c:pt idx="1343">
                  <c:v>45768</c:v>
                </c:pt>
                <c:pt idx="1344">
                  <c:v>45769</c:v>
                </c:pt>
                <c:pt idx="1345">
                  <c:v>45770</c:v>
                </c:pt>
                <c:pt idx="1346">
                  <c:v>45771</c:v>
                </c:pt>
                <c:pt idx="1347">
                  <c:v>45772</c:v>
                </c:pt>
                <c:pt idx="1348">
                  <c:v>45773</c:v>
                </c:pt>
                <c:pt idx="1349">
                  <c:v>45774</c:v>
                </c:pt>
                <c:pt idx="1350">
                  <c:v>45775</c:v>
                </c:pt>
                <c:pt idx="1351">
                  <c:v>45776</c:v>
                </c:pt>
                <c:pt idx="1352">
                  <c:v>45777</c:v>
                </c:pt>
                <c:pt idx="1353">
                  <c:v>45778</c:v>
                </c:pt>
                <c:pt idx="1354">
                  <c:v>45779</c:v>
                </c:pt>
                <c:pt idx="1355">
                  <c:v>45780</c:v>
                </c:pt>
                <c:pt idx="1356">
                  <c:v>45781</c:v>
                </c:pt>
                <c:pt idx="1357">
                  <c:v>45782</c:v>
                </c:pt>
                <c:pt idx="1358">
                  <c:v>45783</c:v>
                </c:pt>
                <c:pt idx="1359">
                  <c:v>45784</c:v>
                </c:pt>
                <c:pt idx="1360">
                  <c:v>45785</c:v>
                </c:pt>
                <c:pt idx="1361">
                  <c:v>45786</c:v>
                </c:pt>
                <c:pt idx="1362">
                  <c:v>45787</c:v>
                </c:pt>
                <c:pt idx="1363">
                  <c:v>45788</c:v>
                </c:pt>
                <c:pt idx="1364">
                  <c:v>45789</c:v>
                </c:pt>
                <c:pt idx="1365">
                  <c:v>45790</c:v>
                </c:pt>
                <c:pt idx="1366">
                  <c:v>45791</c:v>
                </c:pt>
                <c:pt idx="1367">
                  <c:v>45792</c:v>
                </c:pt>
                <c:pt idx="1368">
                  <c:v>45793</c:v>
                </c:pt>
                <c:pt idx="1369">
                  <c:v>45794</c:v>
                </c:pt>
                <c:pt idx="1370">
                  <c:v>45795</c:v>
                </c:pt>
                <c:pt idx="1371">
                  <c:v>45796</c:v>
                </c:pt>
                <c:pt idx="1372">
                  <c:v>45797</c:v>
                </c:pt>
                <c:pt idx="1373">
                  <c:v>45798</c:v>
                </c:pt>
                <c:pt idx="1374">
                  <c:v>45799</c:v>
                </c:pt>
                <c:pt idx="1375">
                  <c:v>45800</c:v>
                </c:pt>
                <c:pt idx="1376">
                  <c:v>45801</c:v>
                </c:pt>
                <c:pt idx="1377">
                  <c:v>45802</c:v>
                </c:pt>
                <c:pt idx="1378">
                  <c:v>45803</c:v>
                </c:pt>
                <c:pt idx="1379">
                  <c:v>45804</c:v>
                </c:pt>
                <c:pt idx="1380">
                  <c:v>45805</c:v>
                </c:pt>
                <c:pt idx="1381">
                  <c:v>45806</c:v>
                </c:pt>
                <c:pt idx="1382">
                  <c:v>45807</c:v>
                </c:pt>
                <c:pt idx="1383">
                  <c:v>45808</c:v>
                </c:pt>
                <c:pt idx="1384">
                  <c:v>45809</c:v>
                </c:pt>
                <c:pt idx="1385">
                  <c:v>45810</c:v>
                </c:pt>
                <c:pt idx="1386">
                  <c:v>45811</c:v>
                </c:pt>
                <c:pt idx="1387">
                  <c:v>45812</c:v>
                </c:pt>
                <c:pt idx="1388">
                  <c:v>45813</c:v>
                </c:pt>
                <c:pt idx="1389">
                  <c:v>45814</c:v>
                </c:pt>
                <c:pt idx="1390">
                  <c:v>45815</c:v>
                </c:pt>
                <c:pt idx="1391">
                  <c:v>45816</c:v>
                </c:pt>
                <c:pt idx="1392">
                  <c:v>45817</c:v>
                </c:pt>
                <c:pt idx="1393">
                  <c:v>45818</c:v>
                </c:pt>
                <c:pt idx="1394">
                  <c:v>45819</c:v>
                </c:pt>
                <c:pt idx="1395">
                  <c:v>45820</c:v>
                </c:pt>
                <c:pt idx="1396">
                  <c:v>45821</c:v>
                </c:pt>
                <c:pt idx="1397">
                  <c:v>45822</c:v>
                </c:pt>
                <c:pt idx="1398">
                  <c:v>45823</c:v>
                </c:pt>
                <c:pt idx="1399">
                  <c:v>45824</c:v>
                </c:pt>
                <c:pt idx="1400">
                  <c:v>45825</c:v>
                </c:pt>
                <c:pt idx="1401">
                  <c:v>45826</c:v>
                </c:pt>
                <c:pt idx="1402">
                  <c:v>45827</c:v>
                </c:pt>
                <c:pt idx="1403">
                  <c:v>45828</c:v>
                </c:pt>
                <c:pt idx="1404">
                  <c:v>45829</c:v>
                </c:pt>
                <c:pt idx="1405">
                  <c:v>45830</c:v>
                </c:pt>
                <c:pt idx="1406">
                  <c:v>45831</c:v>
                </c:pt>
                <c:pt idx="1407">
                  <c:v>45832</c:v>
                </c:pt>
                <c:pt idx="1408">
                  <c:v>45833</c:v>
                </c:pt>
                <c:pt idx="1409">
                  <c:v>45834</c:v>
                </c:pt>
                <c:pt idx="1410">
                  <c:v>45835</c:v>
                </c:pt>
                <c:pt idx="1411">
                  <c:v>45836</c:v>
                </c:pt>
                <c:pt idx="1412">
                  <c:v>45837</c:v>
                </c:pt>
                <c:pt idx="1413">
                  <c:v>45838</c:v>
                </c:pt>
                <c:pt idx="1414">
                  <c:v>45839</c:v>
                </c:pt>
                <c:pt idx="1415">
                  <c:v>45840</c:v>
                </c:pt>
                <c:pt idx="1416">
                  <c:v>45841</c:v>
                </c:pt>
                <c:pt idx="1417">
                  <c:v>45842</c:v>
                </c:pt>
                <c:pt idx="1418">
                  <c:v>45843</c:v>
                </c:pt>
                <c:pt idx="1419">
                  <c:v>45844</c:v>
                </c:pt>
                <c:pt idx="1420">
                  <c:v>45845</c:v>
                </c:pt>
                <c:pt idx="1421">
                  <c:v>45846</c:v>
                </c:pt>
                <c:pt idx="1422">
                  <c:v>45847</c:v>
                </c:pt>
                <c:pt idx="1423">
                  <c:v>45848</c:v>
                </c:pt>
                <c:pt idx="1424">
                  <c:v>45849</c:v>
                </c:pt>
                <c:pt idx="1425">
                  <c:v>45850</c:v>
                </c:pt>
                <c:pt idx="1426">
                  <c:v>45851</c:v>
                </c:pt>
                <c:pt idx="1427">
                  <c:v>45852</c:v>
                </c:pt>
                <c:pt idx="1428">
                  <c:v>45853</c:v>
                </c:pt>
                <c:pt idx="1429">
                  <c:v>45854</c:v>
                </c:pt>
                <c:pt idx="1430">
                  <c:v>45855</c:v>
                </c:pt>
                <c:pt idx="1431">
                  <c:v>45856</c:v>
                </c:pt>
                <c:pt idx="1432">
                  <c:v>45857</c:v>
                </c:pt>
                <c:pt idx="1433">
                  <c:v>45858</c:v>
                </c:pt>
                <c:pt idx="1434">
                  <c:v>45859</c:v>
                </c:pt>
                <c:pt idx="1435">
                  <c:v>45860</c:v>
                </c:pt>
                <c:pt idx="1436">
                  <c:v>45861</c:v>
                </c:pt>
                <c:pt idx="1437">
                  <c:v>45862</c:v>
                </c:pt>
                <c:pt idx="1438">
                  <c:v>45863</c:v>
                </c:pt>
                <c:pt idx="1439">
                  <c:v>45864</c:v>
                </c:pt>
                <c:pt idx="1440">
                  <c:v>45865</c:v>
                </c:pt>
                <c:pt idx="1441">
                  <c:v>45866</c:v>
                </c:pt>
                <c:pt idx="1442">
                  <c:v>45867</c:v>
                </c:pt>
                <c:pt idx="1443">
                  <c:v>45868</c:v>
                </c:pt>
                <c:pt idx="1444">
                  <c:v>45869</c:v>
                </c:pt>
                <c:pt idx="1445">
                  <c:v>45870</c:v>
                </c:pt>
                <c:pt idx="1446">
                  <c:v>45871</c:v>
                </c:pt>
                <c:pt idx="1447">
                  <c:v>45872</c:v>
                </c:pt>
                <c:pt idx="1448">
                  <c:v>45873</c:v>
                </c:pt>
                <c:pt idx="1449">
                  <c:v>45874</c:v>
                </c:pt>
                <c:pt idx="1450">
                  <c:v>45875</c:v>
                </c:pt>
                <c:pt idx="1451">
                  <c:v>45876</c:v>
                </c:pt>
                <c:pt idx="1452">
                  <c:v>45877</c:v>
                </c:pt>
                <c:pt idx="1453">
                  <c:v>45878</c:v>
                </c:pt>
                <c:pt idx="1454">
                  <c:v>45879</c:v>
                </c:pt>
                <c:pt idx="1455">
                  <c:v>45880</c:v>
                </c:pt>
                <c:pt idx="1456">
                  <c:v>45881</c:v>
                </c:pt>
                <c:pt idx="1457">
                  <c:v>45882</c:v>
                </c:pt>
                <c:pt idx="1458">
                  <c:v>45883</c:v>
                </c:pt>
                <c:pt idx="1459">
                  <c:v>45884</c:v>
                </c:pt>
                <c:pt idx="1460">
                  <c:v>45885</c:v>
                </c:pt>
                <c:pt idx="1461">
                  <c:v>45886</c:v>
                </c:pt>
                <c:pt idx="1462">
                  <c:v>45887</c:v>
                </c:pt>
                <c:pt idx="1463">
                  <c:v>45888</c:v>
                </c:pt>
                <c:pt idx="1464">
                  <c:v>45889</c:v>
                </c:pt>
                <c:pt idx="1465">
                  <c:v>45890</c:v>
                </c:pt>
                <c:pt idx="1466">
                  <c:v>45891</c:v>
                </c:pt>
                <c:pt idx="1467">
                  <c:v>45892</c:v>
                </c:pt>
                <c:pt idx="1468">
                  <c:v>45893</c:v>
                </c:pt>
                <c:pt idx="1469">
                  <c:v>45894</c:v>
                </c:pt>
                <c:pt idx="1470">
                  <c:v>45895</c:v>
                </c:pt>
                <c:pt idx="1471">
                  <c:v>45896</c:v>
                </c:pt>
                <c:pt idx="1472">
                  <c:v>45897</c:v>
                </c:pt>
                <c:pt idx="1473">
                  <c:v>45898</c:v>
                </c:pt>
                <c:pt idx="1474">
                  <c:v>45899</c:v>
                </c:pt>
                <c:pt idx="1475">
                  <c:v>45900</c:v>
                </c:pt>
                <c:pt idx="1476">
                  <c:v>45901</c:v>
                </c:pt>
                <c:pt idx="1477">
                  <c:v>45902</c:v>
                </c:pt>
                <c:pt idx="1478">
                  <c:v>45903</c:v>
                </c:pt>
                <c:pt idx="1479">
                  <c:v>45904</c:v>
                </c:pt>
                <c:pt idx="1480">
                  <c:v>45905</c:v>
                </c:pt>
                <c:pt idx="1481">
                  <c:v>45906</c:v>
                </c:pt>
                <c:pt idx="1482">
                  <c:v>45907</c:v>
                </c:pt>
                <c:pt idx="1483">
                  <c:v>45908</c:v>
                </c:pt>
                <c:pt idx="1484">
                  <c:v>45909</c:v>
                </c:pt>
                <c:pt idx="1485">
                  <c:v>45910</c:v>
                </c:pt>
                <c:pt idx="1486">
                  <c:v>45911</c:v>
                </c:pt>
                <c:pt idx="1487">
                  <c:v>45912</c:v>
                </c:pt>
                <c:pt idx="1488">
                  <c:v>45913</c:v>
                </c:pt>
                <c:pt idx="1489">
                  <c:v>45914</c:v>
                </c:pt>
                <c:pt idx="1490">
                  <c:v>45915</c:v>
                </c:pt>
                <c:pt idx="1491">
                  <c:v>45916</c:v>
                </c:pt>
                <c:pt idx="1492">
                  <c:v>45917</c:v>
                </c:pt>
                <c:pt idx="1493">
                  <c:v>45918</c:v>
                </c:pt>
                <c:pt idx="1494">
                  <c:v>45919</c:v>
                </c:pt>
                <c:pt idx="1495">
                  <c:v>45920</c:v>
                </c:pt>
                <c:pt idx="1496">
                  <c:v>45921</c:v>
                </c:pt>
                <c:pt idx="1497">
                  <c:v>45922</c:v>
                </c:pt>
                <c:pt idx="1498">
                  <c:v>45923</c:v>
                </c:pt>
                <c:pt idx="1499">
                  <c:v>45924</c:v>
                </c:pt>
                <c:pt idx="1500">
                  <c:v>45925</c:v>
                </c:pt>
                <c:pt idx="1501">
                  <c:v>45926</c:v>
                </c:pt>
                <c:pt idx="1502">
                  <c:v>45927</c:v>
                </c:pt>
                <c:pt idx="1503">
                  <c:v>45928</c:v>
                </c:pt>
                <c:pt idx="1504">
                  <c:v>45929</c:v>
                </c:pt>
                <c:pt idx="1505">
                  <c:v>45930</c:v>
                </c:pt>
                <c:pt idx="1506">
                  <c:v>45931</c:v>
                </c:pt>
                <c:pt idx="1507">
                  <c:v>45932</c:v>
                </c:pt>
                <c:pt idx="1508">
                  <c:v>45933</c:v>
                </c:pt>
                <c:pt idx="1509">
                  <c:v>45934</c:v>
                </c:pt>
                <c:pt idx="1510">
                  <c:v>45935</c:v>
                </c:pt>
                <c:pt idx="1511">
                  <c:v>45936</c:v>
                </c:pt>
                <c:pt idx="1512">
                  <c:v>45937</c:v>
                </c:pt>
                <c:pt idx="1513">
                  <c:v>45938</c:v>
                </c:pt>
                <c:pt idx="1514">
                  <c:v>45939</c:v>
                </c:pt>
                <c:pt idx="1515">
                  <c:v>45940</c:v>
                </c:pt>
                <c:pt idx="1516">
                  <c:v>45941</c:v>
                </c:pt>
                <c:pt idx="1517">
                  <c:v>45942</c:v>
                </c:pt>
                <c:pt idx="1518">
                  <c:v>45943</c:v>
                </c:pt>
                <c:pt idx="1519">
                  <c:v>45944</c:v>
                </c:pt>
                <c:pt idx="1520">
                  <c:v>45945</c:v>
                </c:pt>
                <c:pt idx="1521">
                  <c:v>45946</c:v>
                </c:pt>
                <c:pt idx="1522">
                  <c:v>45947</c:v>
                </c:pt>
                <c:pt idx="1523">
                  <c:v>45948</c:v>
                </c:pt>
                <c:pt idx="1524">
                  <c:v>45949</c:v>
                </c:pt>
                <c:pt idx="1525">
                  <c:v>45950</c:v>
                </c:pt>
                <c:pt idx="1526">
                  <c:v>45951</c:v>
                </c:pt>
                <c:pt idx="1527">
                  <c:v>45952</c:v>
                </c:pt>
                <c:pt idx="1528">
                  <c:v>45953</c:v>
                </c:pt>
                <c:pt idx="1529">
                  <c:v>45954</c:v>
                </c:pt>
                <c:pt idx="1530">
                  <c:v>45955</c:v>
                </c:pt>
                <c:pt idx="1531">
                  <c:v>45956</c:v>
                </c:pt>
                <c:pt idx="1532">
                  <c:v>45957</c:v>
                </c:pt>
                <c:pt idx="1533">
                  <c:v>45958</c:v>
                </c:pt>
                <c:pt idx="1534">
                  <c:v>45959</c:v>
                </c:pt>
                <c:pt idx="1535">
                  <c:v>45960</c:v>
                </c:pt>
                <c:pt idx="1536">
                  <c:v>45961</c:v>
                </c:pt>
                <c:pt idx="1537">
                  <c:v>45962</c:v>
                </c:pt>
                <c:pt idx="1538">
                  <c:v>45963</c:v>
                </c:pt>
                <c:pt idx="1539">
                  <c:v>45964</c:v>
                </c:pt>
                <c:pt idx="1540">
                  <c:v>45965</c:v>
                </c:pt>
                <c:pt idx="1541">
                  <c:v>45966</c:v>
                </c:pt>
                <c:pt idx="1542">
                  <c:v>45967</c:v>
                </c:pt>
                <c:pt idx="1543">
                  <c:v>45968</c:v>
                </c:pt>
                <c:pt idx="1544">
                  <c:v>45969</c:v>
                </c:pt>
                <c:pt idx="1545">
                  <c:v>45970</c:v>
                </c:pt>
                <c:pt idx="1546">
                  <c:v>45971</c:v>
                </c:pt>
                <c:pt idx="1547">
                  <c:v>45972</c:v>
                </c:pt>
                <c:pt idx="1548">
                  <c:v>45973</c:v>
                </c:pt>
                <c:pt idx="1549">
                  <c:v>45974</c:v>
                </c:pt>
                <c:pt idx="1550">
                  <c:v>45975</c:v>
                </c:pt>
                <c:pt idx="1551">
                  <c:v>45976</c:v>
                </c:pt>
                <c:pt idx="1552">
                  <c:v>45977</c:v>
                </c:pt>
                <c:pt idx="1553">
                  <c:v>45978</c:v>
                </c:pt>
                <c:pt idx="1554">
                  <c:v>45979</c:v>
                </c:pt>
                <c:pt idx="1555">
                  <c:v>45980</c:v>
                </c:pt>
                <c:pt idx="1556">
                  <c:v>45981</c:v>
                </c:pt>
                <c:pt idx="1557">
                  <c:v>45982</c:v>
                </c:pt>
                <c:pt idx="1558">
                  <c:v>45983</c:v>
                </c:pt>
                <c:pt idx="1559">
                  <c:v>45984</c:v>
                </c:pt>
                <c:pt idx="1560">
                  <c:v>45985</c:v>
                </c:pt>
                <c:pt idx="1561">
                  <c:v>45986</c:v>
                </c:pt>
                <c:pt idx="1562">
                  <c:v>45987</c:v>
                </c:pt>
                <c:pt idx="1563">
                  <c:v>45988</c:v>
                </c:pt>
                <c:pt idx="1564">
                  <c:v>45989</c:v>
                </c:pt>
                <c:pt idx="1565">
                  <c:v>45990</c:v>
                </c:pt>
                <c:pt idx="1566">
                  <c:v>45991</c:v>
                </c:pt>
                <c:pt idx="1567">
                  <c:v>45992</c:v>
                </c:pt>
                <c:pt idx="1568">
                  <c:v>45993</c:v>
                </c:pt>
                <c:pt idx="1569">
                  <c:v>45994</c:v>
                </c:pt>
                <c:pt idx="1570">
                  <c:v>45995</c:v>
                </c:pt>
                <c:pt idx="1571">
                  <c:v>45996</c:v>
                </c:pt>
                <c:pt idx="1572">
                  <c:v>45997</c:v>
                </c:pt>
                <c:pt idx="1573">
                  <c:v>45998</c:v>
                </c:pt>
                <c:pt idx="1574">
                  <c:v>45999</c:v>
                </c:pt>
                <c:pt idx="1575">
                  <c:v>46000</c:v>
                </c:pt>
                <c:pt idx="1576">
                  <c:v>46001</c:v>
                </c:pt>
                <c:pt idx="1577">
                  <c:v>46002</c:v>
                </c:pt>
                <c:pt idx="1578">
                  <c:v>46003</c:v>
                </c:pt>
                <c:pt idx="1579">
                  <c:v>46004</c:v>
                </c:pt>
                <c:pt idx="1580">
                  <c:v>46005</c:v>
                </c:pt>
                <c:pt idx="1581">
                  <c:v>46006</c:v>
                </c:pt>
                <c:pt idx="1582">
                  <c:v>46007</c:v>
                </c:pt>
                <c:pt idx="1583">
                  <c:v>46008</c:v>
                </c:pt>
                <c:pt idx="1584">
                  <c:v>46009</c:v>
                </c:pt>
                <c:pt idx="1585">
                  <c:v>46010</c:v>
                </c:pt>
                <c:pt idx="1586">
                  <c:v>46011</c:v>
                </c:pt>
                <c:pt idx="1587">
                  <c:v>46012</c:v>
                </c:pt>
                <c:pt idx="1588">
                  <c:v>46013</c:v>
                </c:pt>
                <c:pt idx="1589">
                  <c:v>46014</c:v>
                </c:pt>
                <c:pt idx="1590">
                  <c:v>46015</c:v>
                </c:pt>
                <c:pt idx="1591">
                  <c:v>46016</c:v>
                </c:pt>
                <c:pt idx="1592">
                  <c:v>46017</c:v>
                </c:pt>
                <c:pt idx="1593">
                  <c:v>46018</c:v>
                </c:pt>
                <c:pt idx="1594">
                  <c:v>46019</c:v>
                </c:pt>
                <c:pt idx="1595">
                  <c:v>46020</c:v>
                </c:pt>
                <c:pt idx="1596">
                  <c:v>46021</c:v>
                </c:pt>
                <c:pt idx="1597">
                  <c:v>46022</c:v>
                </c:pt>
                <c:pt idx="1598">
                  <c:v>46023</c:v>
                </c:pt>
                <c:pt idx="1599">
                  <c:v>46024</c:v>
                </c:pt>
                <c:pt idx="1600">
                  <c:v>46025</c:v>
                </c:pt>
                <c:pt idx="1601">
                  <c:v>46026</c:v>
                </c:pt>
                <c:pt idx="1602">
                  <c:v>46027</c:v>
                </c:pt>
                <c:pt idx="1603">
                  <c:v>46028</c:v>
                </c:pt>
                <c:pt idx="1604">
                  <c:v>46029</c:v>
                </c:pt>
                <c:pt idx="1605">
                  <c:v>46030</c:v>
                </c:pt>
                <c:pt idx="1606">
                  <c:v>46031</c:v>
                </c:pt>
                <c:pt idx="1607">
                  <c:v>46032</c:v>
                </c:pt>
                <c:pt idx="1608">
                  <c:v>46033</c:v>
                </c:pt>
                <c:pt idx="1609">
                  <c:v>46034</c:v>
                </c:pt>
                <c:pt idx="1610">
                  <c:v>46035</c:v>
                </c:pt>
                <c:pt idx="1611">
                  <c:v>46036</c:v>
                </c:pt>
                <c:pt idx="1612">
                  <c:v>46037</c:v>
                </c:pt>
                <c:pt idx="1613">
                  <c:v>46038</c:v>
                </c:pt>
                <c:pt idx="1614">
                  <c:v>46039</c:v>
                </c:pt>
                <c:pt idx="1615">
                  <c:v>46040</c:v>
                </c:pt>
                <c:pt idx="1616">
                  <c:v>46041</c:v>
                </c:pt>
                <c:pt idx="1617">
                  <c:v>46042</c:v>
                </c:pt>
                <c:pt idx="1618">
                  <c:v>46043</c:v>
                </c:pt>
                <c:pt idx="1619">
                  <c:v>46044</c:v>
                </c:pt>
                <c:pt idx="1620">
                  <c:v>46045</c:v>
                </c:pt>
                <c:pt idx="1621">
                  <c:v>46046</c:v>
                </c:pt>
                <c:pt idx="1622">
                  <c:v>46047</c:v>
                </c:pt>
                <c:pt idx="1623">
                  <c:v>46048</c:v>
                </c:pt>
                <c:pt idx="1624">
                  <c:v>46049</c:v>
                </c:pt>
                <c:pt idx="1625">
                  <c:v>46050</c:v>
                </c:pt>
                <c:pt idx="1626">
                  <c:v>46051</c:v>
                </c:pt>
                <c:pt idx="1627">
                  <c:v>46052</c:v>
                </c:pt>
                <c:pt idx="1628">
                  <c:v>46053</c:v>
                </c:pt>
                <c:pt idx="1629">
                  <c:v>46054</c:v>
                </c:pt>
                <c:pt idx="1630">
                  <c:v>46055</c:v>
                </c:pt>
                <c:pt idx="1631">
                  <c:v>46056</c:v>
                </c:pt>
                <c:pt idx="1632">
                  <c:v>46057</c:v>
                </c:pt>
                <c:pt idx="1633">
                  <c:v>46058</c:v>
                </c:pt>
                <c:pt idx="1634">
                  <c:v>46059</c:v>
                </c:pt>
                <c:pt idx="1635">
                  <c:v>46060</c:v>
                </c:pt>
                <c:pt idx="1636">
                  <c:v>46061</c:v>
                </c:pt>
                <c:pt idx="1637">
                  <c:v>46062</c:v>
                </c:pt>
                <c:pt idx="1638">
                  <c:v>46063</c:v>
                </c:pt>
                <c:pt idx="1639">
                  <c:v>46064</c:v>
                </c:pt>
                <c:pt idx="1640">
                  <c:v>46065</c:v>
                </c:pt>
                <c:pt idx="1641">
                  <c:v>46066</c:v>
                </c:pt>
                <c:pt idx="1642">
                  <c:v>46067</c:v>
                </c:pt>
                <c:pt idx="1643">
                  <c:v>46068</c:v>
                </c:pt>
                <c:pt idx="1644">
                  <c:v>46069</c:v>
                </c:pt>
                <c:pt idx="1645">
                  <c:v>46070</c:v>
                </c:pt>
                <c:pt idx="1646">
                  <c:v>46071</c:v>
                </c:pt>
                <c:pt idx="1647">
                  <c:v>46072</c:v>
                </c:pt>
                <c:pt idx="1648">
                  <c:v>46073</c:v>
                </c:pt>
                <c:pt idx="1649">
                  <c:v>46074</c:v>
                </c:pt>
                <c:pt idx="1650">
                  <c:v>46075</c:v>
                </c:pt>
                <c:pt idx="1651">
                  <c:v>46076</c:v>
                </c:pt>
                <c:pt idx="1652">
                  <c:v>46077</c:v>
                </c:pt>
                <c:pt idx="1653">
                  <c:v>46078</c:v>
                </c:pt>
                <c:pt idx="1654">
                  <c:v>46079</c:v>
                </c:pt>
                <c:pt idx="1655">
                  <c:v>46080</c:v>
                </c:pt>
                <c:pt idx="1656">
                  <c:v>46081</c:v>
                </c:pt>
                <c:pt idx="1657">
                  <c:v>46082</c:v>
                </c:pt>
                <c:pt idx="1658">
                  <c:v>46083</c:v>
                </c:pt>
                <c:pt idx="1659">
                  <c:v>46084</c:v>
                </c:pt>
                <c:pt idx="1660">
                  <c:v>46085</c:v>
                </c:pt>
                <c:pt idx="1661">
                  <c:v>46086</c:v>
                </c:pt>
                <c:pt idx="1662">
                  <c:v>46087</c:v>
                </c:pt>
                <c:pt idx="1663">
                  <c:v>46088</c:v>
                </c:pt>
                <c:pt idx="1664">
                  <c:v>46089</c:v>
                </c:pt>
                <c:pt idx="1665">
                  <c:v>46090</c:v>
                </c:pt>
                <c:pt idx="1666">
                  <c:v>46091</c:v>
                </c:pt>
                <c:pt idx="1667">
                  <c:v>46092</c:v>
                </c:pt>
                <c:pt idx="1668">
                  <c:v>46093</c:v>
                </c:pt>
                <c:pt idx="1669">
                  <c:v>46094</c:v>
                </c:pt>
                <c:pt idx="1670">
                  <c:v>46095</c:v>
                </c:pt>
                <c:pt idx="1671">
                  <c:v>46096</c:v>
                </c:pt>
                <c:pt idx="1672">
                  <c:v>46097</c:v>
                </c:pt>
                <c:pt idx="1673">
                  <c:v>46098</c:v>
                </c:pt>
                <c:pt idx="1674">
                  <c:v>46099</c:v>
                </c:pt>
                <c:pt idx="1675">
                  <c:v>46100</c:v>
                </c:pt>
                <c:pt idx="1676">
                  <c:v>46101</c:v>
                </c:pt>
                <c:pt idx="1677">
                  <c:v>46102</c:v>
                </c:pt>
                <c:pt idx="1678">
                  <c:v>46103</c:v>
                </c:pt>
                <c:pt idx="1679">
                  <c:v>46104</c:v>
                </c:pt>
                <c:pt idx="1680">
                  <c:v>46105</c:v>
                </c:pt>
                <c:pt idx="1681">
                  <c:v>46106</c:v>
                </c:pt>
                <c:pt idx="1682">
                  <c:v>46107</c:v>
                </c:pt>
                <c:pt idx="1683">
                  <c:v>46108</c:v>
                </c:pt>
                <c:pt idx="1684">
                  <c:v>46109</c:v>
                </c:pt>
                <c:pt idx="1685">
                  <c:v>46110</c:v>
                </c:pt>
                <c:pt idx="1686">
                  <c:v>46111</c:v>
                </c:pt>
                <c:pt idx="1687">
                  <c:v>46112</c:v>
                </c:pt>
                <c:pt idx="1688">
                  <c:v>46113</c:v>
                </c:pt>
                <c:pt idx="1689">
                  <c:v>46114</c:v>
                </c:pt>
                <c:pt idx="1690">
                  <c:v>46115</c:v>
                </c:pt>
                <c:pt idx="1691">
                  <c:v>46116</c:v>
                </c:pt>
                <c:pt idx="1692">
                  <c:v>46117</c:v>
                </c:pt>
                <c:pt idx="1693">
                  <c:v>46118</c:v>
                </c:pt>
                <c:pt idx="1694">
                  <c:v>46119</c:v>
                </c:pt>
                <c:pt idx="1695">
                  <c:v>46120</c:v>
                </c:pt>
                <c:pt idx="1696">
                  <c:v>46121</c:v>
                </c:pt>
                <c:pt idx="1697">
                  <c:v>46122</c:v>
                </c:pt>
                <c:pt idx="1698">
                  <c:v>46123</c:v>
                </c:pt>
                <c:pt idx="1699">
                  <c:v>46124</c:v>
                </c:pt>
                <c:pt idx="1700">
                  <c:v>46125</c:v>
                </c:pt>
                <c:pt idx="1701">
                  <c:v>46126</c:v>
                </c:pt>
                <c:pt idx="1702">
                  <c:v>46127</c:v>
                </c:pt>
                <c:pt idx="1703">
                  <c:v>46128</c:v>
                </c:pt>
                <c:pt idx="1704">
                  <c:v>46129</c:v>
                </c:pt>
                <c:pt idx="1705">
                  <c:v>46130</c:v>
                </c:pt>
                <c:pt idx="1706">
                  <c:v>46131</c:v>
                </c:pt>
                <c:pt idx="1707">
                  <c:v>46132</c:v>
                </c:pt>
                <c:pt idx="1708">
                  <c:v>46133</c:v>
                </c:pt>
                <c:pt idx="1709">
                  <c:v>46134</c:v>
                </c:pt>
                <c:pt idx="1710">
                  <c:v>46135</c:v>
                </c:pt>
                <c:pt idx="1711">
                  <c:v>46136</c:v>
                </c:pt>
                <c:pt idx="1712">
                  <c:v>46137</c:v>
                </c:pt>
                <c:pt idx="1713">
                  <c:v>46138</c:v>
                </c:pt>
                <c:pt idx="1714">
                  <c:v>46139</c:v>
                </c:pt>
                <c:pt idx="1715">
                  <c:v>46140</c:v>
                </c:pt>
                <c:pt idx="1716">
                  <c:v>46141</c:v>
                </c:pt>
                <c:pt idx="1717">
                  <c:v>46142</c:v>
                </c:pt>
                <c:pt idx="1718">
                  <c:v>46143</c:v>
                </c:pt>
                <c:pt idx="1719">
                  <c:v>46144</c:v>
                </c:pt>
                <c:pt idx="1720">
                  <c:v>46145</c:v>
                </c:pt>
                <c:pt idx="1721">
                  <c:v>46146</c:v>
                </c:pt>
                <c:pt idx="1722">
                  <c:v>46147</c:v>
                </c:pt>
                <c:pt idx="1723">
                  <c:v>46148</c:v>
                </c:pt>
                <c:pt idx="1724">
                  <c:v>46149</c:v>
                </c:pt>
                <c:pt idx="1725">
                  <c:v>46150</c:v>
                </c:pt>
                <c:pt idx="1726">
                  <c:v>46151</c:v>
                </c:pt>
                <c:pt idx="1727">
                  <c:v>46152</c:v>
                </c:pt>
                <c:pt idx="1728">
                  <c:v>46153</c:v>
                </c:pt>
                <c:pt idx="1729">
                  <c:v>46154</c:v>
                </c:pt>
                <c:pt idx="1730">
                  <c:v>46155</c:v>
                </c:pt>
                <c:pt idx="1731">
                  <c:v>46156</c:v>
                </c:pt>
                <c:pt idx="1732">
                  <c:v>46157</c:v>
                </c:pt>
                <c:pt idx="1733">
                  <c:v>46158</c:v>
                </c:pt>
                <c:pt idx="1734">
                  <c:v>46159</c:v>
                </c:pt>
                <c:pt idx="1735">
                  <c:v>46160</c:v>
                </c:pt>
                <c:pt idx="1736">
                  <c:v>46161</c:v>
                </c:pt>
                <c:pt idx="1737">
                  <c:v>46162</c:v>
                </c:pt>
                <c:pt idx="1738">
                  <c:v>46163</c:v>
                </c:pt>
                <c:pt idx="1739">
                  <c:v>46164</c:v>
                </c:pt>
                <c:pt idx="1740">
                  <c:v>46165</c:v>
                </c:pt>
                <c:pt idx="1741">
                  <c:v>46166</c:v>
                </c:pt>
                <c:pt idx="1742">
                  <c:v>46167</c:v>
                </c:pt>
                <c:pt idx="1743">
                  <c:v>46168</c:v>
                </c:pt>
                <c:pt idx="1744">
                  <c:v>46169</c:v>
                </c:pt>
                <c:pt idx="1745">
                  <c:v>46170</c:v>
                </c:pt>
                <c:pt idx="1746">
                  <c:v>46171</c:v>
                </c:pt>
                <c:pt idx="1747">
                  <c:v>46172</c:v>
                </c:pt>
                <c:pt idx="1748">
                  <c:v>46173</c:v>
                </c:pt>
                <c:pt idx="1749">
                  <c:v>46174</c:v>
                </c:pt>
                <c:pt idx="1750">
                  <c:v>46175</c:v>
                </c:pt>
                <c:pt idx="1751">
                  <c:v>46176</c:v>
                </c:pt>
                <c:pt idx="1752">
                  <c:v>46177</c:v>
                </c:pt>
                <c:pt idx="1753">
                  <c:v>46178</c:v>
                </c:pt>
                <c:pt idx="1754">
                  <c:v>46179</c:v>
                </c:pt>
                <c:pt idx="1755">
                  <c:v>46180</c:v>
                </c:pt>
                <c:pt idx="1756">
                  <c:v>46181</c:v>
                </c:pt>
                <c:pt idx="1757">
                  <c:v>46182</c:v>
                </c:pt>
                <c:pt idx="1758">
                  <c:v>46183</c:v>
                </c:pt>
                <c:pt idx="1759">
                  <c:v>46184</c:v>
                </c:pt>
                <c:pt idx="1760">
                  <c:v>46185</c:v>
                </c:pt>
                <c:pt idx="1761">
                  <c:v>46186</c:v>
                </c:pt>
                <c:pt idx="1762">
                  <c:v>46187</c:v>
                </c:pt>
                <c:pt idx="1763">
                  <c:v>46188</c:v>
                </c:pt>
                <c:pt idx="1764">
                  <c:v>46189</c:v>
                </c:pt>
                <c:pt idx="1765">
                  <c:v>46190</c:v>
                </c:pt>
                <c:pt idx="1766">
                  <c:v>46191</c:v>
                </c:pt>
                <c:pt idx="1767">
                  <c:v>46192</c:v>
                </c:pt>
                <c:pt idx="1768">
                  <c:v>46193</c:v>
                </c:pt>
                <c:pt idx="1769">
                  <c:v>46194</c:v>
                </c:pt>
                <c:pt idx="1770">
                  <c:v>46195</c:v>
                </c:pt>
                <c:pt idx="1771">
                  <c:v>46196</c:v>
                </c:pt>
                <c:pt idx="1772">
                  <c:v>46197</c:v>
                </c:pt>
                <c:pt idx="1773">
                  <c:v>46198</c:v>
                </c:pt>
                <c:pt idx="1774">
                  <c:v>46199</c:v>
                </c:pt>
                <c:pt idx="1775">
                  <c:v>46200</c:v>
                </c:pt>
                <c:pt idx="1776">
                  <c:v>46201</c:v>
                </c:pt>
                <c:pt idx="1777">
                  <c:v>46202</c:v>
                </c:pt>
                <c:pt idx="1778">
                  <c:v>46203</c:v>
                </c:pt>
                <c:pt idx="1779">
                  <c:v>46204</c:v>
                </c:pt>
                <c:pt idx="1780">
                  <c:v>46205</c:v>
                </c:pt>
                <c:pt idx="1781">
                  <c:v>46206</c:v>
                </c:pt>
                <c:pt idx="1782">
                  <c:v>46207</c:v>
                </c:pt>
                <c:pt idx="1783">
                  <c:v>46208</c:v>
                </c:pt>
                <c:pt idx="1784">
                  <c:v>46209</c:v>
                </c:pt>
                <c:pt idx="1785">
                  <c:v>46210</c:v>
                </c:pt>
                <c:pt idx="1786">
                  <c:v>46211</c:v>
                </c:pt>
                <c:pt idx="1787">
                  <c:v>46212</c:v>
                </c:pt>
                <c:pt idx="1788">
                  <c:v>46213</c:v>
                </c:pt>
                <c:pt idx="1789">
                  <c:v>46214</c:v>
                </c:pt>
                <c:pt idx="1790">
                  <c:v>46215</c:v>
                </c:pt>
                <c:pt idx="1791">
                  <c:v>46216</c:v>
                </c:pt>
                <c:pt idx="1792">
                  <c:v>46217</c:v>
                </c:pt>
                <c:pt idx="1793">
                  <c:v>46218</c:v>
                </c:pt>
                <c:pt idx="1794">
                  <c:v>46219</c:v>
                </c:pt>
                <c:pt idx="1795">
                  <c:v>46220</c:v>
                </c:pt>
                <c:pt idx="1796">
                  <c:v>46221</c:v>
                </c:pt>
                <c:pt idx="1797">
                  <c:v>46222</c:v>
                </c:pt>
                <c:pt idx="1798">
                  <c:v>46223</c:v>
                </c:pt>
                <c:pt idx="1799">
                  <c:v>46224</c:v>
                </c:pt>
                <c:pt idx="1800">
                  <c:v>46225</c:v>
                </c:pt>
                <c:pt idx="1801">
                  <c:v>46226</c:v>
                </c:pt>
                <c:pt idx="1802">
                  <c:v>46227</c:v>
                </c:pt>
                <c:pt idx="1803">
                  <c:v>46228</c:v>
                </c:pt>
                <c:pt idx="1804">
                  <c:v>46229</c:v>
                </c:pt>
                <c:pt idx="1805">
                  <c:v>46230</c:v>
                </c:pt>
                <c:pt idx="1806">
                  <c:v>46231</c:v>
                </c:pt>
                <c:pt idx="1807">
                  <c:v>46232</c:v>
                </c:pt>
                <c:pt idx="1808">
                  <c:v>46233</c:v>
                </c:pt>
                <c:pt idx="1809">
                  <c:v>46234</c:v>
                </c:pt>
                <c:pt idx="1810">
                  <c:v>46235</c:v>
                </c:pt>
                <c:pt idx="1811">
                  <c:v>46236</c:v>
                </c:pt>
                <c:pt idx="1812">
                  <c:v>46237</c:v>
                </c:pt>
                <c:pt idx="1813">
                  <c:v>46238</c:v>
                </c:pt>
                <c:pt idx="1814">
                  <c:v>46239</c:v>
                </c:pt>
                <c:pt idx="1815">
                  <c:v>46240</c:v>
                </c:pt>
                <c:pt idx="1816">
                  <c:v>46241</c:v>
                </c:pt>
                <c:pt idx="1817">
                  <c:v>46242</c:v>
                </c:pt>
                <c:pt idx="1818">
                  <c:v>46243</c:v>
                </c:pt>
                <c:pt idx="1819">
                  <c:v>46244</c:v>
                </c:pt>
                <c:pt idx="1820">
                  <c:v>46245</c:v>
                </c:pt>
                <c:pt idx="1821">
                  <c:v>46246</c:v>
                </c:pt>
                <c:pt idx="1822">
                  <c:v>46247</c:v>
                </c:pt>
                <c:pt idx="1823">
                  <c:v>46248</c:v>
                </c:pt>
                <c:pt idx="1824">
                  <c:v>46249</c:v>
                </c:pt>
                <c:pt idx="1825">
                  <c:v>46250</c:v>
                </c:pt>
                <c:pt idx="1826">
                  <c:v>46251</c:v>
                </c:pt>
                <c:pt idx="1827">
                  <c:v>46252</c:v>
                </c:pt>
                <c:pt idx="1828">
                  <c:v>46253</c:v>
                </c:pt>
              </c:numCache>
            </c:numRef>
          </c:cat>
          <c:val>
            <c:numRef>
              <c:f>Source!$AZ$3:$AZ$3656</c:f>
              <c:numCache>
                <c:formatCode>General</c:formatCode>
                <c:ptCount val="3654"/>
                <c:pt idx="0">
                  <c:v>14.706151967213142</c:v>
                </c:pt>
                <c:pt idx="1">
                  <c:v>14.706151967213142</c:v>
                </c:pt>
                <c:pt idx="2">
                  <c:v>14.706151967213142</c:v>
                </c:pt>
                <c:pt idx="3">
                  <c:v>14.706151967213142</c:v>
                </c:pt>
                <c:pt idx="4">
                  <c:v>14.706151967213142</c:v>
                </c:pt>
                <c:pt idx="5">
                  <c:v>14.706151967213142</c:v>
                </c:pt>
                <c:pt idx="6">
                  <c:v>14.706151967213142</c:v>
                </c:pt>
                <c:pt idx="7">
                  <c:v>14.706151967213142</c:v>
                </c:pt>
                <c:pt idx="8">
                  <c:v>14.706151967213142</c:v>
                </c:pt>
                <c:pt idx="9">
                  <c:v>14.706151967213142</c:v>
                </c:pt>
                <c:pt idx="10">
                  <c:v>14.706151967213142</c:v>
                </c:pt>
                <c:pt idx="11">
                  <c:v>14.706151967213142</c:v>
                </c:pt>
                <c:pt idx="12">
                  <c:v>14.706151967213142</c:v>
                </c:pt>
                <c:pt idx="13">
                  <c:v>14.706151967213142</c:v>
                </c:pt>
                <c:pt idx="14">
                  <c:v>14.706151967213142</c:v>
                </c:pt>
                <c:pt idx="15">
                  <c:v>14.706151967213142</c:v>
                </c:pt>
                <c:pt idx="16">
                  <c:v>14.706151967213142</c:v>
                </c:pt>
                <c:pt idx="17">
                  <c:v>14.706151967213142</c:v>
                </c:pt>
                <c:pt idx="18">
                  <c:v>14.706151967213142</c:v>
                </c:pt>
                <c:pt idx="19">
                  <c:v>14.706151967213142</c:v>
                </c:pt>
                <c:pt idx="20">
                  <c:v>14.706151967213142</c:v>
                </c:pt>
                <c:pt idx="21">
                  <c:v>14.706151967213142</c:v>
                </c:pt>
                <c:pt idx="22">
                  <c:v>14.706151967213142</c:v>
                </c:pt>
                <c:pt idx="23">
                  <c:v>14.706151967213142</c:v>
                </c:pt>
                <c:pt idx="24">
                  <c:v>14.706151967213142</c:v>
                </c:pt>
                <c:pt idx="25">
                  <c:v>14.706151967213142</c:v>
                </c:pt>
                <c:pt idx="26">
                  <c:v>14.706151967213142</c:v>
                </c:pt>
                <c:pt idx="27">
                  <c:v>14.706151967213142</c:v>
                </c:pt>
                <c:pt idx="28">
                  <c:v>14.706151967213142</c:v>
                </c:pt>
                <c:pt idx="29">
                  <c:v>14.706151967213142</c:v>
                </c:pt>
                <c:pt idx="30">
                  <c:v>14.706151967213142</c:v>
                </c:pt>
                <c:pt idx="31">
                  <c:v>14.706151967213142</c:v>
                </c:pt>
                <c:pt idx="32">
                  <c:v>14.706151967213142</c:v>
                </c:pt>
                <c:pt idx="33">
                  <c:v>14.706151967213142</c:v>
                </c:pt>
                <c:pt idx="34">
                  <c:v>14.706151967213142</c:v>
                </c:pt>
                <c:pt idx="35">
                  <c:v>14.706151967213142</c:v>
                </c:pt>
                <c:pt idx="36">
                  <c:v>14.706151967213142</c:v>
                </c:pt>
                <c:pt idx="37">
                  <c:v>14.706151967213142</c:v>
                </c:pt>
                <c:pt idx="38">
                  <c:v>14.706151967213142</c:v>
                </c:pt>
                <c:pt idx="39">
                  <c:v>14.706151967213142</c:v>
                </c:pt>
                <c:pt idx="40">
                  <c:v>14.706151967213142</c:v>
                </c:pt>
                <c:pt idx="41">
                  <c:v>14.706151967213142</c:v>
                </c:pt>
                <c:pt idx="42">
                  <c:v>14.706151967213142</c:v>
                </c:pt>
                <c:pt idx="43">
                  <c:v>14.706151967213142</c:v>
                </c:pt>
                <c:pt idx="44">
                  <c:v>14.706151967213142</c:v>
                </c:pt>
                <c:pt idx="45">
                  <c:v>14.706151967213142</c:v>
                </c:pt>
                <c:pt idx="46">
                  <c:v>14.706151967213142</c:v>
                </c:pt>
                <c:pt idx="47">
                  <c:v>14.706151967213142</c:v>
                </c:pt>
                <c:pt idx="48">
                  <c:v>14.706151967213142</c:v>
                </c:pt>
                <c:pt idx="49">
                  <c:v>14.706151967213142</c:v>
                </c:pt>
                <c:pt idx="50">
                  <c:v>14.706151967213142</c:v>
                </c:pt>
                <c:pt idx="51">
                  <c:v>14.706151967213142</c:v>
                </c:pt>
                <c:pt idx="52">
                  <c:v>14.706151967213142</c:v>
                </c:pt>
                <c:pt idx="53">
                  <c:v>14.706151967213142</c:v>
                </c:pt>
                <c:pt idx="54">
                  <c:v>14.706151967213142</c:v>
                </c:pt>
                <c:pt idx="55">
                  <c:v>14.706151967213142</c:v>
                </c:pt>
                <c:pt idx="56">
                  <c:v>14.706151967213142</c:v>
                </c:pt>
                <c:pt idx="57">
                  <c:v>14.706151967213142</c:v>
                </c:pt>
                <c:pt idx="58">
                  <c:v>14.706151967213142</c:v>
                </c:pt>
                <c:pt idx="59">
                  <c:v>14.706151967213142</c:v>
                </c:pt>
                <c:pt idx="60">
                  <c:v>14.706151967213142</c:v>
                </c:pt>
                <c:pt idx="61">
                  <c:v>14.706151967213142</c:v>
                </c:pt>
                <c:pt idx="62">
                  <c:v>14.706151967213142</c:v>
                </c:pt>
                <c:pt idx="63">
                  <c:v>14.706151967213142</c:v>
                </c:pt>
                <c:pt idx="64">
                  <c:v>14.706151967213142</c:v>
                </c:pt>
                <c:pt idx="65">
                  <c:v>14.706151967213142</c:v>
                </c:pt>
                <c:pt idx="66">
                  <c:v>14.706151967213142</c:v>
                </c:pt>
                <c:pt idx="67">
                  <c:v>14.706151967213142</c:v>
                </c:pt>
                <c:pt idx="68">
                  <c:v>14.706151967213142</c:v>
                </c:pt>
                <c:pt idx="69">
                  <c:v>14.706151967213142</c:v>
                </c:pt>
                <c:pt idx="70">
                  <c:v>14.706151967213142</c:v>
                </c:pt>
                <c:pt idx="71">
                  <c:v>14.706151967213142</c:v>
                </c:pt>
                <c:pt idx="72">
                  <c:v>14.706151967213142</c:v>
                </c:pt>
                <c:pt idx="73">
                  <c:v>14.706151967213142</c:v>
                </c:pt>
                <c:pt idx="74">
                  <c:v>14.706151967213142</c:v>
                </c:pt>
                <c:pt idx="75">
                  <c:v>14.706151967213142</c:v>
                </c:pt>
                <c:pt idx="76">
                  <c:v>14.706151967213142</c:v>
                </c:pt>
                <c:pt idx="77">
                  <c:v>14.706151967213142</c:v>
                </c:pt>
                <c:pt idx="78">
                  <c:v>14.706151967213142</c:v>
                </c:pt>
                <c:pt idx="79">
                  <c:v>14.706151967213142</c:v>
                </c:pt>
                <c:pt idx="80">
                  <c:v>14.706151967213142</c:v>
                </c:pt>
                <c:pt idx="81">
                  <c:v>14.706151967213142</c:v>
                </c:pt>
                <c:pt idx="82">
                  <c:v>14.706151967213142</c:v>
                </c:pt>
                <c:pt idx="83">
                  <c:v>14.706151967213142</c:v>
                </c:pt>
                <c:pt idx="84">
                  <c:v>14.706151967213142</c:v>
                </c:pt>
                <c:pt idx="85">
                  <c:v>14.706151967213142</c:v>
                </c:pt>
                <c:pt idx="86">
                  <c:v>14.706151967213142</c:v>
                </c:pt>
                <c:pt idx="87">
                  <c:v>14.706151967213142</c:v>
                </c:pt>
                <c:pt idx="88">
                  <c:v>14.706151967213142</c:v>
                </c:pt>
                <c:pt idx="89">
                  <c:v>14.706151967213142</c:v>
                </c:pt>
                <c:pt idx="90">
                  <c:v>14.706151967213142</c:v>
                </c:pt>
                <c:pt idx="91">
                  <c:v>14.706151967213142</c:v>
                </c:pt>
                <c:pt idx="92">
                  <c:v>14.706151967213142</c:v>
                </c:pt>
                <c:pt idx="93">
                  <c:v>14.706151967213142</c:v>
                </c:pt>
                <c:pt idx="94">
                  <c:v>14.706151967213142</c:v>
                </c:pt>
                <c:pt idx="95">
                  <c:v>14.706151967213142</c:v>
                </c:pt>
                <c:pt idx="96">
                  <c:v>14.706151967213142</c:v>
                </c:pt>
                <c:pt idx="97">
                  <c:v>14.706151967213142</c:v>
                </c:pt>
                <c:pt idx="98">
                  <c:v>14.706151967213142</c:v>
                </c:pt>
                <c:pt idx="99">
                  <c:v>14.706151967213142</c:v>
                </c:pt>
                <c:pt idx="100">
                  <c:v>14.706151967213142</c:v>
                </c:pt>
                <c:pt idx="101">
                  <c:v>14.706151967213142</c:v>
                </c:pt>
                <c:pt idx="102">
                  <c:v>14.706151967213142</c:v>
                </c:pt>
                <c:pt idx="103">
                  <c:v>14.706151967213142</c:v>
                </c:pt>
                <c:pt idx="104">
                  <c:v>14.706151967213142</c:v>
                </c:pt>
                <c:pt idx="105">
                  <c:v>14.706151967213142</c:v>
                </c:pt>
                <c:pt idx="106">
                  <c:v>14.706151967213142</c:v>
                </c:pt>
                <c:pt idx="107">
                  <c:v>14.706151967213142</c:v>
                </c:pt>
                <c:pt idx="108">
                  <c:v>14.706151967213142</c:v>
                </c:pt>
                <c:pt idx="109">
                  <c:v>14.706151967213142</c:v>
                </c:pt>
                <c:pt idx="110">
                  <c:v>14.706151967213142</c:v>
                </c:pt>
                <c:pt idx="111">
                  <c:v>14.706151967213142</c:v>
                </c:pt>
                <c:pt idx="112">
                  <c:v>14.706151967213142</c:v>
                </c:pt>
                <c:pt idx="113">
                  <c:v>14.706151967213142</c:v>
                </c:pt>
                <c:pt idx="114">
                  <c:v>14.706151967213142</c:v>
                </c:pt>
                <c:pt idx="115">
                  <c:v>14.706151967213142</c:v>
                </c:pt>
                <c:pt idx="116">
                  <c:v>14.706151967213142</c:v>
                </c:pt>
                <c:pt idx="117">
                  <c:v>14.706151967213142</c:v>
                </c:pt>
                <c:pt idx="118">
                  <c:v>14.706151967213142</c:v>
                </c:pt>
                <c:pt idx="119">
                  <c:v>14.706151967213142</c:v>
                </c:pt>
                <c:pt idx="120">
                  <c:v>14.706151967213142</c:v>
                </c:pt>
                <c:pt idx="121">
                  <c:v>14.706151967213142</c:v>
                </c:pt>
                <c:pt idx="122">
                  <c:v>14.706151967213142</c:v>
                </c:pt>
                <c:pt idx="123">
                  <c:v>14.706151967213142</c:v>
                </c:pt>
                <c:pt idx="124">
                  <c:v>14.706151967213142</c:v>
                </c:pt>
                <c:pt idx="125">
                  <c:v>14.706151967213142</c:v>
                </c:pt>
                <c:pt idx="126">
                  <c:v>14.706151967213142</c:v>
                </c:pt>
                <c:pt idx="127">
                  <c:v>14.706151967213142</c:v>
                </c:pt>
                <c:pt idx="128">
                  <c:v>14.706151967213142</c:v>
                </c:pt>
                <c:pt idx="129">
                  <c:v>14.706151967213142</c:v>
                </c:pt>
                <c:pt idx="130">
                  <c:v>14.706151967213142</c:v>
                </c:pt>
                <c:pt idx="131">
                  <c:v>14.706151967213142</c:v>
                </c:pt>
                <c:pt idx="132">
                  <c:v>14.706151967213142</c:v>
                </c:pt>
                <c:pt idx="133">
                  <c:v>14.706151967213142</c:v>
                </c:pt>
                <c:pt idx="134">
                  <c:v>14.706151967213142</c:v>
                </c:pt>
                <c:pt idx="135">
                  <c:v>14.706151967213142</c:v>
                </c:pt>
                <c:pt idx="136">
                  <c:v>14.706151967213142</c:v>
                </c:pt>
                <c:pt idx="137">
                  <c:v>14.706151967213142</c:v>
                </c:pt>
                <c:pt idx="138">
                  <c:v>14.706151967213142</c:v>
                </c:pt>
                <c:pt idx="139">
                  <c:v>14.706151967213142</c:v>
                </c:pt>
                <c:pt idx="140">
                  <c:v>14.706151967213142</c:v>
                </c:pt>
                <c:pt idx="141">
                  <c:v>14.706151967213142</c:v>
                </c:pt>
                <c:pt idx="142">
                  <c:v>14.706151967213142</c:v>
                </c:pt>
                <c:pt idx="143">
                  <c:v>14.706151967213142</c:v>
                </c:pt>
                <c:pt idx="144">
                  <c:v>14.706151967213142</c:v>
                </c:pt>
                <c:pt idx="145">
                  <c:v>14.706151967213142</c:v>
                </c:pt>
                <c:pt idx="146">
                  <c:v>14.706151967213142</c:v>
                </c:pt>
                <c:pt idx="147">
                  <c:v>14.706151967213142</c:v>
                </c:pt>
                <c:pt idx="148">
                  <c:v>14.706151967213142</c:v>
                </c:pt>
                <c:pt idx="149">
                  <c:v>14.706151967213142</c:v>
                </c:pt>
                <c:pt idx="150">
                  <c:v>14.706151967213142</c:v>
                </c:pt>
                <c:pt idx="151">
                  <c:v>14.706151967213142</c:v>
                </c:pt>
                <c:pt idx="152">
                  <c:v>14.706151967213142</c:v>
                </c:pt>
                <c:pt idx="153">
                  <c:v>14.706151967213142</c:v>
                </c:pt>
                <c:pt idx="154">
                  <c:v>14.706151967213142</c:v>
                </c:pt>
                <c:pt idx="155">
                  <c:v>14.706151967213142</c:v>
                </c:pt>
                <c:pt idx="156">
                  <c:v>14.706151967213142</c:v>
                </c:pt>
                <c:pt idx="157">
                  <c:v>14.706151967213142</c:v>
                </c:pt>
                <c:pt idx="158">
                  <c:v>14.706151967213142</c:v>
                </c:pt>
                <c:pt idx="159">
                  <c:v>14.706151967213142</c:v>
                </c:pt>
                <c:pt idx="160">
                  <c:v>14.706151967213142</c:v>
                </c:pt>
                <c:pt idx="161">
                  <c:v>14.706151967213142</c:v>
                </c:pt>
                <c:pt idx="162">
                  <c:v>14.706151967213142</c:v>
                </c:pt>
                <c:pt idx="163">
                  <c:v>14.706151967213142</c:v>
                </c:pt>
                <c:pt idx="164">
                  <c:v>14.706151967213142</c:v>
                </c:pt>
                <c:pt idx="165">
                  <c:v>14.706151967213142</c:v>
                </c:pt>
                <c:pt idx="166">
                  <c:v>14.706151967213142</c:v>
                </c:pt>
                <c:pt idx="167">
                  <c:v>14.706151967213142</c:v>
                </c:pt>
                <c:pt idx="168">
                  <c:v>14.706151967213142</c:v>
                </c:pt>
                <c:pt idx="169">
                  <c:v>14.706151967213142</c:v>
                </c:pt>
                <c:pt idx="170">
                  <c:v>14.706151967213142</c:v>
                </c:pt>
                <c:pt idx="171">
                  <c:v>14.706151967213142</c:v>
                </c:pt>
                <c:pt idx="172">
                  <c:v>14.706151967213142</c:v>
                </c:pt>
                <c:pt idx="173">
                  <c:v>14.706151967213142</c:v>
                </c:pt>
                <c:pt idx="174">
                  <c:v>14.706151967213142</c:v>
                </c:pt>
                <c:pt idx="175">
                  <c:v>14.706151967213142</c:v>
                </c:pt>
                <c:pt idx="176">
                  <c:v>14.706151967213142</c:v>
                </c:pt>
                <c:pt idx="177">
                  <c:v>14.706151967213142</c:v>
                </c:pt>
                <c:pt idx="178">
                  <c:v>14.706151967213142</c:v>
                </c:pt>
                <c:pt idx="179">
                  <c:v>14.706151967213142</c:v>
                </c:pt>
                <c:pt idx="180">
                  <c:v>14.706151967213142</c:v>
                </c:pt>
                <c:pt idx="181">
                  <c:v>14.706151967213142</c:v>
                </c:pt>
                <c:pt idx="182">
                  <c:v>14.706151967213142</c:v>
                </c:pt>
                <c:pt idx="183">
                  <c:v>14.706151967213142</c:v>
                </c:pt>
                <c:pt idx="184">
                  <c:v>14.706151967213142</c:v>
                </c:pt>
                <c:pt idx="185">
                  <c:v>14.706151967213142</c:v>
                </c:pt>
                <c:pt idx="186">
                  <c:v>14.706151967213142</c:v>
                </c:pt>
                <c:pt idx="187">
                  <c:v>14.706151967213142</c:v>
                </c:pt>
                <c:pt idx="188">
                  <c:v>14.706151967213142</c:v>
                </c:pt>
                <c:pt idx="189">
                  <c:v>14.706151967213142</c:v>
                </c:pt>
                <c:pt idx="190">
                  <c:v>14.706151967213142</c:v>
                </c:pt>
                <c:pt idx="191">
                  <c:v>14.706151967213142</c:v>
                </c:pt>
                <c:pt idx="192">
                  <c:v>14.706151967213142</c:v>
                </c:pt>
                <c:pt idx="193">
                  <c:v>14.706151967213142</c:v>
                </c:pt>
                <c:pt idx="194">
                  <c:v>14.706151967213142</c:v>
                </c:pt>
                <c:pt idx="195">
                  <c:v>14.706151967213142</c:v>
                </c:pt>
                <c:pt idx="196">
                  <c:v>14.706151967213142</c:v>
                </c:pt>
                <c:pt idx="197">
                  <c:v>14.706151967213142</c:v>
                </c:pt>
                <c:pt idx="198">
                  <c:v>14.706151967213142</c:v>
                </c:pt>
                <c:pt idx="199">
                  <c:v>14.706151967213142</c:v>
                </c:pt>
                <c:pt idx="200">
                  <c:v>14.706151967213142</c:v>
                </c:pt>
                <c:pt idx="201">
                  <c:v>14.706151967213142</c:v>
                </c:pt>
                <c:pt idx="202">
                  <c:v>14.706151967213142</c:v>
                </c:pt>
                <c:pt idx="203">
                  <c:v>14.706151967213142</c:v>
                </c:pt>
                <c:pt idx="204">
                  <c:v>14.706151967213142</c:v>
                </c:pt>
                <c:pt idx="205">
                  <c:v>14.706151967213142</c:v>
                </c:pt>
                <c:pt idx="206">
                  <c:v>14.706151967213142</c:v>
                </c:pt>
                <c:pt idx="207">
                  <c:v>14.706151967213142</c:v>
                </c:pt>
                <c:pt idx="208">
                  <c:v>14.706151967213142</c:v>
                </c:pt>
                <c:pt idx="209">
                  <c:v>14.706151967213142</c:v>
                </c:pt>
                <c:pt idx="210">
                  <c:v>14.706151967213142</c:v>
                </c:pt>
                <c:pt idx="211">
                  <c:v>14.706151967213142</c:v>
                </c:pt>
                <c:pt idx="212">
                  <c:v>14.706151967213142</c:v>
                </c:pt>
                <c:pt idx="213">
                  <c:v>14.706151967213142</c:v>
                </c:pt>
                <c:pt idx="214">
                  <c:v>14.706151967213142</c:v>
                </c:pt>
                <c:pt idx="215">
                  <c:v>14.706151967213142</c:v>
                </c:pt>
                <c:pt idx="216">
                  <c:v>14.706151967213142</c:v>
                </c:pt>
                <c:pt idx="217">
                  <c:v>14.706151967213142</c:v>
                </c:pt>
                <c:pt idx="218">
                  <c:v>14.706151967213142</c:v>
                </c:pt>
                <c:pt idx="219">
                  <c:v>14.706151967213142</c:v>
                </c:pt>
                <c:pt idx="220">
                  <c:v>14.706151967213142</c:v>
                </c:pt>
                <c:pt idx="221">
                  <c:v>14.706151967213142</c:v>
                </c:pt>
                <c:pt idx="222">
                  <c:v>14.706151967213142</c:v>
                </c:pt>
                <c:pt idx="223">
                  <c:v>14.706151967213142</c:v>
                </c:pt>
                <c:pt idx="224">
                  <c:v>14.706151967213142</c:v>
                </c:pt>
                <c:pt idx="225">
                  <c:v>14.706151967213142</c:v>
                </c:pt>
                <c:pt idx="226">
                  <c:v>14.706151967213142</c:v>
                </c:pt>
                <c:pt idx="227">
                  <c:v>14.706151967213142</c:v>
                </c:pt>
                <c:pt idx="228">
                  <c:v>14.706151967213142</c:v>
                </c:pt>
                <c:pt idx="229">
                  <c:v>14.706151967213142</c:v>
                </c:pt>
                <c:pt idx="230">
                  <c:v>14.706151967213142</c:v>
                </c:pt>
                <c:pt idx="231">
                  <c:v>14.706151967213142</c:v>
                </c:pt>
                <c:pt idx="232">
                  <c:v>14.706151967213142</c:v>
                </c:pt>
                <c:pt idx="233">
                  <c:v>14.706151967213142</c:v>
                </c:pt>
                <c:pt idx="234">
                  <c:v>14.706151967213142</c:v>
                </c:pt>
                <c:pt idx="235">
                  <c:v>14.706151967213142</c:v>
                </c:pt>
                <c:pt idx="236">
                  <c:v>14.706151967213142</c:v>
                </c:pt>
                <c:pt idx="237">
                  <c:v>14.706151967213142</c:v>
                </c:pt>
                <c:pt idx="238">
                  <c:v>14.706151967213142</c:v>
                </c:pt>
                <c:pt idx="239">
                  <c:v>14.706151967213142</c:v>
                </c:pt>
                <c:pt idx="240">
                  <c:v>14.706151967213142</c:v>
                </c:pt>
                <c:pt idx="241">
                  <c:v>14.706151967213142</c:v>
                </c:pt>
                <c:pt idx="242">
                  <c:v>14.706151967213142</c:v>
                </c:pt>
                <c:pt idx="243">
                  <c:v>14.706151967213142</c:v>
                </c:pt>
                <c:pt idx="244">
                  <c:v>14.706151967213142</c:v>
                </c:pt>
                <c:pt idx="245">
                  <c:v>14.706151967213142</c:v>
                </c:pt>
                <c:pt idx="246">
                  <c:v>14.706151967213142</c:v>
                </c:pt>
                <c:pt idx="247">
                  <c:v>14.706151967213142</c:v>
                </c:pt>
                <c:pt idx="248">
                  <c:v>14.706151967213142</c:v>
                </c:pt>
                <c:pt idx="249">
                  <c:v>14.706151967213142</c:v>
                </c:pt>
                <c:pt idx="250">
                  <c:v>14.706151967213142</c:v>
                </c:pt>
                <c:pt idx="251">
                  <c:v>14.706151967213142</c:v>
                </c:pt>
                <c:pt idx="252">
                  <c:v>14.706151967213142</c:v>
                </c:pt>
                <c:pt idx="253">
                  <c:v>14.706151967213142</c:v>
                </c:pt>
                <c:pt idx="254">
                  <c:v>14.706151967213142</c:v>
                </c:pt>
                <c:pt idx="255">
                  <c:v>14.706151967213142</c:v>
                </c:pt>
                <c:pt idx="256">
                  <c:v>14.706151967213142</c:v>
                </c:pt>
                <c:pt idx="257">
                  <c:v>14.706151967213142</c:v>
                </c:pt>
                <c:pt idx="258">
                  <c:v>14.706151967213142</c:v>
                </c:pt>
                <c:pt idx="259">
                  <c:v>14.706151967213142</c:v>
                </c:pt>
                <c:pt idx="260">
                  <c:v>14.706151967213142</c:v>
                </c:pt>
                <c:pt idx="261">
                  <c:v>14.706151967213142</c:v>
                </c:pt>
                <c:pt idx="262">
                  <c:v>14.706151967213142</c:v>
                </c:pt>
                <c:pt idx="263">
                  <c:v>14.706151967213142</c:v>
                </c:pt>
                <c:pt idx="264">
                  <c:v>14.706151967213142</c:v>
                </c:pt>
                <c:pt idx="265">
                  <c:v>14.706151967213142</c:v>
                </c:pt>
                <c:pt idx="266">
                  <c:v>14.706151967213142</c:v>
                </c:pt>
                <c:pt idx="267">
                  <c:v>14.706151967213142</c:v>
                </c:pt>
                <c:pt idx="268">
                  <c:v>14.706151967213142</c:v>
                </c:pt>
                <c:pt idx="269">
                  <c:v>14.706151967213142</c:v>
                </c:pt>
                <c:pt idx="270">
                  <c:v>14.706151967213142</c:v>
                </c:pt>
                <c:pt idx="271">
                  <c:v>14.706151967213142</c:v>
                </c:pt>
                <c:pt idx="272">
                  <c:v>14.706151967213142</c:v>
                </c:pt>
                <c:pt idx="273">
                  <c:v>14.706151967213142</c:v>
                </c:pt>
                <c:pt idx="274">
                  <c:v>14.706151967213142</c:v>
                </c:pt>
                <c:pt idx="275">
                  <c:v>14.706151967213142</c:v>
                </c:pt>
                <c:pt idx="276">
                  <c:v>14.706151967213142</c:v>
                </c:pt>
                <c:pt idx="277">
                  <c:v>14.706151967213142</c:v>
                </c:pt>
                <c:pt idx="278">
                  <c:v>14.706151967213142</c:v>
                </c:pt>
                <c:pt idx="279">
                  <c:v>14.706151967213142</c:v>
                </c:pt>
                <c:pt idx="280">
                  <c:v>14.706151967213142</c:v>
                </c:pt>
                <c:pt idx="281">
                  <c:v>14.706151967213142</c:v>
                </c:pt>
                <c:pt idx="282">
                  <c:v>14.706151967213142</c:v>
                </c:pt>
                <c:pt idx="283">
                  <c:v>14.706151967213142</c:v>
                </c:pt>
                <c:pt idx="284">
                  <c:v>14.706151967213142</c:v>
                </c:pt>
                <c:pt idx="285">
                  <c:v>14.706151967213142</c:v>
                </c:pt>
                <c:pt idx="286">
                  <c:v>14.706151967213142</c:v>
                </c:pt>
                <c:pt idx="287">
                  <c:v>14.706151967213142</c:v>
                </c:pt>
                <c:pt idx="288">
                  <c:v>14.706151967213142</c:v>
                </c:pt>
                <c:pt idx="289">
                  <c:v>14.706151967213142</c:v>
                </c:pt>
                <c:pt idx="290">
                  <c:v>14.706151967213142</c:v>
                </c:pt>
                <c:pt idx="291">
                  <c:v>14.706151967213142</c:v>
                </c:pt>
                <c:pt idx="292">
                  <c:v>14.706151967213142</c:v>
                </c:pt>
                <c:pt idx="293">
                  <c:v>14.706151967213142</c:v>
                </c:pt>
                <c:pt idx="294">
                  <c:v>14.706151967213142</c:v>
                </c:pt>
                <c:pt idx="295">
                  <c:v>14.706151967213142</c:v>
                </c:pt>
                <c:pt idx="296">
                  <c:v>14.706151967213142</c:v>
                </c:pt>
                <c:pt idx="297">
                  <c:v>14.706151967213142</c:v>
                </c:pt>
                <c:pt idx="298">
                  <c:v>14.706151967213142</c:v>
                </c:pt>
                <c:pt idx="299">
                  <c:v>14.706151967213142</c:v>
                </c:pt>
                <c:pt idx="300">
                  <c:v>14.706151967213142</c:v>
                </c:pt>
                <c:pt idx="301">
                  <c:v>14.706151967213142</c:v>
                </c:pt>
                <c:pt idx="302">
                  <c:v>14.706151967213142</c:v>
                </c:pt>
                <c:pt idx="303">
                  <c:v>14.706151967213142</c:v>
                </c:pt>
                <c:pt idx="304">
                  <c:v>14.706151967213142</c:v>
                </c:pt>
                <c:pt idx="305">
                  <c:v>14.706151967213142</c:v>
                </c:pt>
                <c:pt idx="306">
                  <c:v>14.706151967213142</c:v>
                </c:pt>
                <c:pt idx="307">
                  <c:v>14.706151967213142</c:v>
                </c:pt>
                <c:pt idx="308">
                  <c:v>14.706151967213142</c:v>
                </c:pt>
                <c:pt idx="309">
                  <c:v>14.706151967213142</c:v>
                </c:pt>
                <c:pt idx="310">
                  <c:v>14.706151967213142</c:v>
                </c:pt>
                <c:pt idx="311">
                  <c:v>14.706151967213142</c:v>
                </c:pt>
                <c:pt idx="312">
                  <c:v>14.706151967213142</c:v>
                </c:pt>
                <c:pt idx="313">
                  <c:v>14.706151967213142</c:v>
                </c:pt>
                <c:pt idx="314">
                  <c:v>14.706151967213142</c:v>
                </c:pt>
                <c:pt idx="315">
                  <c:v>14.706151967213142</c:v>
                </c:pt>
                <c:pt idx="316">
                  <c:v>14.706151967213142</c:v>
                </c:pt>
                <c:pt idx="317">
                  <c:v>14.706151967213142</c:v>
                </c:pt>
                <c:pt idx="318">
                  <c:v>14.706151967213142</c:v>
                </c:pt>
                <c:pt idx="319">
                  <c:v>14.706151967213142</c:v>
                </c:pt>
                <c:pt idx="320">
                  <c:v>14.706151967213142</c:v>
                </c:pt>
                <c:pt idx="321">
                  <c:v>14.706151967213142</c:v>
                </c:pt>
                <c:pt idx="322">
                  <c:v>14.706151967213142</c:v>
                </c:pt>
                <c:pt idx="323">
                  <c:v>14.706151967213142</c:v>
                </c:pt>
                <c:pt idx="324">
                  <c:v>14.706151967213142</c:v>
                </c:pt>
                <c:pt idx="325">
                  <c:v>14.706151967213142</c:v>
                </c:pt>
                <c:pt idx="326">
                  <c:v>14.706151967213142</c:v>
                </c:pt>
                <c:pt idx="327">
                  <c:v>14.706151967213142</c:v>
                </c:pt>
                <c:pt idx="328">
                  <c:v>14.706151967213142</c:v>
                </c:pt>
                <c:pt idx="329">
                  <c:v>14.706151967213142</c:v>
                </c:pt>
                <c:pt idx="330">
                  <c:v>14.706151967213142</c:v>
                </c:pt>
                <c:pt idx="331">
                  <c:v>14.706151967213142</c:v>
                </c:pt>
                <c:pt idx="332">
                  <c:v>14.706151967213142</c:v>
                </c:pt>
                <c:pt idx="333">
                  <c:v>14.706151967213142</c:v>
                </c:pt>
                <c:pt idx="334">
                  <c:v>14.706151967213142</c:v>
                </c:pt>
                <c:pt idx="335">
                  <c:v>14.706151967213142</c:v>
                </c:pt>
                <c:pt idx="336">
                  <c:v>14.706151967213142</c:v>
                </c:pt>
                <c:pt idx="337">
                  <c:v>14.706151967213142</c:v>
                </c:pt>
                <c:pt idx="338">
                  <c:v>14.706151967213142</c:v>
                </c:pt>
                <c:pt idx="339">
                  <c:v>14.706151967213142</c:v>
                </c:pt>
                <c:pt idx="340">
                  <c:v>14.706151967213142</c:v>
                </c:pt>
                <c:pt idx="341">
                  <c:v>14.706151967213142</c:v>
                </c:pt>
                <c:pt idx="342">
                  <c:v>14.706151967213142</c:v>
                </c:pt>
                <c:pt idx="343">
                  <c:v>14.706151967213142</c:v>
                </c:pt>
                <c:pt idx="344">
                  <c:v>14.706151967213142</c:v>
                </c:pt>
                <c:pt idx="345">
                  <c:v>14.706151967213142</c:v>
                </c:pt>
                <c:pt idx="346">
                  <c:v>14.706151967213142</c:v>
                </c:pt>
                <c:pt idx="347">
                  <c:v>14.706151967213142</c:v>
                </c:pt>
                <c:pt idx="348">
                  <c:v>14.706151967213142</c:v>
                </c:pt>
                <c:pt idx="349">
                  <c:v>14.706151967213142</c:v>
                </c:pt>
                <c:pt idx="350">
                  <c:v>14.706151967213142</c:v>
                </c:pt>
                <c:pt idx="351">
                  <c:v>14.706151967213142</c:v>
                </c:pt>
                <c:pt idx="352">
                  <c:v>14.706151967213142</c:v>
                </c:pt>
                <c:pt idx="353">
                  <c:v>14.706151967213142</c:v>
                </c:pt>
                <c:pt idx="354">
                  <c:v>14.706151967213142</c:v>
                </c:pt>
                <c:pt idx="355">
                  <c:v>14.706151967213142</c:v>
                </c:pt>
                <c:pt idx="356">
                  <c:v>14.706151967213142</c:v>
                </c:pt>
                <c:pt idx="357">
                  <c:v>14.706151967213142</c:v>
                </c:pt>
                <c:pt idx="358">
                  <c:v>14.706151967213142</c:v>
                </c:pt>
                <c:pt idx="359">
                  <c:v>14.706151967213142</c:v>
                </c:pt>
                <c:pt idx="360">
                  <c:v>14.706151967213142</c:v>
                </c:pt>
                <c:pt idx="361">
                  <c:v>14.706151967213142</c:v>
                </c:pt>
                <c:pt idx="362">
                  <c:v>14.706151967213142</c:v>
                </c:pt>
                <c:pt idx="363">
                  <c:v>14.706151967213142</c:v>
                </c:pt>
                <c:pt idx="364">
                  <c:v>14.706151967213142</c:v>
                </c:pt>
                <c:pt idx="365">
                  <c:v>14.706151967213142</c:v>
                </c:pt>
                <c:pt idx="366">
                  <c:v>14.706151967213142</c:v>
                </c:pt>
                <c:pt idx="367">
                  <c:v>14.706151967213142</c:v>
                </c:pt>
                <c:pt idx="368">
                  <c:v>14.706151967213142</c:v>
                </c:pt>
                <c:pt idx="369">
                  <c:v>14.706151967213142</c:v>
                </c:pt>
                <c:pt idx="370">
                  <c:v>14.706151967213142</c:v>
                </c:pt>
                <c:pt idx="371">
                  <c:v>14.706151967213142</c:v>
                </c:pt>
                <c:pt idx="372">
                  <c:v>14.706151967213142</c:v>
                </c:pt>
                <c:pt idx="373">
                  <c:v>14.706151967213142</c:v>
                </c:pt>
                <c:pt idx="374">
                  <c:v>14.706151967213142</c:v>
                </c:pt>
                <c:pt idx="375">
                  <c:v>14.706151967213142</c:v>
                </c:pt>
                <c:pt idx="376">
                  <c:v>14.706151967213142</c:v>
                </c:pt>
                <c:pt idx="377">
                  <c:v>14.706151967213142</c:v>
                </c:pt>
                <c:pt idx="378">
                  <c:v>14.706151967213142</c:v>
                </c:pt>
                <c:pt idx="379">
                  <c:v>14.706151967213142</c:v>
                </c:pt>
                <c:pt idx="380">
                  <c:v>14.706151967213142</c:v>
                </c:pt>
                <c:pt idx="381">
                  <c:v>14.706151967213142</c:v>
                </c:pt>
                <c:pt idx="382">
                  <c:v>14.706151967213142</c:v>
                </c:pt>
                <c:pt idx="383">
                  <c:v>14.706151967213142</c:v>
                </c:pt>
                <c:pt idx="384">
                  <c:v>14.706151967213142</c:v>
                </c:pt>
                <c:pt idx="385">
                  <c:v>14.706151967213142</c:v>
                </c:pt>
                <c:pt idx="386">
                  <c:v>14.706151967213142</c:v>
                </c:pt>
                <c:pt idx="387">
                  <c:v>14.706151967213142</c:v>
                </c:pt>
                <c:pt idx="388">
                  <c:v>14.706151967213142</c:v>
                </c:pt>
                <c:pt idx="389">
                  <c:v>14.706151967213142</c:v>
                </c:pt>
                <c:pt idx="390">
                  <c:v>14.706151967213142</c:v>
                </c:pt>
                <c:pt idx="391">
                  <c:v>14.706151967213142</c:v>
                </c:pt>
                <c:pt idx="392">
                  <c:v>14.706151967213142</c:v>
                </c:pt>
                <c:pt idx="393">
                  <c:v>14.706151967213142</c:v>
                </c:pt>
                <c:pt idx="394">
                  <c:v>14.706151967213142</c:v>
                </c:pt>
                <c:pt idx="395">
                  <c:v>14.706151967213142</c:v>
                </c:pt>
                <c:pt idx="396">
                  <c:v>14.706151967213142</c:v>
                </c:pt>
                <c:pt idx="397">
                  <c:v>14.706151967213142</c:v>
                </c:pt>
                <c:pt idx="398">
                  <c:v>14.706151967213142</c:v>
                </c:pt>
                <c:pt idx="399">
                  <c:v>14.706151967213142</c:v>
                </c:pt>
                <c:pt idx="400">
                  <c:v>14.706151967213142</c:v>
                </c:pt>
                <c:pt idx="401">
                  <c:v>14.706151967213142</c:v>
                </c:pt>
                <c:pt idx="402">
                  <c:v>14.706151967213142</c:v>
                </c:pt>
                <c:pt idx="403">
                  <c:v>14.706151967213142</c:v>
                </c:pt>
                <c:pt idx="404">
                  <c:v>14.706151967213142</c:v>
                </c:pt>
                <c:pt idx="405">
                  <c:v>14.706151967213142</c:v>
                </c:pt>
                <c:pt idx="406">
                  <c:v>14.706151967213142</c:v>
                </c:pt>
                <c:pt idx="407">
                  <c:v>14.706151967213142</c:v>
                </c:pt>
                <c:pt idx="408">
                  <c:v>14.706151967213142</c:v>
                </c:pt>
                <c:pt idx="409">
                  <c:v>14.706151967213142</c:v>
                </c:pt>
                <c:pt idx="410">
                  <c:v>14.706151967213142</c:v>
                </c:pt>
                <c:pt idx="411">
                  <c:v>14.706151967213142</c:v>
                </c:pt>
                <c:pt idx="412">
                  <c:v>14.706151967213142</c:v>
                </c:pt>
                <c:pt idx="413">
                  <c:v>14.706151967213142</c:v>
                </c:pt>
                <c:pt idx="414">
                  <c:v>14.706151967213142</c:v>
                </c:pt>
                <c:pt idx="415">
                  <c:v>14.706151967213142</c:v>
                </c:pt>
                <c:pt idx="416">
                  <c:v>14.706151967213142</c:v>
                </c:pt>
                <c:pt idx="417">
                  <c:v>14.706151967213142</c:v>
                </c:pt>
                <c:pt idx="418">
                  <c:v>14.706151967213142</c:v>
                </c:pt>
                <c:pt idx="419">
                  <c:v>14.706151967213142</c:v>
                </c:pt>
                <c:pt idx="420">
                  <c:v>14.706151967213142</c:v>
                </c:pt>
                <c:pt idx="421">
                  <c:v>14.706151967213142</c:v>
                </c:pt>
                <c:pt idx="422">
                  <c:v>14.706151967213142</c:v>
                </c:pt>
                <c:pt idx="423">
                  <c:v>14.706151967213142</c:v>
                </c:pt>
                <c:pt idx="424">
                  <c:v>14.706151967213142</c:v>
                </c:pt>
                <c:pt idx="425">
                  <c:v>14.706151967213142</c:v>
                </c:pt>
                <c:pt idx="426">
                  <c:v>14.706151967213142</c:v>
                </c:pt>
                <c:pt idx="427">
                  <c:v>14.706151967213142</c:v>
                </c:pt>
                <c:pt idx="428">
                  <c:v>14.706151967213142</c:v>
                </c:pt>
                <c:pt idx="429">
                  <c:v>14.706151967213142</c:v>
                </c:pt>
                <c:pt idx="430">
                  <c:v>14.706151967213142</c:v>
                </c:pt>
                <c:pt idx="431">
                  <c:v>14.706151967213142</c:v>
                </c:pt>
                <c:pt idx="432">
                  <c:v>14.706151967213142</c:v>
                </c:pt>
                <c:pt idx="433">
                  <c:v>14.706151967213142</c:v>
                </c:pt>
                <c:pt idx="434">
                  <c:v>14.706151967213142</c:v>
                </c:pt>
                <c:pt idx="435">
                  <c:v>14.706151967213142</c:v>
                </c:pt>
                <c:pt idx="436">
                  <c:v>14.706151967213142</c:v>
                </c:pt>
                <c:pt idx="437">
                  <c:v>14.706151967213142</c:v>
                </c:pt>
                <c:pt idx="438">
                  <c:v>14.706151967213142</c:v>
                </c:pt>
                <c:pt idx="439">
                  <c:v>14.706151967213142</c:v>
                </c:pt>
                <c:pt idx="440">
                  <c:v>14.706151967213142</c:v>
                </c:pt>
                <c:pt idx="441">
                  <c:v>14.706151967213142</c:v>
                </c:pt>
                <c:pt idx="442">
                  <c:v>14.706151967213142</c:v>
                </c:pt>
                <c:pt idx="443">
                  <c:v>14.706151967213142</c:v>
                </c:pt>
                <c:pt idx="444">
                  <c:v>14.706151967213142</c:v>
                </c:pt>
                <c:pt idx="445">
                  <c:v>14.706151967213142</c:v>
                </c:pt>
                <c:pt idx="446">
                  <c:v>14.706151967213142</c:v>
                </c:pt>
                <c:pt idx="447">
                  <c:v>14.706151967213142</c:v>
                </c:pt>
                <c:pt idx="448">
                  <c:v>14.706151967213142</c:v>
                </c:pt>
                <c:pt idx="449">
                  <c:v>14.706151967213142</c:v>
                </c:pt>
                <c:pt idx="450">
                  <c:v>14.706151967213142</c:v>
                </c:pt>
                <c:pt idx="451">
                  <c:v>14.706151967213142</c:v>
                </c:pt>
                <c:pt idx="452">
                  <c:v>14.706151967213142</c:v>
                </c:pt>
                <c:pt idx="453">
                  <c:v>14.706151967213142</c:v>
                </c:pt>
                <c:pt idx="454">
                  <c:v>14.706151967213142</c:v>
                </c:pt>
                <c:pt idx="455">
                  <c:v>14.706151967213142</c:v>
                </c:pt>
                <c:pt idx="456">
                  <c:v>14.706151967213142</c:v>
                </c:pt>
                <c:pt idx="457">
                  <c:v>14.706151967213142</c:v>
                </c:pt>
                <c:pt idx="458">
                  <c:v>14.706151967213142</c:v>
                </c:pt>
                <c:pt idx="459">
                  <c:v>14.706151967213142</c:v>
                </c:pt>
                <c:pt idx="460">
                  <c:v>14.706151967213142</c:v>
                </c:pt>
                <c:pt idx="461">
                  <c:v>14.706151967213142</c:v>
                </c:pt>
                <c:pt idx="462">
                  <c:v>14.706151967213142</c:v>
                </c:pt>
                <c:pt idx="463">
                  <c:v>14.706151967213142</c:v>
                </c:pt>
                <c:pt idx="464">
                  <c:v>14.706151967213142</c:v>
                </c:pt>
                <c:pt idx="465">
                  <c:v>14.706151967213142</c:v>
                </c:pt>
                <c:pt idx="466">
                  <c:v>14.706151967213142</c:v>
                </c:pt>
                <c:pt idx="467">
                  <c:v>14.706151967213142</c:v>
                </c:pt>
                <c:pt idx="468">
                  <c:v>14.706151967213142</c:v>
                </c:pt>
                <c:pt idx="469">
                  <c:v>14.706151967213142</c:v>
                </c:pt>
                <c:pt idx="470">
                  <c:v>14.706151967213142</c:v>
                </c:pt>
                <c:pt idx="471">
                  <c:v>14.706151967213142</c:v>
                </c:pt>
                <c:pt idx="472">
                  <c:v>14.706151967213142</c:v>
                </c:pt>
                <c:pt idx="473">
                  <c:v>14.706151967213142</c:v>
                </c:pt>
                <c:pt idx="474">
                  <c:v>14.706151967213142</c:v>
                </c:pt>
                <c:pt idx="475">
                  <c:v>14.706151967213142</c:v>
                </c:pt>
                <c:pt idx="476">
                  <c:v>14.706151967213142</c:v>
                </c:pt>
                <c:pt idx="477">
                  <c:v>14.706151967213142</c:v>
                </c:pt>
                <c:pt idx="478">
                  <c:v>14.706151967213142</c:v>
                </c:pt>
                <c:pt idx="479">
                  <c:v>14.706151967213142</c:v>
                </c:pt>
                <c:pt idx="480">
                  <c:v>14.706151967213142</c:v>
                </c:pt>
                <c:pt idx="481">
                  <c:v>14.706151967213142</c:v>
                </c:pt>
                <c:pt idx="482">
                  <c:v>14.706151967213142</c:v>
                </c:pt>
                <c:pt idx="483">
                  <c:v>14.706151967213142</c:v>
                </c:pt>
                <c:pt idx="484">
                  <c:v>14.706151967213142</c:v>
                </c:pt>
                <c:pt idx="485">
                  <c:v>14.706151967213142</c:v>
                </c:pt>
                <c:pt idx="486">
                  <c:v>14.706151967213142</c:v>
                </c:pt>
                <c:pt idx="487">
                  <c:v>14.706151967213142</c:v>
                </c:pt>
                <c:pt idx="488">
                  <c:v>14.706151967213142</c:v>
                </c:pt>
                <c:pt idx="489">
                  <c:v>14.706151967213142</c:v>
                </c:pt>
                <c:pt idx="490">
                  <c:v>14.706151967213142</c:v>
                </c:pt>
                <c:pt idx="491">
                  <c:v>14.706151967213142</c:v>
                </c:pt>
                <c:pt idx="492">
                  <c:v>14.706151967213142</c:v>
                </c:pt>
                <c:pt idx="493">
                  <c:v>14.706151967213142</c:v>
                </c:pt>
                <c:pt idx="494">
                  <c:v>14.706151967213142</c:v>
                </c:pt>
                <c:pt idx="495">
                  <c:v>14.706151967213142</c:v>
                </c:pt>
                <c:pt idx="496">
                  <c:v>14.706151967213142</c:v>
                </c:pt>
                <c:pt idx="497">
                  <c:v>14.706151967213142</c:v>
                </c:pt>
                <c:pt idx="498">
                  <c:v>14.706151967213142</c:v>
                </c:pt>
                <c:pt idx="499">
                  <c:v>14.706151967213142</c:v>
                </c:pt>
                <c:pt idx="500">
                  <c:v>14.706151967213142</c:v>
                </c:pt>
                <c:pt idx="501">
                  <c:v>14.706151967213142</c:v>
                </c:pt>
                <c:pt idx="502">
                  <c:v>14.706151967213142</c:v>
                </c:pt>
                <c:pt idx="503">
                  <c:v>14.706151967213142</c:v>
                </c:pt>
                <c:pt idx="504">
                  <c:v>14.706151967213142</c:v>
                </c:pt>
                <c:pt idx="505">
                  <c:v>14.706151967213142</c:v>
                </c:pt>
                <c:pt idx="506">
                  <c:v>14.706151967213142</c:v>
                </c:pt>
                <c:pt idx="507">
                  <c:v>14.706151967213142</c:v>
                </c:pt>
                <c:pt idx="508">
                  <c:v>14.706151967213142</c:v>
                </c:pt>
                <c:pt idx="509">
                  <c:v>14.706151967213142</c:v>
                </c:pt>
                <c:pt idx="510">
                  <c:v>14.706151967213142</c:v>
                </c:pt>
                <c:pt idx="511">
                  <c:v>14.706151967213142</c:v>
                </c:pt>
                <c:pt idx="512">
                  <c:v>14.706151967213142</c:v>
                </c:pt>
                <c:pt idx="513">
                  <c:v>14.706151967213142</c:v>
                </c:pt>
                <c:pt idx="514">
                  <c:v>14.706151967213142</c:v>
                </c:pt>
                <c:pt idx="515">
                  <c:v>14.706151967213142</c:v>
                </c:pt>
                <c:pt idx="516">
                  <c:v>14.706151967213142</c:v>
                </c:pt>
                <c:pt idx="517">
                  <c:v>14.706151967213142</c:v>
                </c:pt>
                <c:pt idx="518">
                  <c:v>14.706151967213142</c:v>
                </c:pt>
                <c:pt idx="519">
                  <c:v>14.706151967213142</c:v>
                </c:pt>
                <c:pt idx="520">
                  <c:v>14.706151967213142</c:v>
                </c:pt>
                <c:pt idx="521">
                  <c:v>14.706151967213142</c:v>
                </c:pt>
                <c:pt idx="522">
                  <c:v>14.706151967213142</c:v>
                </c:pt>
                <c:pt idx="523">
                  <c:v>14.706151967213142</c:v>
                </c:pt>
                <c:pt idx="524">
                  <c:v>14.706151967213142</c:v>
                </c:pt>
                <c:pt idx="525">
                  <c:v>14.706151967213142</c:v>
                </c:pt>
                <c:pt idx="526">
                  <c:v>14.706151967213142</c:v>
                </c:pt>
                <c:pt idx="527">
                  <c:v>14.706151967213142</c:v>
                </c:pt>
                <c:pt idx="528">
                  <c:v>14.706151967213142</c:v>
                </c:pt>
                <c:pt idx="529">
                  <c:v>14.706151967213142</c:v>
                </c:pt>
                <c:pt idx="530">
                  <c:v>14.706151967213142</c:v>
                </c:pt>
                <c:pt idx="531">
                  <c:v>14.706151967213142</c:v>
                </c:pt>
                <c:pt idx="532">
                  <c:v>14.706151967213142</c:v>
                </c:pt>
                <c:pt idx="533">
                  <c:v>14.706151967213142</c:v>
                </c:pt>
                <c:pt idx="534">
                  <c:v>14.706151967213142</c:v>
                </c:pt>
                <c:pt idx="535">
                  <c:v>14.706151967213142</c:v>
                </c:pt>
                <c:pt idx="536">
                  <c:v>14.706151967213142</c:v>
                </c:pt>
                <c:pt idx="537">
                  <c:v>14.706151967213142</c:v>
                </c:pt>
                <c:pt idx="538">
                  <c:v>14.706151967213142</c:v>
                </c:pt>
                <c:pt idx="539">
                  <c:v>14.706151967213142</c:v>
                </c:pt>
                <c:pt idx="540">
                  <c:v>14.706151967213142</c:v>
                </c:pt>
                <c:pt idx="541">
                  <c:v>14.706151967213142</c:v>
                </c:pt>
                <c:pt idx="542">
                  <c:v>14.706151967213142</c:v>
                </c:pt>
                <c:pt idx="543">
                  <c:v>14.706151967213142</c:v>
                </c:pt>
                <c:pt idx="544">
                  <c:v>14.706151967213142</c:v>
                </c:pt>
                <c:pt idx="545">
                  <c:v>14.706151967213142</c:v>
                </c:pt>
                <c:pt idx="546">
                  <c:v>14.706151967213142</c:v>
                </c:pt>
                <c:pt idx="547">
                  <c:v>14.706151967213142</c:v>
                </c:pt>
                <c:pt idx="548">
                  <c:v>14.706151967213142</c:v>
                </c:pt>
                <c:pt idx="549">
                  <c:v>14.706151967213142</c:v>
                </c:pt>
                <c:pt idx="550">
                  <c:v>14.706151967213142</c:v>
                </c:pt>
                <c:pt idx="551">
                  <c:v>14.706151967213142</c:v>
                </c:pt>
                <c:pt idx="552">
                  <c:v>14.706151967213142</c:v>
                </c:pt>
                <c:pt idx="553">
                  <c:v>14.706151967213142</c:v>
                </c:pt>
                <c:pt idx="554">
                  <c:v>14.706151967213142</c:v>
                </c:pt>
                <c:pt idx="555">
                  <c:v>14.706151967213142</c:v>
                </c:pt>
                <c:pt idx="556">
                  <c:v>14.706151967213142</c:v>
                </c:pt>
                <c:pt idx="557">
                  <c:v>14.706151967213142</c:v>
                </c:pt>
                <c:pt idx="558">
                  <c:v>14.706151967213142</c:v>
                </c:pt>
                <c:pt idx="559">
                  <c:v>14.706151967213142</c:v>
                </c:pt>
                <c:pt idx="560">
                  <c:v>14.706151967213142</c:v>
                </c:pt>
                <c:pt idx="561">
                  <c:v>14.706151967213142</c:v>
                </c:pt>
                <c:pt idx="562">
                  <c:v>14.706151967213142</c:v>
                </c:pt>
                <c:pt idx="563">
                  <c:v>14.706151967213142</c:v>
                </c:pt>
                <c:pt idx="564">
                  <c:v>14.706151967213142</c:v>
                </c:pt>
                <c:pt idx="565">
                  <c:v>14.706151967213142</c:v>
                </c:pt>
                <c:pt idx="566">
                  <c:v>14.706151967213142</c:v>
                </c:pt>
                <c:pt idx="567">
                  <c:v>14.706151967213142</c:v>
                </c:pt>
                <c:pt idx="568">
                  <c:v>14.706151967213142</c:v>
                </c:pt>
                <c:pt idx="569">
                  <c:v>14.706151967213142</c:v>
                </c:pt>
                <c:pt idx="570">
                  <c:v>14.706151967213142</c:v>
                </c:pt>
                <c:pt idx="571">
                  <c:v>14.706151967213142</c:v>
                </c:pt>
                <c:pt idx="572">
                  <c:v>14.706151967213142</c:v>
                </c:pt>
                <c:pt idx="573">
                  <c:v>14.706151967213142</c:v>
                </c:pt>
                <c:pt idx="574">
                  <c:v>14.706151967213142</c:v>
                </c:pt>
                <c:pt idx="575">
                  <c:v>14.706151967213142</c:v>
                </c:pt>
                <c:pt idx="576">
                  <c:v>14.706151967213142</c:v>
                </c:pt>
                <c:pt idx="577">
                  <c:v>14.706151967213142</c:v>
                </c:pt>
                <c:pt idx="578">
                  <c:v>14.706151967213142</c:v>
                </c:pt>
                <c:pt idx="579">
                  <c:v>14.706151967213142</c:v>
                </c:pt>
                <c:pt idx="580">
                  <c:v>14.706151967213142</c:v>
                </c:pt>
                <c:pt idx="581">
                  <c:v>14.706151967213142</c:v>
                </c:pt>
                <c:pt idx="582">
                  <c:v>14.706151967213142</c:v>
                </c:pt>
                <c:pt idx="583">
                  <c:v>14.706151967213142</c:v>
                </c:pt>
                <c:pt idx="584">
                  <c:v>14.706151967213142</c:v>
                </c:pt>
                <c:pt idx="585">
                  <c:v>14.706151967213142</c:v>
                </c:pt>
                <c:pt idx="586">
                  <c:v>14.706151967213142</c:v>
                </c:pt>
                <c:pt idx="587">
                  <c:v>14.706151967213142</c:v>
                </c:pt>
                <c:pt idx="588">
                  <c:v>14.706151967213142</c:v>
                </c:pt>
                <c:pt idx="589">
                  <c:v>14.706151967213142</c:v>
                </c:pt>
                <c:pt idx="590">
                  <c:v>14.706151967213142</c:v>
                </c:pt>
                <c:pt idx="591">
                  <c:v>14.706151967213142</c:v>
                </c:pt>
                <c:pt idx="592">
                  <c:v>14.706151967213142</c:v>
                </c:pt>
                <c:pt idx="593">
                  <c:v>14.706151967213142</c:v>
                </c:pt>
                <c:pt idx="594">
                  <c:v>14.706151967213142</c:v>
                </c:pt>
                <c:pt idx="595">
                  <c:v>14.706151967213142</c:v>
                </c:pt>
                <c:pt idx="596">
                  <c:v>14.706151967213142</c:v>
                </c:pt>
                <c:pt idx="597">
                  <c:v>14.706151967213142</c:v>
                </c:pt>
                <c:pt idx="598">
                  <c:v>14.706151967213142</c:v>
                </c:pt>
                <c:pt idx="599">
                  <c:v>14.706151967213142</c:v>
                </c:pt>
                <c:pt idx="600">
                  <c:v>14.706151967213142</c:v>
                </c:pt>
                <c:pt idx="601">
                  <c:v>14.706151967213142</c:v>
                </c:pt>
                <c:pt idx="602">
                  <c:v>14.706151967213142</c:v>
                </c:pt>
                <c:pt idx="603">
                  <c:v>14.706151967213142</c:v>
                </c:pt>
                <c:pt idx="604">
                  <c:v>14.706151967213142</c:v>
                </c:pt>
                <c:pt idx="605">
                  <c:v>14.706151967213142</c:v>
                </c:pt>
                <c:pt idx="606">
                  <c:v>14.706151967213142</c:v>
                </c:pt>
                <c:pt idx="607">
                  <c:v>14.706151967213142</c:v>
                </c:pt>
                <c:pt idx="608">
                  <c:v>14.706151967213142</c:v>
                </c:pt>
                <c:pt idx="609">
                  <c:v>14.706151967213142</c:v>
                </c:pt>
                <c:pt idx="610">
                  <c:v>14.706151967213142</c:v>
                </c:pt>
                <c:pt idx="611">
                  <c:v>14.706151967213142</c:v>
                </c:pt>
                <c:pt idx="612">
                  <c:v>14.706151967213142</c:v>
                </c:pt>
                <c:pt idx="613">
                  <c:v>14.706151967213142</c:v>
                </c:pt>
                <c:pt idx="614">
                  <c:v>14.706151967213142</c:v>
                </c:pt>
                <c:pt idx="615">
                  <c:v>14.706151967213142</c:v>
                </c:pt>
                <c:pt idx="616">
                  <c:v>14.706151967213142</c:v>
                </c:pt>
                <c:pt idx="617">
                  <c:v>14.706151967213142</c:v>
                </c:pt>
                <c:pt idx="618">
                  <c:v>14.706151967213142</c:v>
                </c:pt>
                <c:pt idx="619">
                  <c:v>14.706151967213142</c:v>
                </c:pt>
                <c:pt idx="620">
                  <c:v>14.706151967213142</c:v>
                </c:pt>
                <c:pt idx="621">
                  <c:v>14.706151967213142</c:v>
                </c:pt>
                <c:pt idx="622">
                  <c:v>14.706151967213142</c:v>
                </c:pt>
                <c:pt idx="623">
                  <c:v>14.706151967213142</c:v>
                </c:pt>
                <c:pt idx="624">
                  <c:v>14.706151967213142</c:v>
                </c:pt>
                <c:pt idx="625">
                  <c:v>14.706151967213142</c:v>
                </c:pt>
                <c:pt idx="626">
                  <c:v>14.706151967213142</c:v>
                </c:pt>
                <c:pt idx="627">
                  <c:v>14.706151967213142</c:v>
                </c:pt>
                <c:pt idx="628">
                  <c:v>14.706151967213142</c:v>
                </c:pt>
                <c:pt idx="629">
                  <c:v>14.706151967213142</c:v>
                </c:pt>
                <c:pt idx="630">
                  <c:v>14.706151967213142</c:v>
                </c:pt>
                <c:pt idx="631">
                  <c:v>14.706151967213142</c:v>
                </c:pt>
                <c:pt idx="632">
                  <c:v>14.706151967213142</c:v>
                </c:pt>
                <c:pt idx="633">
                  <c:v>14.706151967213142</c:v>
                </c:pt>
                <c:pt idx="634">
                  <c:v>14.706151967213142</c:v>
                </c:pt>
                <c:pt idx="635">
                  <c:v>14.706151967213142</c:v>
                </c:pt>
                <c:pt idx="636">
                  <c:v>14.706151967213142</c:v>
                </c:pt>
                <c:pt idx="637">
                  <c:v>14.706151967213142</c:v>
                </c:pt>
                <c:pt idx="638">
                  <c:v>14.706151967213142</c:v>
                </c:pt>
                <c:pt idx="639">
                  <c:v>14.706151967213142</c:v>
                </c:pt>
                <c:pt idx="640">
                  <c:v>14.706151967213142</c:v>
                </c:pt>
                <c:pt idx="641">
                  <c:v>14.706151967213142</c:v>
                </c:pt>
                <c:pt idx="642">
                  <c:v>14.706151967213142</c:v>
                </c:pt>
                <c:pt idx="643">
                  <c:v>14.706151967213142</c:v>
                </c:pt>
                <c:pt idx="644">
                  <c:v>14.706151967213142</c:v>
                </c:pt>
                <c:pt idx="645">
                  <c:v>14.706151967213142</c:v>
                </c:pt>
                <c:pt idx="646">
                  <c:v>14.706151967213142</c:v>
                </c:pt>
                <c:pt idx="647">
                  <c:v>14.706151967213142</c:v>
                </c:pt>
                <c:pt idx="648">
                  <c:v>14.706151967213142</c:v>
                </c:pt>
                <c:pt idx="649">
                  <c:v>14.706151967213142</c:v>
                </c:pt>
                <c:pt idx="650">
                  <c:v>14.706151967213142</c:v>
                </c:pt>
                <c:pt idx="651">
                  <c:v>14.706151967213142</c:v>
                </c:pt>
                <c:pt idx="652">
                  <c:v>14.706151967213142</c:v>
                </c:pt>
                <c:pt idx="653">
                  <c:v>14.706151967213142</c:v>
                </c:pt>
                <c:pt idx="654">
                  <c:v>14.706151967213142</c:v>
                </c:pt>
                <c:pt idx="655">
                  <c:v>14.706151967213142</c:v>
                </c:pt>
                <c:pt idx="656">
                  <c:v>14.706151967213142</c:v>
                </c:pt>
                <c:pt idx="657">
                  <c:v>14.706151967213142</c:v>
                </c:pt>
                <c:pt idx="658">
                  <c:v>14.706151967213142</c:v>
                </c:pt>
                <c:pt idx="659">
                  <c:v>14.706151967213142</c:v>
                </c:pt>
                <c:pt idx="660">
                  <c:v>14.706151967213142</c:v>
                </c:pt>
                <c:pt idx="661">
                  <c:v>14.706151967213142</c:v>
                </c:pt>
                <c:pt idx="662">
                  <c:v>14.706151967213142</c:v>
                </c:pt>
                <c:pt idx="663">
                  <c:v>14.706151967213142</c:v>
                </c:pt>
                <c:pt idx="664">
                  <c:v>14.706151967213142</c:v>
                </c:pt>
                <c:pt idx="665">
                  <c:v>14.706151967213142</c:v>
                </c:pt>
                <c:pt idx="666">
                  <c:v>14.706151967213142</c:v>
                </c:pt>
                <c:pt idx="667">
                  <c:v>14.706151967213142</c:v>
                </c:pt>
                <c:pt idx="668">
                  <c:v>14.706151967213142</c:v>
                </c:pt>
                <c:pt idx="669">
                  <c:v>14.706151967213142</c:v>
                </c:pt>
                <c:pt idx="670">
                  <c:v>14.706151967213142</c:v>
                </c:pt>
                <c:pt idx="671">
                  <c:v>14.706151967213142</c:v>
                </c:pt>
                <c:pt idx="672">
                  <c:v>14.706151967213142</c:v>
                </c:pt>
                <c:pt idx="673">
                  <c:v>14.706151967213142</c:v>
                </c:pt>
                <c:pt idx="674">
                  <c:v>14.706151967213142</c:v>
                </c:pt>
                <c:pt idx="675">
                  <c:v>14.706151967213142</c:v>
                </c:pt>
                <c:pt idx="676">
                  <c:v>14.706151967213142</c:v>
                </c:pt>
                <c:pt idx="677">
                  <c:v>14.706151967213142</c:v>
                </c:pt>
                <c:pt idx="678">
                  <c:v>14.706151967213142</c:v>
                </c:pt>
                <c:pt idx="679">
                  <c:v>14.706151967213142</c:v>
                </c:pt>
                <c:pt idx="680">
                  <c:v>14.706151967213142</c:v>
                </c:pt>
                <c:pt idx="681">
                  <c:v>14.706151967213142</c:v>
                </c:pt>
                <c:pt idx="682">
                  <c:v>14.706151967213142</c:v>
                </c:pt>
                <c:pt idx="683">
                  <c:v>14.706151967213142</c:v>
                </c:pt>
                <c:pt idx="684">
                  <c:v>14.706151967213142</c:v>
                </c:pt>
                <c:pt idx="685">
                  <c:v>14.706151967213142</c:v>
                </c:pt>
                <c:pt idx="686">
                  <c:v>14.706151967213142</c:v>
                </c:pt>
                <c:pt idx="687">
                  <c:v>14.706151967213142</c:v>
                </c:pt>
                <c:pt idx="688">
                  <c:v>14.706151967213142</c:v>
                </c:pt>
                <c:pt idx="689">
                  <c:v>14.706151967213142</c:v>
                </c:pt>
                <c:pt idx="690">
                  <c:v>14.706151967213142</c:v>
                </c:pt>
                <c:pt idx="691">
                  <c:v>14.706151967213142</c:v>
                </c:pt>
                <c:pt idx="692">
                  <c:v>14.706151967213142</c:v>
                </c:pt>
                <c:pt idx="693">
                  <c:v>14.706151967213142</c:v>
                </c:pt>
                <c:pt idx="694">
                  <c:v>14.706151967213142</c:v>
                </c:pt>
                <c:pt idx="695">
                  <c:v>14.706151967213142</c:v>
                </c:pt>
                <c:pt idx="696">
                  <c:v>14.706151967213142</c:v>
                </c:pt>
                <c:pt idx="697">
                  <c:v>14.706151967213142</c:v>
                </c:pt>
                <c:pt idx="698">
                  <c:v>14.706151967213142</c:v>
                </c:pt>
                <c:pt idx="699">
                  <c:v>14.706151967213142</c:v>
                </c:pt>
                <c:pt idx="700">
                  <c:v>14.706151967213142</c:v>
                </c:pt>
                <c:pt idx="701">
                  <c:v>14.706151967213142</c:v>
                </c:pt>
                <c:pt idx="702">
                  <c:v>14.706151967213142</c:v>
                </c:pt>
                <c:pt idx="703">
                  <c:v>14.706151967213142</c:v>
                </c:pt>
                <c:pt idx="704">
                  <c:v>14.706151967213142</c:v>
                </c:pt>
                <c:pt idx="705">
                  <c:v>14.706151967213142</c:v>
                </c:pt>
                <c:pt idx="706">
                  <c:v>14.706151967213142</c:v>
                </c:pt>
                <c:pt idx="707">
                  <c:v>14.706151967213142</c:v>
                </c:pt>
                <c:pt idx="708">
                  <c:v>14.706151967213142</c:v>
                </c:pt>
                <c:pt idx="709">
                  <c:v>14.706151967213142</c:v>
                </c:pt>
                <c:pt idx="710">
                  <c:v>14.706151967213142</c:v>
                </c:pt>
                <c:pt idx="711">
                  <c:v>14.706151967213142</c:v>
                </c:pt>
                <c:pt idx="712">
                  <c:v>14.706151967213142</c:v>
                </c:pt>
                <c:pt idx="713">
                  <c:v>14.706151967213142</c:v>
                </c:pt>
                <c:pt idx="714">
                  <c:v>14.706151967213142</c:v>
                </c:pt>
                <c:pt idx="715">
                  <c:v>14.706151967213142</c:v>
                </c:pt>
                <c:pt idx="716">
                  <c:v>14.706151967213142</c:v>
                </c:pt>
                <c:pt idx="717">
                  <c:v>14.706151967213142</c:v>
                </c:pt>
                <c:pt idx="718">
                  <c:v>14.706151967213142</c:v>
                </c:pt>
                <c:pt idx="719">
                  <c:v>14.706151967213142</c:v>
                </c:pt>
                <c:pt idx="720">
                  <c:v>14.706151967213142</c:v>
                </c:pt>
                <c:pt idx="721">
                  <c:v>14.706151967213142</c:v>
                </c:pt>
                <c:pt idx="722">
                  <c:v>14.706151967213142</c:v>
                </c:pt>
                <c:pt idx="723">
                  <c:v>14.706151967213142</c:v>
                </c:pt>
                <c:pt idx="724">
                  <c:v>14.706151967213142</c:v>
                </c:pt>
                <c:pt idx="725">
                  <c:v>14.706151967213142</c:v>
                </c:pt>
                <c:pt idx="726">
                  <c:v>14.706151967213142</c:v>
                </c:pt>
                <c:pt idx="727">
                  <c:v>14.706151967213142</c:v>
                </c:pt>
                <c:pt idx="728">
                  <c:v>14.706151967213142</c:v>
                </c:pt>
                <c:pt idx="729">
                  <c:v>14.706151967213142</c:v>
                </c:pt>
                <c:pt idx="730">
                  <c:v>14.706151967213142</c:v>
                </c:pt>
                <c:pt idx="731">
                  <c:v>14.706151967213142</c:v>
                </c:pt>
                <c:pt idx="732">
                  <c:v>14.706151967213142</c:v>
                </c:pt>
                <c:pt idx="733">
                  <c:v>14.706151967213142</c:v>
                </c:pt>
                <c:pt idx="734">
                  <c:v>14.706151967213142</c:v>
                </c:pt>
                <c:pt idx="735">
                  <c:v>14.706151967213142</c:v>
                </c:pt>
                <c:pt idx="736">
                  <c:v>14.706151967213142</c:v>
                </c:pt>
                <c:pt idx="737">
                  <c:v>14.706151967213142</c:v>
                </c:pt>
                <c:pt idx="738">
                  <c:v>14.706151967213142</c:v>
                </c:pt>
                <c:pt idx="739">
                  <c:v>14.706151967213142</c:v>
                </c:pt>
                <c:pt idx="740">
                  <c:v>14.706151967213142</c:v>
                </c:pt>
                <c:pt idx="741">
                  <c:v>14.706151967213142</c:v>
                </c:pt>
                <c:pt idx="742">
                  <c:v>14.706151967213142</c:v>
                </c:pt>
                <c:pt idx="743">
                  <c:v>14.706151967213142</c:v>
                </c:pt>
                <c:pt idx="744">
                  <c:v>14.706151967213142</c:v>
                </c:pt>
                <c:pt idx="745">
                  <c:v>14.706151967213142</c:v>
                </c:pt>
                <c:pt idx="746">
                  <c:v>14.706151967213142</c:v>
                </c:pt>
                <c:pt idx="747">
                  <c:v>14.706151967213142</c:v>
                </c:pt>
                <c:pt idx="748">
                  <c:v>14.706151967213142</c:v>
                </c:pt>
                <c:pt idx="749">
                  <c:v>14.706151967213142</c:v>
                </c:pt>
                <c:pt idx="750">
                  <c:v>14.706151967213142</c:v>
                </c:pt>
                <c:pt idx="751">
                  <c:v>14.706151967213142</c:v>
                </c:pt>
                <c:pt idx="752">
                  <c:v>14.706151967213142</c:v>
                </c:pt>
                <c:pt idx="753">
                  <c:v>14.706151967213142</c:v>
                </c:pt>
                <c:pt idx="754">
                  <c:v>14.706151967213142</c:v>
                </c:pt>
                <c:pt idx="755">
                  <c:v>14.706151967213142</c:v>
                </c:pt>
                <c:pt idx="756">
                  <c:v>14.706151967213142</c:v>
                </c:pt>
                <c:pt idx="757">
                  <c:v>14.706151967213142</c:v>
                </c:pt>
                <c:pt idx="758">
                  <c:v>14.706151967213142</c:v>
                </c:pt>
                <c:pt idx="759">
                  <c:v>14.706151967213142</c:v>
                </c:pt>
                <c:pt idx="760">
                  <c:v>14.706151967213142</c:v>
                </c:pt>
                <c:pt idx="761">
                  <c:v>14.706151967213142</c:v>
                </c:pt>
                <c:pt idx="762">
                  <c:v>14.706151967213142</c:v>
                </c:pt>
                <c:pt idx="763">
                  <c:v>14.706151967213142</c:v>
                </c:pt>
                <c:pt idx="764">
                  <c:v>14.706151967213142</c:v>
                </c:pt>
                <c:pt idx="765">
                  <c:v>14.706151967213142</c:v>
                </c:pt>
                <c:pt idx="766">
                  <c:v>14.706151967213142</c:v>
                </c:pt>
                <c:pt idx="767">
                  <c:v>14.706151967213142</c:v>
                </c:pt>
                <c:pt idx="768">
                  <c:v>14.706151967213142</c:v>
                </c:pt>
                <c:pt idx="769">
                  <c:v>14.706151967213142</c:v>
                </c:pt>
                <c:pt idx="770">
                  <c:v>14.706151967213142</c:v>
                </c:pt>
                <c:pt idx="771">
                  <c:v>14.706151967213142</c:v>
                </c:pt>
                <c:pt idx="772">
                  <c:v>14.706151967213142</c:v>
                </c:pt>
                <c:pt idx="773">
                  <c:v>14.706151967213142</c:v>
                </c:pt>
                <c:pt idx="774">
                  <c:v>14.706151967213142</c:v>
                </c:pt>
                <c:pt idx="775">
                  <c:v>14.706151967213142</c:v>
                </c:pt>
                <c:pt idx="776">
                  <c:v>14.706151967213142</c:v>
                </c:pt>
                <c:pt idx="777">
                  <c:v>14.706151967213142</c:v>
                </c:pt>
                <c:pt idx="778">
                  <c:v>14.706151967213142</c:v>
                </c:pt>
                <c:pt idx="779">
                  <c:v>14.706151967213142</c:v>
                </c:pt>
                <c:pt idx="780">
                  <c:v>14.706151967213142</c:v>
                </c:pt>
                <c:pt idx="781">
                  <c:v>14.706151967213142</c:v>
                </c:pt>
                <c:pt idx="782">
                  <c:v>14.706151967213142</c:v>
                </c:pt>
                <c:pt idx="783">
                  <c:v>14.706151967213142</c:v>
                </c:pt>
                <c:pt idx="784">
                  <c:v>14.706151967213142</c:v>
                </c:pt>
                <c:pt idx="785">
                  <c:v>14.706151967213142</c:v>
                </c:pt>
                <c:pt idx="786">
                  <c:v>14.706151967213142</c:v>
                </c:pt>
                <c:pt idx="787">
                  <c:v>14.706151967213142</c:v>
                </c:pt>
                <c:pt idx="788">
                  <c:v>14.706151967213142</c:v>
                </c:pt>
                <c:pt idx="789">
                  <c:v>14.706151967213142</c:v>
                </c:pt>
                <c:pt idx="790">
                  <c:v>14.706151967213142</c:v>
                </c:pt>
                <c:pt idx="791">
                  <c:v>14.706151967213142</c:v>
                </c:pt>
                <c:pt idx="792">
                  <c:v>14.706151967213142</c:v>
                </c:pt>
                <c:pt idx="793">
                  <c:v>14.706151967213142</c:v>
                </c:pt>
                <c:pt idx="794">
                  <c:v>14.706151967213142</c:v>
                </c:pt>
                <c:pt idx="795">
                  <c:v>14.706151967213142</c:v>
                </c:pt>
                <c:pt idx="796">
                  <c:v>14.706151967213142</c:v>
                </c:pt>
                <c:pt idx="797">
                  <c:v>14.706151967213142</c:v>
                </c:pt>
                <c:pt idx="798">
                  <c:v>14.706151967213142</c:v>
                </c:pt>
                <c:pt idx="799">
                  <c:v>14.706151967213142</c:v>
                </c:pt>
                <c:pt idx="800">
                  <c:v>14.706151967213142</c:v>
                </c:pt>
                <c:pt idx="801">
                  <c:v>14.706151967213142</c:v>
                </c:pt>
                <c:pt idx="802">
                  <c:v>14.706151967213142</c:v>
                </c:pt>
                <c:pt idx="803">
                  <c:v>14.706151967213142</c:v>
                </c:pt>
                <c:pt idx="804">
                  <c:v>14.706151967213142</c:v>
                </c:pt>
                <c:pt idx="805">
                  <c:v>14.706151967213142</c:v>
                </c:pt>
                <c:pt idx="806">
                  <c:v>14.706151967213142</c:v>
                </c:pt>
                <c:pt idx="807">
                  <c:v>14.706151967213142</c:v>
                </c:pt>
                <c:pt idx="808">
                  <c:v>14.706151967213142</c:v>
                </c:pt>
                <c:pt idx="809">
                  <c:v>14.706151967213142</c:v>
                </c:pt>
                <c:pt idx="810">
                  <c:v>14.706151967213142</c:v>
                </c:pt>
                <c:pt idx="811">
                  <c:v>14.706151967213142</c:v>
                </c:pt>
                <c:pt idx="812">
                  <c:v>14.706151967213142</c:v>
                </c:pt>
                <c:pt idx="813">
                  <c:v>14.706151967213142</c:v>
                </c:pt>
                <c:pt idx="814">
                  <c:v>14.706151967213142</c:v>
                </c:pt>
                <c:pt idx="815">
                  <c:v>14.706151967213142</c:v>
                </c:pt>
                <c:pt idx="816">
                  <c:v>14.706151967213142</c:v>
                </c:pt>
                <c:pt idx="817">
                  <c:v>14.706151967213142</c:v>
                </c:pt>
                <c:pt idx="818">
                  <c:v>14.706151967213142</c:v>
                </c:pt>
                <c:pt idx="819">
                  <c:v>14.706151967213142</c:v>
                </c:pt>
                <c:pt idx="820">
                  <c:v>14.706151967213142</c:v>
                </c:pt>
                <c:pt idx="821">
                  <c:v>14.706151967213142</c:v>
                </c:pt>
                <c:pt idx="822">
                  <c:v>14.706151967213142</c:v>
                </c:pt>
                <c:pt idx="823">
                  <c:v>14.706151967213142</c:v>
                </c:pt>
                <c:pt idx="824">
                  <c:v>14.706151967213142</c:v>
                </c:pt>
                <c:pt idx="825">
                  <c:v>14.706151967213142</c:v>
                </c:pt>
                <c:pt idx="826">
                  <c:v>14.706151967213142</c:v>
                </c:pt>
                <c:pt idx="827">
                  <c:v>14.706151967213142</c:v>
                </c:pt>
                <c:pt idx="828">
                  <c:v>14.706151967213142</c:v>
                </c:pt>
                <c:pt idx="829">
                  <c:v>14.706151967213142</c:v>
                </c:pt>
                <c:pt idx="830">
                  <c:v>14.706151967213142</c:v>
                </c:pt>
                <c:pt idx="831">
                  <c:v>14.706151967213142</c:v>
                </c:pt>
                <c:pt idx="832">
                  <c:v>14.706151967213142</c:v>
                </c:pt>
                <c:pt idx="833">
                  <c:v>14.706151967213142</c:v>
                </c:pt>
                <c:pt idx="834">
                  <c:v>14.706151967213142</c:v>
                </c:pt>
                <c:pt idx="835">
                  <c:v>14.706151967213142</c:v>
                </c:pt>
                <c:pt idx="836">
                  <c:v>14.706151967213142</c:v>
                </c:pt>
                <c:pt idx="837">
                  <c:v>14.706151967213142</c:v>
                </c:pt>
                <c:pt idx="838">
                  <c:v>14.706151967213142</c:v>
                </c:pt>
                <c:pt idx="839">
                  <c:v>14.706151967213142</c:v>
                </c:pt>
                <c:pt idx="840">
                  <c:v>14.706151967213142</c:v>
                </c:pt>
                <c:pt idx="841">
                  <c:v>14.706151967213142</c:v>
                </c:pt>
                <c:pt idx="842">
                  <c:v>14.706151967213142</c:v>
                </c:pt>
                <c:pt idx="843">
                  <c:v>14.706151967213142</c:v>
                </c:pt>
                <c:pt idx="844">
                  <c:v>14.706151967213142</c:v>
                </c:pt>
                <c:pt idx="845">
                  <c:v>14.706151967213142</c:v>
                </c:pt>
                <c:pt idx="846">
                  <c:v>14.706151967213142</c:v>
                </c:pt>
                <c:pt idx="847">
                  <c:v>14.706151967213142</c:v>
                </c:pt>
                <c:pt idx="848">
                  <c:v>14.706151967213142</c:v>
                </c:pt>
                <c:pt idx="849">
                  <c:v>14.706151967213142</c:v>
                </c:pt>
                <c:pt idx="850">
                  <c:v>14.706151967213142</c:v>
                </c:pt>
                <c:pt idx="851">
                  <c:v>14.706151967213142</c:v>
                </c:pt>
                <c:pt idx="852">
                  <c:v>14.706151967213142</c:v>
                </c:pt>
                <c:pt idx="853">
                  <c:v>14.706151967213142</c:v>
                </c:pt>
                <c:pt idx="854">
                  <c:v>14.706151967213142</c:v>
                </c:pt>
                <c:pt idx="855">
                  <c:v>14.706151967213142</c:v>
                </c:pt>
                <c:pt idx="856">
                  <c:v>14.706151967213142</c:v>
                </c:pt>
                <c:pt idx="857">
                  <c:v>14.706151967213142</c:v>
                </c:pt>
                <c:pt idx="858">
                  <c:v>14.706151967213142</c:v>
                </c:pt>
                <c:pt idx="859">
                  <c:v>14.706151967213142</c:v>
                </c:pt>
                <c:pt idx="860">
                  <c:v>14.706151967213142</c:v>
                </c:pt>
                <c:pt idx="861">
                  <c:v>14.706151967213142</c:v>
                </c:pt>
                <c:pt idx="862">
                  <c:v>14.706151967213142</c:v>
                </c:pt>
                <c:pt idx="863">
                  <c:v>14.706151967213142</c:v>
                </c:pt>
                <c:pt idx="864">
                  <c:v>14.706151967213142</c:v>
                </c:pt>
                <c:pt idx="865">
                  <c:v>14.706151967213142</c:v>
                </c:pt>
                <c:pt idx="866">
                  <c:v>14.706151967213142</c:v>
                </c:pt>
                <c:pt idx="867">
                  <c:v>14.706151967213142</c:v>
                </c:pt>
                <c:pt idx="868">
                  <c:v>14.706151967213142</c:v>
                </c:pt>
                <c:pt idx="869">
                  <c:v>14.706151967213142</c:v>
                </c:pt>
                <c:pt idx="870">
                  <c:v>14.706151967213142</c:v>
                </c:pt>
                <c:pt idx="871">
                  <c:v>14.706151967213142</c:v>
                </c:pt>
                <c:pt idx="872">
                  <c:v>14.706151967213142</c:v>
                </c:pt>
                <c:pt idx="873">
                  <c:v>14.706151967213142</c:v>
                </c:pt>
                <c:pt idx="874">
                  <c:v>14.706151967213142</c:v>
                </c:pt>
                <c:pt idx="875">
                  <c:v>14.706151967213142</c:v>
                </c:pt>
                <c:pt idx="876">
                  <c:v>14.706151967213142</c:v>
                </c:pt>
                <c:pt idx="877">
                  <c:v>14.706151967213142</c:v>
                </c:pt>
                <c:pt idx="878">
                  <c:v>14.706151967213142</c:v>
                </c:pt>
                <c:pt idx="879">
                  <c:v>14.706151967213142</c:v>
                </c:pt>
                <c:pt idx="880">
                  <c:v>14.706151967213142</c:v>
                </c:pt>
                <c:pt idx="881">
                  <c:v>14.706151967213142</c:v>
                </c:pt>
                <c:pt idx="882">
                  <c:v>14.706151967213142</c:v>
                </c:pt>
                <c:pt idx="883">
                  <c:v>14.706151967213142</c:v>
                </c:pt>
                <c:pt idx="884">
                  <c:v>14.706151967213142</c:v>
                </c:pt>
                <c:pt idx="885">
                  <c:v>14.706151967213142</c:v>
                </c:pt>
                <c:pt idx="886">
                  <c:v>14.706151967213142</c:v>
                </c:pt>
                <c:pt idx="887">
                  <c:v>14.706151967213142</c:v>
                </c:pt>
                <c:pt idx="888">
                  <c:v>14.706151967213142</c:v>
                </c:pt>
                <c:pt idx="889">
                  <c:v>14.706151967213142</c:v>
                </c:pt>
                <c:pt idx="890">
                  <c:v>14.706151967213142</c:v>
                </c:pt>
                <c:pt idx="891">
                  <c:v>14.706151967213142</c:v>
                </c:pt>
                <c:pt idx="892">
                  <c:v>14.706151967213142</c:v>
                </c:pt>
                <c:pt idx="893">
                  <c:v>14.706151967213142</c:v>
                </c:pt>
                <c:pt idx="894">
                  <c:v>14.706151967213142</c:v>
                </c:pt>
                <c:pt idx="895">
                  <c:v>14.706151967213142</c:v>
                </c:pt>
                <c:pt idx="896">
                  <c:v>14.706151967213142</c:v>
                </c:pt>
                <c:pt idx="897">
                  <c:v>14.706151967213142</c:v>
                </c:pt>
                <c:pt idx="898">
                  <c:v>14.706151967213142</c:v>
                </c:pt>
                <c:pt idx="899">
                  <c:v>14.706151967213142</c:v>
                </c:pt>
                <c:pt idx="900">
                  <c:v>14.706151967213142</c:v>
                </c:pt>
                <c:pt idx="901">
                  <c:v>14.706151967213142</c:v>
                </c:pt>
                <c:pt idx="902">
                  <c:v>14.706151967213142</c:v>
                </c:pt>
                <c:pt idx="903">
                  <c:v>14.706151967213142</c:v>
                </c:pt>
                <c:pt idx="904">
                  <c:v>14.706151967213142</c:v>
                </c:pt>
                <c:pt idx="905">
                  <c:v>14.706151967213142</c:v>
                </c:pt>
                <c:pt idx="906">
                  <c:v>14.706151967213142</c:v>
                </c:pt>
                <c:pt idx="907">
                  <c:v>14.706151967213142</c:v>
                </c:pt>
                <c:pt idx="908">
                  <c:v>14.706151967213142</c:v>
                </c:pt>
                <c:pt idx="909">
                  <c:v>14.706151967213142</c:v>
                </c:pt>
                <c:pt idx="910">
                  <c:v>14.706151967213142</c:v>
                </c:pt>
                <c:pt idx="911">
                  <c:v>14.706151967213142</c:v>
                </c:pt>
                <c:pt idx="912">
                  <c:v>14.706151967213142</c:v>
                </c:pt>
                <c:pt idx="913">
                  <c:v>14.706151967213142</c:v>
                </c:pt>
                <c:pt idx="914">
                  <c:v>14.706151967213142</c:v>
                </c:pt>
                <c:pt idx="915">
                  <c:v>14.706151967213142</c:v>
                </c:pt>
                <c:pt idx="916">
                  <c:v>14.706151967213142</c:v>
                </c:pt>
                <c:pt idx="917">
                  <c:v>14.706151967213142</c:v>
                </c:pt>
                <c:pt idx="918">
                  <c:v>14.706151967213142</c:v>
                </c:pt>
                <c:pt idx="919">
                  <c:v>14.706151967213142</c:v>
                </c:pt>
                <c:pt idx="920">
                  <c:v>14.706151967213142</c:v>
                </c:pt>
                <c:pt idx="921">
                  <c:v>14.706151967213142</c:v>
                </c:pt>
                <c:pt idx="922">
                  <c:v>14.706151967213142</c:v>
                </c:pt>
                <c:pt idx="923">
                  <c:v>14.706151967213142</c:v>
                </c:pt>
                <c:pt idx="924">
                  <c:v>14.706151967213142</c:v>
                </c:pt>
                <c:pt idx="925">
                  <c:v>14.706151967213142</c:v>
                </c:pt>
                <c:pt idx="926">
                  <c:v>14.706151967213142</c:v>
                </c:pt>
                <c:pt idx="927">
                  <c:v>14.706151967213142</c:v>
                </c:pt>
                <c:pt idx="928">
                  <c:v>14.706151967213142</c:v>
                </c:pt>
                <c:pt idx="929">
                  <c:v>14.706151967213142</c:v>
                </c:pt>
                <c:pt idx="930">
                  <c:v>14.706151967213142</c:v>
                </c:pt>
                <c:pt idx="931">
                  <c:v>14.706151967213142</c:v>
                </c:pt>
                <c:pt idx="932">
                  <c:v>14.706151967213142</c:v>
                </c:pt>
                <c:pt idx="933">
                  <c:v>14.706151967213142</c:v>
                </c:pt>
                <c:pt idx="934">
                  <c:v>14.706151967213142</c:v>
                </c:pt>
                <c:pt idx="935">
                  <c:v>14.706151967213142</c:v>
                </c:pt>
                <c:pt idx="936">
                  <c:v>14.706151967213142</c:v>
                </c:pt>
                <c:pt idx="937">
                  <c:v>14.706151967213142</c:v>
                </c:pt>
                <c:pt idx="938">
                  <c:v>14.706151967213142</c:v>
                </c:pt>
                <c:pt idx="939">
                  <c:v>14.706151967213142</c:v>
                </c:pt>
                <c:pt idx="940">
                  <c:v>14.706151967213142</c:v>
                </c:pt>
                <c:pt idx="941">
                  <c:v>14.706151967213142</c:v>
                </c:pt>
                <c:pt idx="942">
                  <c:v>14.706151967213142</c:v>
                </c:pt>
                <c:pt idx="943">
                  <c:v>14.706151967213142</c:v>
                </c:pt>
                <c:pt idx="944">
                  <c:v>14.706151967213142</c:v>
                </c:pt>
                <c:pt idx="945">
                  <c:v>14.706151967213142</c:v>
                </c:pt>
                <c:pt idx="946">
                  <c:v>14.706151967213142</c:v>
                </c:pt>
                <c:pt idx="947">
                  <c:v>14.706151967213142</c:v>
                </c:pt>
                <c:pt idx="948">
                  <c:v>14.706151967213142</c:v>
                </c:pt>
                <c:pt idx="949">
                  <c:v>14.706151967213142</c:v>
                </c:pt>
                <c:pt idx="950">
                  <c:v>14.706151967213142</c:v>
                </c:pt>
                <c:pt idx="951">
                  <c:v>14.706151967213142</c:v>
                </c:pt>
                <c:pt idx="952">
                  <c:v>14.706151967213142</c:v>
                </c:pt>
                <c:pt idx="953">
                  <c:v>14.706151967213142</c:v>
                </c:pt>
                <c:pt idx="954">
                  <c:v>14.706151967213142</c:v>
                </c:pt>
                <c:pt idx="955">
                  <c:v>14.706151967213142</c:v>
                </c:pt>
                <c:pt idx="956">
                  <c:v>14.706151967213142</c:v>
                </c:pt>
                <c:pt idx="957">
                  <c:v>14.706151967213142</c:v>
                </c:pt>
                <c:pt idx="958">
                  <c:v>14.706151967213142</c:v>
                </c:pt>
                <c:pt idx="959">
                  <c:v>14.706151967213142</c:v>
                </c:pt>
                <c:pt idx="960">
                  <c:v>14.706151967213142</c:v>
                </c:pt>
                <c:pt idx="961">
                  <c:v>14.706151967213142</c:v>
                </c:pt>
                <c:pt idx="962">
                  <c:v>14.706151967213142</c:v>
                </c:pt>
                <c:pt idx="963">
                  <c:v>14.706151967213142</c:v>
                </c:pt>
                <c:pt idx="964">
                  <c:v>14.706151967213142</c:v>
                </c:pt>
                <c:pt idx="965">
                  <c:v>14.706151967213142</c:v>
                </c:pt>
                <c:pt idx="966">
                  <c:v>14.706151967213142</c:v>
                </c:pt>
                <c:pt idx="967">
                  <c:v>14.706151967213142</c:v>
                </c:pt>
                <c:pt idx="968">
                  <c:v>14.706151967213142</c:v>
                </c:pt>
                <c:pt idx="969">
                  <c:v>14.706151967213142</c:v>
                </c:pt>
                <c:pt idx="970">
                  <c:v>14.706151967213142</c:v>
                </c:pt>
                <c:pt idx="971">
                  <c:v>14.706151967213142</c:v>
                </c:pt>
                <c:pt idx="972">
                  <c:v>14.706151967213142</c:v>
                </c:pt>
                <c:pt idx="973">
                  <c:v>14.706151967213142</c:v>
                </c:pt>
                <c:pt idx="974">
                  <c:v>14.706151967213142</c:v>
                </c:pt>
                <c:pt idx="975">
                  <c:v>14.706151967213142</c:v>
                </c:pt>
                <c:pt idx="976">
                  <c:v>14.706151967213142</c:v>
                </c:pt>
                <c:pt idx="977">
                  <c:v>14.706151967213142</c:v>
                </c:pt>
                <c:pt idx="978">
                  <c:v>14.706151967213142</c:v>
                </c:pt>
                <c:pt idx="979">
                  <c:v>14.706151967213142</c:v>
                </c:pt>
                <c:pt idx="980">
                  <c:v>14.706151967213142</c:v>
                </c:pt>
                <c:pt idx="981">
                  <c:v>14.706151967213142</c:v>
                </c:pt>
                <c:pt idx="982">
                  <c:v>14.706151967213142</c:v>
                </c:pt>
                <c:pt idx="983">
                  <c:v>14.706151967213142</c:v>
                </c:pt>
                <c:pt idx="984">
                  <c:v>14.706151967213142</c:v>
                </c:pt>
                <c:pt idx="985">
                  <c:v>14.706151967213142</c:v>
                </c:pt>
                <c:pt idx="986">
                  <c:v>14.706151967213142</c:v>
                </c:pt>
                <c:pt idx="987">
                  <c:v>14.706151967213142</c:v>
                </c:pt>
                <c:pt idx="988">
                  <c:v>14.706151967213142</c:v>
                </c:pt>
                <c:pt idx="989">
                  <c:v>14.706151967213142</c:v>
                </c:pt>
                <c:pt idx="990">
                  <c:v>14.706151967213142</c:v>
                </c:pt>
                <c:pt idx="991">
                  <c:v>14.706151967213142</c:v>
                </c:pt>
                <c:pt idx="992">
                  <c:v>14.706151967213142</c:v>
                </c:pt>
                <c:pt idx="993">
                  <c:v>14.706151967213142</c:v>
                </c:pt>
                <c:pt idx="994">
                  <c:v>14.706151967213142</c:v>
                </c:pt>
                <c:pt idx="995">
                  <c:v>14.706151967213142</c:v>
                </c:pt>
                <c:pt idx="996">
                  <c:v>14.706151967213142</c:v>
                </c:pt>
                <c:pt idx="997">
                  <c:v>14.706151967213142</c:v>
                </c:pt>
                <c:pt idx="998">
                  <c:v>14.706151967213142</c:v>
                </c:pt>
                <c:pt idx="999">
                  <c:v>14.706151967213142</c:v>
                </c:pt>
                <c:pt idx="1000">
                  <c:v>14.706151967213142</c:v>
                </c:pt>
                <c:pt idx="1001">
                  <c:v>14.706151967213142</c:v>
                </c:pt>
                <c:pt idx="1002">
                  <c:v>14.706151967213142</c:v>
                </c:pt>
                <c:pt idx="1003">
                  <c:v>14.706151967213142</c:v>
                </c:pt>
                <c:pt idx="1004">
                  <c:v>14.706151967213142</c:v>
                </c:pt>
                <c:pt idx="1005">
                  <c:v>14.706151967213142</c:v>
                </c:pt>
                <c:pt idx="1006">
                  <c:v>14.706151967213142</c:v>
                </c:pt>
                <c:pt idx="1007">
                  <c:v>14.706151967213142</c:v>
                </c:pt>
                <c:pt idx="1008">
                  <c:v>14.706151967213142</c:v>
                </c:pt>
                <c:pt idx="1009">
                  <c:v>14.706151967213142</c:v>
                </c:pt>
                <c:pt idx="1010">
                  <c:v>14.706151967213142</c:v>
                </c:pt>
                <c:pt idx="1011">
                  <c:v>14.706151967213142</c:v>
                </c:pt>
                <c:pt idx="1012">
                  <c:v>14.706151967213142</c:v>
                </c:pt>
                <c:pt idx="1013">
                  <c:v>14.706151967213142</c:v>
                </c:pt>
                <c:pt idx="1014">
                  <c:v>14.706151967213142</c:v>
                </c:pt>
                <c:pt idx="1015">
                  <c:v>14.706151967213142</c:v>
                </c:pt>
                <c:pt idx="1016">
                  <c:v>14.706151967213142</c:v>
                </c:pt>
                <c:pt idx="1017">
                  <c:v>14.706151967213142</c:v>
                </c:pt>
                <c:pt idx="1018">
                  <c:v>14.706151967213142</c:v>
                </c:pt>
                <c:pt idx="1019">
                  <c:v>14.706151967213142</c:v>
                </c:pt>
                <c:pt idx="1020">
                  <c:v>14.706151967213142</c:v>
                </c:pt>
                <c:pt idx="1021">
                  <c:v>14.706151967213142</c:v>
                </c:pt>
                <c:pt idx="1022">
                  <c:v>14.706151967213142</c:v>
                </c:pt>
                <c:pt idx="1023">
                  <c:v>14.706151967213142</c:v>
                </c:pt>
                <c:pt idx="1024">
                  <c:v>14.706151967213142</c:v>
                </c:pt>
                <c:pt idx="1025">
                  <c:v>14.706151967213142</c:v>
                </c:pt>
                <c:pt idx="1026">
                  <c:v>14.706151967213142</c:v>
                </c:pt>
                <c:pt idx="1027">
                  <c:v>14.706151967213142</c:v>
                </c:pt>
                <c:pt idx="1028">
                  <c:v>14.706151967213142</c:v>
                </c:pt>
                <c:pt idx="1029">
                  <c:v>14.706151967213142</c:v>
                </c:pt>
                <c:pt idx="1030">
                  <c:v>14.706151967213142</c:v>
                </c:pt>
                <c:pt idx="1031">
                  <c:v>14.706151967213142</c:v>
                </c:pt>
                <c:pt idx="1032">
                  <c:v>14.706151967213142</c:v>
                </c:pt>
                <c:pt idx="1033">
                  <c:v>14.706151967213142</c:v>
                </c:pt>
                <c:pt idx="1034">
                  <c:v>14.706151967213142</c:v>
                </c:pt>
                <c:pt idx="1035">
                  <c:v>14.706151967213142</c:v>
                </c:pt>
                <c:pt idx="1036">
                  <c:v>14.706151967213142</c:v>
                </c:pt>
                <c:pt idx="1037">
                  <c:v>14.706151967213142</c:v>
                </c:pt>
                <c:pt idx="1038">
                  <c:v>14.706151967213142</c:v>
                </c:pt>
                <c:pt idx="1039">
                  <c:v>14.706151967213142</c:v>
                </c:pt>
                <c:pt idx="1040">
                  <c:v>14.706151967213142</c:v>
                </c:pt>
                <c:pt idx="1041">
                  <c:v>14.706151967213142</c:v>
                </c:pt>
                <c:pt idx="1042">
                  <c:v>14.706151967213142</c:v>
                </c:pt>
                <c:pt idx="1043">
                  <c:v>14.706151967213142</c:v>
                </c:pt>
                <c:pt idx="1044">
                  <c:v>14.706151967213142</c:v>
                </c:pt>
                <c:pt idx="1045">
                  <c:v>14.706151967213142</c:v>
                </c:pt>
                <c:pt idx="1046">
                  <c:v>14.706151967213142</c:v>
                </c:pt>
                <c:pt idx="1047">
                  <c:v>14.706151967213142</c:v>
                </c:pt>
                <c:pt idx="1048">
                  <c:v>14.706151967213142</c:v>
                </c:pt>
                <c:pt idx="1049">
                  <c:v>14.706151967213142</c:v>
                </c:pt>
                <c:pt idx="1050">
                  <c:v>14.706151967213142</c:v>
                </c:pt>
                <c:pt idx="1051">
                  <c:v>14.706151967213142</c:v>
                </c:pt>
                <c:pt idx="1052">
                  <c:v>14.706151967213142</c:v>
                </c:pt>
                <c:pt idx="1053">
                  <c:v>14.706151967213142</c:v>
                </c:pt>
                <c:pt idx="1054">
                  <c:v>14.706151967213142</c:v>
                </c:pt>
                <c:pt idx="1055">
                  <c:v>14.706151967213142</c:v>
                </c:pt>
                <c:pt idx="1056">
                  <c:v>14.706151967213142</c:v>
                </c:pt>
                <c:pt idx="1057">
                  <c:v>14.706151967213142</c:v>
                </c:pt>
                <c:pt idx="1058">
                  <c:v>14.706151967213142</c:v>
                </c:pt>
                <c:pt idx="1059">
                  <c:v>14.706151967213142</c:v>
                </c:pt>
                <c:pt idx="1060">
                  <c:v>14.706151967213142</c:v>
                </c:pt>
                <c:pt idx="1061">
                  <c:v>14.706151967213142</c:v>
                </c:pt>
                <c:pt idx="1062">
                  <c:v>14.706151967213142</c:v>
                </c:pt>
                <c:pt idx="1063">
                  <c:v>14.706151967213142</c:v>
                </c:pt>
                <c:pt idx="1064">
                  <c:v>14.706151967213142</c:v>
                </c:pt>
                <c:pt idx="1065">
                  <c:v>14.706151967213142</c:v>
                </c:pt>
                <c:pt idx="1066">
                  <c:v>14.706151967213142</c:v>
                </c:pt>
                <c:pt idx="1067">
                  <c:v>14.706151967213142</c:v>
                </c:pt>
                <c:pt idx="1068">
                  <c:v>14.706151967213142</c:v>
                </c:pt>
                <c:pt idx="1069">
                  <c:v>14.706151967213142</c:v>
                </c:pt>
                <c:pt idx="1070">
                  <c:v>14.706151967213142</c:v>
                </c:pt>
                <c:pt idx="1071">
                  <c:v>14.706151967213142</c:v>
                </c:pt>
                <c:pt idx="1072">
                  <c:v>14.706151967213142</c:v>
                </c:pt>
                <c:pt idx="1073">
                  <c:v>14.706151967213142</c:v>
                </c:pt>
                <c:pt idx="1074">
                  <c:v>14.706151967213142</c:v>
                </c:pt>
                <c:pt idx="1075">
                  <c:v>14.706151967213142</c:v>
                </c:pt>
                <c:pt idx="1076">
                  <c:v>14.706151967213142</c:v>
                </c:pt>
                <c:pt idx="1077">
                  <c:v>14.706151967213142</c:v>
                </c:pt>
                <c:pt idx="1078">
                  <c:v>14.706151967213142</c:v>
                </c:pt>
                <c:pt idx="1079">
                  <c:v>14.706151967213142</c:v>
                </c:pt>
                <c:pt idx="1080">
                  <c:v>14.706151967213142</c:v>
                </c:pt>
                <c:pt idx="1081">
                  <c:v>14.706151967213142</c:v>
                </c:pt>
                <c:pt idx="1082">
                  <c:v>14.706151967213142</c:v>
                </c:pt>
                <c:pt idx="1083">
                  <c:v>14.706151967213142</c:v>
                </c:pt>
                <c:pt idx="1084">
                  <c:v>14.706151967213142</c:v>
                </c:pt>
                <c:pt idx="1085">
                  <c:v>14.706151967213142</c:v>
                </c:pt>
                <c:pt idx="1086">
                  <c:v>14.706151967213142</c:v>
                </c:pt>
                <c:pt idx="1087">
                  <c:v>14.706151967213142</c:v>
                </c:pt>
                <c:pt idx="1088">
                  <c:v>14.706151967213142</c:v>
                </c:pt>
                <c:pt idx="1089">
                  <c:v>14.706151967213142</c:v>
                </c:pt>
                <c:pt idx="1090">
                  <c:v>14.706151967213142</c:v>
                </c:pt>
                <c:pt idx="1091">
                  <c:v>14.706151967213142</c:v>
                </c:pt>
                <c:pt idx="1092">
                  <c:v>14.706151967213142</c:v>
                </c:pt>
                <c:pt idx="1093">
                  <c:v>14.706151967213142</c:v>
                </c:pt>
                <c:pt idx="1094">
                  <c:v>14.706151967213142</c:v>
                </c:pt>
                <c:pt idx="1095">
                  <c:v>14.706151967213142</c:v>
                </c:pt>
                <c:pt idx="1096">
                  <c:v>14.706151967213142</c:v>
                </c:pt>
                <c:pt idx="1097">
                  <c:v>14.706151967213142</c:v>
                </c:pt>
                <c:pt idx="1098">
                  <c:v>14.706151967213142</c:v>
                </c:pt>
                <c:pt idx="1099">
                  <c:v>14.706151967213142</c:v>
                </c:pt>
                <c:pt idx="1100">
                  <c:v>14.706151967213142</c:v>
                </c:pt>
                <c:pt idx="1101">
                  <c:v>14.706151967213142</c:v>
                </c:pt>
                <c:pt idx="1102">
                  <c:v>14.706151967213142</c:v>
                </c:pt>
                <c:pt idx="1103">
                  <c:v>14.706151967213142</c:v>
                </c:pt>
                <c:pt idx="1104">
                  <c:v>14.706151967213142</c:v>
                </c:pt>
                <c:pt idx="1105">
                  <c:v>14.706151967213142</c:v>
                </c:pt>
                <c:pt idx="1106">
                  <c:v>14.706151967213142</c:v>
                </c:pt>
                <c:pt idx="1107">
                  <c:v>14.706151967213142</c:v>
                </c:pt>
                <c:pt idx="1108">
                  <c:v>14.706151967213142</c:v>
                </c:pt>
                <c:pt idx="1109">
                  <c:v>14.706151967213142</c:v>
                </c:pt>
                <c:pt idx="1110">
                  <c:v>14.706151967213142</c:v>
                </c:pt>
                <c:pt idx="1111">
                  <c:v>14.706151967213142</c:v>
                </c:pt>
                <c:pt idx="1112">
                  <c:v>14.706151967213142</c:v>
                </c:pt>
                <c:pt idx="1113">
                  <c:v>14.706151967213142</c:v>
                </c:pt>
                <c:pt idx="1114">
                  <c:v>14.706151967213142</c:v>
                </c:pt>
                <c:pt idx="1115">
                  <c:v>14.706151967213142</c:v>
                </c:pt>
                <c:pt idx="1116">
                  <c:v>14.706151967213142</c:v>
                </c:pt>
                <c:pt idx="1117">
                  <c:v>14.706151967213142</c:v>
                </c:pt>
                <c:pt idx="1118">
                  <c:v>14.706151967213142</c:v>
                </c:pt>
                <c:pt idx="1119">
                  <c:v>14.706151967213142</c:v>
                </c:pt>
                <c:pt idx="1120">
                  <c:v>14.706151967213142</c:v>
                </c:pt>
                <c:pt idx="1121">
                  <c:v>14.706151967213142</c:v>
                </c:pt>
                <c:pt idx="1122">
                  <c:v>14.706151967213142</c:v>
                </c:pt>
                <c:pt idx="1123">
                  <c:v>14.706151967213142</c:v>
                </c:pt>
                <c:pt idx="1124">
                  <c:v>14.706151967213142</c:v>
                </c:pt>
                <c:pt idx="1125">
                  <c:v>14.706151967213142</c:v>
                </c:pt>
                <c:pt idx="1126">
                  <c:v>14.706151967213142</c:v>
                </c:pt>
                <c:pt idx="1127">
                  <c:v>14.706151967213142</c:v>
                </c:pt>
                <c:pt idx="1128">
                  <c:v>14.706151967213142</c:v>
                </c:pt>
                <c:pt idx="1129">
                  <c:v>14.706151967213142</c:v>
                </c:pt>
                <c:pt idx="1130">
                  <c:v>14.706151967213142</c:v>
                </c:pt>
                <c:pt idx="1131">
                  <c:v>14.706151967213142</c:v>
                </c:pt>
                <c:pt idx="1132">
                  <c:v>14.706151967213142</c:v>
                </c:pt>
                <c:pt idx="1133">
                  <c:v>14.706151967213142</c:v>
                </c:pt>
                <c:pt idx="1134">
                  <c:v>14.706151967213142</c:v>
                </c:pt>
                <c:pt idx="1135">
                  <c:v>14.706151967213142</c:v>
                </c:pt>
                <c:pt idx="1136">
                  <c:v>14.706151967213142</c:v>
                </c:pt>
                <c:pt idx="1137">
                  <c:v>14.706151967213142</c:v>
                </c:pt>
                <c:pt idx="1138">
                  <c:v>14.706151967213142</c:v>
                </c:pt>
                <c:pt idx="1139">
                  <c:v>14.706151967213142</c:v>
                </c:pt>
                <c:pt idx="1140">
                  <c:v>14.706151967213142</c:v>
                </c:pt>
                <c:pt idx="1141">
                  <c:v>14.706151967213142</c:v>
                </c:pt>
                <c:pt idx="1142">
                  <c:v>14.706151967213142</c:v>
                </c:pt>
                <c:pt idx="1143">
                  <c:v>14.706151967213142</c:v>
                </c:pt>
                <c:pt idx="1144">
                  <c:v>14.706151967213142</c:v>
                </c:pt>
                <c:pt idx="1145">
                  <c:v>14.706151967213142</c:v>
                </c:pt>
                <c:pt idx="1146">
                  <c:v>14.706151967213142</c:v>
                </c:pt>
                <c:pt idx="1147">
                  <c:v>14.706151967213142</c:v>
                </c:pt>
                <c:pt idx="1148">
                  <c:v>14.706151967213142</c:v>
                </c:pt>
                <c:pt idx="1149">
                  <c:v>14.706151967213142</c:v>
                </c:pt>
                <c:pt idx="1150">
                  <c:v>14.706151967213142</c:v>
                </c:pt>
                <c:pt idx="1151">
                  <c:v>14.706151967213142</c:v>
                </c:pt>
                <c:pt idx="1152">
                  <c:v>14.706151967213142</c:v>
                </c:pt>
                <c:pt idx="1153">
                  <c:v>14.706151967213142</c:v>
                </c:pt>
                <c:pt idx="1154">
                  <c:v>14.706151967213142</c:v>
                </c:pt>
                <c:pt idx="1155">
                  <c:v>14.706151967213142</c:v>
                </c:pt>
                <c:pt idx="1156">
                  <c:v>14.706151967213142</c:v>
                </c:pt>
                <c:pt idx="1157">
                  <c:v>14.706151967213142</c:v>
                </c:pt>
                <c:pt idx="1158">
                  <c:v>14.706151967213142</c:v>
                </c:pt>
                <c:pt idx="1159">
                  <c:v>14.706151967213142</c:v>
                </c:pt>
                <c:pt idx="1160">
                  <c:v>14.706151967213142</c:v>
                </c:pt>
                <c:pt idx="1161">
                  <c:v>14.706151967213142</c:v>
                </c:pt>
                <c:pt idx="1162">
                  <c:v>14.706151967213142</c:v>
                </c:pt>
                <c:pt idx="1163">
                  <c:v>14.706151967213142</c:v>
                </c:pt>
                <c:pt idx="1164">
                  <c:v>14.706151967213142</c:v>
                </c:pt>
                <c:pt idx="1165">
                  <c:v>14.706151967213142</c:v>
                </c:pt>
                <c:pt idx="1166">
                  <c:v>14.706151967213142</c:v>
                </c:pt>
                <c:pt idx="1167">
                  <c:v>14.706151967213142</c:v>
                </c:pt>
                <c:pt idx="1168">
                  <c:v>14.706151967213142</c:v>
                </c:pt>
                <c:pt idx="1169">
                  <c:v>14.706151967213142</c:v>
                </c:pt>
                <c:pt idx="1170">
                  <c:v>14.706151967213142</c:v>
                </c:pt>
                <c:pt idx="1171">
                  <c:v>14.706151967213142</c:v>
                </c:pt>
                <c:pt idx="1172">
                  <c:v>14.706151967213142</c:v>
                </c:pt>
                <c:pt idx="1173">
                  <c:v>14.706151967213142</c:v>
                </c:pt>
                <c:pt idx="1174">
                  <c:v>14.706151967213142</c:v>
                </c:pt>
                <c:pt idx="1175">
                  <c:v>14.706151967213142</c:v>
                </c:pt>
                <c:pt idx="1176">
                  <c:v>14.706151967213142</c:v>
                </c:pt>
                <c:pt idx="1177">
                  <c:v>14.706151967213142</c:v>
                </c:pt>
                <c:pt idx="1178">
                  <c:v>14.706151967213142</c:v>
                </c:pt>
                <c:pt idx="1179">
                  <c:v>14.706151967213142</c:v>
                </c:pt>
                <c:pt idx="1180">
                  <c:v>14.706151967213142</c:v>
                </c:pt>
                <c:pt idx="1181">
                  <c:v>14.706151967213142</c:v>
                </c:pt>
                <c:pt idx="1182">
                  <c:v>14.706151967213142</c:v>
                </c:pt>
                <c:pt idx="1183">
                  <c:v>14.706151967213142</c:v>
                </c:pt>
                <c:pt idx="1184">
                  <c:v>14.706151967213142</c:v>
                </c:pt>
                <c:pt idx="1185">
                  <c:v>14.706151967213142</c:v>
                </c:pt>
                <c:pt idx="1186">
                  <c:v>14.706151967213142</c:v>
                </c:pt>
                <c:pt idx="1187">
                  <c:v>14.706151967213142</c:v>
                </c:pt>
                <c:pt idx="1188">
                  <c:v>14.706151967213142</c:v>
                </c:pt>
                <c:pt idx="1189">
                  <c:v>14.706151967213142</c:v>
                </c:pt>
                <c:pt idx="1190">
                  <c:v>14.706151967213142</c:v>
                </c:pt>
                <c:pt idx="1191">
                  <c:v>14.706151967213142</c:v>
                </c:pt>
                <c:pt idx="1192">
                  <c:v>14.706151967213142</c:v>
                </c:pt>
                <c:pt idx="1193">
                  <c:v>14.706151967213142</c:v>
                </c:pt>
                <c:pt idx="1194">
                  <c:v>14.706151967213142</c:v>
                </c:pt>
                <c:pt idx="1195">
                  <c:v>14.706151967213142</c:v>
                </c:pt>
                <c:pt idx="1196">
                  <c:v>14.706151967213142</c:v>
                </c:pt>
                <c:pt idx="1197">
                  <c:v>14.706151967213142</c:v>
                </c:pt>
                <c:pt idx="1198">
                  <c:v>14.706151967213142</c:v>
                </c:pt>
                <c:pt idx="1199">
                  <c:v>14.706151967213142</c:v>
                </c:pt>
                <c:pt idx="1200">
                  <c:v>14.706151967213142</c:v>
                </c:pt>
                <c:pt idx="1201">
                  <c:v>14.706151967213142</c:v>
                </c:pt>
                <c:pt idx="1202">
                  <c:v>14.706151967213142</c:v>
                </c:pt>
                <c:pt idx="1203">
                  <c:v>14.706151967213142</c:v>
                </c:pt>
                <c:pt idx="1204">
                  <c:v>14.706151967213142</c:v>
                </c:pt>
                <c:pt idx="1205">
                  <c:v>14.706151967213142</c:v>
                </c:pt>
                <c:pt idx="1206">
                  <c:v>14.706151967213142</c:v>
                </c:pt>
                <c:pt idx="1207">
                  <c:v>14.706151967213142</c:v>
                </c:pt>
                <c:pt idx="1208">
                  <c:v>14.706151967213142</c:v>
                </c:pt>
                <c:pt idx="1209">
                  <c:v>14.706151967213142</c:v>
                </c:pt>
                <c:pt idx="1210">
                  <c:v>14.706151967213142</c:v>
                </c:pt>
                <c:pt idx="1211">
                  <c:v>14.706151967213142</c:v>
                </c:pt>
                <c:pt idx="1212">
                  <c:v>14.706151967213142</c:v>
                </c:pt>
                <c:pt idx="1213">
                  <c:v>14.706151967213142</c:v>
                </c:pt>
                <c:pt idx="1214">
                  <c:v>14.706151967213142</c:v>
                </c:pt>
                <c:pt idx="1215">
                  <c:v>14.706151967213142</c:v>
                </c:pt>
                <c:pt idx="1216">
                  <c:v>14.706151967213142</c:v>
                </c:pt>
                <c:pt idx="1217">
                  <c:v>14.706151967213142</c:v>
                </c:pt>
                <c:pt idx="1218">
                  <c:v>14.706151967213142</c:v>
                </c:pt>
                <c:pt idx="1219">
                  <c:v>14.706151967213142</c:v>
                </c:pt>
                <c:pt idx="1220">
                  <c:v>14.706151967213142</c:v>
                </c:pt>
                <c:pt idx="1221">
                  <c:v>14.706151967213142</c:v>
                </c:pt>
                <c:pt idx="1222">
                  <c:v>14.706151967213142</c:v>
                </c:pt>
                <c:pt idx="1223">
                  <c:v>14.706151967213142</c:v>
                </c:pt>
                <c:pt idx="1224">
                  <c:v>14.706151967213142</c:v>
                </c:pt>
                <c:pt idx="1225">
                  <c:v>14.706151967213142</c:v>
                </c:pt>
                <c:pt idx="1226">
                  <c:v>14.706151967213142</c:v>
                </c:pt>
                <c:pt idx="1227">
                  <c:v>14.706151967213142</c:v>
                </c:pt>
                <c:pt idx="1228">
                  <c:v>14.706151967213142</c:v>
                </c:pt>
                <c:pt idx="1229">
                  <c:v>14.706151967213142</c:v>
                </c:pt>
                <c:pt idx="1230">
                  <c:v>14.706151967213142</c:v>
                </c:pt>
                <c:pt idx="1231">
                  <c:v>14.706151967213142</c:v>
                </c:pt>
                <c:pt idx="1232">
                  <c:v>14.706151967213142</c:v>
                </c:pt>
                <c:pt idx="1233">
                  <c:v>14.706151967213142</c:v>
                </c:pt>
                <c:pt idx="1234">
                  <c:v>14.706151967213142</c:v>
                </c:pt>
                <c:pt idx="1235">
                  <c:v>14.706151967213142</c:v>
                </c:pt>
                <c:pt idx="1236">
                  <c:v>14.706151967213142</c:v>
                </c:pt>
                <c:pt idx="1237">
                  <c:v>14.706151967213142</c:v>
                </c:pt>
                <c:pt idx="1238">
                  <c:v>14.706151967213142</c:v>
                </c:pt>
                <c:pt idx="1239">
                  <c:v>14.706151967213142</c:v>
                </c:pt>
                <c:pt idx="1240">
                  <c:v>14.706151967213142</c:v>
                </c:pt>
                <c:pt idx="1241">
                  <c:v>14.706151967213142</c:v>
                </c:pt>
                <c:pt idx="1242">
                  <c:v>14.706151967213142</c:v>
                </c:pt>
                <c:pt idx="1243">
                  <c:v>14.706151967213142</c:v>
                </c:pt>
                <c:pt idx="1244">
                  <c:v>14.706151967213142</c:v>
                </c:pt>
                <c:pt idx="1245">
                  <c:v>14.706151967213142</c:v>
                </c:pt>
                <c:pt idx="1246">
                  <c:v>14.706151967213142</c:v>
                </c:pt>
                <c:pt idx="1247">
                  <c:v>14.706151967213142</c:v>
                </c:pt>
                <c:pt idx="1248">
                  <c:v>14.706151967213142</c:v>
                </c:pt>
                <c:pt idx="1249">
                  <c:v>14.706151967213142</c:v>
                </c:pt>
                <c:pt idx="1250">
                  <c:v>14.706151967213142</c:v>
                </c:pt>
                <c:pt idx="1251">
                  <c:v>14.706151967213142</c:v>
                </c:pt>
                <c:pt idx="1252">
                  <c:v>14.706151967213142</c:v>
                </c:pt>
                <c:pt idx="1253">
                  <c:v>14.706151967213142</c:v>
                </c:pt>
                <c:pt idx="1254">
                  <c:v>14.706151967213142</c:v>
                </c:pt>
                <c:pt idx="1255">
                  <c:v>14.706151967213142</c:v>
                </c:pt>
                <c:pt idx="1256">
                  <c:v>14.706151967213142</c:v>
                </c:pt>
                <c:pt idx="1257">
                  <c:v>14.706151967213142</c:v>
                </c:pt>
                <c:pt idx="1258">
                  <c:v>14.706151967213142</c:v>
                </c:pt>
                <c:pt idx="1259">
                  <c:v>14.706151967213142</c:v>
                </c:pt>
                <c:pt idx="1260">
                  <c:v>14.706151967213142</c:v>
                </c:pt>
                <c:pt idx="1261">
                  <c:v>14.706151967213142</c:v>
                </c:pt>
                <c:pt idx="1262">
                  <c:v>14.706151967213142</c:v>
                </c:pt>
                <c:pt idx="1263">
                  <c:v>14.706151967213142</c:v>
                </c:pt>
                <c:pt idx="1264">
                  <c:v>14.706151967213142</c:v>
                </c:pt>
                <c:pt idx="1265">
                  <c:v>14.706151967213142</c:v>
                </c:pt>
                <c:pt idx="1266">
                  <c:v>14.706151967213142</c:v>
                </c:pt>
                <c:pt idx="1267">
                  <c:v>14.706151967213142</c:v>
                </c:pt>
                <c:pt idx="1268">
                  <c:v>14.706151967213142</c:v>
                </c:pt>
                <c:pt idx="1269">
                  <c:v>14.706151967213142</c:v>
                </c:pt>
                <c:pt idx="1270">
                  <c:v>14.706151967213142</c:v>
                </c:pt>
                <c:pt idx="1271">
                  <c:v>14.706151967213142</c:v>
                </c:pt>
                <c:pt idx="1272">
                  <c:v>14.706151967213142</c:v>
                </c:pt>
                <c:pt idx="1273">
                  <c:v>14.706151967213142</c:v>
                </c:pt>
                <c:pt idx="1274">
                  <c:v>14.706151967213142</c:v>
                </c:pt>
                <c:pt idx="1275">
                  <c:v>14.706151967213142</c:v>
                </c:pt>
                <c:pt idx="1276">
                  <c:v>14.706151967213142</c:v>
                </c:pt>
                <c:pt idx="1277">
                  <c:v>14.706151967213142</c:v>
                </c:pt>
                <c:pt idx="1278">
                  <c:v>14.706151967213142</c:v>
                </c:pt>
                <c:pt idx="1279">
                  <c:v>14.706151967213142</c:v>
                </c:pt>
                <c:pt idx="1280">
                  <c:v>14.706151967213142</c:v>
                </c:pt>
                <c:pt idx="1281">
                  <c:v>14.706151967213142</c:v>
                </c:pt>
                <c:pt idx="1282">
                  <c:v>14.706151967213142</c:v>
                </c:pt>
                <c:pt idx="1283">
                  <c:v>14.706151967213142</c:v>
                </c:pt>
                <c:pt idx="1284">
                  <c:v>14.706151967213142</c:v>
                </c:pt>
                <c:pt idx="1285">
                  <c:v>14.706151967213142</c:v>
                </c:pt>
                <c:pt idx="1286">
                  <c:v>14.706151967213142</c:v>
                </c:pt>
                <c:pt idx="1287">
                  <c:v>14.706151967213142</c:v>
                </c:pt>
                <c:pt idx="1288">
                  <c:v>14.706151967213142</c:v>
                </c:pt>
                <c:pt idx="1289">
                  <c:v>14.706151967213142</c:v>
                </c:pt>
                <c:pt idx="1290">
                  <c:v>14.706151967213142</c:v>
                </c:pt>
                <c:pt idx="1291">
                  <c:v>14.706151967213142</c:v>
                </c:pt>
                <c:pt idx="1292">
                  <c:v>14.706151967213142</c:v>
                </c:pt>
                <c:pt idx="1293">
                  <c:v>14.706151967213142</c:v>
                </c:pt>
                <c:pt idx="1294">
                  <c:v>14.706151967213142</c:v>
                </c:pt>
                <c:pt idx="1295">
                  <c:v>14.706151967213142</c:v>
                </c:pt>
                <c:pt idx="1296">
                  <c:v>14.706151967213142</c:v>
                </c:pt>
                <c:pt idx="1297">
                  <c:v>14.706151967213142</c:v>
                </c:pt>
                <c:pt idx="1298">
                  <c:v>14.706151967213142</c:v>
                </c:pt>
                <c:pt idx="1299">
                  <c:v>14.706151967213142</c:v>
                </c:pt>
                <c:pt idx="1300">
                  <c:v>14.706151967213142</c:v>
                </c:pt>
                <c:pt idx="1301">
                  <c:v>14.706151967213142</c:v>
                </c:pt>
                <c:pt idx="1302">
                  <c:v>14.706151967213142</c:v>
                </c:pt>
                <c:pt idx="1303">
                  <c:v>14.706151967213142</c:v>
                </c:pt>
                <c:pt idx="1304">
                  <c:v>14.706151967213142</c:v>
                </c:pt>
                <c:pt idx="1305">
                  <c:v>14.706151967213142</c:v>
                </c:pt>
                <c:pt idx="1306">
                  <c:v>14.706151967213142</c:v>
                </c:pt>
                <c:pt idx="1307">
                  <c:v>14.706151967213142</c:v>
                </c:pt>
                <c:pt idx="1308">
                  <c:v>14.706151967213142</c:v>
                </c:pt>
                <c:pt idx="1309">
                  <c:v>14.706151967213142</c:v>
                </c:pt>
                <c:pt idx="1310">
                  <c:v>14.706151967213142</c:v>
                </c:pt>
                <c:pt idx="1311">
                  <c:v>14.706151967213142</c:v>
                </c:pt>
                <c:pt idx="1312">
                  <c:v>14.706151967213142</c:v>
                </c:pt>
                <c:pt idx="1313">
                  <c:v>14.706151967213142</c:v>
                </c:pt>
                <c:pt idx="1314">
                  <c:v>14.706151967213142</c:v>
                </c:pt>
                <c:pt idx="1315">
                  <c:v>14.706151967213142</c:v>
                </c:pt>
                <c:pt idx="1316">
                  <c:v>14.706151967213142</c:v>
                </c:pt>
                <c:pt idx="1317">
                  <c:v>14.706151967213142</c:v>
                </c:pt>
                <c:pt idx="1318">
                  <c:v>14.706151967213142</c:v>
                </c:pt>
                <c:pt idx="1319">
                  <c:v>14.706151967213142</c:v>
                </c:pt>
                <c:pt idx="1320">
                  <c:v>14.706151967213142</c:v>
                </c:pt>
                <c:pt idx="1321">
                  <c:v>14.706151967213142</c:v>
                </c:pt>
                <c:pt idx="1322">
                  <c:v>14.706151967213142</c:v>
                </c:pt>
                <c:pt idx="1323">
                  <c:v>14.706151967213142</c:v>
                </c:pt>
                <c:pt idx="1324">
                  <c:v>14.706151967213142</c:v>
                </c:pt>
                <c:pt idx="1325">
                  <c:v>14.706151967213142</c:v>
                </c:pt>
                <c:pt idx="1326">
                  <c:v>14.706151967213142</c:v>
                </c:pt>
                <c:pt idx="1327">
                  <c:v>14.706151967213142</c:v>
                </c:pt>
                <c:pt idx="1328">
                  <c:v>14.706151967213142</c:v>
                </c:pt>
                <c:pt idx="1329">
                  <c:v>14.706151967213142</c:v>
                </c:pt>
                <c:pt idx="1330">
                  <c:v>14.706151967213142</c:v>
                </c:pt>
                <c:pt idx="1331">
                  <c:v>14.706151967213142</c:v>
                </c:pt>
                <c:pt idx="1332">
                  <c:v>14.706151967213142</c:v>
                </c:pt>
                <c:pt idx="1333">
                  <c:v>14.706151967213142</c:v>
                </c:pt>
                <c:pt idx="1334">
                  <c:v>14.706151967213142</c:v>
                </c:pt>
                <c:pt idx="1335">
                  <c:v>14.706151967213142</c:v>
                </c:pt>
                <c:pt idx="1336">
                  <c:v>14.706151967213142</c:v>
                </c:pt>
                <c:pt idx="1337">
                  <c:v>14.706151967213142</c:v>
                </c:pt>
                <c:pt idx="1338">
                  <c:v>14.706151967213142</c:v>
                </c:pt>
                <c:pt idx="1339">
                  <c:v>14.706151967213142</c:v>
                </c:pt>
                <c:pt idx="1340">
                  <c:v>14.706151967213142</c:v>
                </c:pt>
                <c:pt idx="1341">
                  <c:v>14.706151967213142</c:v>
                </c:pt>
                <c:pt idx="1342">
                  <c:v>14.706151967213142</c:v>
                </c:pt>
                <c:pt idx="1343">
                  <c:v>14.706151967213142</c:v>
                </c:pt>
                <c:pt idx="1344">
                  <c:v>14.706151967213142</c:v>
                </c:pt>
                <c:pt idx="1345">
                  <c:v>14.706151967213142</c:v>
                </c:pt>
                <c:pt idx="1346">
                  <c:v>14.706151967213142</c:v>
                </c:pt>
                <c:pt idx="1347">
                  <c:v>14.706151967213142</c:v>
                </c:pt>
                <c:pt idx="1348">
                  <c:v>14.706151967213142</c:v>
                </c:pt>
                <c:pt idx="1349">
                  <c:v>14.706151967213142</c:v>
                </c:pt>
                <c:pt idx="1350">
                  <c:v>14.706151967213142</c:v>
                </c:pt>
                <c:pt idx="1351">
                  <c:v>14.706151967213142</c:v>
                </c:pt>
                <c:pt idx="1352">
                  <c:v>14.706151967213142</c:v>
                </c:pt>
                <c:pt idx="1353">
                  <c:v>14.706151967213142</c:v>
                </c:pt>
                <c:pt idx="1354">
                  <c:v>14.706151967213142</c:v>
                </c:pt>
                <c:pt idx="1355">
                  <c:v>14.706151967213142</c:v>
                </c:pt>
                <c:pt idx="1356">
                  <c:v>14.706151967213142</c:v>
                </c:pt>
                <c:pt idx="1357">
                  <c:v>14.706151967213142</c:v>
                </c:pt>
                <c:pt idx="1358">
                  <c:v>14.706151967213142</c:v>
                </c:pt>
                <c:pt idx="1359">
                  <c:v>14.706151967213142</c:v>
                </c:pt>
                <c:pt idx="1360">
                  <c:v>14.706151967213142</c:v>
                </c:pt>
                <c:pt idx="1361">
                  <c:v>14.706151967213142</c:v>
                </c:pt>
                <c:pt idx="1362">
                  <c:v>14.706151967213142</c:v>
                </c:pt>
                <c:pt idx="1363">
                  <c:v>14.706151967213142</c:v>
                </c:pt>
                <c:pt idx="1364">
                  <c:v>14.706151967213142</c:v>
                </c:pt>
                <c:pt idx="1365">
                  <c:v>14.706151967213142</c:v>
                </c:pt>
                <c:pt idx="1366">
                  <c:v>14.706151967213142</c:v>
                </c:pt>
                <c:pt idx="1367">
                  <c:v>14.706151967213142</c:v>
                </c:pt>
                <c:pt idx="1368">
                  <c:v>14.706151967213142</c:v>
                </c:pt>
                <c:pt idx="1369">
                  <c:v>14.706151967213142</c:v>
                </c:pt>
                <c:pt idx="1370">
                  <c:v>14.706151967213142</c:v>
                </c:pt>
                <c:pt idx="1371">
                  <c:v>14.706151967213142</c:v>
                </c:pt>
                <c:pt idx="1372">
                  <c:v>14.706151967213142</c:v>
                </c:pt>
                <c:pt idx="1373">
                  <c:v>14.706151967213142</c:v>
                </c:pt>
                <c:pt idx="1374">
                  <c:v>14.706151967213142</c:v>
                </c:pt>
                <c:pt idx="1375">
                  <c:v>14.706151967213142</c:v>
                </c:pt>
                <c:pt idx="1376">
                  <c:v>14.706151967213142</c:v>
                </c:pt>
                <c:pt idx="1377">
                  <c:v>14.706151967213142</c:v>
                </c:pt>
                <c:pt idx="1378">
                  <c:v>14.706151967213142</c:v>
                </c:pt>
                <c:pt idx="1379">
                  <c:v>14.706151967213142</c:v>
                </c:pt>
                <c:pt idx="1380">
                  <c:v>14.706151967213142</c:v>
                </c:pt>
                <c:pt idx="1381">
                  <c:v>14.706151967213142</c:v>
                </c:pt>
                <c:pt idx="1382">
                  <c:v>14.706151967213142</c:v>
                </c:pt>
                <c:pt idx="1383">
                  <c:v>14.706151967213142</c:v>
                </c:pt>
                <c:pt idx="1384">
                  <c:v>14.706151967213142</c:v>
                </c:pt>
                <c:pt idx="1385">
                  <c:v>14.706151967213142</c:v>
                </c:pt>
                <c:pt idx="1386">
                  <c:v>14.706151967213142</c:v>
                </c:pt>
                <c:pt idx="1387">
                  <c:v>14.706151967213142</c:v>
                </c:pt>
                <c:pt idx="1388">
                  <c:v>14.706151967213142</c:v>
                </c:pt>
                <c:pt idx="1389">
                  <c:v>14.706151967213142</c:v>
                </c:pt>
                <c:pt idx="1390">
                  <c:v>14.706151967213142</c:v>
                </c:pt>
                <c:pt idx="1391">
                  <c:v>14.706151967213142</c:v>
                </c:pt>
                <c:pt idx="1392">
                  <c:v>14.706151967213142</c:v>
                </c:pt>
                <c:pt idx="1393">
                  <c:v>14.706151967213142</c:v>
                </c:pt>
                <c:pt idx="1394">
                  <c:v>14.706151967213142</c:v>
                </c:pt>
                <c:pt idx="1395">
                  <c:v>14.706151967213142</c:v>
                </c:pt>
                <c:pt idx="1396">
                  <c:v>14.706151967213142</c:v>
                </c:pt>
                <c:pt idx="1397">
                  <c:v>14.706151967213142</c:v>
                </c:pt>
                <c:pt idx="1398">
                  <c:v>14.706151967213142</c:v>
                </c:pt>
                <c:pt idx="1399">
                  <c:v>14.706151967213142</c:v>
                </c:pt>
                <c:pt idx="1400">
                  <c:v>14.706151967213142</c:v>
                </c:pt>
                <c:pt idx="1401">
                  <c:v>14.706151967213142</c:v>
                </c:pt>
                <c:pt idx="1402">
                  <c:v>14.706151967213142</c:v>
                </c:pt>
                <c:pt idx="1403">
                  <c:v>14.706151967213142</c:v>
                </c:pt>
                <c:pt idx="1404">
                  <c:v>14.706151967213142</c:v>
                </c:pt>
                <c:pt idx="1405">
                  <c:v>14.706151967213142</c:v>
                </c:pt>
                <c:pt idx="1406">
                  <c:v>14.706151967213142</c:v>
                </c:pt>
                <c:pt idx="1407">
                  <c:v>14.706151967213142</c:v>
                </c:pt>
                <c:pt idx="1408">
                  <c:v>14.706151967213142</c:v>
                </c:pt>
                <c:pt idx="1409">
                  <c:v>14.706151967213142</c:v>
                </c:pt>
                <c:pt idx="1410">
                  <c:v>14.706151967213142</c:v>
                </c:pt>
                <c:pt idx="1411">
                  <c:v>14.706151967213142</c:v>
                </c:pt>
                <c:pt idx="1412">
                  <c:v>14.706151967213142</c:v>
                </c:pt>
                <c:pt idx="1413">
                  <c:v>14.706151967213142</c:v>
                </c:pt>
                <c:pt idx="1414">
                  <c:v>14.706151967213142</c:v>
                </c:pt>
                <c:pt idx="1415">
                  <c:v>14.706151967213142</c:v>
                </c:pt>
                <c:pt idx="1416">
                  <c:v>14.706151967213142</c:v>
                </c:pt>
                <c:pt idx="1417">
                  <c:v>14.706151967213142</c:v>
                </c:pt>
                <c:pt idx="1418">
                  <c:v>14.706151967213142</c:v>
                </c:pt>
                <c:pt idx="1419">
                  <c:v>14.706151967213142</c:v>
                </c:pt>
                <c:pt idx="1420">
                  <c:v>14.706151967213142</c:v>
                </c:pt>
                <c:pt idx="1421">
                  <c:v>14.706151967213142</c:v>
                </c:pt>
                <c:pt idx="1422">
                  <c:v>14.706151967213142</c:v>
                </c:pt>
                <c:pt idx="1423">
                  <c:v>14.706151967213142</c:v>
                </c:pt>
                <c:pt idx="1424">
                  <c:v>14.706151967213142</c:v>
                </c:pt>
                <c:pt idx="1425">
                  <c:v>14.706151967213142</c:v>
                </c:pt>
                <c:pt idx="1426">
                  <c:v>14.706151967213142</c:v>
                </c:pt>
                <c:pt idx="1427">
                  <c:v>14.706151967213142</c:v>
                </c:pt>
                <c:pt idx="1428">
                  <c:v>14.706151967213142</c:v>
                </c:pt>
                <c:pt idx="1429">
                  <c:v>14.706151967213142</c:v>
                </c:pt>
                <c:pt idx="1430">
                  <c:v>14.706151967213142</c:v>
                </c:pt>
                <c:pt idx="1431">
                  <c:v>14.706151967213142</c:v>
                </c:pt>
                <c:pt idx="1432">
                  <c:v>14.706151967213142</c:v>
                </c:pt>
                <c:pt idx="1433">
                  <c:v>14.706151967213142</c:v>
                </c:pt>
                <c:pt idx="1434">
                  <c:v>14.706151967213142</c:v>
                </c:pt>
                <c:pt idx="1435">
                  <c:v>14.706151967213142</c:v>
                </c:pt>
                <c:pt idx="1436">
                  <c:v>14.706151967213142</c:v>
                </c:pt>
                <c:pt idx="1437">
                  <c:v>14.706151967213142</c:v>
                </c:pt>
                <c:pt idx="1438">
                  <c:v>14.706151967213142</c:v>
                </c:pt>
                <c:pt idx="1439">
                  <c:v>14.706151967213142</c:v>
                </c:pt>
                <c:pt idx="1440">
                  <c:v>14.706151967213142</c:v>
                </c:pt>
                <c:pt idx="1441">
                  <c:v>14.706151967213142</c:v>
                </c:pt>
                <c:pt idx="1442">
                  <c:v>14.706151967213142</c:v>
                </c:pt>
                <c:pt idx="1443">
                  <c:v>14.706151967213142</c:v>
                </c:pt>
                <c:pt idx="1444">
                  <c:v>14.706151967213142</c:v>
                </c:pt>
                <c:pt idx="1445">
                  <c:v>14.706151967213142</c:v>
                </c:pt>
                <c:pt idx="1446">
                  <c:v>14.706151967213142</c:v>
                </c:pt>
                <c:pt idx="1447">
                  <c:v>14.706151967213142</c:v>
                </c:pt>
                <c:pt idx="1448">
                  <c:v>14.706151967213142</c:v>
                </c:pt>
                <c:pt idx="1449">
                  <c:v>14.706151967213142</c:v>
                </c:pt>
                <c:pt idx="1450">
                  <c:v>14.706151967213142</c:v>
                </c:pt>
                <c:pt idx="1451">
                  <c:v>14.706151967213142</c:v>
                </c:pt>
                <c:pt idx="1452">
                  <c:v>14.706151967213142</c:v>
                </c:pt>
                <c:pt idx="1453">
                  <c:v>14.706151967213142</c:v>
                </c:pt>
                <c:pt idx="1454">
                  <c:v>14.706151967213142</c:v>
                </c:pt>
                <c:pt idx="1455">
                  <c:v>14.706151967213142</c:v>
                </c:pt>
                <c:pt idx="1456">
                  <c:v>14.706151967213142</c:v>
                </c:pt>
                <c:pt idx="1457">
                  <c:v>14.706151967213142</c:v>
                </c:pt>
                <c:pt idx="1458">
                  <c:v>14.706151967213142</c:v>
                </c:pt>
                <c:pt idx="1459">
                  <c:v>14.706151967213142</c:v>
                </c:pt>
                <c:pt idx="1460">
                  <c:v>14.706151967213142</c:v>
                </c:pt>
                <c:pt idx="1461">
                  <c:v>14.706151967213142</c:v>
                </c:pt>
                <c:pt idx="1462">
                  <c:v>14.706151967213142</c:v>
                </c:pt>
                <c:pt idx="1463">
                  <c:v>14.706151967213142</c:v>
                </c:pt>
                <c:pt idx="1464">
                  <c:v>14.706151967213142</c:v>
                </c:pt>
                <c:pt idx="1465">
                  <c:v>14.706151967213142</c:v>
                </c:pt>
                <c:pt idx="1466">
                  <c:v>14.706151967213142</c:v>
                </c:pt>
                <c:pt idx="1467">
                  <c:v>14.706151967213142</c:v>
                </c:pt>
                <c:pt idx="1468">
                  <c:v>14.706151967213142</c:v>
                </c:pt>
                <c:pt idx="1469">
                  <c:v>14.706151967213142</c:v>
                </c:pt>
                <c:pt idx="1470">
                  <c:v>14.706151967213142</c:v>
                </c:pt>
                <c:pt idx="1471">
                  <c:v>14.706151967213142</c:v>
                </c:pt>
                <c:pt idx="1472">
                  <c:v>14.706151967213142</c:v>
                </c:pt>
                <c:pt idx="1473">
                  <c:v>14.706151967213142</c:v>
                </c:pt>
                <c:pt idx="1474">
                  <c:v>14.706151967213142</c:v>
                </c:pt>
                <c:pt idx="1475">
                  <c:v>14.706151967213142</c:v>
                </c:pt>
                <c:pt idx="1476">
                  <c:v>14.706151967213142</c:v>
                </c:pt>
                <c:pt idx="1477">
                  <c:v>14.706151967213142</c:v>
                </c:pt>
                <c:pt idx="1478">
                  <c:v>14.706151967213142</c:v>
                </c:pt>
                <c:pt idx="1479">
                  <c:v>14.706151967213142</c:v>
                </c:pt>
                <c:pt idx="1480">
                  <c:v>14.706151967213142</c:v>
                </c:pt>
                <c:pt idx="1481">
                  <c:v>14.706151967213142</c:v>
                </c:pt>
                <c:pt idx="1482">
                  <c:v>14.706151967213142</c:v>
                </c:pt>
                <c:pt idx="1483">
                  <c:v>14.706151967213142</c:v>
                </c:pt>
                <c:pt idx="1484">
                  <c:v>14.706151967213142</c:v>
                </c:pt>
                <c:pt idx="1485">
                  <c:v>14.706151967213142</c:v>
                </c:pt>
                <c:pt idx="1486">
                  <c:v>14.706151967213142</c:v>
                </c:pt>
                <c:pt idx="1487">
                  <c:v>14.706151967213142</c:v>
                </c:pt>
                <c:pt idx="1488">
                  <c:v>14.706151967213142</c:v>
                </c:pt>
                <c:pt idx="1489">
                  <c:v>14.706151967213142</c:v>
                </c:pt>
                <c:pt idx="1490">
                  <c:v>14.706151967213142</c:v>
                </c:pt>
                <c:pt idx="1491">
                  <c:v>14.706151967213142</c:v>
                </c:pt>
                <c:pt idx="1492">
                  <c:v>14.706151967213142</c:v>
                </c:pt>
                <c:pt idx="1493">
                  <c:v>14.706151967213142</c:v>
                </c:pt>
                <c:pt idx="1494">
                  <c:v>14.706151967213142</c:v>
                </c:pt>
                <c:pt idx="1495">
                  <c:v>14.706151967213142</c:v>
                </c:pt>
                <c:pt idx="1496">
                  <c:v>14.706151967213142</c:v>
                </c:pt>
                <c:pt idx="1497">
                  <c:v>14.706151967213142</c:v>
                </c:pt>
                <c:pt idx="1498">
                  <c:v>14.706151967213142</c:v>
                </c:pt>
                <c:pt idx="1499">
                  <c:v>14.706151967213142</c:v>
                </c:pt>
                <c:pt idx="1500">
                  <c:v>14.706151967213142</c:v>
                </c:pt>
                <c:pt idx="1501">
                  <c:v>14.706151967213142</c:v>
                </c:pt>
                <c:pt idx="1502">
                  <c:v>14.706151967213142</c:v>
                </c:pt>
                <c:pt idx="1503">
                  <c:v>14.706151967213142</c:v>
                </c:pt>
                <c:pt idx="1504">
                  <c:v>14.706151967213142</c:v>
                </c:pt>
                <c:pt idx="1505">
                  <c:v>14.706151967213142</c:v>
                </c:pt>
                <c:pt idx="1506">
                  <c:v>14.706151967213142</c:v>
                </c:pt>
                <c:pt idx="1507">
                  <c:v>14.706151967213142</c:v>
                </c:pt>
                <c:pt idx="1508">
                  <c:v>14.706151967213142</c:v>
                </c:pt>
                <c:pt idx="1509">
                  <c:v>14.706151967213142</c:v>
                </c:pt>
                <c:pt idx="1510">
                  <c:v>14.706151967213142</c:v>
                </c:pt>
                <c:pt idx="1511">
                  <c:v>14.706151967213142</c:v>
                </c:pt>
                <c:pt idx="1512">
                  <c:v>14.706151967213142</c:v>
                </c:pt>
                <c:pt idx="1513">
                  <c:v>14.706151967213142</c:v>
                </c:pt>
                <c:pt idx="1514">
                  <c:v>14.706151967213142</c:v>
                </c:pt>
                <c:pt idx="1515">
                  <c:v>14.706151967213142</c:v>
                </c:pt>
                <c:pt idx="1516">
                  <c:v>14.706151967213142</c:v>
                </c:pt>
                <c:pt idx="1517">
                  <c:v>14.706151967213142</c:v>
                </c:pt>
                <c:pt idx="1518">
                  <c:v>14.706151967213142</c:v>
                </c:pt>
                <c:pt idx="1519">
                  <c:v>14.706151967213142</c:v>
                </c:pt>
                <c:pt idx="1520">
                  <c:v>14.706151967213142</c:v>
                </c:pt>
                <c:pt idx="1521">
                  <c:v>14.706151967213142</c:v>
                </c:pt>
                <c:pt idx="1522">
                  <c:v>14.706151967213142</c:v>
                </c:pt>
                <c:pt idx="1523">
                  <c:v>14.706151967213142</c:v>
                </c:pt>
                <c:pt idx="1524">
                  <c:v>14.706151967213142</c:v>
                </c:pt>
                <c:pt idx="1525">
                  <c:v>14.706151967213142</c:v>
                </c:pt>
                <c:pt idx="1526">
                  <c:v>14.706151967213142</c:v>
                </c:pt>
                <c:pt idx="1527">
                  <c:v>14.706151967213142</c:v>
                </c:pt>
                <c:pt idx="1528">
                  <c:v>14.706151967213142</c:v>
                </c:pt>
                <c:pt idx="1529">
                  <c:v>14.706151967213142</c:v>
                </c:pt>
                <c:pt idx="1530">
                  <c:v>14.706151967213142</c:v>
                </c:pt>
                <c:pt idx="1531">
                  <c:v>14.706151967213142</c:v>
                </c:pt>
                <c:pt idx="1532">
                  <c:v>14.706151967213142</c:v>
                </c:pt>
                <c:pt idx="1533">
                  <c:v>14.706151967213142</c:v>
                </c:pt>
                <c:pt idx="1534">
                  <c:v>14.706151967213142</c:v>
                </c:pt>
                <c:pt idx="1535">
                  <c:v>14.706151967213142</c:v>
                </c:pt>
                <c:pt idx="1536">
                  <c:v>14.706151967213142</c:v>
                </c:pt>
                <c:pt idx="1537">
                  <c:v>14.706151967213142</c:v>
                </c:pt>
                <c:pt idx="1538">
                  <c:v>14.706151967213142</c:v>
                </c:pt>
                <c:pt idx="1539">
                  <c:v>14.706151967213142</c:v>
                </c:pt>
                <c:pt idx="1540">
                  <c:v>14.706151967213142</c:v>
                </c:pt>
                <c:pt idx="1541">
                  <c:v>14.706151967213142</c:v>
                </c:pt>
                <c:pt idx="1542">
                  <c:v>14.706151967213142</c:v>
                </c:pt>
                <c:pt idx="1543">
                  <c:v>14.706151967213142</c:v>
                </c:pt>
                <c:pt idx="1544">
                  <c:v>14.706151967213142</c:v>
                </c:pt>
                <c:pt idx="1545">
                  <c:v>14.706151967213142</c:v>
                </c:pt>
                <c:pt idx="1546">
                  <c:v>14.706151967213142</c:v>
                </c:pt>
                <c:pt idx="1547">
                  <c:v>14.706151967213142</c:v>
                </c:pt>
                <c:pt idx="1548">
                  <c:v>14.706151967213142</c:v>
                </c:pt>
                <c:pt idx="1549">
                  <c:v>14.706151967213142</c:v>
                </c:pt>
                <c:pt idx="1550">
                  <c:v>14.706151967213142</c:v>
                </c:pt>
                <c:pt idx="1551">
                  <c:v>14.706151967213142</c:v>
                </c:pt>
                <c:pt idx="1552">
                  <c:v>14.706151967213142</c:v>
                </c:pt>
                <c:pt idx="1553">
                  <c:v>14.706151967213142</c:v>
                </c:pt>
                <c:pt idx="1554">
                  <c:v>14.706151967213142</c:v>
                </c:pt>
                <c:pt idx="1555">
                  <c:v>14.706151967213142</c:v>
                </c:pt>
                <c:pt idx="1556">
                  <c:v>14.706151967213142</c:v>
                </c:pt>
                <c:pt idx="1557">
                  <c:v>14.706151967213142</c:v>
                </c:pt>
                <c:pt idx="1558">
                  <c:v>14.706151967213142</c:v>
                </c:pt>
                <c:pt idx="1559">
                  <c:v>14.706151967213142</c:v>
                </c:pt>
                <c:pt idx="1560">
                  <c:v>14.706151967213142</c:v>
                </c:pt>
                <c:pt idx="1561">
                  <c:v>14.706151967213142</c:v>
                </c:pt>
                <c:pt idx="1562">
                  <c:v>14.706151967213142</c:v>
                </c:pt>
                <c:pt idx="1563">
                  <c:v>14.706151967213142</c:v>
                </c:pt>
                <c:pt idx="1564">
                  <c:v>14.706151967213142</c:v>
                </c:pt>
                <c:pt idx="1565">
                  <c:v>14.706151967213142</c:v>
                </c:pt>
                <c:pt idx="1566">
                  <c:v>14.706151967213142</c:v>
                </c:pt>
                <c:pt idx="1567">
                  <c:v>14.706151967213142</c:v>
                </c:pt>
                <c:pt idx="1568">
                  <c:v>14.706151967213142</c:v>
                </c:pt>
                <c:pt idx="1569">
                  <c:v>14.706151967213142</c:v>
                </c:pt>
                <c:pt idx="1570">
                  <c:v>14.706151967213142</c:v>
                </c:pt>
                <c:pt idx="1571">
                  <c:v>14.706151967213142</c:v>
                </c:pt>
                <c:pt idx="1572">
                  <c:v>14.706151967213142</c:v>
                </c:pt>
                <c:pt idx="1573">
                  <c:v>14.706151967213142</c:v>
                </c:pt>
                <c:pt idx="1574">
                  <c:v>14.706151967213142</c:v>
                </c:pt>
                <c:pt idx="1575">
                  <c:v>14.706151967213142</c:v>
                </c:pt>
                <c:pt idx="1576">
                  <c:v>14.706151967213142</c:v>
                </c:pt>
                <c:pt idx="1577">
                  <c:v>14.706151967213142</c:v>
                </c:pt>
                <c:pt idx="1578">
                  <c:v>14.706151967213142</c:v>
                </c:pt>
                <c:pt idx="1579">
                  <c:v>14.706151967213142</c:v>
                </c:pt>
                <c:pt idx="1580">
                  <c:v>14.706151967213142</c:v>
                </c:pt>
                <c:pt idx="1581">
                  <c:v>14.706151967213142</c:v>
                </c:pt>
                <c:pt idx="1582">
                  <c:v>14.706151967213142</c:v>
                </c:pt>
                <c:pt idx="1583">
                  <c:v>14.706151967213142</c:v>
                </c:pt>
                <c:pt idx="1584">
                  <c:v>14.706151967213142</c:v>
                </c:pt>
                <c:pt idx="1585">
                  <c:v>14.706151967213142</c:v>
                </c:pt>
                <c:pt idx="1586">
                  <c:v>14.706151967213142</c:v>
                </c:pt>
                <c:pt idx="1587">
                  <c:v>14.706151967213142</c:v>
                </c:pt>
                <c:pt idx="1588">
                  <c:v>14.706151967213142</c:v>
                </c:pt>
                <c:pt idx="1589">
                  <c:v>14.706151967213142</c:v>
                </c:pt>
                <c:pt idx="1590">
                  <c:v>14.706151967213142</c:v>
                </c:pt>
                <c:pt idx="1591">
                  <c:v>14.706151967213142</c:v>
                </c:pt>
                <c:pt idx="1592">
                  <c:v>14.706151967213142</c:v>
                </c:pt>
                <c:pt idx="1593">
                  <c:v>14.706151967213142</c:v>
                </c:pt>
                <c:pt idx="1594">
                  <c:v>14.706151967213142</c:v>
                </c:pt>
                <c:pt idx="1595">
                  <c:v>14.706151967213142</c:v>
                </c:pt>
                <c:pt idx="1596">
                  <c:v>14.706151967213142</c:v>
                </c:pt>
                <c:pt idx="1597">
                  <c:v>14.706151967213142</c:v>
                </c:pt>
                <c:pt idx="1598">
                  <c:v>14.706151967213142</c:v>
                </c:pt>
                <c:pt idx="1599">
                  <c:v>14.706151967213142</c:v>
                </c:pt>
                <c:pt idx="1600">
                  <c:v>14.706151967213142</c:v>
                </c:pt>
                <c:pt idx="1601">
                  <c:v>14.706151967213142</c:v>
                </c:pt>
                <c:pt idx="1602">
                  <c:v>14.706151967213142</c:v>
                </c:pt>
                <c:pt idx="1603">
                  <c:v>14.706151967213142</c:v>
                </c:pt>
                <c:pt idx="1604">
                  <c:v>14.706151967213142</c:v>
                </c:pt>
                <c:pt idx="1605">
                  <c:v>14.706151967213142</c:v>
                </c:pt>
                <c:pt idx="1606">
                  <c:v>14.706151967213142</c:v>
                </c:pt>
                <c:pt idx="1607">
                  <c:v>14.706151967213142</c:v>
                </c:pt>
                <c:pt idx="1608">
                  <c:v>14.706151967213142</c:v>
                </c:pt>
                <c:pt idx="1609">
                  <c:v>14.706151967213142</c:v>
                </c:pt>
                <c:pt idx="1610">
                  <c:v>14.706151967213142</c:v>
                </c:pt>
                <c:pt idx="1611">
                  <c:v>14.706151967213142</c:v>
                </c:pt>
                <c:pt idx="1612">
                  <c:v>14.706151967213142</c:v>
                </c:pt>
                <c:pt idx="1613">
                  <c:v>14.706151967213142</c:v>
                </c:pt>
                <c:pt idx="1614">
                  <c:v>14.706151967213142</c:v>
                </c:pt>
                <c:pt idx="1615">
                  <c:v>14.706151967213142</c:v>
                </c:pt>
                <c:pt idx="1616">
                  <c:v>14.706151967213142</c:v>
                </c:pt>
                <c:pt idx="1617">
                  <c:v>14.706151967213142</c:v>
                </c:pt>
                <c:pt idx="1618">
                  <c:v>14.706151967213142</c:v>
                </c:pt>
                <c:pt idx="1619">
                  <c:v>14.706151967213142</c:v>
                </c:pt>
                <c:pt idx="1620">
                  <c:v>14.706151967213142</c:v>
                </c:pt>
                <c:pt idx="1621">
                  <c:v>14.706151967213142</c:v>
                </c:pt>
                <c:pt idx="1622">
                  <c:v>14.706151967213142</c:v>
                </c:pt>
                <c:pt idx="1623">
                  <c:v>14.706151967213142</c:v>
                </c:pt>
                <c:pt idx="1624">
                  <c:v>14.706151967213142</c:v>
                </c:pt>
                <c:pt idx="1625">
                  <c:v>14.706151967213142</c:v>
                </c:pt>
                <c:pt idx="1626">
                  <c:v>14.706151967213142</c:v>
                </c:pt>
                <c:pt idx="1627">
                  <c:v>14.706151967213142</c:v>
                </c:pt>
                <c:pt idx="1628">
                  <c:v>14.706151967213142</c:v>
                </c:pt>
                <c:pt idx="1629">
                  <c:v>14.706151967213142</c:v>
                </c:pt>
                <c:pt idx="1630">
                  <c:v>14.706151967213142</c:v>
                </c:pt>
                <c:pt idx="1631">
                  <c:v>14.706151967213142</c:v>
                </c:pt>
                <c:pt idx="1632">
                  <c:v>14.706151967213142</c:v>
                </c:pt>
                <c:pt idx="1633">
                  <c:v>14.706151967213142</c:v>
                </c:pt>
                <c:pt idx="1634">
                  <c:v>14.706151967213142</c:v>
                </c:pt>
                <c:pt idx="1635">
                  <c:v>14.706151967213142</c:v>
                </c:pt>
                <c:pt idx="1636">
                  <c:v>14.706151967213142</c:v>
                </c:pt>
                <c:pt idx="1637">
                  <c:v>14.706151967213142</c:v>
                </c:pt>
                <c:pt idx="1638">
                  <c:v>14.706151967213142</c:v>
                </c:pt>
                <c:pt idx="1639">
                  <c:v>14.706151967213142</c:v>
                </c:pt>
                <c:pt idx="1640">
                  <c:v>14.706151967213142</c:v>
                </c:pt>
                <c:pt idx="1641">
                  <c:v>14.706151967213142</c:v>
                </c:pt>
                <c:pt idx="1642">
                  <c:v>14.706151967213142</c:v>
                </c:pt>
                <c:pt idx="1643">
                  <c:v>14.706151967213142</c:v>
                </c:pt>
                <c:pt idx="1644">
                  <c:v>14.706151967213142</c:v>
                </c:pt>
                <c:pt idx="1645">
                  <c:v>14.706151967213142</c:v>
                </c:pt>
                <c:pt idx="1646">
                  <c:v>14.706151967213142</c:v>
                </c:pt>
                <c:pt idx="1647">
                  <c:v>14.706151967213142</c:v>
                </c:pt>
                <c:pt idx="1648">
                  <c:v>14.706151967213142</c:v>
                </c:pt>
                <c:pt idx="1649">
                  <c:v>14.706151967213142</c:v>
                </c:pt>
                <c:pt idx="1650">
                  <c:v>14.706151967213142</c:v>
                </c:pt>
                <c:pt idx="1651">
                  <c:v>14.706151967213142</c:v>
                </c:pt>
                <c:pt idx="1652">
                  <c:v>14.706151967213142</c:v>
                </c:pt>
                <c:pt idx="1653">
                  <c:v>14.706151967213142</c:v>
                </c:pt>
                <c:pt idx="1654">
                  <c:v>14.706151967213142</c:v>
                </c:pt>
                <c:pt idx="1655">
                  <c:v>14.706151967213142</c:v>
                </c:pt>
                <c:pt idx="1656">
                  <c:v>14.706151967213142</c:v>
                </c:pt>
                <c:pt idx="1657">
                  <c:v>14.706151967213142</c:v>
                </c:pt>
                <c:pt idx="1658">
                  <c:v>14.706151967213142</c:v>
                </c:pt>
                <c:pt idx="1659">
                  <c:v>14.706151967213142</c:v>
                </c:pt>
                <c:pt idx="1660">
                  <c:v>14.706151967213142</c:v>
                </c:pt>
                <c:pt idx="1661">
                  <c:v>14.706151967213142</c:v>
                </c:pt>
                <c:pt idx="1662">
                  <c:v>14.706151967213142</c:v>
                </c:pt>
                <c:pt idx="1663">
                  <c:v>14.706151967213142</c:v>
                </c:pt>
                <c:pt idx="1664">
                  <c:v>14.706151967213142</c:v>
                </c:pt>
                <c:pt idx="1665">
                  <c:v>14.706151967213142</c:v>
                </c:pt>
                <c:pt idx="1666">
                  <c:v>14.706151967213142</c:v>
                </c:pt>
                <c:pt idx="1667">
                  <c:v>14.706151967213142</c:v>
                </c:pt>
                <c:pt idx="1668">
                  <c:v>14.706151967213142</c:v>
                </c:pt>
                <c:pt idx="1669">
                  <c:v>14.706151967213142</c:v>
                </c:pt>
                <c:pt idx="1670">
                  <c:v>14.706151967213142</c:v>
                </c:pt>
                <c:pt idx="1671">
                  <c:v>14.706151967213142</c:v>
                </c:pt>
                <c:pt idx="1672">
                  <c:v>14.706151967213142</c:v>
                </c:pt>
                <c:pt idx="1673">
                  <c:v>14.706151967213142</c:v>
                </c:pt>
                <c:pt idx="1674">
                  <c:v>14.706151967213142</c:v>
                </c:pt>
                <c:pt idx="1675">
                  <c:v>14.706151967213142</c:v>
                </c:pt>
                <c:pt idx="1676">
                  <c:v>14.706151967213142</c:v>
                </c:pt>
                <c:pt idx="1677">
                  <c:v>14.706151967213142</c:v>
                </c:pt>
                <c:pt idx="1678">
                  <c:v>14.706151967213142</c:v>
                </c:pt>
                <c:pt idx="1679">
                  <c:v>14.706151967213142</c:v>
                </c:pt>
                <c:pt idx="1680">
                  <c:v>14.706151967213142</c:v>
                </c:pt>
                <c:pt idx="1681">
                  <c:v>14.706151967213142</c:v>
                </c:pt>
                <c:pt idx="1682">
                  <c:v>14.706151967213142</c:v>
                </c:pt>
                <c:pt idx="1683">
                  <c:v>14.706151967213142</c:v>
                </c:pt>
                <c:pt idx="1684">
                  <c:v>14.706151967213142</c:v>
                </c:pt>
                <c:pt idx="1685">
                  <c:v>14.706151967213142</c:v>
                </c:pt>
                <c:pt idx="1686">
                  <c:v>14.706151967213142</c:v>
                </c:pt>
                <c:pt idx="1687">
                  <c:v>14.706151967213142</c:v>
                </c:pt>
                <c:pt idx="1688">
                  <c:v>14.706151967213142</c:v>
                </c:pt>
                <c:pt idx="1689">
                  <c:v>14.706151967213142</c:v>
                </c:pt>
                <c:pt idx="1690">
                  <c:v>14.706151967213142</c:v>
                </c:pt>
                <c:pt idx="1691">
                  <c:v>14.706151967213142</c:v>
                </c:pt>
                <c:pt idx="1692">
                  <c:v>14.706151967213142</c:v>
                </c:pt>
                <c:pt idx="1693">
                  <c:v>14.706151967213142</c:v>
                </c:pt>
                <c:pt idx="1694">
                  <c:v>14.706151967213142</c:v>
                </c:pt>
                <c:pt idx="1695">
                  <c:v>14.706151967213142</c:v>
                </c:pt>
                <c:pt idx="1696">
                  <c:v>14.706151967213142</c:v>
                </c:pt>
                <c:pt idx="1697">
                  <c:v>14.706151967213142</c:v>
                </c:pt>
                <c:pt idx="1698">
                  <c:v>14.706151967213142</c:v>
                </c:pt>
                <c:pt idx="1699">
                  <c:v>14.706151967213142</c:v>
                </c:pt>
                <c:pt idx="1700">
                  <c:v>14.706151967213142</c:v>
                </c:pt>
                <c:pt idx="1701">
                  <c:v>14.706151967213142</c:v>
                </c:pt>
                <c:pt idx="1702">
                  <c:v>14.706151967213142</c:v>
                </c:pt>
                <c:pt idx="1703">
                  <c:v>14.706151967213142</c:v>
                </c:pt>
                <c:pt idx="1704">
                  <c:v>14.706151967213142</c:v>
                </c:pt>
                <c:pt idx="1705">
                  <c:v>14.706151967213142</c:v>
                </c:pt>
                <c:pt idx="1706">
                  <c:v>14.706151967213142</c:v>
                </c:pt>
                <c:pt idx="1707">
                  <c:v>14.706151967213142</c:v>
                </c:pt>
                <c:pt idx="1708">
                  <c:v>14.706151967213142</c:v>
                </c:pt>
                <c:pt idx="1709">
                  <c:v>14.706151967213142</c:v>
                </c:pt>
                <c:pt idx="1710">
                  <c:v>14.706151967213142</c:v>
                </c:pt>
                <c:pt idx="1711">
                  <c:v>14.706151967213142</c:v>
                </c:pt>
                <c:pt idx="1712">
                  <c:v>14.706151967213142</c:v>
                </c:pt>
                <c:pt idx="1713">
                  <c:v>14.706151967213142</c:v>
                </c:pt>
                <c:pt idx="1714">
                  <c:v>14.706151967213142</c:v>
                </c:pt>
                <c:pt idx="1715">
                  <c:v>14.706151967213142</c:v>
                </c:pt>
                <c:pt idx="1716">
                  <c:v>14.706151967213142</c:v>
                </c:pt>
                <c:pt idx="1717">
                  <c:v>14.706151967213142</c:v>
                </c:pt>
                <c:pt idx="1718">
                  <c:v>14.706151967213142</c:v>
                </c:pt>
                <c:pt idx="1719">
                  <c:v>14.706151967213142</c:v>
                </c:pt>
                <c:pt idx="1720">
                  <c:v>14.706151967213142</c:v>
                </c:pt>
                <c:pt idx="1721">
                  <c:v>14.706151967213142</c:v>
                </c:pt>
                <c:pt idx="1722">
                  <c:v>14.706151967213142</c:v>
                </c:pt>
                <c:pt idx="1723">
                  <c:v>14.706151967213142</c:v>
                </c:pt>
                <c:pt idx="1724">
                  <c:v>14.706151967213142</c:v>
                </c:pt>
                <c:pt idx="1725">
                  <c:v>14.706151967213142</c:v>
                </c:pt>
                <c:pt idx="1726">
                  <c:v>14.706151967213142</c:v>
                </c:pt>
                <c:pt idx="1727">
                  <c:v>14.706151967213142</c:v>
                </c:pt>
                <c:pt idx="1728">
                  <c:v>14.706151967213142</c:v>
                </c:pt>
                <c:pt idx="1729">
                  <c:v>14.706151967213142</c:v>
                </c:pt>
                <c:pt idx="1730">
                  <c:v>14.706151967213142</c:v>
                </c:pt>
                <c:pt idx="1731">
                  <c:v>14.706151967213142</c:v>
                </c:pt>
                <c:pt idx="1732">
                  <c:v>14.706151967213142</c:v>
                </c:pt>
                <c:pt idx="1733">
                  <c:v>14.706151967213142</c:v>
                </c:pt>
                <c:pt idx="1734">
                  <c:v>14.706151967213142</c:v>
                </c:pt>
                <c:pt idx="1735">
                  <c:v>14.706151967213142</c:v>
                </c:pt>
                <c:pt idx="1736">
                  <c:v>14.706151967213142</c:v>
                </c:pt>
                <c:pt idx="1737">
                  <c:v>14.706151967213142</c:v>
                </c:pt>
                <c:pt idx="1738">
                  <c:v>14.706151967213142</c:v>
                </c:pt>
                <c:pt idx="1739">
                  <c:v>14.706151967213142</c:v>
                </c:pt>
                <c:pt idx="1740">
                  <c:v>14.706151967213142</c:v>
                </c:pt>
                <c:pt idx="1741">
                  <c:v>14.706151967213142</c:v>
                </c:pt>
                <c:pt idx="1742">
                  <c:v>14.706151967213142</c:v>
                </c:pt>
                <c:pt idx="1743">
                  <c:v>14.706151967213142</c:v>
                </c:pt>
                <c:pt idx="1744">
                  <c:v>14.706151967213142</c:v>
                </c:pt>
                <c:pt idx="1745">
                  <c:v>14.706151967213142</c:v>
                </c:pt>
                <c:pt idx="1746">
                  <c:v>14.706151967213142</c:v>
                </c:pt>
                <c:pt idx="1747">
                  <c:v>14.706151967213142</c:v>
                </c:pt>
                <c:pt idx="1748">
                  <c:v>14.706151967213142</c:v>
                </c:pt>
                <c:pt idx="1749">
                  <c:v>14.706151967213142</c:v>
                </c:pt>
                <c:pt idx="1750">
                  <c:v>14.706151967213142</c:v>
                </c:pt>
                <c:pt idx="1751">
                  <c:v>14.706151967213142</c:v>
                </c:pt>
                <c:pt idx="1752">
                  <c:v>14.706151967213142</c:v>
                </c:pt>
                <c:pt idx="1753">
                  <c:v>14.706151967213142</c:v>
                </c:pt>
                <c:pt idx="1754">
                  <c:v>14.706151967213142</c:v>
                </c:pt>
                <c:pt idx="1755">
                  <c:v>14.706151967213142</c:v>
                </c:pt>
                <c:pt idx="1756">
                  <c:v>14.706151967213142</c:v>
                </c:pt>
                <c:pt idx="1757">
                  <c:v>14.706151967213142</c:v>
                </c:pt>
                <c:pt idx="1758">
                  <c:v>14.706151967213142</c:v>
                </c:pt>
                <c:pt idx="1759">
                  <c:v>14.706151967213142</c:v>
                </c:pt>
                <c:pt idx="1760">
                  <c:v>14.706151967213142</c:v>
                </c:pt>
                <c:pt idx="1761">
                  <c:v>14.706151967213142</c:v>
                </c:pt>
                <c:pt idx="1762">
                  <c:v>14.706151967213142</c:v>
                </c:pt>
                <c:pt idx="1763">
                  <c:v>14.706151967213142</c:v>
                </c:pt>
                <c:pt idx="1764">
                  <c:v>14.706151967213142</c:v>
                </c:pt>
                <c:pt idx="1765">
                  <c:v>14.706151967213142</c:v>
                </c:pt>
                <c:pt idx="1766">
                  <c:v>14.706151967213142</c:v>
                </c:pt>
                <c:pt idx="1767">
                  <c:v>14.706151967213142</c:v>
                </c:pt>
                <c:pt idx="1768">
                  <c:v>14.706151967213142</c:v>
                </c:pt>
                <c:pt idx="1769">
                  <c:v>14.706151967213142</c:v>
                </c:pt>
                <c:pt idx="1770">
                  <c:v>14.706151967213142</c:v>
                </c:pt>
                <c:pt idx="1771">
                  <c:v>14.706151967213142</c:v>
                </c:pt>
                <c:pt idx="1772">
                  <c:v>14.706151967213142</c:v>
                </c:pt>
                <c:pt idx="1773">
                  <c:v>14.706151967213142</c:v>
                </c:pt>
                <c:pt idx="1774">
                  <c:v>14.706151967213142</c:v>
                </c:pt>
                <c:pt idx="1775">
                  <c:v>14.706151967213142</c:v>
                </c:pt>
                <c:pt idx="1776">
                  <c:v>14.706151967213142</c:v>
                </c:pt>
                <c:pt idx="1777">
                  <c:v>14.706151967213142</c:v>
                </c:pt>
                <c:pt idx="1778">
                  <c:v>14.706151967213142</c:v>
                </c:pt>
                <c:pt idx="1779">
                  <c:v>14.706151967213142</c:v>
                </c:pt>
                <c:pt idx="1780">
                  <c:v>14.706151967213142</c:v>
                </c:pt>
                <c:pt idx="1781">
                  <c:v>14.706151967213142</c:v>
                </c:pt>
                <c:pt idx="1782">
                  <c:v>14.706151967213142</c:v>
                </c:pt>
                <c:pt idx="1783">
                  <c:v>14.706151967213142</c:v>
                </c:pt>
                <c:pt idx="1784">
                  <c:v>14.706151967213142</c:v>
                </c:pt>
                <c:pt idx="1785">
                  <c:v>14.706151967213142</c:v>
                </c:pt>
                <c:pt idx="1786">
                  <c:v>14.706151967213142</c:v>
                </c:pt>
                <c:pt idx="1787">
                  <c:v>14.706151967213142</c:v>
                </c:pt>
                <c:pt idx="1788">
                  <c:v>14.706151967213142</c:v>
                </c:pt>
                <c:pt idx="1789">
                  <c:v>14.706151967213142</c:v>
                </c:pt>
                <c:pt idx="1790">
                  <c:v>14.706151967213142</c:v>
                </c:pt>
                <c:pt idx="1791">
                  <c:v>14.706151967213142</c:v>
                </c:pt>
                <c:pt idx="1792">
                  <c:v>14.706151967213142</c:v>
                </c:pt>
                <c:pt idx="1793">
                  <c:v>14.706151967213142</c:v>
                </c:pt>
                <c:pt idx="1794">
                  <c:v>14.706151967213142</c:v>
                </c:pt>
                <c:pt idx="1795">
                  <c:v>14.706151967213142</c:v>
                </c:pt>
                <c:pt idx="1796">
                  <c:v>14.706151967213142</c:v>
                </c:pt>
                <c:pt idx="1797">
                  <c:v>14.706151967213142</c:v>
                </c:pt>
                <c:pt idx="1798">
                  <c:v>14.706151967213142</c:v>
                </c:pt>
                <c:pt idx="1799">
                  <c:v>14.706151967213142</c:v>
                </c:pt>
                <c:pt idx="1800">
                  <c:v>14.706151967213142</c:v>
                </c:pt>
                <c:pt idx="1801">
                  <c:v>14.706151967213142</c:v>
                </c:pt>
                <c:pt idx="1802">
                  <c:v>14.706151967213142</c:v>
                </c:pt>
                <c:pt idx="1803">
                  <c:v>14.706151967213142</c:v>
                </c:pt>
                <c:pt idx="1804">
                  <c:v>14.706151967213142</c:v>
                </c:pt>
                <c:pt idx="1805">
                  <c:v>14.706151967213142</c:v>
                </c:pt>
                <c:pt idx="1806">
                  <c:v>14.706151967213142</c:v>
                </c:pt>
                <c:pt idx="1807">
                  <c:v>14.706151967213142</c:v>
                </c:pt>
                <c:pt idx="1808">
                  <c:v>14.706151967213142</c:v>
                </c:pt>
                <c:pt idx="1809">
                  <c:v>14.706151967213142</c:v>
                </c:pt>
                <c:pt idx="1810">
                  <c:v>14.706151967213142</c:v>
                </c:pt>
                <c:pt idx="1811">
                  <c:v>14.706151967213142</c:v>
                </c:pt>
                <c:pt idx="1812">
                  <c:v>14.706151967213142</c:v>
                </c:pt>
                <c:pt idx="1813">
                  <c:v>14.706151967213142</c:v>
                </c:pt>
                <c:pt idx="1814">
                  <c:v>14.706151967213142</c:v>
                </c:pt>
                <c:pt idx="1815">
                  <c:v>14.706151967213142</c:v>
                </c:pt>
                <c:pt idx="1816">
                  <c:v>14.706151967213142</c:v>
                </c:pt>
                <c:pt idx="1817">
                  <c:v>14.706151967213142</c:v>
                </c:pt>
                <c:pt idx="1818">
                  <c:v>14.706151967213142</c:v>
                </c:pt>
                <c:pt idx="1819">
                  <c:v>14.706151967213142</c:v>
                </c:pt>
                <c:pt idx="1820">
                  <c:v>14.706151967213142</c:v>
                </c:pt>
                <c:pt idx="1821">
                  <c:v>14.706151967213142</c:v>
                </c:pt>
                <c:pt idx="1822">
                  <c:v>14.706151967213142</c:v>
                </c:pt>
                <c:pt idx="1823">
                  <c:v>14.706151967213142</c:v>
                </c:pt>
                <c:pt idx="1824">
                  <c:v>14.706151967213142</c:v>
                </c:pt>
                <c:pt idx="1825">
                  <c:v>14.706151967213142</c:v>
                </c:pt>
                <c:pt idx="1826">
                  <c:v>14.706151967213142</c:v>
                </c:pt>
                <c:pt idx="1827">
                  <c:v>14.706151967213142</c:v>
                </c:pt>
                <c:pt idx="1828">
                  <c:v>14.706151967213142</c:v>
                </c:pt>
              </c:numCache>
            </c:numRef>
          </c:val>
          <c:smooth val="0"/>
          <c:extLst>
            <c:ext xmlns:c16="http://schemas.microsoft.com/office/drawing/2014/chart" uri="{C3380CC4-5D6E-409C-BE32-E72D297353CC}">
              <c16:uniqueId val="{00000003-81C4-4815-9680-5AA56E5DE3F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44425</c:v>
                </c:pt>
                <c:pt idx="1">
                  <c:v>44426</c:v>
                </c:pt>
                <c:pt idx="2">
                  <c:v>44427</c:v>
                </c:pt>
                <c:pt idx="3">
                  <c:v>44428</c:v>
                </c:pt>
                <c:pt idx="4">
                  <c:v>44429</c:v>
                </c:pt>
                <c:pt idx="5">
                  <c:v>44430</c:v>
                </c:pt>
                <c:pt idx="6">
                  <c:v>44431</c:v>
                </c:pt>
                <c:pt idx="7">
                  <c:v>44432</c:v>
                </c:pt>
                <c:pt idx="8">
                  <c:v>44433</c:v>
                </c:pt>
                <c:pt idx="9">
                  <c:v>44434</c:v>
                </c:pt>
                <c:pt idx="10">
                  <c:v>44435</c:v>
                </c:pt>
                <c:pt idx="11">
                  <c:v>44436</c:v>
                </c:pt>
                <c:pt idx="12">
                  <c:v>44437</c:v>
                </c:pt>
                <c:pt idx="13">
                  <c:v>44438</c:v>
                </c:pt>
                <c:pt idx="14">
                  <c:v>44439</c:v>
                </c:pt>
                <c:pt idx="15">
                  <c:v>44440</c:v>
                </c:pt>
                <c:pt idx="16">
                  <c:v>44441</c:v>
                </c:pt>
                <c:pt idx="17">
                  <c:v>44442</c:v>
                </c:pt>
                <c:pt idx="18">
                  <c:v>44443</c:v>
                </c:pt>
                <c:pt idx="19">
                  <c:v>44444</c:v>
                </c:pt>
                <c:pt idx="20">
                  <c:v>44445</c:v>
                </c:pt>
                <c:pt idx="21">
                  <c:v>44446</c:v>
                </c:pt>
                <c:pt idx="22">
                  <c:v>44447</c:v>
                </c:pt>
                <c:pt idx="23">
                  <c:v>44448</c:v>
                </c:pt>
                <c:pt idx="24">
                  <c:v>44449</c:v>
                </c:pt>
                <c:pt idx="25">
                  <c:v>44450</c:v>
                </c:pt>
                <c:pt idx="26">
                  <c:v>44451</c:v>
                </c:pt>
                <c:pt idx="27">
                  <c:v>44452</c:v>
                </c:pt>
                <c:pt idx="28">
                  <c:v>44453</c:v>
                </c:pt>
                <c:pt idx="29">
                  <c:v>44454</c:v>
                </c:pt>
                <c:pt idx="30">
                  <c:v>44455</c:v>
                </c:pt>
                <c:pt idx="31">
                  <c:v>44456</c:v>
                </c:pt>
                <c:pt idx="32">
                  <c:v>44457</c:v>
                </c:pt>
                <c:pt idx="33">
                  <c:v>44458</c:v>
                </c:pt>
                <c:pt idx="34">
                  <c:v>44459</c:v>
                </c:pt>
                <c:pt idx="35">
                  <c:v>44460</c:v>
                </c:pt>
                <c:pt idx="36">
                  <c:v>44461</c:v>
                </c:pt>
                <c:pt idx="37">
                  <c:v>44462</c:v>
                </c:pt>
                <c:pt idx="38">
                  <c:v>44463</c:v>
                </c:pt>
                <c:pt idx="39">
                  <c:v>44464</c:v>
                </c:pt>
                <c:pt idx="40">
                  <c:v>44465</c:v>
                </c:pt>
                <c:pt idx="41">
                  <c:v>44466</c:v>
                </c:pt>
                <c:pt idx="42">
                  <c:v>44467</c:v>
                </c:pt>
                <c:pt idx="43">
                  <c:v>44468</c:v>
                </c:pt>
                <c:pt idx="44">
                  <c:v>44469</c:v>
                </c:pt>
                <c:pt idx="45">
                  <c:v>44470</c:v>
                </c:pt>
                <c:pt idx="46">
                  <c:v>44471</c:v>
                </c:pt>
                <c:pt idx="47">
                  <c:v>44472</c:v>
                </c:pt>
                <c:pt idx="48">
                  <c:v>44473</c:v>
                </c:pt>
                <c:pt idx="49">
                  <c:v>44474</c:v>
                </c:pt>
                <c:pt idx="50">
                  <c:v>44475</c:v>
                </c:pt>
                <c:pt idx="51">
                  <c:v>44476</c:v>
                </c:pt>
                <c:pt idx="52">
                  <c:v>44477</c:v>
                </c:pt>
                <c:pt idx="53">
                  <c:v>44478</c:v>
                </c:pt>
                <c:pt idx="54">
                  <c:v>44479</c:v>
                </c:pt>
                <c:pt idx="55">
                  <c:v>44480</c:v>
                </c:pt>
                <c:pt idx="56">
                  <c:v>44481</c:v>
                </c:pt>
                <c:pt idx="57">
                  <c:v>44482</c:v>
                </c:pt>
                <c:pt idx="58">
                  <c:v>44483</c:v>
                </c:pt>
                <c:pt idx="59">
                  <c:v>44484</c:v>
                </c:pt>
                <c:pt idx="60">
                  <c:v>44485</c:v>
                </c:pt>
                <c:pt idx="61">
                  <c:v>44486</c:v>
                </c:pt>
                <c:pt idx="62">
                  <c:v>44487</c:v>
                </c:pt>
                <c:pt idx="63">
                  <c:v>44488</c:v>
                </c:pt>
                <c:pt idx="64">
                  <c:v>44489</c:v>
                </c:pt>
                <c:pt idx="65">
                  <c:v>44490</c:v>
                </c:pt>
                <c:pt idx="66">
                  <c:v>44491</c:v>
                </c:pt>
                <c:pt idx="67">
                  <c:v>44492</c:v>
                </c:pt>
                <c:pt idx="68">
                  <c:v>44493</c:v>
                </c:pt>
                <c:pt idx="69">
                  <c:v>44494</c:v>
                </c:pt>
                <c:pt idx="70">
                  <c:v>44495</c:v>
                </c:pt>
                <c:pt idx="71">
                  <c:v>44496</c:v>
                </c:pt>
                <c:pt idx="72">
                  <c:v>44497</c:v>
                </c:pt>
                <c:pt idx="73">
                  <c:v>44498</c:v>
                </c:pt>
                <c:pt idx="74">
                  <c:v>44499</c:v>
                </c:pt>
                <c:pt idx="75">
                  <c:v>44500</c:v>
                </c:pt>
                <c:pt idx="76">
                  <c:v>44501</c:v>
                </c:pt>
                <c:pt idx="77">
                  <c:v>44502</c:v>
                </c:pt>
                <c:pt idx="78">
                  <c:v>44503</c:v>
                </c:pt>
                <c:pt idx="79">
                  <c:v>44504</c:v>
                </c:pt>
                <c:pt idx="80">
                  <c:v>44505</c:v>
                </c:pt>
                <c:pt idx="81">
                  <c:v>44506</c:v>
                </c:pt>
                <c:pt idx="82">
                  <c:v>44507</c:v>
                </c:pt>
                <c:pt idx="83">
                  <c:v>44508</c:v>
                </c:pt>
                <c:pt idx="84">
                  <c:v>44509</c:v>
                </c:pt>
                <c:pt idx="85">
                  <c:v>44510</c:v>
                </c:pt>
                <c:pt idx="86">
                  <c:v>44511</c:v>
                </c:pt>
                <c:pt idx="87">
                  <c:v>44512</c:v>
                </c:pt>
                <c:pt idx="88">
                  <c:v>44513</c:v>
                </c:pt>
                <c:pt idx="89">
                  <c:v>44514</c:v>
                </c:pt>
                <c:pt idx="90">
                  <c:v>44515</c:v>
                </c:pt>
                <c:pt idx="91">
                  <c:v>44516</c:v>
                </c:pt>
                <c:pt idx="92">
                  <c:v>44517</c:v>
                </c:pt>
                <c:pt idx="93">
                  <c:v>44518</c:v>
                </c:pt>
                <c:pt idx="94">
                  <c:v>44519</c:v>
                </c:pt>
                <c:pt idx="95">
                  <c:v>44520</c:v>
                </c:pt>
                <c:pt idx="96">
                  <c:v>44521</c:v>
                </c:pt>
                <c:pt idx="97">
                  <c:v>44522</c:v>
                </c:pt>
                <c:pt idx="98">
                  <c:v>44523</c:v>
                </c:pt>
                <c:pt idx="99">
                  <c:v>44524</c:v>
                </c:pt>
                <c:pt idx="100">
                  <c:v>44525</c:v>
                </c:pt>
                <c:pt idx="101">
                  <c:v>44526</c:v>
                </c:pt>
                <c:pt idx="102">
                  <c:v>44527</c:v>
                </c:pt>
                <c:pt idx="103">
                  <c:v>44528</c:v>
                </c:pt>
                <c:pt idx="104">
                  <c:v>44529</c:v>
                </c:pt>
                <c:pt idx="105">
                  <c:v>44530</c:v>
                </c:pt>
                <c:pt idx="106">
                  <c:v>44531</c:v>
                </c:pt>
                <c:pt idx="107">
                  <c:v>44532</c:v>
                </c:pt>
                <c:pt idx="108">
                  <c:v>44533</c:v>
                </c:pt>
                <c:pt idx="109">
                  <c:v>44534</c:v>
                </c:pt>
                <c:pt idx="110">
                  <c:v>44535</c:v>
                </c:pt>
                <c:pt idx="111">
                  <c:v>44536</c:v>
                </c:pt>
                <c:pt idx="112">
                  <c:v>44537</c:v>
                </c:pt>
                <c:pt idx="113">
                  <c:v>44538</c:v>
                </c:pt>
                <c:pt idx="114">
                  <c:v>44539</c:v>
                </c:pt>
                <c:pt idx="115">
                  <c:v>44540</c:v>
                </c:pt>
                <c:pt idx="116">
                  <c:v>44541</c:v>
                </c:pt>
                <c:pt idx="117">
                  <c:v>44542</c:v>
                </c:pt>
                <c:pt idx="118">
                  <c:v>44543</c:v>
                </c:pt>
                <c:pt idx="119">
                  <c:v>44544</c:v>
                </c:pt>
                <c:pt idx="120">
                  <c:v>44545</c:v>
                </c:pt>
                <c:pt idx="121">
                  <c:v>44546</c:v>
                </c:pt>
                <c:pt idx="122">
                  <c:v>44547</c:v>
                </c:pt>
                <c:pt idx="123">
                  <c:v>44548</c:v>
                </c:pt>
                <c:pt idx="124">
                  <c:v>44549</c:v>
                </c:pt>
                <c:pt idx="125">
                  <c:v>44550</c:v>
                </c:pt>
                <c:pt idx="126">
                  <c:v>44551</c:v>
                </c:pt>
                <c:pt idx="127">
                  <c:v>44552</c:v>
                </c:pt>
                <c:pt idx="128">
                  <c:v>44553</c:v>
                </c:pt>
                <c:pt idx="129">
                  <c:v>44554</c:v>
                </c:pt>
                <c:pt idx="130">
                  <c:v>44555</c:v>
                </c:pt>
                <c:pt idx="131">
                  <c:v>44556</c:v>
                </c:pt>
                <c:pt idx="132">
                  <c:v>44557</c:v>
                </c:pt>
                <c:pt idx="133">
                  <c:v>44558</c:v>
                </c:pt>
                <c:pt idx="134">
                  <c:v>44559</c:v>
                </c:pt>
                <c:pt idx="135">
                  <c:v>44560</c:v>
                </c:pt>
                <c:pt idx="136">
                  <c:v>44561</c:v>
                </c:pt>
                <c:pt idx="137">
                  <c:v>44562</c:v>
                </c:pt>
                <c:pt idx="138">
                  <c:v>44563</c:v>
                </c:pt>
                <c:pt idx="139">
                  <c:v>44564</c:v>
                </c:pt>
                <c:pt idx="140">
                  <c:v>44565</c:v>
                </c:pt>
                <c:pt idx="141">
                  <c:v>44566</c:v>
                </c:pt>
                <c:pt idx="142">
                  <c:v>44567</c:v>
                </c:pt>
                <c:pt idx="143">
                  <c:v>44568</c:v>
                </c:pt>
                <c:pt idx="144">
                  <c:v>44569</c:v>
                </c:pt>
                <c:pt idx="145">
                  <c:v>44570</c:v>
                </c:pt>
                <c:pt idx="146">
                  <c:v>44571</c:v>
                </c:pt>
                <c:pt idx="147">
                  <c:v>44572</c:v>
                </c:pt>
                <c:pt idx="148">
                  <c:v>44573</c:v>
                </c:pt>
                <c:pt idx="149">
                  <c:v>44574</c:v>
                </c:pt>
                <c:pt idx="150">
                  <c:v>44575</c:v>
                </c:pt>
                <c:pt idx="151">
                  <c:v>44576</c:v>
                </c:pt>
                <c:pt idx="152">
                  <c:v>44577</c:v>
                </c:pt>
                <c:pt idx="153">
                  <c:v>44578</c:v>
                </c:pt>
                <c:pt idx="154">
                  <c:v>44579</c:v>
                </c:pt>
                <c:pt idx="155">
                  <c:v>44580</c:v>
                </c:pt>
                <c:pt idx="156">
                  <c:v>44581</c:v>
                </c:pt>
                <c:pt idx="157">
                  <c:v>44582</c:v>
                </c:pt>
                <c:pt idx="158">
                  <c:v>44583</c:v>
                </c:pt>
                <c:pt idx="159">
                  <c:v>44584</c:v>
                </c:pt>
                <c:pt idx="160">
                  <c:v>44585</c:v>
                </c:pt>
                <c:pt idx="161">
                  <c:v>44586</c:v>
                </c:pt>
                <c:pt idx="162">
                  <c:v>44587</c:v>
                </c:pt>
                <c:pt idx="163">
                  <c:v>44588</c:v>
                </c:pt>
                <c:pt idx="164">
                  <c:v>44589</c:v>
                </c:pt>
                <c:pt idx="165">
                  <c:v>44590</c:v>
                </c:pt>
                <c:pt idx="166">
                  <c:v>44591</c:v>
                </c:pt>
                <c:pt idx="167">
                  <c:v>44592</c:v>
                </c:pt>
                <c:pt idx="168">
                  <c:v>44593</c:v>
                </c:pt>
                <c:pt idx="169">
                  <c:v>44594</c:v>
                </c:pt>
                <c:pt idx="170">
                  <c:v>44595</c:v>
                </c:pt>
                <c:pt idx="171">
                  <c:v>44596</c:v>
                </c:pt>
                <c:pt idx="172">
                  <c:v>44597</c:v>
                </c:pt>
                <c:pt idx="173">
                  <c:v>44598</c:v>
                </c:pt>
                <c:pt idx="174">
                  <c:v>44599</c:v>
                </c:pt>
                <c:pt idx="175">
                  <c:v>44600</c:v>
                </c:pt>
                <c:pt idx="176">
                  <c:v>44601</c:v>
                </c:pt>
                <c:pt idx="177">
                  <c:v>44602</c:v>
                </c:pt>
                <c:pt idx="178">
                  <c:v>44603</c:v>
                </c:pt>
                <c:pt idx="179">
                  <c:v>44604</c:v>
                </c:pt>
                <c:pt idx="180">
                  <c:v>44605</c:v>
                </c:pt>
                <c:pt idx="181">
                  <c:v>44606</c:v>
                </c:pt>
                <c:pt idx="182">
                  <c:v>44607</c:v>
                </c:pt>
                <c:pt idx="183">
                  <c:v>44608</c:v>
                </c:pt>
                <c:pt idx="184">
                  <c:v>44609</c:v>
                </c:pt>
                <c:pt idx="185">
                  <c:v>44610</c:v>
                </c:pt>
                <c:pt idx="186">
                  <c:v>44611</c:v>
                </c:pt>
                <c:pt idx="187">
                  <c:v>44612</c:v>
                </c:pt>
                <c:pt idx="188">
                  <c:v>44613</c:v>
                </c:pt>
                <c:pt idx="189">
                  <c:v>44614</c:v>
                </c:pt>
                <c:pt idx="190">
                  <c:v>44615</c:v>
                </c:pt>
                <c:pt idx="191">
                  <c:v>44616</c:v>
                </c:pt>
                <c:pt idx="192">
                  <c:v>44617</c:v>
                </c:pt>
                <c:pt idx="193">
                  <c:v>44618</c:v>
                </c:pt>
                <c:pt idx="194">
                  <c:v>44619</c:v>
                </c:pt>
                <c:pt idx="195">
                  <c:v>44620</c:v>
                </c:pt>
                <c:pt idx="196">
                  <c:v>44621</c:v>
                </c:pt>
                <c:pt idx="197">
                  <c:v>44622</c:v>
                </c:pt>
                <c:pt idx="198">
                  <c:v>44623</c:v>
                </c:pt>
                <c:pt idx="199">
                  <c:v>44624</c:v>
                </c:pt>
                <c:pt idx="200">
                  <c:v>44625</c:v>
                </c:pt>
                <c:pt idx="201">
                  <c:v>44626</c:v>
                </c:pt>
                <c:pt idx="202">
                  <c:v>44627</c:v>
                </c:pt>
                <c:pt idx="203">
                  <c:v>44628</c:v>
                </c:pt>
                <c:pt idx="204">
                  <c:v>44629</c:v>
                </c:pt>
                <c:pt idx="205">
                  <c:v>44630</c:v>
                </c:pt>
                <c:pt idx="206">
                  <c:v>44631</c:v>
                </c:pt>
                <c:pt idx="207">
                  <c:v>44632</c:v>
                </c:pt>
                <c:pt idx="208">
                  <c:v>44633</c:v>
                </c:pt>
                <c:pt idx="209">
                  <c:v>44634</c:v>
                </c:pt>
                <c:pt idx="210">
                  <c:v>44635</c:v>
                </c:pt>
                <c:pt idx="211">
                  <c:v>44636</c:v>
                </c:pt>
                <c:pt idx="212">
                  <c:v>44637</c:v>
                </c:pt>
                <c:pt idx="213">
                  <c:v>44638</c:v>
                </c:pt>
                <c:pt idx="214">
                  <c:v>44639</c:v>
                </c:pt>
                <c:pt idx="215">
                  <c:v>44640</c:v>
                </c:pt>
                <c:pt idx="216">
                  <c:v>44641</c:v>
                </c:pt>
                <c:pt idx="217">
                  <c:v>44642</c:v>
                </c:pt>
                <c:pt idx="218">
                  <c:v>44643</c:v>
                </c:pt>
                <c:pt idx="219">
                  <c:v>44644</c:v>
                </c:pt>
                <c:pt idx="220">
                  <c:v>44645</c:v>
                </c:pt>
                <c:pt idx="221">
                  <c:v>44646</c:v>
                </c:pt>
                <c:pt idx="222">
                  <c:v>44647</c:v>
                </c:pt>
                <c:pt idx="223">
                  <c:v>44648</c:v>
                </c:pt>
                <c:pt idx="224">
                  <c:v>44649</c:v>
                </c:pt>
                <c:pt idx="225">
                  <c:v>44650</c:v>
                </c:pt>
                <c:pt idx="226">
                  <c:v>44651</c:v>
                </c:pt>
                <c:pt idx="227">
                  <c:v>44652</c:v>
                </c:pt>
                <c:pt idx="228">
                  <c:v>44653</c:v>
                </c:pt>
                <c:pt idx="229">
                  <c:v>44654</c:v>
                </c:pt>
                <c:pt idx="230">
                  <c:v>44655</c:v>
                </c:pt>
                <c:pt idx="231">
                  <c:v>44656</c:v>
                </c:pt>
                <c:pt idx="232">
                  <c:v>44657</c:v>
                </c:pt>
                <c:pt idx="233">
                  <c:v>44658</c:v>
                </c:pt>
                <c:pt idx="234">
                  <c:v>44659</c:v>
                </c:pt>
                <c:pt idx="235">
                  <c:v>44660</c:v>
                </c:pt>
                <c:pt idx="236">
                  <c:v>44661</c:v>
                </c:pt>
                <c:pt idx="237">
                  <c:v>44662</c:v>
                </c:pt>
                <c:pt idx="238">
                  <c:v>44663</c:v>
                </c:pt>
                <c:pt idx="239">
                  <c:v>44664</c:v>
                </c:pt>
                <c:pt idx="240">
                  <c:v>44665</c:v>
                </c:pt>
                <c:pt idx="241">
                  <c:v>44666</c:v>
                </c:pt>
                <c:pt idx="242">
                  <c:v>44667</c:v>
                </c:pt>
                <c:pt idx="243">
                  <c:v>44668</c:v>
                </c:pt>
                <c:pt idx="244">
                  <c:v>44669</c:v>
                </c:pt>
                <c:pt idx="245">
                  <c:v>44670</c:v>
                </c:pt>
                <c:pt idx="246">
                  <c:v>44671</c:v>
                </c:pt>
                <c:pt idx="247">
                  <c:v>44672</c:v>
                </c:pt>
                <c:pt idx="248">
                  <c:v>44673</c:v>
                </c:pt>
                <c:pt idx="249">
                  <c:v>44674</c:v>
                </c:pt>
                <c:pt idx="250">
                  <c:v>44675</c:v>
                </c:pt>
                <c:pt idx="251">
                  <c:v>44676</c:v>
                </c:pt>
                <c:pt idx="252">
                  <c:v>44677</c:v>
                </c:pt>
                <c:pt idx="253">
                  <c:v>44678</c:v>
                </c:pt>
                <c:pt idx="254">
                  <c:v>44679</c:v>
                </c:pt>
                <c:pt idx="255">
                  <c:v>44680</c:v>
                </c:pt>
                <c:pt idx="256">
                  <c:v>44681</c:v>
                </c:pt>
                <c:pt idx="257">
                  <c:v>44682</c:v>
                </c:pt>
                <c:pt idx="258">
                  <c:v>44683</c:v>
                </c:pt>
                <c:pt idx="259">
                  <c:v>44684</c:v>
                </c:pt>
                <c:pt idx="260">
                  <c:v>44685</c:v>
                </c:pt>
                <c:pt idx="261">
                  <c:v>44686</c:v>
                </c:pt>
                <c:pt idx="262">
                  <c:v>44687</c:v>
                </c:pt>
                <c:pt idx="263">
                  <c:v>44688</c:v>
                </c:pt>
                <c:pt idx="264">
                  <c:v>44689</c:v>
                </c:pt>
                <c:pt idx="265">
                  <c:v>44690</c:v>
                </c:pt>
                <c:pt idx="266">
                  <c:v>44691</c:v>
                </c:pt>
                <c:pt idx="267">
                  <c:v>44692</c:v>
                </c:pt>
                <c:pt idx="268">
                  <c:v>44693</c:v>
                </c:pt>
                <c:pt idx="269">
                  <c:v>44694</c:v>
                </c:pt>
                <c:pt idx="270">
                  <c:v>44695</c:v>
                </c:pt>
                <c:pt idx="271">
                  <c:v>44696</c:v>
                </c:pt>
                <c:pt idx="272">
                  <c:v>44697</c:v>
                </c:pt>
                <c:pt idx="273">
                  <c:v>44698</c:v>
                </c:pt>
                <c:pt idx="274">
                  <c:v>44699</c:v>
                </c:pt>
                <c:pt idx="275">
                  <c:v>44700</c:v>
                </c:pt>
                <c:pt idx="276">
                  <c:v>44701</c:v>
                </c:pt>
                <c:pt idx="277">
                  <c:v>44702</c:v>
                </c:pt>
                <c:pt idx="278">
                  <c:v>44703</c:v>
                </c:pt>
                <c:pt idx="279">
                  <c:v>44704</c:v>
                </c:pt>
                <c:pt idx="280">
                  <c:v>44705</c:v>
                </c:pt>
                <c:pt idx="281">
                  <c:v>44706</c:v>
                </c:pt>
                <c:pt idx="282">
                  <c:v>44707</c:v>
                </c:pt>
                <c:pt idx="283">
                  <c:v>44708</c:v>
                </c:pt>
                <c:pt idx="284">
                  <c:v>44709</c:v>
                </c:pt>
                <c:pt idx="285">
                  <c:v>44710</c:v>
                </c:pt>
                <c:pt idx="286">
                  <c:v>44711</c:v>
                </c:pt>
                <c:pt idx="287">
                  <c:v>44712</c:v>
                </c:pt>
                <c:pt idx="288">
                  <c:v>44713</c:v>
                </c:pt>
                <c:pt idx="289">
                  <c:v>44714</c:v>
                </c:pt>
                <c:pt idx="290">
                  <c:v>44715</c:v>
                </c:pt>
                <c:pt idx="291">
                  <c:v>44716</c:v>
                </c:pt>
                <c:pt idx="292">
                  <c:v>44717</c:v>
                </c:pt>
                <c:pt idx="293">
                  <c:v>44718</c:v>
                </c:pt>
                <c:pt idx="294">
                  <c:v>44719</c:v>
                </c:pt>
                <c:pt idx="295">
                  <c:v>44720</c:v>
                </c:pt>
                <c:pt idx="296">
                  <c:v>44721</c:v>
                </c:pt>
                <c:pt idx="297">
                  <c:v>44722</c:v>
                </c:pt>
                <c:pt idx="298">
                  <c:v>44723</c:v>
                </c:pt>
                <c:pt idx="299">
                  <c:v>44724</c:v>
                </c:pt>
                <c:pt idx="300">
                  <c:v>44725</c:v>
                </c:pt>
                <c:pt idx="301">
                  <c:v>44726</c:v>
                </c:pt>
                <c:pt idx="302">
                  <c:v>44727</c:v>
                </c:pt>
                <c:pt idx="303">
                  <c:v>44728</c:v>
                </c:pt>
                <c:pt idx="304">
                  <c:v>44729</c:v>
                </c:pt>
                <c:pt idx="305">
                  <c:v>44730</c:v>
                </c:pt>
                <c:pt idx="306">
                  <c:v>44731</c:v>
                </c:pt>
                <c:pt idx="307">
                  <c:v>44732</c:v>
                </c:pt>
                <c:pt idx="308">
                  <c:v>44733</c:v>
                </c:pt>
                <c:pt idx="309">
                  <c:v>44734</c:v>
                </c:pt>
                <c:pt idx="310">
                  <c:v>44735</c:v>
                </c:pt>
                <c:pt idx="311">
                  <c:v>44736</c:v>
                </c:pt>
                <c:pt idx="312">
                  <c:v>44737</c:v>
                </c:pt>
                <c:pt idx="313">
                  <c:v>44738</c:v>
                </c:pt>
                <c:pt idx="314">
                  <c:v>44739</c:v>
                </c:pt>
                <c:pt idx="315">
                  <c:v>44740</c:v>
                </c:pt>
                <c:pt idx="316">
                  <c:v>44741</c:v>
                </c:pt>
                <c:pt idx="317">
                  <c:v>44742</c:v>
                </c:pt>
                <c:pt idx="318">
                  <c:v>44743</c:v>
                </c:pt>
                <c:pt idx="319">
                  <c:v>44744</c:v>
                </c:pt>
                <c:pt idx="320">
                  <c:v>44745</c:v>
                </c:pt>
                <c:pt idx="321">
                  <c:v>44746</c:v>
                </c:pt>
                <c:pt idx="322">
                  <c:v>44747</c:v>
                </c:pt>
                <c:pt idx="323">
                  <c:v>44748</c:v>
                </c:pt>
                <c:pt idx="324">
                  <c:v>44749</c:v>
                </c:pt>
                <c:pt idx="325">
                  <c:v>44750</c:v>
                </c:pt>
                <c:pt idx="326">
                  <c:v>44751</c:v>
                </c:pt>
                <c:pt idx="327">
                  <c:v>44752</c:v>
                </c:pt>
                <c:pt idx="328">
                  <c:v>44753</c:v>
                </c:pt>
                <c:pt idx="329">
                  <c:v>44754</c:v>
                </c:pt>
                <c:pt idx="330">
                  <c:v>44755</c:v>
                </c:pt>
                <c:pt idx="331">
                  <c:v>44756</c:v>
                </c:pt>
                <c:pt idx="332">
                  <c:v>44757</c:v>
                </c:pt>
                <c:pt idx="333">
                  <c:v>44758</c:v>
                </c:pt>
                <c:pt idx="334">
                  <c:v>44759</c:v>
                </c:pt>
                <c:pt idx="335">
                  <c:v>44760</c:v>
                </c:pt>
                <c:pt idx="336">
                  <c:v>44761</c:v>
                </c:pt>
                <c:pt idx="337">
                  <c:v>44762</c:v>
                </c:pt>
                <c:pt idx="338">
                  <c:v>44763</c:v>
                </c:pt>
                <c:pt idx="339">
                  <c:v>44764</c:v>
                </c:pt>
                <c:pt idx="340">
                  <c:v>44765</c:v>
                </c:pt>
                <c:pt idx="341">
                  <c:v>44766</c:v>
                </c:pt>
                <c:pt idx="342">
                  <c:v>44767</c:v>
                </c:pt>
                <c:pt idx="343">
                  <c:v>44768</c:v>
                </c:pt>
                <c:pt idx="344">
                  <c:v>44769</c:v>
                </c:pt>
                <c:pt idx="345">
                  <c:v>44770</c:v>
                </c:pt>
                <c:pt idx="346">
                  <c:v>44771</c:v>
                </c:pt>
                <c:pt idx="347">
                  <c:v>44772</c:v>
                </c:pt>
                <c:pt idx="348">
                  <c:v>44773</c:v>
                </c:pt>
                <c:pt idx="349">
                  <c:v>44774</c:v>
                </c:pt>
                <c:pt idx="350">
                  <c:v>44775</c:v>
                </c:pt>
                <c:pt idx="351">
                  <c:v>44776</c:v>
                </c:pt>
                <c:pt idx="352">
                  <c:v>44777</c:v>
                </c:pt>
                <c:pt idx="353">
                  <c:v>44778</c:v>
                </c:pt>
                <c:pt idx="354">
                  <c:v>44779</c:v>
                </c:pt>
                <c:pt idx="355">
                  <c:v>44780</c:v>
                </c:pt>
                <c:pt idx="356">
                  <c:v>44781</c:v>
                </c:pt>
                <c:pt idx="357">
                  <c:v>44782</c:v>
                </c:pt>
                <c:pt idx="358">
                  <c:v>44783</c:v>
                </c:pt>
                <c:pt idx="359">
                  <c:v>44784</c:v>
                </c:pt>
                <c:pt idx="360">
                  <c:v>44785</c:v>
                </c:pt>
                <c:pt idx="361">
                  <c:v>44786</c:v>
                </c:pt>
                <c:pt idx="362">
                  <c:v>44787</c:v>
                </c:pt>
                <c:pt idx="363">
                  <c:v>44788</c:v>
                </c:pt>
                <c:pt idx="364">
                  <c:v>44789</c:v>
                </c:pt>
                <c:pt idx="365">
                  <c:v>44790</c:v>
                </c:pt>
                <c:pt idx="366">
                  <c:v>44791</c:v>
                </c:pt>
                <c:pt idx="367">
                  <c:v>44792</c:v>
                </c:pt>
                <c:pt idx="368">
                  <c:v>44793</c:v>
                </c:pt>
                <c:pt idx="369">
                  <c:v>44794</c:v>
                </c:pt>
                <c:pt idx="370">
                  <c:v>44795</c:v>
                </c:pt>
                <c:pt idx="371">
                  <c:v>44796</c:v>
                </c:pt>
                <c:pt idx="372">
                  <c:v>44797</c:v>
                </c:pt>
                <c:pt idx="373">
                  <c:v>44798</c:v>
                </c:pt>
                <c:pt idx="374">
                  <c:v>44799</c:v>
                </c:pt>
                <c:pt idx="375">
                  <c:v>44800</c:v>
                </c:pt>
                <c:pt idx="376">
                  <c:v>44801</c:v>
                </c:pt>
                <c:pt idx="377">
                  <c:v>44802</c:v>
                </c:pt>
                <c:pt idx="378">
                  <c:v>44803</c:v>
                </c:pt>
                <c:pt idx="379">
                  <c:v>44804</c:v>
                </c:pt>
                <c:pt idx="380">
                  <c:v>44805</c:v>
                </c:pt>
                <c:pt idx="381">
                  <c:v>44806</c:v>
                </c:pt>
                <c:pt idx="382">
                  <c:v>44807</c:v>
                </c:pt>
                <c:pt idx="383">
                  <c:v>44808</c:v>
                </c:pt>
                <c:pt idx="384">
                  <c:v>44809</c:v>
                </c:pt>
                <c:pt idx="385">
                  <c:v>44810</c:v>
                </c:pt>
                <c:pt idx="386">
                  <c:v>44811</c:v>
                </c:pt>
                <c:pt idx="387">
                  <c:v>44812</c:v>
                </c:pt>
                <c:pt idx="388">
                  <c:v>44813</c:v>
                </c:pt>
                <c:pt idx="389">
                  <c:v>44814</c:v>
                </c:pt>
                <c:pt idx="390">
                  <c:v>44815</c:v>
                </c:pt>
                <c:pt idx="391">
                  <c:v>44816</c:v>
                </c:pt>
                <c:pt idx="392">
                  <c:v>44817</c:v>
                </c:pt>
                <c:pt idx="393">
                  <c:v>44818</c:v>
                </c:pt>
                <c:pt idx="394">
                  <c:v>44819</c:v>
                </c:pt>
                <c:pt idx="395">
                  <c:v>44820</c:v>
                </c:pt>
                <c:pt idx="396">
                  <c:v>44821</c:v>
                </c:pt>
                <c:pt idx="397">
                  <c:v>44822</c:v>
                </c:pt>
                <c:pt idx="398">
                  <c:v>44823</c:v>
                </c:pt>
                <c:pt idx="399">
                  <c:v>44824</c:v>
                </c:pt>
                <c:pt idx="400">
                  <c:v>44825</c:v>
                </c:pt>
                <c:pt idx="401">
                  <c:v>44826</c:v>
                </c:pt>
                <c:pt idx="402">
                  <c:v>44827</c:v>
                </c:pt>
                <c:pt idx="403">
                  <c:v>44828</c:v>
                </c:pt>
                <c:pt idx="404">
                  <c:v>44829</c:v>
                </c:pt>
                <c:pt idx="405">
                  <c:v>44830</c:v>
                </c:pt>
                <c:pt idx="406">
                  <c:v>44831</c:v>
                </c:pt>
                <c:pt idx="407">
                  <c:v>44832</c:v>
                </c:pt>
                <c:pt idx="408">
                  <c:v>44833</c:v>
                </c:pt>
                <c:pt idx="409">
                  <c:v>44834</c:v>
                </c:pt>
                <c:pt idx="410">
                  <c:v>44835</c:v>
                </c:pt>
                <c:pt idx="411">
                  <c:v>44836</c:v>
                </c:pt>
                <c:pt idx="412">
                  <c:v>44837</c:v>
                </c:pt>
                <c:pt idx="413">
                  <c:v>44838</c:v>
                </c:pt>
                <c:pt idx="414">
                  <c:v>44839</c:v>
                </c:pt>
                <c:pt idx="415">
                  <c:v>44840</c:v>
                </c:pt>
                <c:pt idx="416">
                  <c:v>44841</c:v>
                </c:pt>
                <c:pt idx="417">
                  <c:v>44842</c:v>
                </c:pt>
                <c:pt idx="418">
                  <c:v>44843</c:v>
                </c:pt>
                <c:pt idx="419">
                  <c:v>44844</c:v>
                </c:pt>
                <c:pt idx="420">
                  <c:v>44845</c:v>
                </c:pt>
                <c:pt idx="421">
                  <c:v>44846</c:v>
                </c:pt>
                <c:pt idx="422">
                  <c:v>44847</c:v>
                </c:pt>
                <c:pt idx="423">
                  <c:v>44848</c:v>
                </c:pt>
                <c:pt idx="424">
                  <c:v>44849</c:v>
                </c:pt>
                <c:pt idx="425">
                  <c:v>44850</c:v>
                </c:pt>
                <c:pt idx="426">
                  <c:v>44851</c:v>
                </c:pt>
                <c:pt idx="427">
                  <c:v>44852</c:v>
                </c:pt>
                <c:pt idx="428">
                  <c:v>44853</c:v>
                </c:pt>
                <c:pt idx="429">
                  <c:v>44854</c:v>
                </c:pt>
                <c:pt idx="430">
                  <c:v>44855</c:v>
                </c:pt>
                <c:pt idx="431">
                  <c:v>44856</c:v>
                </c:pt>
                <c:pt idx="432">
                  <c:v>44857</c:v>
                </c:pt>
                <c:pt idx="433">
                  <c:v>44858</c:v>
                </c:pt>
                <c:pt idx="434">
                  <c:v>44859</c:v>
                </c:pt>
                <c:pt idx="435">
                  <c:v>44860</c:v>
                </c:pt>
                <c:pt idx="436">
                  <c:v>44861</c:v>
                </c:pt>
                <c:pt idx="437">
                  <c:v>44862</c:v>
                </c:pt>
                <c:pt idx="438">
                  <c:v>44863</c:v>
                </c:pt>
                <c:pt idx="439">
                  <c:v>44864</c:v>
                </c:pt>
                <c:pt idx="440">
                  <c:v>44865</c:v>
                </c:pt>
                <c:pt idx="441">
                  <c:v>44866</c:v>
                </c:pt>
                <c:pt idx="442">
                  <c:v>44867</c:v>
                </c:pt>
                <c:pt idx="443">
                  <c:v>44868</c:v>
                </c:pt>
                <c:pt idx="444">
                  <c:v>44869</c:v>
                </c:pt>
                <c:pt idx="445">
                  <c:v>44870</c:v>
                </c:pt>
                <c:pt idx="446">
                  <c:v>44871</c:v>
                </c:pt>
                <c:pt idx="447">
                  <c:v>44872</c:v>
                </c:pt>
                <c:pt idx="448">
                  <c:v>44873</c:v>
                </c:pt>
                <c:pt idx="449">
                  <c:v>44874</c:v>
                </c:pt>
                <c:pt idx="450">
                  <c:v>44875</c:v>
                </c:pt>
                <c:pt idx="451">
                  <c:v>44876</c:v>
                </c:pt>
                <c:pt idx="452">
                  <c:v>44877</c:v>
                </c:pt>
                <c:pt idx="453">
                  <c:v>44878</c:v>
                </c:pt>
                <c:pt idx="454">
                  <c:v>44879</c:v>
                </c:pt>
                <c:pt idx="455">
                  <c:v>44880</c:v>
                </c:pt>
                <c:pt idx="456">
                  <c:v>44881</c:v>
                </c:pt>
                <c:pt idx="457">
                  <c:v>44882</c:v>
                </c:pt>
                <c:pt idx="458">
                  <c:v>44883</c:v>
                </c:pt>
                <c:pt idx="459">
                  <c:v>44884</c:v>
                </c:pt>
                <c:pt idx="460">
                  <c:v>44885</c:v>
                </c:pt>
                <c:pt idx="461">
                  <c:v>44886</c:v>
                </c:pt>
                <c:pt idx="462">
                  <c:v>44887</c:v>
                </c:pt>
                <c:pt idx="463">
                  <c:v>44888</c:v>
                </c:pt>
                <c:pt idx="464">
                  <c:v>44889</c:v>
                </c:pt>
                <c:pt idx="465">
                  <c:v>44890</c:v>
                </c:pt>
                <c:pt idx="466">
                  <c:v>44891</c:v>
                </c:pt>
                <c:pt idx="467">
                  <c:v>44892</c:v>
                </c:pt>
                <c:pt idx="468">
                  <c:v>44893</c:v>
                </c:pt>
                <c:pt idx="469">
                  <c:v>44894</c:v>
                </c:pt>
                <c:pt idx="470">
                  <c:v>44895</c:v>
                </c:pt>
                <c:pt idx="471">
                  <c:v>44896</c:v>
                </c:pt>
                <c:pt idx="472">
                  <c:v>44897</c:v>
                </c:pt>
                <c:pt idx="473">
                  <c:v>44898</c:v>
                </c:pt>
                <c:pt idx="474">
                  <c:v>44899</c:v>
                </c:pt>
                <c:pt idx="475">
                  <c:v>44900</c:v>
                </c:pt>
                <c:pt idx="476">
                  <c:v>44901</c:v>
                </c:pt>
                <c:pt idx="477">
                  <c:v>44902</c:v>
                </c:pt>
                <c:pt idx="478">
                  <c:v>44903</c:v>
                </c:pt>
                <c:pt idx="479">
                  <c:v>44904</c:v>
                </c:pt>
                <c:pt idx="480">
                  <c:v>44905</c:v>
                </c:pt>
                <c:pt idx="481">
                  <c:v>44906</c:v>
                </c:pt>
                <c:pt idx="482">
                  <c:v>44907</c:v>
                </c:pt>
                <c:pt idx="483">
                  <c:v>44908</c:v>
                </c:pt>
                <c:pt idx="484">
                  <c:v>44909</c:v>
                </c:pt>
                <c:pt idx="485">
                  <c:v>44910</c:v>
                </c:pt>
                <c:pt idx="486">
                  <c:v>44911</c:v>
                </c:pt>
                <c:pt idx="487">
                  <c:v>44912</c:v>
                </c:pt>
                <c:pt idx="488">
                  <c:v>44913</c:v>
                </c:pt>
                <c:pt idx="489">
                  <c:v>44914</c:v>
                </c:pt>
                <c:pt idx="490">
                  <c:v>44915</c:v>
                </c:pt>
                <c:pt idx="491">
                  <c:v>44916</c:v>
                </c:pt>
                <c:pt idx="492">
                  <c:v>44917</c:v>
                </c:pt>
                <c:pt idx="493">
                  <c:v>44918</c:v>
                </c:pt>
                <c:pt idx="494">
                  <c:v>44919</c:v>
                </c:pt>
                <c:pt idx="495">
                  <c:v>44920</c:v>
                </c:pt>
                <c:pt idx="496">
                  <c:v>44921</c:v>
                </c:pt>
                <c:pt idx="497">
                  <c:v>44922</c:v>
                </c:pt>
                <c:pt idx="498">
                  <c:v>44923</c:v>
                </c:pt>
                <c:pt idx="499">
                  <c:v>44924</c:v>
                </c:pt>
                <c:pt idx="500">
                  <c:v>44925</c:v>
                </c:pt>
                <c:pt idx="501">
                  <c:v>44926</c:v>
                </c:pt>
                <c:pt idx="502">
                  <c:v>44927</c:v>
                </c:pt>
                <c:pt idx="503">
                  <c:v>44928</c:v>
                </c:pt>
                <c:pt idx="504">
                  <c:v>44929</c:v>
                </c:pt>
                <c:pt idx="505">
                  <c:v>44930</c:v>
                </c:pt>
                <c:pt idx="506">
                  <c:v>44931</c:v>
                </c:pt>
                <c:pt idx="507">
                  <c:v>44932</c:v>
                </c:pt>
                <c:pt idx="508">
                  <c:v>44933</c:v>
                </c:pt>
                <c:pt idx="509">
                  <c:v>44934</c:v>
                </c:pt>
                <c:pt idx="510">
                  <c:v>44935</c:v>
                </c:pt>
                <c:pt idx="511">
                  <c:v>44936</c:v>
                </c:pt>
                <c:pt idx="512">
                  <c:v>44937</c:v>
                </c:pt>
                <c:pt idx="513">
                  <c:v>44938</c:v>
                </c:pt>
                <c:pt idx="514">
                  <c:v>44939</c:v>
                </c:pt>
                <c:pt idx="515">
                  <c:v>44940</c:v>
                </c:pt>
                <c:pt idx="516">
                  <c:v>44941</c:v>
                </c:pt>
                <c:pt idx="517">
                  <c:v>44942</c:v>
                </c:pt>
                <c:pt idx="518">
                  <c:v>44943</c:v>
                </c:pt>
                <c:pt idx="519">
                  <c:v>44944</c:v>
                </c:pt>
                <c:pt idx="520">
                  <c:v>44945</c:v>
                </c:pt>
                <c:pt idx="521">
                  <c:v>44946</c:v>
                </c:pt>
                <c:pt idx="522">
                  <c:v>44947</c:v>
                </c:pt>
                <c:pt idx="523">
                  <c:v>44948</c:v>
                </c:pt>
                <c:pt idx="524">
                  <c:v>44949</c:v>
                </c:pt>
                <c:pt idx="525">
                  <c:v>44950</c:v>
                </c:pt>
                <c:pt idx="526">
                  <c:v>44951</c:v>
                </c:pt>
                <c:pt idx="527">
                  <c:v>44952</c:v>
                </c:pt>
                <c:pt idx="528">
                  <c:v>44953</c:v>
                </c:pt>
                <c:pt idx="529">
                  <c:v>44954</c:v>
                </c:pt>
                <c:pt idx="530">
                  <c:v>44955</c:v>
                </c:pt>
                <c:pt idx="531">
                  <c:v>44956</c:v>
                </c:pt>
                <c:pt idx="532">
                  <c:v>44957</c:v>
                </c:pt>
                <c:pt idx="533">
                  <c:v>44958</c:v>
                </c:pt>
                <c:pt idx="534">
                  <c:v>44959</c:v>
                </c:pt>
                <c:pt idx="535">
                  <c:v>44960</c:v>
                </c:pt>
                <c:pt idx="536">
                  <c:v>44961</c:v>
                </c:pt>
                <c:pt idx="537">
                  <c:v>44962</c:v>
                </c:pt>
                <c:pt idx="538">
                  <c:v>44963</c:v>
                </c:pt>
                <c:pt idx="539">
                  <c:v>44964</c:v>
                </c:pt>
                <c:pt idx="540">
                  <c:v>44965</c:v>
                </c:pt>
                <c:pt idx="541">
                  <c:v>44966</c:v>
                </c:pt>
                <c:pt idx="542">
                  <c:v>44967</c:v>
                </c:pt>
                <c:pt idx="543">
                  <c:v>44968</c:v>
                </c:pt>
                <c:pt idx="544">
                  <c:v>44969</c:v>
                </c:pt>
                <c:pt idx="545">
                  <c:v>44970</c:v>
                </c:pt>
                <c:pt idx="546">
                  <c:v>44971</c:v>
                </c:pt>
                <c:pt idx="547">
                  <c:v>44972</c:v>
                </c:pt>
                <c:pt idx="548">
                  <c:v>44973</c:v>
                </c:pt>
                <c:pt idx="549">
                  <c:v>44974</c:v>
                </c:pt>
                <c:pt idx="550">
                  <c:v>44975</c:v>
                </c:pt>
                <c:pt idx="551">
                  <c:v>44976</c:v>
                </c:pt>
                <c:pt idx="552">
                  <c:v>44977</c:v>
                </c:pt>
                <c:pt idx="553">
                  <c:v>44978</c:v>
                </c:pt>
                <c:pt idx="554">
                  <c:v>44979</c:v>
                </c:pt>
                <c:pt idx="555">
                  <c:v>44980</c:v>
                </c:pt>
                <c:pt idx="556">
                  <c:v>44981</c:v>
                </c:pt>
                <c:pt idx="557">
                  <c:v>44982</c:v>
                </c:pt>
                <c:pt idx="558">
                  <c:v>44983</c:v>
                </c:pt>
                <c:pt idx="559">
                  <c:v>44984</c:v>
                </c:pt>
                <c:pt idx="560">
                  <c:v>44985</c:v>
                </c:pt>
                <c:pt idx="561">
                  <c:v>44986</c:v>
                </c:pt>
                <c:pt idx="562">
                  <c:v>44987</c:v>
                </c:pt>
                <c:pt idx="563">
                  <c:v>44988</c:v>
                </c:pt>
                <c:pt idx="564">
                  <c:v>44989</c:v>
                </c:pt>
                <c:pt idx="565">
                  <c:v>44990</c:v>
                </c:pt>
                <c:pt idx="566">
                  <c:v>44991</c:v>
                </c:pt>
                <c:pt idx="567">
                  <c:v>44992</c:v>
                </c:pt>
                <c:pt idx="568">
                  <c:v>44993</c:v>
                </c:pt>
                <c:pt idx="569">
                  <c:v>44994</c:v>
                </c:pt>
                <c:pt idx="570">
                  <c:v>44995</c:v>
                </c:pt>
                <c:pt idx="571">
                  <c:v>44996</c:v>
                </c:pt>
                <c:pt idx="572">
                  <c:v>44997</c:v>
                </c:pt>
                <c:pt idx="573">
                  <c:v>44998</c:v>
                </c:pt>
                <c:pt idx="574">
                  <c:v>44999</c:v>
                </c:pt>
                <c:pt idx="575">
                  <c:v>45000</c:v>
                </c:pt>
                <c:pt idx="576">
                  <c:v>45001</c:v>
                </c:pt>
                <c:pt idx="577">
                  <c:v>45002</c:v>
                </c:pt>
                <c:pt idx="578">
                  <c:v>45003</c:v>
                </c:pt>
                <c:pt idx="579">
                  <c:v>45004</c:v>
                </c:pt>
                <c:pt idx="580">
                  <c:v>45005</c:v>
                </c:pt>
                <c:pt idx="581">
                  <c:v>45006</c:v>
                </c:pt>
                <c:pt idx="582">
                  <c:v>45007</c:v>
                </c:pt>
                <c:pt idx="583">
                  <c:v>45008</c:v>
                </c:pt>
                <c:pt idx="584">
                  <c:v>45009</c:v>
                </c:pt>
                <c:pt idx="585">
                  <c:v>45010</c:v>
                </c:pt>
                <c:pt idx="586">
                  <c:v>45011</c:v>
                </c:pt>
                <c:pt idx="587">
                  <c:v>45012</c:v>
                </c:pt>
                <c:pt idx="588">
                  <c:v>45013</c:v>
                </c:pt>
                <c:pt idx="589">
                  <c:v>45014</c:v>
                </c:pt>
                <c:pt idx="590">
                  <c:v>45015</c:v>
                </c:pt>
                <c:pt idx="591">
                  <c:v>45016</c:v>
                </c:pt>
                <c:pt idx="592">
                  <c:v>45017</c:v>
                </c:pt>
                <c:pt idx="593">
                  <c:v>45018</c:v>
                </c:pt>
                <c:pt idx="594">
                  <c:v>45019</c:v>
                </c:pt>
                <c:pt idx="595">
                  <c:v>45020</c:v>
                </c:pt>
                <c:pt idx="596">
                  <c:v>45021</c:v>
                </c:pt>
                <c:pt idx="597">
                  <c:v>45022</c:v>
                </c:pt>
                <c:pt idx="598">
                  <c:v>45023</c:v>
                </c:pt>
                <c:pt idx="599">
                  <c:v>45024</c:v>
                </c:pt>
                <c:pt idx="600">
                  <c:v>45025</c:v>
                </c:pt>
                <c:pt idx="601">
                  <c:v>45026</c:v>
                </c:pt>
                <c:pt idx="602">
                  <c:v>45027</c:v>
                </c:pt>
                <c:pt idx="603">
                  <c:v>45028</c:v>
                </c:pt>
                <c:pt idx="604">
                  <c:v>45029</c:v>
                </c:pt>
                <c:pt idx="605">
                  <c:v>45030</c:v>
                </c:pt>
                <c:pt idx="606">
                  <c:v>45031</c:v>
                </c:pt>
                <c:pt idx="607">
                  <c:v>45032</c:v>
                </c:pt>
                <c:pt idx="608">
                  <c:v>45033</c:v>
                </c:pt>
                <c:pt idx="609">
                  <c:v>45034</c:v>
                </c:pt>
                <c:pt idx="610">
                  <c:v>45035</c:v>
                </c:pt>
                <c:pt idx="611">
                  <c:v>45036</c:v>
                </c:pt>
                <c:pt idx="612">
                  <c:v>45037</c:v>
                </c:pt>
                <c:pt idx="613">
                  <c:v>45038</c:v>
                </c:pt>
                <c:pt idx="614">
                  <c:v>45039</c:v>
                </c:pt>
                <c:pt idx="615">
                  <c:v>45040</c:v>
                </c:pt>
                <c:pt idx="616">
                  <c:v>45041</c:v>
                </c:pt>
                <c:pt idx="617">
                  <c:v>45042</c:v>
                </c:pt>
                <c:pt idx="618">
                  <c:v>45043</c:v>
                </c:pt>
                <c:pt idx="619">
                  <c:v>45044</c:v>
                </c:pt>
                <c:pt idx="620">
                  <c:v>45045</c:v>
                </c:pt>
                <c:pt idx="621">
                  <c:v>45046</c:v>
                </c:pt>
                <c:pt idx="622">
                  <c:v>45047</c:v>
                </c:pt>
                <c:pt idx="623">
                  <c:v>45048</c:v>
                </c:pt>
                <c:pt idx="624">
                  <c:v>45049</c:v>
                </c:pt>
                <c:pt idx="625">
                  <c:v>45050</c:v>
                </c:pt>
                <c:pt idx="626">
                  <c:v>45051</c:v>
                </c:pt>
                <c:pt idx="627">
                  <c:v>45052</c:v>
                </c:pt>
                <c:pt idx="628">
                  <c:v>45053</c:v>
                </c:pt>
                <c:pt idx="629">
                  <c:v>45054</c:v>
                </c:pt>
                <c:pt idx="630">
                  <c:v>45055</c:v>
                </c:pt>
                <c:pt idx="631">
                  <c:v>45056</c:v>
                </c:pt>
                <c:pt idx="632">
                  <c:v>45057</c:v>
                </c:pt>
                <c:pt idx="633">
                  <c:v>45058</c:v>
                </c:pt>
                <c:pt idx="634">
                  <c:v>45059</c:v>
                </c:pt>
                <c:pt idx="635">
                  <c:v>45060</c:v>
                </c:pt>
                <c:pt idx="636">
                  <c:v>45061</c:v>
                </c:pt>
                <c:pt idx="637">
                  <c:v>45062</c:v>
                </c:pt>
                <c:pt idx="638">
                  <c:v>45063</c:v>
                </c:pt>
                <c:pt idx="639">
                  <c:v>45064</c:v>
                </c:pt>
                <c:pt idx="640">
                  <c:v>45065</c:v>
                </c:pt>
                <c:pt idx="641">
                  <c:v>45066</c:v>
                </c:pt>
                <c:pt idx="642">
                  <c:v>45067</c:v>
                </c:pt>
                <c:pt idx="643">
                  <c:v>45068</c:v>
                </c:pt>
                <c:pt idx="644">
                  <c:v>45069</c:v>
                </c:pt>
                <c:pt idx="645">
                  <c:v>45070</c:v>
                </c:pt>
                <c:pt idx="646">
                  <c:v>45071</c:v>
                </c:pt>
                <c:pt idx="647">
                  <c:v>45072</c:v>
                </c:pt>
                <c:pt idx="648">
                  <c:v>45073</c:v>
                </c:pt>
                <c:pt idx="649">
                  <c:v>45074</c:v>
                </c:pt>
                <c:pt idx="650">
                  <c:v>45075</c:v>
                </c:pt>
                <c:pt idx="651">
                  <c:v>45076</c:v>
                </c:pt>
                <c:pt idx="652">
                  <c:v>45077</c:v>
                </c:pt>
                <c:pt idx="653">
                  <c:v>45078</c:v>
                </c:pt>
                <c:pt idx="654">
                  <c:v>45079</c:v>
                </c:pt>
                <c:pt idx="655">
                  <c:v>45080</c:v>
                </c:pt>
                <c:pt idx="656">
                  <c:v>45081</c:v>
                </c:pt>
                <c:pt idx="657">
                  <c:v>45082</c:v>
                </c:pt>
                <c:pt idx="658">
                  <c:v>45083</c:v>
                </c:pt>
                <c:pt idx="659">
                  <c:v>45084</c:v>
                </c:pt>
                <c:pt idx="660">
                  <c:v>45085</c:v>
                </c:pt>
                <c:pt idx="661">
                  <c:v>45086</c:v>
                </c:pt>
                <c:pt idx="662">
                  <c:v>45087</c:v>
                </c:pt>
                <c:pt idx="663">
                  <c:v>45088</c:v>
                </c:pt>
                <c:pt idx="664">
                  <c:v>45089</c:v>
                </c:pt>
                <c:pt idx="665">
                  <c:v>45090</c:v>
                </c:pt>
                <c:pt idx="666">
                  <c:v>45091</c:v>
                </c:pt>
                <c:pt idx="667">
                  <c:v>45092</c:v>
                </c:pt>
                <c:pt idx="668">
                  <c:v>45093</c:v>
                </c:pt>
                <c:pt idx="669">
                  <c:v>45094</c:v>
                </c:pt>
                <c:pt idx="670">
                  <c:v>45095</c:v>
                </c:pt>
                <c:pt idx="671">
                  <c:v>45096</c:v>
                </c:pt>
                <c:pt idx="672">
                  <c:v>45097</c:v>
                </c:pt>
                <c:pt idx="673">
                  <c:v>45098</c:v>
                </c:pt>
                <c:pt idx="674">
                  <c:v>45099</c:v>
                </c:pt>
                <c:pt idx="675">
                  <c:v>45100</c:v>
                </c:pt>
                <c:pt idx="676">
                  <c:v>45101</c:v>
                </c:pt>
                <c:pt idx="677">
                  <c:v>45102</c:v>
                </c:pt>
                <c:pt idx="678">
                  <c:v>45103</c:v>
                </c:pt>
                <c:pt idx="679">
                  <c:v>45104</c:v>
                </c:pt>
                <c:pt idx="680">
                  <c:v>45105</c:v>
                </c:pt>
                <c:pt idx="681">
                  <c:v>45106</c:v>
                </c:pt>
                <c:pt idx="682">
                  <c:v>45107</c:v>
                </c:pt>
                <c:pt idx="683">
                  <c:v>45108</c:v>
                </c:pt>
                <c:pt idx="684">
                  <c:v>45109</c:v>
                </c:pt>
                <c:pt idx="685">
                  <c:v>45110</c:v>
                </c:pt>
                <c:pt idx="686">
                  <c:v>45111</c:v>
                </c:pt>
                <c:pt idx="687">
                  <c:v>45112</c:v>
                </c:pt>
                <c:pt idx="688">
                  <c:v>45113</c:v>
                </c:pt>
                <c:pt idx="689">
                  <c:v>45114</c:v>
                </c:pt>
                <c:pt idx="690">
                  <c:v>45115</c:v>
                </c:pt>
                <c:pt idx="691">
                  <c:v>45116</c:v>
                </c:pt>
                <c:pt idx="692">
                  <c:v>45117</c:v>
                </c:pt>
                <c:pt idx="693">
                  <c:v>45118</c:v>
                </c:pt>
                <c:pt idx="694">
                  <c:v>45119</c:v>
                </c:pt>
                <c:pt idx="695">
                  <c:v>45120</c:v>
                </c:pt>
                <c:pt idx="696">
                  <c:v>45121</c:v>
                </c:pt>
                <c:pt idx="697">
                  <c:v>45122</c:v>
                </c:pt>
                <c:pt idx="698">
                  <c:v>45123</c:v>
                </c:pt>
                <c:pt idx="699">
                  <c:v>45124</c:v>
                </c:pt>
                <c:pt idx="700">
                  <c:v>45125</c:v>
                </c:pt>
                <c:pt idx="701">
                  <c:v>45126</c:v>
                </c:pt>
                <c:pt idx="702">
                  <c:v>45127</c:v>
                </c:pt>
                <c:pt idx="703">
                  <c:v>45128</c:v>
                </c:pt>
                <c:pt idx="704">
                  <c:v>45129</c:v>
                </c:pt>
                <c:pt idx="705">
                  <c:v>45130</c:v>
                </c:pt>
                <c:pt idx="706">
                  <c:v>45131</c:v>
                </c:pt>
                <c:pt idx="707">
                  <c:v>45132</c:v>
                </c:pt>
                <c:pt idx="708">
                  <c:v>45133</c:v>
                </c:pt>
                <c:pt idx="709">
                  <c:v>45134</c:v>
                </c:pt>
                <c:pt idx="710">
                  <c:v>45135</c:v>
                </c:pt>
                <c:pt idx="711">
                  <c:v>45136</c:v>
                </c:pt>
                <c:pt idx="712">
                  <c:v>45137</c:v>
                </c:pt>
                <c:pt idx="713">
                  <c:v>45138</c:v>
                </c:pt>
                <c:pt idx="714">
                  <c:v>45139</c:v>
                </c:pt>
                <c:pt idx="715">
                  <c:v>45140</c:v>
                </c:pt>
                <c:pt idx="716">
                  <c:v>45141</c:v>
                </c:pt>
                <c:pt idx="717">
                  <c:v>45142</c:v>
                </c:pt>
                <c:pt idx="718">
                  <c:v>45143</c:v>
                </c:pt>
                <c:pt idx="719">
                  <c:v>45144</c:v>
                </c:pt>
                <c:pt idx="720">
                  <c:v>45145</c:v>
                </c:pt>
                <c:pt idx="721">
                  <c:v>45146</c:v>
                </c:pt>
                <c:pt idx="722">
                  <c:v>45147</c:v>
                </c:pt>
                <c:pt idx="723">
                  <c:v>45148</c:v>
                </c:pt>
                <c:pt idx="724">
                  <c:v>45149</c:v>
                </c:pt>
                <c:pt idx="725">
                  <c:v>45150</c:v>
                </c:pt>
                <c:pt idx="726">
                  <c:v>45151</c:v>
                </c:pt>
                <c:pt idx="727">
                  <c:v>45152</c:v>
                </c:pt>
                <c:pt idx="728">
                  <c:v>45153</c:v>
                </c:pt>
                <c:pt idx="729">
                  <c:v>45154</c:v>
                </c:pt>
                <c:pt idx="730">
                  <c:v>45155</c:v>
                </c:pt>
                <c:pt idx="731">
                  <c:v>45156</c:v>
                </c:pt>
                <c:pt idx="732">
                  <c:v>45157</c:v>
                </c:pt>
                <c:pt idx="733">
                  <c:v>45158</c:v>
                </c:pt>
                <c:pt idx="734">
                  <c:v>45159</c:v>
                </c:pt>
                <c:pt idx="735">
                  <c:v>45160</c:v>
                </c:pt>
                <c:pt idx="736">
                  <c:v>45161</c:v>
                </c:pt>
                <c:pt idx="737">
                  <c:v>45162</c:v>
                </c:pt>
                <c:pt idx="738">
                  <c:v>45163</c:v>
                </c:pt>
                <c:pt idx="739">
                  <c:v>45164</c:v>
                </c:pt>
                <c:pt idx="740">
                  <c:v>45165</c:v>
                </c:pt>
                <c:pt idx="741">
                  <c:v>45166</c:v>
                </c:pt>
                <c:pt idx="742">
                  <c:v>45167</c:v>
                </c:pt>
                <c:pt idx="743">
                  <c:v>45168</c:v>
                </c:pt>
                <c:pt idx="744">
                  <c:v>45169</c:v>
                </c:pt>
                <c:pt idx="745">
                  <c:v>45170</c:v>
                </c:pt>
                <c:pt idx="746">
                  <c:v>45171</c:v>
                </c:pt>
                <c:pt idx="747">
                  <c:v>45172</c:v>
                </c:pt>
                <c:pt idx="748">
                  <c:v>45173</c:v>
                </c:pt>
                <c:pt idx="749">
                  <c:v>45174</c:v>
                </c:pt>
                <c:pt idx="750">
                  <c:v>45175</c:v>
                </c:pt>
                <c:pt idx="751">
                  <c:v>45176</c:v>
                </c:pt>
                <c:pt idx="752">
                  <c:v>45177</c:v>
                </c:pt>
                <c:pt idx="753">
                  <c:v>45178</c:v>
                </c:pt>
                <c:pt idx="754">
                  <c:v>45179</c:v>
                </c:pt>
                <c:pt idx="755">
                  <c:v>45180</c:v>
                </c:pt>
                <c:pt idx="756">
                  <c:v>45181</c:v>
                </c:pt>
                <c:pt idx="757">
                  <c:v>45182</c:v>
                </c:pt>
                <c:pt idx="758">
                  <c:v>45183</c:v>
                </c:pt>
                <c:pt idx="759">
                  <c:v>45184</c:v>
                </c:pt>
                <c:pt idx="760">
                  <c:v>45185</c:v>
                </c:pt>
                <c:pt idx="761">
                  <c:v>45186</c:v>
                </c:pt>
                <c:pt idx="762">
                  <c:v>45187</c:v>
                </c:pt>
                <c:pt idx="763">
                  <c:v>45188</c:v>
                </c:pt>
                <c:pt idx="764">
                  <c:v>45189</c:v>
                </c:pt>
                <c:pt idx="765">
                  <c:v>45190</c:v>
                </c:pt>
                <c:pt idx="766">
                  <c:v>45191</c:v>
                </c:pt>
                <c:pt idx="767">
                  <c:v>45192</c:v>
                </c:pt>
                <c:pt idx="768">
                  <c:v>45193</c:v>
                </c:pt>
                <c:pt idx="769">
                  <c:v>45194</c:v>
                </c:pt>
                <c:pt idx="770">
                  <c:v>45195</c:v>
                </c:pt>
                <c:pt idx="771">
                  <c:v>45196</c:v>
                </c:pt>
                <c:pt idx="772">
                  <c:v>45197</c:v>
                </c:pt>
                <c:pt idx="773">
                  <c:v>45198</c:v>
                </c:pt>
                <c:pt idx="774">
                  <c:v>45199</c:v>
                </c:pt>
                <c:pt idx="775">
                  <c:v>45200</c:v>
                </c:pt>
                <c:pt idx="776">
                  <c:v>45201</c:v>
                </c:pt>
                <c:pt idx="777">
                  <c:v>45202</c:v>
                </c:pt>
                <c:pt idx="778">
                  <c:v>45203</c:v>
                </c:pt>
                <c:pt idx="779">
                  <c:v>45204</c:v>
                </c:pt>
                <c:pt idx="780">
                  <c:v>45205</c:v>
                </c:pt>
                <c:pt idx="781">
                  <c:v>45206</c:v>
                </c:pt>
                <c:pt idx="782">
                  <c:v>45207</c:v>
                </c:pt>
                <c:pt idx="783">
                  <c:v>45208</c:v>
                </c:pt>
                <c:pt idx="784">
                  <c:v>45209</c:v>
                </c:pt>
                <c:pt idx="785">
                  <c:v>45210</c:v>
                </c:pt>
                <c:pt idx="786">
                  <c:v>45211</c:v>
                </c:pt>
                <c:pt idx="787">
                  <c:v>45212</c:v>
                </c:pt>
                <c:pt idx="788">
                  <c:v>45213</c:v>
                </c:pt>
                <c:pt idx="789">
                  <c:v>45214</c:v>
                </c:pt>
                <c:pt idx="790">
                  <c:v>45215</c:v>
                </c:pt>
                <c:pt idx="791">
                  <c:v>45216</c:v>
                </c:pt>
                <c:pt idx="792">
                  <c:v>45217</c:v>
                </c:pt>
                <c:pt idx="793">
                  <c:v>45218</c:v>
                </c:pt>
                <c:pt idx="794">
                  <c:v>45219</c:v>
                </c:pt>
                <c:pt idx="795">
                  <c:v>45220</c:v>
                </c:pt>
                <c:pt idx="796">
                  <c:v>45221</c:v>
                </c:pt>
                <c:pt idx="797">
                  <c:v>45222</c:v>
                </c:pt>
                <c:pt idx="798">
                  <c:v>45223</c:v>
                </c:pt>
                <c:pt idx="799">
                  <c:v>45224</c:v>
                </c:pt>
                <c:pt idx="800">
                  <c:v>45225</c:v>
                </c:pt>
                <c:pt idx="801">
                  <c:v>45226</c:v>
                </c:pt>
                <c:pt idx="802">
                  <c:v>45227</c:v>
                </c:pt>
                <c:pt idx="803">
                  <c:v>45228</c:v>
                </c:pt>
                <c:pt idx="804">
                  <c:v>45229</c:v>
                </c:pt>
                <c:pt idx="805">
                  <c:v>45230</c:v>
                </c:pt>
                <c:pt idx="806">
                  <c:v>45231</c:v>
                </c:pt>
                <c:pt idx="807">
                  <c:v>45232</c:v>
                </c:pt>
                <c:pt idx="808">
                  <c:v>45233</c:v>
                </c:pt>
                <c:pt idx="809">
                  <c:v>45234</c:v>
                </c:pt>
                <c:pt idx="810">
                  <c:v>45235</c:v>
                </c:pt>
                <c:pt idx="811">
                  <c:v>45236</c:v>
                </c:pt>
                <c:pt idx="812">
                  <c:v>45237</c:v>
                </c:pt>
                <c:pt idx="813">
                  <c:v>45238</c:v>
                </c:pt>
                <c:pt idx="814">
                  <c:v>45239</c:v>
                </c:pt>
                <c:pt idx="815">
                  <c:v>45240</c:v>
                </c:pt>
                <c:pt idx="816">
                  <c:v>45241</c:v>
                </c:pt>
                <c:pt idx="817">
                  <c:v>45242</c:v>
                </c:pt>
                <c:pt idx="818">
                  <c:v>45243</c:v>
                </c:pt>
                <c:pt idx="819">
                  <c:v>45244</c:v>
                </c:pt>
                <c:pt idx="820">
                  <c:v>45245</c:v>
                </c:pt>
                <c:pt idx="821">
                  <c:v>45246</c:v>
                </c:pt>
                <c:pt idx="822">
                  <c:v>45247</c:v>
                </c:pt>
                <c:pt idx="823">
                  <c:v>45248</c:v>
                </c:pt>
                <c:pt idx="824">
                  <c:v>45249</c:v>
                </c:pt>
                <c:pt idx="825">
                  <c:v>45250</c:v>
                </c:pt>
                <c:pt idx="826">
                  <c:v>45251</c:v>
                </c:pt>
                <c:pt idx="827">
                  <c:v>45252</c:v>
                </c:pt>
                <c:pt idx="828">
                  <c:v>45253</c:v>
                </c:pt>
                <c:pt idx="829">
                  <c:v>45254</c:v>
                </c:pt>
                <c:pt idx="830">
                  <c:v>45255</c:v>
                </c:pt>
                <c:pt idx="831">
                  <c:v>45256</c:v>
                </c:pt>
                <c:pt idx="832">
                  <c:v>45257</c:v>
                </c:pt>
                <c:pt idx="833">
                  <c:v>45258</c:v>
                </c:pt>
                <c:pt idx="834">
                  <c:v>45259</c:v>
                </c:pt>
                <c:pt idx="835">
                  <c:v>45260</c:v>
                </c:pt>
                <c:pt idx="836">
                  <c:v>45261</c:v>
                </c:pt>
                <c:pt idx="837">
                  <c:v>45262</c:v>
                </c:pt>
                <c:pt idx="838">
                  <c:v>45263</c:v>
                </c:pt>
                <c:pt idx="839">
                  <c:v>45264</c:v>
                </c:pt>
                <c:pt idx="840">
                  <c:v>45265</c:v>
                </c:pt>
                <c:pt idx="841">
                  <c:v>45266</c:v>
                </c:pt>
                <c:pt idx="842">
                  <c:v>45267</c:v>
                </c:pt>
                <c:pt idx="843">
                  <c:v>45268</c:v>
                </c:pt>
                <c:pt idx="844">
                  <c:v>45269</c:v>
                </c:pt>
                <c:pt idx="845">
                  <c:v>45270</c:v>
                </c:pt>
                <c:pt idx="846">
                  <c:v>45271</c:v>
                </c:pt>
                <c:pt idx="847">
                  <c:v>45272</c:v>
                </c:pt>
                <c:pt idx="848">
                  <c:v>45273</c:v>
                </c:pt>
                <c:pt idx="849">
                  <c:v>45274</c:v>
                </c:pt>
                <c:pt idx="850">
                  <c:v>45275</c:v>
                </c:pt>
                <c:pt idx="851">
                  <c:v>45276</c:v>
                </c:pt>
                <c:pt idx="852">
                  <c:v>45277</c:v>
                </c:pt>
                <c:pt idx="853">
                  <c:v>45278</c:v>
                </c:pt>
                <c:pt idx="854">
                  <c:v>45279</c:v>
                </c:pt>
                <c:pt idx="855">
                  <c:v>45280</c:v>
                </c:pt>
                <c:pt idx="856">
                  <c:v>45281</c:v>
                </c:pt>
                <c:pt idx="857">
                  <c:v>45282</c:v>
                </c:pt>
                <c:pt idx="858">
                  <c:v>45283</c:v>
                </c:pt>
                <c:pt idx="859">
                  <c:v>45284</c:v>
                </c:pt>
                <c:pt idx="860">
                  <c:v>45285</c:v>
                </c:pt>
                <c:pt idx="861">
                  <c:v>45286</c:v>
                </c:pt>
                <c:pt idx="862">
                  <c:v>45287</c:v>
                </c:pt>
                <c:pt idx="863">
                  <c:v>45288</c:v>
                </c:pt>
                <c:pt idx="864">
                  <c:v>45289</c:v>
                </c:pt>
                <c:pt idx="865">
                  <c:v>45290</c:v>
                </c:pt>
                <c:pt idx="866">
                  <c:v>45291</c:v>
                </c:pt>
                <c:pt idx="867">
                  <c:v>45292</c:v>
                </c:pt>
                <c:pt idx="868">
                  <c:v>45293</c:v>
                </c:pt>
                <c:pt idx="869">
                  <c:v>45294</c:v>
                </c:pt>
                <c:pt idx="870">
                  <c:v>45295</c:v>
                </c:pt>
                <c:pt idx="871">
                  <c:v>45296</c:v>
                </c:pt>
                <c:pt idx="872">
                  <c:v>45297</c:v>
                </c:pt>
                <c:pt idx="873">
                  <c:v>45298</c:v>
                </c:pt>
                <c:pt idx="874">
                  <c:v>45299</c:v>
                </c:pt>
                <c:pt idx="875">
                  <c:v>45300</c:v>
                </c:pt>
                <c:pt idx="876">
                  <c:v>45301</c:v>
                </c:pt>
                <c:pt idx="877">
                  <c:v>45302</c:v>
                </c:pt>
                <c:pt idx="878">
                  <c:v>45303</c:v>
                </c:pt>
                <c:pt idx="879">
                  <c:v>45304</c:v>
                </c:pt>
                <c:pt idx="880">
                  <c:v>45305</c:v>
                </c:pt>
                <c:pt idx="881">
                  <c:v>45306</c:v>
                </c:pt>
                <c:pt idx="882">
                  <c:v>45307</c:v>
                </c:pt>
                <c:pt idx="883">
                  <c:v>45308</c:v>
                </c:pt>
                <c:pt idx="884">
                  <c:v>45309</c:v>
                </c:pt>
                <c:pt idx="885">
                  <c:v>45310</c:v>
                </c:pt>
                <c:pt idx="886">
                  <c:v>45311</c:v>
                </c:pt>
                <c:pt idx="887">
                  <c:v>45312</c:v>
                </c:pt>
                <c:pt idx="888">
                  <c:v>45313</c:v>
                </c:pt>
                <c:pt idx="889">
                  <c:v>45314</c:v>
                </c:pt>
                <c:pt idx="890">
                  <c:v>45315</c:v>
                </c:pt>
                <c:pt idx="891">
                  <c:v>45316</c:v>
                </c:pt>
                <c:pt idx="892">
                  <c:v>45317</c:v>
                </c:pt>
                <c:pt idx="893">
                  <c:v>45318</c:v>
                </c:pt>
                <c:pt idx="894">
                  <c:v>45319</c:v>
                </c:pt>
                <c:pt idx="895">
                  <c:v>45320</c:v>
                </c:pt>
                <c:pt idx="896">
                  <c:v>45321</c:v>
                </c:pt>
                <c:pt idx="897">
                  <c:v>45322</c:v>
                </c:pt>
                <c:pt idx="898">
                  <c:v>45323</c:v>
                </c:pt>
                <c:pt idx="899">
                  <c:v>45324</c:v>
                </c:pt>
                <c:pt idx="900">
                  <c:v>45325</c:v>
                </c:pt>
                <c:pt idx="901">
                  <c:v>45326</c:v>
                </c:pt>
                <c:pt idx="902">
                  <c:v>45327</c:v>
                </c:pt>
                <c:pt idx="903">
                  <c:v>45328</c:v>
                </c:pt>
                <c:pt idx="904">
                  <c:v>45329</c:v>
                </c:pt>
                <c:pt idx="905">
                  <c:v>45330</c:v>
                </c:pt>
                <c:pt idx="906">
                  <c:v>45331</c:v>
                </c:pt>
                <c:pt idx="907">
                  <c:v>45332</c:v>
                </c:pt>
                <c:pt idx="908">
                  <c:v>45333</c:v>
                </c:pt>
                <c:pt idx="909">
                  <c:v>45334</c:v>
                </c:pt>
                <c:pt idx="910">
                  <c:v>45335</c:v>
                </c:pt>
                <c:pt idx="911">
                  <c:v>45336</c:v>
                </c:pt>
                <c:pt idx="912">
                  <c:v>45337</c:v>
                </c:pt>
                <c:pt idx="913">
                  <c:v>45338</c:v>
                </c:pt>
                <c:pt idx="914">
                  <c:v>45339</c:v>
                </c:pt>
                <c:pt idx="915">
                  <c:v>45340</c:v>
                </c:pt>
                <c:pt idx="916">
                  <c:v>45341</c:v>
                </c:pt>
                <c:pt idx="917">
                  <c:v>45342</c:v>
                </c:pt>
                <c:pt idx="918">
                  <c:v>45343</c:v>
                </c:pt>
                <c:pt idx="919">
                  <c:v>45344</c:v>
                </c:pt>
                <c:pt idx="920">
                  <c:v>45345</c:v>
                </c:pt>
                <c:pt idx="921">
                  <c:v>45346</c:v>
                </c:pt>
                <c:pt idx="922">
                  <c:v>45347</c:v>
                </c:pt>
                <c:pt idx="923">
                  <c:v>45348</c:v>
                </c:pt>
                <c:pt idx="924">
                  <c:v>45349</c:v>
                </c:pt>
                <c:pt idx="925">
                  <c:v>45350</c:v>
                </c:pt>
                <c:pt idx="926">
                  <c:v>45351</c:v>
                </c:pt>
                <c:pt idx="927">
                  <c:v>45352</c:v>
                </c:pt>
                <c:pt idx="928">
                  <c:v>45353</c:v>
                </c:pt>
                <c:pt idx="929">
                  <c:v>45354</c:v>
                </c:pt>
                <c:pt idx="930">
                  <c:v>45355</c:v>
                </c:pt>
                <c:pt idx="931">
                  <c:v>45356</c:v>
                </c:pt>
                <c:pt idx="932">
                  <c:v>45357</c:v>
                </c:pt>
                <c:pt idx="933">
                  <c:v>45358</c:v>
                </c:pt>
                <c:pt idx="934">
                  <c:v>45359</c:v>
                </c:pt>
                <c:pt idx="935">
                  <c:v>45360</c:v>
                </c:pt>
                <c:pt idx="936">
                  <c:v>45361</c:v>
                </c:pt>
                <c:pt idx="937">
                  <c:v>45362</c:v>
                </c:pt>
                <c:pt idx="938">
                  <c:v>45363</c:v>
                </c:pt>
                <c:pt idx="939">
                  <c:v>45364</c:v>
                </c:pt>
                <c:pt idx="940">
                  <c:v>45365</c:v>
                </c:pt>
                <c:pt idx="941">
                  <c:v>45366</c:v>
                </c:pt>
                <c:pt idx="942">
                  <c:v>45367</c:v>
                </c:pt>
                <c:pt idx="943">
                  <c:v>45368</c:v>
                </c:pt>
                <c:pt idx="944">
                  <c:v>45369</c:v>
                </c:pt>
                <c:pt idx="945">
                  <c:v>45370</c:v>
                </c:pt>
                <c:pt idx="946">
                  <c:v>45371</c:v>
                </c:pt>
                <c:pt idx="947">
                  <c:v>45372</c:v>
                </c:pt>
                <c:pt idx="948">
                  <c:v>45373</c:v>
                </c:pt>
                <c:pt idx="949">
                  <c:v>45374</c:v>
                </c:pt>
                <c:pt idx="950">
                  <c:v>45375</c:v>
                </c:pt>
                <c:pt idx="951">
                  <c:v>45376</c:v>
                </c:pt>
                <c:pt idx="952">
                  <c:v>45377</c:v>
                </c:pt>
                <c:pt idx="953">
                  <c:v>45378</c:v>
                </c:pt>
                <c:pt idx="954">
                  <c:v>45379</c:v>
                </c:pt>
                <c:pt idx="955">
                  <c:v>45380</c:v>
                </c:pt>
                <c:pt idx="956">
                  <c:v>45381</c:v>
                </c:pt>
                <c:pt idx="957">
                  <c:v>45382</c:v>
                </c:pt>
                <c:pt idx="958">
                  <c:v>45383</c:v>
                </c:pt>
                <c:pt idx="959">
                  <c:v>45384</c:v>
                </c:pt>
                <c:pt idx="960">
                  <c:v>45385</c:v>
                </c:pt>
                <c:pt idx="961">
                  <c:v>45386</c:v>
                </c:pt>
                <c:pt idx="962">
                  <c:v>45387</c:v>
                </c:pt>
                <c:pt idx="963">
                  <c:v>45388</c:v>
                </c:pt>
                <c:pt idx="964">
                  <c:v>45389</c:v>
                </c:pt>
                <c:pt idx="965">
                  <c:v>45390</c:v>
                </c:pt>
                <c:pt idx="966">
                  <c:v>45391</c:v>
                </c:pt>
                <c:pt idx="967">
                  <c:v>45392</c:v>
                </c:pt>
                <c:pt idx="968">
                  <c:v>45393</c:v>
                </c:pt>
                <c:pt idx="969">
                  <c:v>45394</c:v>
                </c:pt>
                <c:pt idx="970">
                  <c:v>45395</c:v>
                </c:pt>
                <c:pt idx="971">
                  <c:v>45396</c:v>
                </c:pt>
                <c:pt idx="972">
                  <c:v>45397</c:v>
                </c:pt>
                <c:pt idx="973">
                  <c:v>45398</c:v>
                </c:pt>
                <c:pt idx="974">
                  <c:v>45399</c:v>
                </c:pt>
                <c:pt idx="975">
                  <c:v>45400</c:v>
                </c:pt>
                <c:pt idx="976">
                  <c:v>45401</c:v>
                </c:pt>
                <c:pt idx="977">
                  <c:v>45402</c:v>
                </c:pt>
                <c:pt idx="978">
                  <c:v>45403</c:v>
                </c:pt>
                <c:pt idx="979">
                  <c:v>45404</c:v>
                </c:pt>
                <c:pt idx="980">
                  <c:v>45405</c:v>
                </c:pt>
                <c:pt idx="981">
                  <c:v>45406</c:v>
                </c:pt>
                <c:pt idx="982">
                  <c:v>45407</c:v>
                </c:pt>
                <c:pt idx="983">
                  <c:v>45408</c:v>
                </c:pt>
                <c:pt idx="984">
                  <c:v>45409</c:v>
                </c:pt>
                <c:pt idx="985">
                  <c:v>45410</c:v>
                </c:pt>
                <c:pt idx="986">
                  <c:v>45411</c:v>
                </c:pt>
                <c:pt idx="987">
                  <c:v>45412</c:v>
                </c:pt>
                <c:pt idx="988">
                  <c:v>45413</c:v>
                </c:pt>
                <c:pt idx="989">
                  <c:v>45414</c:v>
                </c:pt>
                <c:pt idx="990">
                  <c:v>45415</c:v>
                </c:pt>
                <c:pt idx="991">
                  <c:v>45416</c:v>
                </c:pt>
                <c:pt idx="992">
                  <c:v>45417</c:v>
                </c:pt>
                <c:pt idx="993">
                  <c:v>45418</c:v>
                </c:pt>
                <c:pt idx="994">
                  <c:v>45419</c:v>
                </c:pt>
                <c:pt idx="995">
                  <c:v>45420</c:v>
                </c:pt>
                <c:pt idx="996">
                  <c:v>45421</c:v>
                </c:pt>
                <c:pt idx="997">
                  <c:v>45422</c:v>
                </c:pt>
                <c:pt idx="998">
                  <c:v>45423</c:v>
                </c:pt>
                <c:pt idx="999">
                  <c:v>45424</c:v>
                </c:pt>
                <c:pt idx="1000">
                  <c:v>45425</c:v>
                </c:pt>
                <c:pt idx="1001">
                  <c:v>45426</c:v>
                </c:pt>
                <c:pt idx="1002">
                  <c:v>45427</c:v>
                </c:pt>
                <c:pt idx="1003">
                  <c:v>45428</c:v>
                </c:pt>
                <c:pt idx="1004">
                  <c:v>45429</c:v>
                </c:pt>
                <c:pt idx="1005">
                  <c:v>45430</c:v>
                </c:pt>
                <c:pt idx="1006">
                  <c:v>45431</c:v>
                </c:pt>
                <c:pt idx="1007">
                  <c:v>45432</c:v>
                </c:pt>
                <c:pt idx="1008">
                  <c:v>45433</c:v>
                </c:pt>
                <c:pt idx="1009">
                  <c:v>45434</c:v>
                </c:pt>
                <c:pt idx="1010">
                  <c:v>45435</c:v>
                </c:pt>
                <c:pt idx="1011">
                  <c:v>45436</c:v>
                </c:pt>
                <c:pt idx="1012">
                  <c:v>45437</c:v>
                </c:pt>
                <c:pt idx="1013">
                  <c:v>45438</c:v>
                </c:pt>
                <c:pt idx="1014">
                  <c:v>45439</c:v>
                </c:pt>
                <c:pt idx="1015">
                  <c:v>45440</c:v>
                </c:pt>
                <c:pt idx="1016">
                  <c:v>45441</c:v>
                </c:pt>
                <c:pt idx="1017">
                  <c:v>45442</c:v>
                </c:pt>
                <c:pt idx="1018">
                  <c:v>45443</c:v>
                </c:pt>
                <c:pt idx="1019">
                  <c:v>45444</c:v>
                </c:pt>
                <c:pt idx="1020">
                  <c:v>45445</c:v>
                </c:pt>
                <c:pt idx="1021">
                  <c:v>45446</c:v>
                </c:pt>
                <c:pt idx="1022">
                  <c:v>45447</c:v>
                </c:pt>
                <c:pt idx="1023">
                  <c:v>45448</c:v>
                </c:pt>
                <c:pt idx="1024">
                  <c:v>45449</c:v>
                </c:pt>
                <c:pt idx="1025">
                  <c:v>45450</c:v>
                </c:pt>
                <c:pt idx="1026">
                  <c:v>45451</c:v>
                </c:pt>
                <c:pt idx="1027">
                  <c:v>45452</c:v>
                </c:pt>
                <c:pt idx="1028">
                  <c:v>45453</c:v>
                </c:pt>
                <c:pt idx="1029">
                  <c:v>45454</c:v>
                </c:pt>
                <c:pt idx="1030">
                  <c:v>45455</c:v>
                </c:pt>
                <c:pt idx="1031">
                  <c:v>45456</c:v>
                </c:pt>
                <c:pt idx="1032">
                  <c:v>45457</c:v>
                </c:pt>
                <c:pt idx="1033">
                  <c:v>45458</c:v>
                </c:pt>
                <c:pt idx="1034">
                  <c:v>45459</c:v>
                </c:pt>
                <c:pt idx="1035">
                  <c:v>45460</c:v>
                </c:pt>
                <c:pt idx="1036">
                  <c:v>45461</c:v>
                </c:pt>
                <c:pt idx="1037">
                  <c:v>45462</c:v>
                </c:pt>
                <c:pt idx="1038">
                  <c:v>45463</c:v>
                </c:pt>
                <c:pt idx="1039">
                  <c:v>45464</c:v>
                </c:pt>
                <c:pt idx="1040">
                  <c:v>45465</c:v>
                </c:pt>
                <c:pt idx="1041">
                  <c:v>45466</c:v>
                </c:pt>
                <c:pt idx="1042">
                  <c:v>45467</c:v>
                </c:pt>
                <c:pt idx="1043">
                  <c:v>45468</c:v>
                </c:pt>
                <c:pt idx="1044">
                  <c:v>45469</c:v>
                </c:pt>
                <c:pt idx="1045">
                  <c:v>45470</c:v>
                </c:pt>
                <c:pt idx="1046">
                  <c:v>45471</c:v>
                </c:pt>
                <c:pt idx="1047">
                  <c:v>45472</c:v>
                </c:pt>
                <c:pt idx="1048">
                  <c:v>45473</c:v>
                </c:pt>
                <c:pt idx="1049">
                  <c:v>45474</c:v>
                </c:pt>
                <c:pt idx="1050">
                  <c:v>45475</c:v>
                </c:pt>
                <c:pt idx="1051">
                  <c:v>45476</c:v>
                </c:pt>
                <c:pt idx="1052">
                  <c:v>45477</c:v>
                </c:pt>
                <c:pt idx="1053">
                  <c:v>45478</c:v>
                </c:pt>
                <c:pt idx="1054">
                  <c:v>45479</c:v>
                </c:pt>
                <c:pt idx="1055">
                  <c:v>45480</c:v>
                </c:pt>
                <c:pt idx="1056">
                  <c:v>45481</c:v>
                </c:pt>
                <c:pt idx="1057">
                  <c:v>45482</c:v>
                </c:pt>
                <c:pt idx="1058">
                  <c:v>45483</c:v>
                </c:pt>
                <c:pt idx="1059">
                  <c:v>45484</c:v>
                </c:pt>
                <c:pt idx="1060">
                  <c:v>45485</c:v>
                </c:pt>
                <c:pt idx="1061">
                  <c:v>45486</c:v>
                </c:pt>
                <c:pt idx="1062">
                  <c:v>45487</c:v>
                </c:pt>
                <c:pt idx="1063">
                  <c:v>45488</c:v>
                </c:pt>
                <c:pt idx="1064">
                  <c:v>45489</c:v>
                </c:pt>
                <c:pt idx="1065">
                  <c:v>45490</c:v>
                </c:pt>
                <c:pt idx="1066">
                  <c:v>45491</c:v>
                </c:pt>
                <c:pt idx="1067">
                  <c:v>45492</c:v>
                </c:pt>
                <c:pt idx="1068">
                  <c:v>45493</c:v>
                </c:pt>
                <c:pt idx="1069">
                  <c:v>45494</c:v>
                </c:pt>
                <c:pt idx="1070">
                  <c:v>45495</c:v>
                </c:pt>
                <c:pt idx="1071">
                  <c:v>45496</c:v>
                </c:pt>
                <c:pt idx="1072">
                  <c:v>45497</c:v>
                </c:pt>
                <c:pt idx="1073">
                  <c:v>45498</c:v>
                </c:pt>
                <c:pt idx="1074">
                  <c:v>45499</c:v>
                </c:pt>
                <c:pt idx="1075">
                  <c:v>45500</c:v>
                </c:pt>
                <c:pt idx="1076">
                  <c:v>45501</c:v>
                </c:pt>
                <c:pt idx="1077">
                  <c:v>45502</c:v>
                </c:pt>
                <c:pt idx="1078">
                  <c:v>45503</c:v>
                </c:pt>
                <c:pt idx="1079">
                  <c:v>45504</c:v>
                </c:pt>
                <c:pt idx="1080">
                  <c:v>45505</c:v>
                </c:pt>
                <c:pt idx="1081">
                  <c:v>45506</c:v>
                </c:pt>
                <c:pt idx="1082">
                  <c:v>45507</c:v>
                </c:pt>
                <c:pt idx="1083">
                  <c:v>45508</c:v>
                </c:pt>
                <c:pt idx="1084">
                  <c:v>45509</c:v>
                </c:pt>
                <c:pt idx="1085">
                  <c:v>45510</c:v>
                </c:pt>
                <c:pt idx="1086">
                  <c:v>45511</c:v>
                </c:pt>
                <c:pt idx="1087">
                  <c:v>45512</c:v>
                </c:pt>
                <c:pt idx="1088">
                  <c:v>45513</c:v>
                </c:pt>
                <c:pt idx="1089">
                  <c:v>45514</c:v>
                </c:pt>
                <c:pt idx="1090">
                  <c:v>45515</c:v>
                </c:pt>
                <c:pt idx="1091">
                  <c:v>45516</c:v>
                </c:pt>
                <c:pt idx="1092">
                  <c:v>45517</c:v>
                </c:pt>
                <c:pt idx="1093">
                  <c:v>45518</c:v>
                </c:pt>
                <c:pt idx="1094">
                  <c:v>45519</c:v>
                </c:pt>
                <c:pt idx="1095">
                  <c:v>45520</c:v>
                </c:pt>
                <c:pt idx="1096">
                  <c:v>45521</c:v>
                </c:pt>
                <c:pt idx="1097">
                  <c:v>45522</c:v>
                </c:pt>
                <c:pt idx="1098">
                  <c:v>45523</c:v>
                </c:pt>
                <c:pt idx="1099">
                  <c:v>45524</c:v>
                </c:pt>
                <c:pt idx="1100">
                  <c:v>45525</c:v>
                </c:pt>
                <c:pt idx="1101">
                  <c:v>45526</c:v>
                </c:pt>
                <c:pt idx="1102">
                  <c:v>45527</c:v>
                </c:pt>
                <c:pt idx="1103">
                  <c:v>45528</c:v>
                </c:pt>
                <c:pt idx="1104">
                  <c:v>45529</c:v>
                </c:pt>
                <c:pt idx="1105">
                  <c:v>45530</c:v>
                </c:pt>
                <c:pt idx="1106">
                  <c:v>45531</c:v>
                </c:pt>
                <c:pt idx="1107">
                  <c:v>45532</c:v>
                </c:pt>
                <c:pt idx="1108">
                  <c:v>45533</c:v>
                </c:pt>
                <c:pt idx="1109">
                  <c:v>45534</c:v>
                </c:pt>
                <c:pt idx="1110">
                  <c:v>45535</c:v>
                </c:pt>
                <c:pt idx="1111">
                  <c:v>45536</c:v>
                </c:pt>
                <c:pt idx="1112">
                  <c:v>45537</c:v>
                </c:pt>
                <c:pt idx="1113">
                  <c:v>45538</c:v>
                </c:pt>
                <c:pt idx="1114">
                  <c:v>45539</c:v>
                </c:pt>
                <c:pt idx="1115">
                  <c:v>45540</c:v>
                </c:pt>
                <c:pt idx="1116">
                  <c:v>45541</c:v>
                </c:pt>
                <c:pt idx="1117">
                  <c:v>45542</c:v>
                </c:pt>
                <c:pt idx="1118">
                  <c:v>45543</c:v>
                </c:pt>
                <c:pt idx="1119">
                  <c:v>45544</c:v>
                </c:pt>
                <c:pt idx="1120">
                  <c:v>45545</c:v>
                </c:pt>
                <c:pt idx="1121">
                  <c:v>45546</c:v>
                </c:pt>
                <c:pt idx="1122">
                  <c:v>45547</c:v>
                </c:pt>
                <c:pt idx="1123">
                  <c:v>45548</c:v>
                </c:pt>
                <c:pt idx="1124">
                  <c:v>45549</c:v>
                </c:pt>
                <c:pt idx="1125">
                  <c:v>45550</c:v>
                </c:pt>
                <c:pt idx="1126">
                  <c:v>45551</c:v>
                </c:pt>
                <c:pt idx="1127">
                  <c:v>45552</c:v>
                </c:pt>
                <c:pt idx="1128">
                  <c:v>45553</c:v>
                </c:pt>
                <c:pt idx="1129">
                  <c:v>45554</c:v>
                </c:pt>
                <c:pt idx="1130">
                  <c:v>45555</c:v>
                </c:pt>
                <c:pt idx="1131">
                  <c:v>45556</c:v>
                </c:pt>
                <c:pt idx="1132">
                  <c:v>45557</c:v>
                </c:pt>
                <c:pt idx="1133">
                  <c:v>45558</c:v>
                </c:pt>
                <c:pt idx="1134">
                  <c:v>45559</c:v>
                </c:pt>
                <c:pt idx="1135">
                  <c:v>45560</c:v>
                </c:pt>
                <c:pt idx="1136">
                  <c:v>45561</c:v>
                </c:pt>
                <c:pt idx="1137">
                  <c:v>45562</c:v>
                </c:pt>
                <c:pt idx="1138">
                  <c:v>45563</c:v>
                </c:pt>
                <c:pt idx="1139">
                  <c:v>45564</c:v>
                </c:pt>
                <c:pt idx="1140">
                  <c:v>45565</c:v>
                </c:pt>
                <c:pt idx="1141">
                  <c:v>45566</c:v>
                </c:pt>
                <c:pt idx="1142">
                  <c:v>45567</c:v>
                </c:pt>
                <c:pt idx="1143">
                  <c:v>45568</c:v>
                </c:pt>
                <c:pt idx="1144">
                  <c:v>45569</c:v>
                </c:pt>
                <c:pt idx="1145">
                  <c:v>45570</c:v>
                </c:pt>
                <c:pt idx="1146">
                  <c:v>45571</c:v>
                </c:pt>
                <c:pt idx="1147">
                  <c:v>45572</c:v>
                </c:pt>
                <c:pt idx="1148">
                  <c:v>45573</c:v>
                </c:pt>
                <c:pt idx="1149">
                  <c:v>45574</c:v>
                </c:pt>
                <c:pt idx="1150">
                  <c:v>45575</c:v>
                </c:pt>
                <c:pt idx="1151">
                  <c:v>45576</c:v>
                </c:pt>
                <c:pt idx="1152">
                  <c:v>45577</c:v>
                </c:pt>
                <c:pt idx="1153">
                  <c:v>45578</c:v>
                </c:pt>
                <c:pt idx="1154">
                  <c:v>45579</c:v>
                </c:pt>
                <c:pt idx="1155">
                  <c:v>45580</c:v>
                </c:pt>
                <c:pt idx="1156">
                  <c:v>45581</c:v>
                </c:pt>
                <c:pt idx="1157">
                  <c:v>45582</c:v>
                </c:pt>
                <c:pt idx="1158">
                  <c:v>45583</c:v>
                </c:pt>
                <c:pt idx="1159">
                  <c:v>45584</c:v>
                </c:pt>
                <c:pt idx="1160">
                  <c:v>45585</c:v>
                </c:pt>
                <c:pt idx="1161">
                  <c:v>45586</c:v>
                </c:pt>
                <c:pt idx="1162">
                  <c:v>45587</c:v>
                </c:pt>
                <c:pt idx="1163">
                  <c:v>45588</c:v>
                </c:pt>
                <c:pt idx="1164">
                  <c:v>45589</c:v>
                </c:pt>
                <c:pt idx="1165">
                  <c:v>45590</c:v>
                </c:pt>
                <c:pt idx="1166">
                  <c:v>45591</c:v>
                </c:pt>
                <c:pt idx="1167">
                  <c:v>45592</c:v>
                </c:pt>
                <c:pt idx="1168">
                  <c:v>45593</c:v>
                </c:pt>
                <c:pt idx="1169">
                  <c:v>45594</c:v>
                </c:pt>
                <c:pt idx="1170">
                  <c:v>45595</c:v>
                </c:pt>
                <c:pt idx="1171">
                  <c:v>45596</c:v>
                </c:pt>
                <c:pt idx="1172">
                  <c:v>45597</c:v>
                </c:pt>
                <c:pt idx="1173">
                  <c:v>45598</c:v>
                </c:pt>
                <c:pt idx="1174">
                  <c:v>45599</c:v>
                </c:pt>
                <c:pt idx="1175">
                  <c:v>45600</c:v>
                </c:pt>
                <c:pt idx="1176">
                  <c:v>45601</c:v>
                </c:pt>
                <c:pt idx="1177">
                  <c:v>45602</c:v>
                </c:pt>
                <c:pt idx="1178">
                  <c:v>45603</c:v>
                </c:pt>
                <c:pt idx="1179">
                  <c:v>45604</c:v>
                </c:pt>
                <c:pt idx="1180">
                  <c:v>45605</c:v>
                </c:pt>
                <c:pt idx="1181">
                  <c:v>45606</c:v>
                </c:pt>
                <c:pt idx="1182">
                  <c:v>45607</c:v>
                </c:pt>
                <c:pt idx="1183">
                  <c:v>45608</c:v>
                </c:pt>
                <c:pt idx="1184">
                  <c:v>45609</c:v>
                </c:pt>
                <c:pt idx="1185">
                  <c:v>45610</c:v>
                </c:pt>
                <c:pt idx="1186">
                  <c:v>45611</c:v>
                </c:pt>
                <c:pt idx="1187">
                  <c:v>45612</c:v>
                </c:pt>
                <c:pt idx="1188">
                  <c:v>45613</c:v>
                </c:pt>
                <c:pt idx="1189">
                  <c:v>45614</c:v>
                </c:pt>
                <c:pt idx="1190">
                  <c:v>45615</c:v>
                </c:pt>
                <c:pt idx="1191">
                  <c:v>45616</c:v>
                </c:pt>
                <c:pt idx="1192">
                  <c:v>45617</c:v>
                </c:pt>
                <c:pt idx="1193">
                  <c:v>45618</c:v>
                </c:pt>
                <c:pt idx="1194">
                  <c:v>45619</c:v>
                </c:pt>
                <c:pt idx="1195">
                  <c:v>45620</c:v>
                </c:pt>
                <c:pt idx="1196">
                  <c:v>45621</c:v>
                </c:pt>
                <c:pt idx="1197">
                  <c:v>45622</c:v>
                </c:pt>
                <c:pt idx="1198">
                  <c:v>45623</c:v>
                </c:pt>
                <c:pt idx="1199">
                  <c:v>45624</c:v>
                </c:pt>
                <c:pt idx="1200">
                  <c:v>45625</c:v>
                </c:pt>
                <c:pt idx="1201">
                  <c:v>45626</c:v>
                </c:pt>
                <c:pt idx="1202">
                  <c:v>45627</c:v>
                </c:pt>
                <c:pt idx="1203">
                  <c:v>45628</c:v>
                </c:pt>
                <c:pt idx="1204">
                  <c:v>45629</c:v>
                </c:pt>
                <c:pt idx="1205">
                  <c:v>45630</c:v>
                </c:pt>
                <c:pt idx="1206">
                  <c:v>45631</c:v>
                </c:pt>
                <c:pt idx="1207">
                  <c:v>45632</c:v>
                </c:pt>
                <c:pt idx="1208">
                  <c:v>45633</c:v>
                </c:pt>
                <c:pt idx="1209">
                  <c:v>45634</c:v>
                </c:pt>
                <c:pt idx="1210">
                  <c:v>45635</c:v>
                </c:pt>
                <c:pt idx="1211">
                  <c:v>45636</c:v>
                </c:pt>
                <c:pt idx="1212">
                  <c:v>45637</c:v>
                </c:pt>
                <c:pt idx="1213">
                  <c:v>45638</c:v>
                </c:pt>
                <c:pt idx="1214">
                  <c:v>45639</c:v>
                </c:pt>
                <c:pt idx="1215">
                  <c:v>45640</c:v>
                </c:pt>
                <c:pt idx="1216">
                  <c:v>45641</c:v>
                </c:pt>
                <c:pt idx="1217">
                  <c:v>45642</c:v>
                </c:pt>
                <c:pt idx="1218">
                  <c:v>45643</c:v>
                </c:pt>
                <c:pt idx="1219">
                  <c:v>45644</c:v>
                </c:pt>
                <c:pt idx="1220">
                  <c:v>45645</c:v>
                </c:pt>
                <c:pt idx="1221">
                  <c:v>45646</c:v>
                </c:pt>
                <c:pt idx="1222">
                  <c:v>45647</c:v>
                </c:pt>
                <c:pt idx="1223">
                  <c:v>45648</c:v>
                </c:pt>
                <c:pt idx="1224">
                  <c:v>45649</c:v>
                </c:pt>
                <c:pt idx="1225">
                  <c:v>45650</c:v>
                </c:pt>
                <c:pt idx="1226">
                  <c:v>45651</c:v>
                </c:pt>
                <c:pt idx="1227">
                  <c:v>45652</c:v>
                </c:pt>
                <c:pt idx="1228">
                  <c:v>45653</c:v>
                </c:pt>
                <c:pt idx="1229">
                  <c:v>45654</c:v>
                </c:pt>
                <c:pt idx="1230">
                  <c:v>45655</c:v>
                </c:pt>
                <c:pt idx="1231">
                  <c:v>45656</c:v>
                </c:pt>
                <c:pt idx="1232">
                  <c:v>45657</c:v>
                </c:pt>
                <c:pt idx="1233">
                  <c:v>45658</c:v>
                </c:pt>
                <c:pt idx="1234">
                  <c:v>45659</c:v>
                </c:pt>
                <c:pt idx="1235">
                  <c:v>45660</c:v>
                </c:pt>
                <c:pt idx="1236">
                  <c:v>45661</c:v>
                </c:pt>
                <c:pt idx="1237">
                  <c:v>45662</c:v>
                </c:pt>
                <c:pt idx="1238">
                  <c:v>45663</c:v>
                </c:pt>
                <c:pt idx="1239">
                  <c:v>45664</c:v>
                </c:pt>
                <c:pt idx="1240">
                  <c:v>45665</c:v>
                </c:pt>
                <c:pt idx="1241">
                  <c:v>45666</c:v>
                </c:pt>
                <c:pt idx="1242">
                  <c:v>45667</c:v>
                </c:pt>
                <c:pt idx="1243">
                  <c:v>45668</c:v>
                </c:pt>
                <c:pt idx="1244">
                  <c:v>45669</c:v>
                </c:pt>
                <c:pt idx="1245">
                  <c:v>45670</c:v>
                </c:pt>
                <c:pt idx="1246">
                  <c:v>45671</c:v>
                </c:pt>
                <c:pt idx="1247">
                  <c:v>45672</c:v>
                </c:pt>
                <c:pt idx="1248">
                  <c:v>45673</c:v>
                </c:pt>
                <c:pt idx="1249">
                  <c:v>45674</c:v>
                </c:pt>
                <c:pt idx="1250">
                  <c:v>45675</c:v>
                </c:pt>
                <c:pt idx="1251">
                  <c:v>45676</c:v>
                </c:pt>
                <c:pt idx="1252">
                  <c:v>45677</c:v>
                </c:pt>
                <c:pt idx="1253">
                  <c:v>45678</c:v>
                </c:pt>
                <c:pt idx="1254">
                  <c:v>45679</c:v>
                </c:pt>
                <c:pt idx="1255">
                  <c:v>45680</c:v>
                </c:pt>
                <c:pt idx="1256">
                  <c:v>45681</c:v>
                </c:pt>
                <c:pt idx="1257">
                  <c:v>45682</c:v>
                </c:pt>
                <c:pt idx="1258">
                  <c:v>45683</c:v>
                </c:pt>
                <c:pt idx="1259">
                  <c:v>45684</c:v>
                </c:pt>
                <c:pt idx="1260">
                  <c:v>45685</c:v>
                </c:pt>
                <c:pt idx="1261">
                  <c:v>45686</c:v>
                </c:pt>
                <c:pt idx="1262">
                  <c:v>45687</c:v>
                </c:pt>
                <c:pt idx="1263">
                  <c:v>45688</c:v>
                </c:pt>
                <c:pt idx="1264">
                  <c:v>45689</c:v>
                </c:pt>
                <c:pt idx="1265">
                  <c:v>45690</c:v>
                </c:pt>
                <c:pt idx="1266">
                  <c:v>45691</c:v>
                </c:pt>
                <c:pt idx="1267">
                  <c:v>45692</c:v>
                </c:pt>
                <c:pt idx="1268">
                  <c:v>45693</c:v>
                </c:pt>
                <c:pt idx="1269">
                  <c:v>45694</c:v>
                </c:pt>
                <c:pt idx="1270">
                  <c:v>45695</c:v>
                </c:pt>
                <c:pt idx="1271">
                  <c:v>45696</c:v>
                </c:pt>
                <c:pt idx="1272">
                  <c:v>45697</c:v>
                </c:pt>
                <c:pt idx="1273">
                  <c:v>45698</c:v>
                </c:pt>
                <c:pt idx="1274">
                  <c:v>45699</c:v>
                </c:pt>
                <c:pt idx="1275">
                  <c:v>45700</c:v>
                </c:pt>
                <c:pt idx="1276">
                  <c:v>45701</c:v>
                </c:pt>
                <c:pt idx="1277">
                  <c:v>45702</c:v>
                </c:pt>
                <c:pt idx="1278">
                  <c:v>45703</c:v>
                </c:pt>
                <c:pt idx="1279">
                  <c:v>45704</c:v>
                </c:pt>
                <c:pt idx="1280">
                  <c:v>45705</c:v>
                </c:pt>
                <c:pt idx="1281">
                  <c:v>45706</c:v>
                </c:pt>
                <c:pt idx="1282">
                  <c:v>45707</c:v>
                </c:pt>
                <c:pt idx="1283">
                  <c:v>45708</c:v>
                </c:pt>
                <c:pt idx="1284">
                  <c:v>45709</c:v>
                </c:pt>
                <c:pt idx="1285">
                  <c:v>45710</c:v>
                </c:pt>
                <c:pt idx="1286">
                  <c:v>45711</c:v>
                </c:pt>
                <c:pt idx="1287">
                  <c:v>45712</c:v>
                </c:pt>
                <c:pt idx="1288">
                  <c:v>45713</c:v>
                </c:pt>
                <c:pt idx="1289">
                  <c:v>45714</c:v>
                </c:pt>
                <c:pt idx="1290">
                  <c:v>45715</c:v>
                </c:pt>
                <c:pt idx="1291">
                  <c:v>45716</c:v>
                </c:pt>
                <c:pt idx="1292">
                  <c:v>45717</c:v>
                </c:pt>
                <c:pt idx="1293">
                  <c:v>45718</c:v>
                </c:pt>
                <c:pt idx="1294">
                  <c:v>45719</c:v>
                </c:pt>
                <c:pt idx="1295">
                  <c:v>45720</c:v>
                </c:pt>
                <c:pt idx="1296">
                  <c:v>45721</c:v>
                </c:pt>
                <c:pt idx="1297">
                  <c:v>45722</c:v>
                </c:pt>
                <c:pt idx="1298">
                  <c:v>45723</c:v>
                </c:pt>
                <c:pt idx="1299">
                  <c:v>45724</c:v>
                </c:pt>
                <c:pt idx="1300">
                  <c:v>45725</c:v>
                </c:pt>
                <c:pt idx="1301">
                  <c:v>45726</c:v>
                </c:pt>
                <c:pt idx="1302">
                  <c:v>45727</c:v>
                </c:pt>
                <c:pt idx="1303">
                  <c:v>45728</c:v>
                </c:pt>
                <c:pt idx="1304">
                  <c:v>45729</c:v>
                </c:pt>
                <c:pt idx="1305">
                  <c:v>45730</c:v>
                </c:pt>
                <c:pt idx="1306">
                  <c:v>45731</c:v>
                </c:pt>
                <c:pt idx="1307">
                  <c:v>45732</c:v>
                </c:pt>
                <c:pt idx="1308">
                  <c:v>45733</c:v>
                </c:pt>
                <c:pt idx="1309">
                  <c:v>45734</c:v>
                </c:pt>
                <c:pt idx="1310">
                  <c:v>45735</c:v>
                </c:pt>
                <c:pt idx="1311">
                  <c:v>45736</c:v>
                </c:pt>
                <c:pt idx="1312">
                  <c:v>45737</c:v>
                </c:pt>
                <c:pt idx="1313">
                  <c:v>45738</c:v>
                </c:pt>
                <c:pt idx="1314">
                  <c:v>45739</c:v>
                </c:pt>
                <c:pt idx="1315">
                  <c:v>45740</c:v>
                </c:pt>
                <c:pt idx="1316">
                  <c:v>45741</c:v>
                </c:pt>
                <c:pt idx="1317">
                  <c:v>45742</c:v>
                </c:pt>
                <c:pt idx="1318">
                  <c:v>45743</c:v>
                </c:pt>
                <c:pt idx="1319">
                  <c:v>45744</c:v>
                </c:pt>
                <c:pt idx="1320">
                  <c:v>45745</c:v>
                </c:pt>
                <c:pt idx="1321">
                  <c:v>45746</c:v>
                </c:pt>
                <c:pt idx="1322">
                  <c:v>45747</c:v>
                </c:pt>
                <c:pt idx="1323">
                  <c:v>45748</c:v>
                </c:pt>
                <c:pt idx="1324">
                  <c:v>45749</c:v>
                </c:pt>
                <c:pt idx="1325">
                  <c:v>45750</c:v>
                </c:pt>
                <c:pt idx="1326">
                  <c:v>45751</c:v>
                </c:pt>
                <c:pt idx="1327">
                  <c:v>45752</c:v>
                </c:pt>
                <c:pt idx="1328">
                  <c:v>45753</c:v>
                </c:pt>
                <c:pt idx="1329">
                  <c:v>45754</c:v>
                </c:pt>
                <c:pt idx="1330">
                  <c:v>45755</c:v>
                </c:pt>
                <c:pt idx="1331">
                  <c:v>45756</c:v>
                </c:pt>
                <c:pt idx="1332">
                  <c:v>45757</c:v>
                </c:pt>
                <c:pt idx="1333">
                  <c:v>45758</c:v>
                </c:pt>
                <c:pt idx="1334">
                  <c:v>45759</c:v>
                </c:pt>
                <c:pt idx="1335">
                  <c:v>45760</c:v>
                </c:pt>
                <c:pt idx="1336">
                  <c:v>45761</c:v>
                </c:pt>
                <c:pt idx="1337">
                  <c:v>45762</c:v>
                </c:pt>
                <c:pt idx="1338">
                  <c:v>45763</c:v>
                </c:pt>
                <c:pt idx="1339">
                  <c:v>45764</c:v>
                </c:pt>
                <c:pt idx="1340">
                  <c:v>45765</c:v>
                </c:pt>
                <c:pt idx="1341">
                  <c:v>45766</c:v>
                </c:pt>
                <c:pt idx="1342">
                  <c:v>45767</c:v>
                </c:pt>
                <c:pt idx="1343">
                  <c:v>45768</c:v>
                </c:pt>
                <c:pt idx="1344">
                  <c:v>45769</c:v>
                </c:pt>
                <c:pt idx="1345">
                  <c:v>45770</c:v>
                </c:pt>
                <c:pt idx="1346">
                  <c:v>45771</c:v>
                </c:pt>
                <c:pt idx="1347">
                  <c:v>45772</c:v>
                </c:pt>
                <c:pt idx="1348">
                  <c:v>45773</c:v>
                </c:pt>
                <c:pt idx="1349">
                  <c:v>45774</c:v>
                </c:pt>
                <c:pt idx="1350">
                  <c:v>45775</c:v>
                </c:pt>
                <c:pt idx="1351">
                  <c:v>45776</c:v>
                </c:pt>
                <c:pt idx="1352">
                  <c:v>45777</c:v>
                </c:pt>
                <c:pt idx="1353">
                  <c:v>45778</c:v>
                </c:pt>
                <c:pt idx="1354">
                  <c:v>45779</c:v>
                </c:pt>
                <c:pt idx="1355">
                  <c:v>45780</c:v>
                </c:pt>
                <c:pt idx="1356">
                  <c:v>45781</c:v>
                </c:pt>
                <c:pt idx="1357">
                  <c:v>45782</c:v>
                </c:pt>
                <c:pt idx="1358">
                  <c:v>45783</c:v>
                </c:pt>
                <c:pt idx="1359">
                  <c:v>45784</c:v>
                </c:pt>
                <c:pt idx="1360">
                  <c:v>45785</c:v>
                </c:pt>
                <c:pt idx="1361">
                  <c:v>45786</c:v>
                </c:pt>
                <c:pt idx="1362">
                  <c:v>45787</c:v>
                </c:pt>
                <c:pt idx="1363">
                  <c:v>45788</c:v>
                </c:pt>
                <c:pt idx="1364">
                  <c:v>45789</c:v>
                </c:pt>
                <c:pt idx="1365">
                  <c:v>45790</c:v>
                </c:pt>
                <c:pt idx="1366">
                  <c:v>45791</c:v>
                </c:pt>
                <c:pt idx="1367">
                  <c:v>45792</c:v>
                </c:pt>
                <c:pt idx="1368">
                  <c:v>45793</c:v>
                </c:pt>
                <c:pt idx="1369">
                  <c:v>45794</c:v>
                </c:pt>
                <c:pt idx="1370">
                  <c:v>45795</c:v>
                </c:pt>
                <c:pt idx="1371">
                  <c:v>45796</c:v>
                </c:pt>
                <c:pt idx="1372">
                  <c:v>45797</c:v>
                </c:pt>
                <c:pt idx="1373">
                  <c:v>45798</c:v>
                </c:pt>
                <c:pt idx="1374">
                  <c:v>45799</c:v>
                </c:pt>
                <c:pt idx="1375">
                  <c:v>45800</c:v>
                </c:pt>
                <c:pt idx="1376">
                  <c:v>45801</c:v>
                </c:pt>
                <c:pt idx="1377">
                  <c:v>45802</c:v>
                </c:pt>
                <c:pt idx="1378">
                  <c:v>45803</c:v>
                </c:pt>
                <c:pt idx="1379">
                  <c:v>45804</c:v>
                </c:pt>
                <c:pt idx="1380">
                  <c:v>45805</c:v>
                </c:pt>
                <c:pt idx="1381">
                  <c:v>45806</c:v>
                </c:pt>
                <c:pt idx="1382">
                  <c:v>45807</c:v>
                </c:pt>
                <c:pt idx="1383">
                  <c:v>45808</c:v>
                </c:pt>
                <c:pt idx="1384">
                  <c:v>45809</c:v>
                </c:pt>
                <c:pt idx="1385">
                  <c:v>45810</c:v>
                </c:pt>
                <c:pt idx="1386">
                  <c:v>45811</c:v>
                </c:pt>
                <c:pt idx="1387">
                  <c:v>45812</c:v>
                </c:pt>
                <c:pt idx="1388">
                  <c:v>45813</c:v>
                </c:pt>
                <c:pt idx="1389">
                  <c:v>45814</c:v>
                </c:pt>
                <c:pt idx="1390">
                  <c:v>45815</c:v>
                </c:pt>
                <c:pt idx="1391">
                  <c:v>45816</c:v>
                </c:pt>
                <c:pt idx="1392">
                  <c:v>45817</c:v>
                </c:pt>
                <c:pt idx="1393">
                  <c:v>45818</c:v>
                </c:pt>
                <c:pt idx="1394">
                  <c:v>45819</c:v>
                </c:pt>
                <c:pt idx="1395">
                  <c:v>45820</c:v>
                </c:pt>
                <c:pt idx="1396">
                  <c:v>45821</c:v>
                </c:pt>
                <c:pt idx="1397">
                  <c:v>45822</c:v>
                </c:pt>
                <c:pt idx="1398">
                  <c:v>45823</c:v>
                </c:pt>
                <c:pt idx="1399">
                  <c:v>45824</c:v>
                </c:pt>
                <c:pt idx="1400">
                  <c:v>45825</c:v>
                </c:pt>
                <c:pt idx="1401">
                  <c:v>45826</c:v>
                </c:pt>
                <c:pt idx="1402">
                  <c:v>45827</c:v>
                </c:pt>
                <c:pt idx="1403">
                  <c:v>45828</c:v>
                </c:pt>
                <c:pt idx="1404">
                  <c:v>45829</c:v>
                </c:pt>
                <c:pt idx="1405">
                  <c:v>45830</c:v>
                </c:pt>
                <c:pt idx="1406">
                  <c:v>45831</c:v>
                </c:pt>
                <c:pt idx="1407">
                  <c:v>45832</c:v>
                </c:pt>
                <c:pt idx="1408">
                  <c:v>45833</c:v>
                </c:pt>
                <c:pt idx="1409">
                  <c:v>45834</c:v>
                </c:pt>
                <c:pt idx="1410">
                  <c:v>45835</c:v>
                </c:pt>
                <c:pt idx="1411">
                  <c:v>45836</c:v>
                </c:pt>
                <c:pt idx="1412">
                  <c:v>45837</c:v>
                </c:pt>
                <c:pt idx="1413">
                  <c:v>45838</c:v>
                </c:pt>
                <c:pt idx="1414">
                  <c:v>45839</c:v>
                </c:pt>
                <c:pt idx="1415">
                  <c:v>45840</c:v>
                </c:pt>
                <c:pt idx="1416">
                  <c:v>45841</c:v>
                </c:pt>
                <c:pt idx="1417">
                  <c:v>45842</c:v>
                </c:pt>
                <c:pt idx="1418">
                  <c:v>45843</c:v>
                </c:pt>
                <c:pt idx="1419">
                  <c:v>45844</c:v>
                </c:pt>
                <c:pt idx="1420">
                  <c:v>45845</c:v>
                </c:pt>
                <c:pt idx="1421">
                  <c:v>45846</c:v>
                </c:pt>
                <c:pt idx="1422">
                  <c:v>45847</c:v>
                </c:pt>
                <c:pt idx="1423">
                  <c:v>45848</c:v>
                </c:pt>
                <c:pt idx="1424">
                  <c:v>45849</c:v>
                </c:pt>
                <c:pt idx="1425">
                  <c:v>45850</c:v>
                </c:pt>
                <c:pt idx="1426">
                  <c:v>45851</c:v>
                </c:pt>
                <c:pt idx="1427">
                  <c:v>45852</c:v>
                </c:pt>
                <c:pt idx="1428">
                  <c:v>45853</c:v>
                </c:pt>
                <c:pt idx="1429">
                  <c:v>45854</c:v>
                </c:pt>
                <c:pt idx="1430">
                  <c:v>45855</c:v>
                </c:pt>
                <c:pt idx="1431">
                  <c:v>45856</c:v>
                </c:pt>
                <c:pt idx="1432">
                  <c:v>45857</c:v>
                </c:pt>
                <c:pt idx="1433">
                  <c:v>45858</c:v>
                </c:pt>
                <c:pt idx="1434">
                  <c:v>45859</c:v>
                </c:pt>
                <c:pt idx="1435">
                  <c:v>45860</c:v>
                </c:pt>
                <c:pt idx="1436">
                  <c:v>45861</c:v>
                </c:pt>
                <c:pt idx="1437">
                  <c:v>45862</c:v>
                </c:pt>
                <c:pt idx="1438">
                  <c:v>45863</c:v>
                </c:pt>
                <c:pt idx="1439">
                  <c:v>45864</c:v>
                </c:pt>
                <c:pt idx="1440">
                  <c:v>45865</c:v>
                </c:pt>
                <c:pt idx="1441">
                  <c:v>45866</c:v>
                </c:pt>
                <c:pt idx="1442">
                  <c:v>45867</c:v>
                </c:pt>
                <c:pt idx="1443">
                  <c:v>45868</c:v>
                </c:pt>
                <c:pt idx="1444">
                  <c:v>45869</c:v>
                </c:pt>
                <c:pt idx="1445">
                  <c:v>45870</c:v>
                </c:pt>
                <c:pt idx="1446">
                  <c:v>45871</c:v>
                </c:pt>
                <c:pt idx="1447">
                  <c:v>45872</c:v>
                </c:pt>
                <c:pt idx="1448">
                  <c:v>45873</c:v>
                </c:pt>
                <c:pt idx="1449">
                  <c:v>45874</c:v>
                </c:pt>
                <c:pt idx="1450">
                  <c:v>45875</c:v>
                </c:pt>
                <c:pt idx="1451">
                  <c:v>45876</c:v>
                </c:pt>
                <c:pt idx="1452">
                  <c:v>45877</c:v>
                </c:pt>
                <c:pt idx="1453">
                  <c:v>45878</c:v>
                </c:pt>
                <c:pt idx="1454">
                  <c:v>45879</c:v>
                </c:pt>
                <c:pt idx="1455">
                  <c:v>45880</c:v>
                </c:pt>
                <c:pt idx="1456">
                  <c:v>45881</c:v>
                </c:pt>
                <c:pt idx="1457">
                  <c:v>45882</c:v>
                </c:pt>
                <c:pt idx="1458">
                  <c:v>45883</c:v>
                </c:pt>
                <c:pt idx="1459">
                  <c:v>45884</c:v>
                </c:pt>
                <c:pt idx="1460">
                  <c:v>45885</c:v>
                </c:pt>
                <c:pt idx="1461">
                  <c:v>45886</c:v>
                </c:pt>
                <c:pt idx="1462">
                  <c:v>45887</c:v>
                </c:pt>
                <c:pt idx="1463">
                  <c:v>45888</c:v>
                </c:pt>
                <c:pt idx="1464">
                  <c:v>45889</c:v>
                </c:pt>
                <c:pt idx="1465">
                  <c:v>45890</c:v>
                </c:pt>
                <c:pt idx="1466">
                  <c:v>45891</c:v>
                </c:pt>
                <c:pt idx="1467">
                  <c:v>45892</c:v>
                </c:pt>
                <c:pt idx="1468">
                  <c:v>45893</c:v>
                </c:pt>
                <c:pt idx="1469">
                  <c:v>45894</c:v>
                </c:pt>
                <c:pt idx="1470">
                  <c:v>45895</c:v>
                </c:pt>
                <c:pt idx="1471">
                  <c:v>45896</c:v>
                </c:pt>
                <c:pt idx="1472">
                  <c:v>45897</c:v>
                </c:pt>
                <c:pt idx="1473">
                  <c:v>45898</c:v>
                </c:pt>
                <c:pt idx="1474">
                  <c:v>45899</c:v>
                </c:pt>
                <c:pt idx="1475">
                  <c:v>45900</c:v>
                </c:pt>
                <c:pt idx="1476">
                  <c:v>45901</c:v>
                </c:pt>
                <c:pt idx="1477">
                  <c:v>45902</c:v>
                </c:pt>
                <c:pt idx="1478">
                  <c:v>45903</c:v>
                </c:pt>
                <c:pt idx="1479">
                  <c:v>45904</c:v>
                </c:pt>
                <c:pt idx="1480">
                  <c:v>45905</c:v>
                </c:pt>
                <c:pt idx="1481">
                  <c:v>45906</c:v>
                </c:pt>
                <c:pt idx="1482">
                  <c:v>45907</c:v>
                </c:pt>
                <c:pt idx="1483">
                  <c:v>45908</c:v>
                </c:pt>
                <c:pt idx="1484">
                  <c:v>45909</c:v>
                </c:pt>
                <c:pt idx="1485">
                  <c:v>45910</c:v>
                </c:pt>
                <c:pt idx="1486">
                  <c:v>45911</c:v>
                </c:pt>
                <c:pt idx="1487">
                  <c:v>45912</c:v>
                </c:pt>
                <c:pt idx="1488">
                  <c:v>45913</c:v>
                </c:pt>
                <c:pt idx="1489">
                  <c:v>45914</c:v>
                </c:pt>
                <c:pt idx="1490">
                  <c:v>45915</c:v>
                </c:pt>
                <c:pt idx="1491">
                  <c:v>45916</c:v>
                </c:pt>
                <c:pt idx="1492">
                  <c:v>45917</c:v>
                </c:pt>
                <c:pt idx="1493">
                  <c:v>45918</c:v>
                </c:pt>
                <c:pt idx="1494">
                  <c:v>45919</c:v>
                </c:pt>
                <c:pt idx="1495">
                  <c:v>45920</c:v>
                </c:pt>
                <c:pt idx="1496">
                  <c:v>45921</c:v>
                </c:pt>
                <c:pt idx="1497">
                  <c:v>45922</c:v>
                </c:pt>
                <c:pt idx="1498">
                  <c:v>45923</c:v>
                </c:pt>
                <c:pt idx="1499">
                  <c:v>45924</c:v>
                </c:pt>
                <c:pt idx="1500">
                  <c:v>45925</c:v>
                </c:pt>
                <c:pt idx="1501">
                  <c:v>45926</c:v>
                </c:pt>
                <c:pt idx="1502">
                  <c:v>45927</c:v>
                </c:pt>
                <c:pt idx="1503">
                  <c:v>45928</c:v>
                </c:pt>
                <c:pt idx="1504">
                  <c:v>45929</c:v>
                </c:pt>
                <c:pt idx="1505">
                  <c:v>45930</c:v>
                </c:pt>
                <c:pt idx="1506">
                  <c:v>45931</c:v>
                </c:pt>
                <c:pt idx="1507">
                  <c:v>45932</c:v>
                </c:pt>
                <c:pt idx="1508">
                  <c:v>45933</c:v>
                </c:pt>
                <c:pt idx="1509">
                  <c:v>45934</c:v>
                </c:pt>
                <c:pt idx="1510">
                  <c:v>45935</c:v>
                </c:pt>
                <c:pt idx="1511">
                  <c:v>45936</c:v>
                </c:pt>
                <c:pt idx="1512">
                  <c:v>45937</c:v>
                </c:pt>
                <c:pt idx="1513">
                  <c:v>45938</c:v>
                </c:pt>
                <c:pt idx="1514">
                  <c:v>45939</c:v>
                </c:pt>
                <c:pt idx="1515">
                  <c:v>45940</c:v>
                </c:pt>
                <c:pt idx="1516">
                  <c:v>45941</c:v>
                </c:pt>
                <c:pt idx="1517">
                  <c:v>45942</c:v>
                </c:pt>
                <c:pt idx="1518">
                  <c:v>45943</c:v>
                </c:pt>
                <c:pt idx="1519">
                  <c:v>45944</c:v>
                </c:pt>
                <c:pt idx="1520">
                  <c:v>45945</c:v>
                </c:pt>
                <c:pt idx="1521">
                  <c:v>45946</c:v>
                </c:pt>
                <c:pt idx="1522">
                  <c:v>45947</c:v>
                </c:pt>
                <c:pt idx="1523">
                  <c:v>45948</c:v>
                </c:pt>
                <c:pt idx="1524">
                  <c:v>45949</c:v>
                </c:pt>
                <c:pt idx="1525">
                  <c:v>45950</c:v>
                </c:pt>
                <c:pt idx="1526">
                  <c:v>45951</c:v>
                </c:pt>
                <c:pt idx="1527">
                  <c:v>45952</c:v>
                </c:pt>
                <c:pt idx="1528">
                  <c:v>45953</c:v>
                </c:pt>
                <c:pt idx="1529">
                  <c:v>45954</c:v>
                </c:pt>
                <c:pt idx="1530">
                  <c:v>45955</c:v>
                </c:pt>
                <c:pt idx="1531">
                  <c:v>45956</c:v>
                </c:pt>
                <c:pt idx="1532">
                  <c:v>45957</c:v>
                </c:pt>
                <c:pt idx="1533">
                  <c:v>45958</c:v>
                </c:pt>
                <c:pt idx="1534">
                  <c:v>45959</c:v>
                </c:pt>
                <c:pt idx="1535">
                  <c:v>45960</c:v>
                </c:pt>
                <c:pt idx="1536">
                  <c:v>45961</c:v>
                </c:pt>
                <c:pt idx="1537">
                  <c:v>45962</c:v>
                </c:pt>
                <c:pt idx="1538">
                  <c:v>45963</c:v>
                </c:pt>
                <c:pt idx="1539">
                  <c:v>45964</c:v>
                </c:pt>
                <c:pt idx="1540">
                  <c:v>45965</c:v>
                </c:pt>
                <c:pt idx="1541">
                  <c:v>45966</c:v>
                </c:pt>
                <c:pt idx="1542">
                  <c:v>45967</c:v>
                </c:pt>
                <c:pt idx="1543">
                  <c:v>45968</c:v>
                </c:pt>
                <c:pt idx="1544">
                  <c:v>45969</c:v>
                </c:pt>
                <c:pt idx="1545">
                  <c:v>45970</c:v>
                </c:pt>
                <c:pt idx="1546">
                  <c:v>45971</c:v>
                </c:pt>
                <c:pt idx="1547">
                  <c:v>45972</c:v>
                </c:pt>
                <c:pt idx="1548">
                  <c:v>45973</c:v>
                </c:pt>
                <c:pt idx="1549">
                  <c:v>45974</c:v>
                </c:pt>
                <c:pt idx="1550">
                  <c:v>45975</c:v>
                </c:pt>
                <c:pt idx="1551">
                  <c:v>45976</c:v>
                </c:pt>
                <c:pt idx="1552">
                  <c:v>45977</c:v>
                </c:pt>
                <c:pt idx="1553">
                  <c:v>45978</c:v>
                </c:pt>
                <c:pt idx="1554">
                  <c:v>45979</c:v>
                </c:pt>
                <c:pt idx="1555">
                  <c:v>45980</c:v>
                </c:pt>
                <c:pt idx="1556">
                  <c:v>45981</c:v>
                </c:pt>
                <c:pt idx="1557">
                  <c:v>45982</c:v>
                </c:pt>
                <c:pt idx="1558">
                  <c:v>45983</c:v>
                </c:pt>
                <c:pt idx="1559">
                  <c:v>45984</c:v>
                </c:pt>
                <c:pt idx="1560">
                  <c:v>45985</c:v>
                </c:pt>
                <c:pt idx="1561">
                  <c:v>45986</c:v>
                </c:pt>
                <c:pt idx="1562">
                  <c:v>45987</c:v>
                </c:pt>
                <c:pt idx="1563">
                  <c:v>45988</c:v>
                </c:pt>
                <c:pt idx="1564">
                  <c:v>45989</c:v>
                </c:pt>
                <c:pt idx="1565">
                  <c:v>45990</c:v>
                </c:pt>
                <c:pt idx="1566">
                  <c:v>45991</c:v>
                </c:pt>
                <c:pt idx="1567">
                  <c:v>45992</c:v>
                </c:pt>
                <c:pt idx="1568">
                  <c:v>45993</c:v>
                </c:pt>
                <c:pt idx="1569">
                  <c:v>45994</c:v>
                </c:pt>
                <c:pt idx="1570">
                  <c:v>45995</c:v>
                </c:pt>
                <c:pt idx="1571">
                  <c:v>45996</c:v>
                </c:pt>
                <c:pt idx="1572">
                  <c:v>45997</c:v>
                </c:pt>
                <c:pt idx="1573">
                  <c:v>45998</c:v>
                </c:pt>
                <c:pt idx="1574">
                  <c:v>45999</c:v>
                </c:pt>
                <c:pt idx="1575">
                  <c:v>46000</c:v>
                </c:pt>
                <c:pt idx="1576">
                  <c:v>46001</c:v>
                </c:pt>
                <c:pt idx="1577">
                  <c:v>46002</c:v>
                </c:pt>
                <c:pt idx="1578">
                  <c:v>46003</c:v>
                </c:pt>
                <c:pt idx="1579">
                  <c:v>46004</c:v>
                </c:pt>
                <c:pt idx="1580">
                  <c:v>46005</c:v>
                </c:pt>
                <c:pt idx="1581">
                  <c:v>46006</c:v>
                </c:pt>
                <c:pt idx="1582">
                  <c:v>46007</c:v>
                </c:pt>
                <c:pt idx="1583">
                  <c:v>46008</c:v>
                </c:pt>
                <c:pt idx="1584">
                  <c:v>46009</c:v>
                </c:pt>
                <c:pt idx="1585">
                  <c:v>46010</c:v>
                </c:pt>
                <c:pt idx="1586">
                  <c:v>46011</c:v>
                </c:pt>
                <c:pt idx="1587">
                  <c:v>46012</c:v>
                </c:pt>
                <c:pt idx="1588">
                  <c:v>46013</c:v>
                </c:pt>
                <c:pt idx="1589">
                  <c:v>46014</c:v>
                </c:pt>
                <c:pt idx="1590">
                  <c:v>46015</c:v>
                </c:pt>
                <c:pt idx="1591">
                  <c:v>46016</c:v>
                </c:pt>
                <c:pt idx="1592">
                  <c:v>46017</c:v>
                </c:pt>
                <c:pt idx="1593">
                  <c:v>46018</c:v>
                </c:pt>
                <c:pt idx="1594">
                  <c:v>46019</c:v>
                </c:pt>
                <c:pt idx="1595">
                  <c:v>46020</c:v>
                </c:pt>
                <c:pt idx="1596">
                  <c:v>46021</c:v>
                </c:pt>
                <c:pt idx="1597">
                  <c:v>46022</c:v>
                </c:pt>
                <c:pt idx="1598">
                  <c:v>46023</c:v>
                </c:pt>
                <c:pt idx="1599">
                  <c:v>46024</c:v>
                </c:pt>
                <c:pt idx="1600">
                  <c:v>46025</c:v>
                </c:pt>
                <c:pt idx="1601">
                  <c:v>46026</c:v>
                </c:pt>
                <c:pt idx="1602">
                  <c:v>46027</c:v>
                </c:pt>
                <c:pt idx="1603">
                  <c:v>46028</c:v>
                </c:pt>
                <c:pt idx="1604">
                  <c:v>46029</c:v>
                </c:pt>
                <c:pt idx="1605">
                  <c:v>46030</c:v>
                </c:pt>
                <c:pt idx="1606">
                  <c:v>46031</c:v>
                </c:pt>
                <c:pt idx="1607">
                  <c:v>46032</c:v>
                </c:pt>
                <c:pt idx="1608">
                  <c:v>46033</c:v>
                </c:pt>
                <c:pt idx="1609">
                  <c:v>46034</c:v>
                </c:pt>
                <c:pt idx="1610">
                  <c:v>46035</c:v>
                </c:pt>
                <c:pt idx="1611">
                  <c:v>46036</c:v>
                </c:pt>
                <c:pt idx="1612">
                  <c:v>46037</c:v>
                </c:pt>
                <c:pt idx="1613">
                  <c:v>46038</c:v>
                </c:pt>
                <c:pt idx="1614">
                  <c:v>46039</c:v>
                </c:pt>
                <c:pt idx="1615">
                  <c:v>46040</c:v>
                </c:pt>
                <c:pt idx="1616">
                  <c:v>46041</c:v>
                </c:pt>
                <c:pt idx="1617">
                  <c:v>46042</c:v>
                </c:pt>
                <c:pt idx="1618">
                  <c:v>46043</c:v>
                </c:pt>
                <c:pt idx="1619">
                  <c:v>46044</c:v>
                </c:pt>
                <c:pt idx="1620">
                  <c:v>46045</c:v>
                </c:pt>
                <c:pt idx="1621">
                  <c:v>46046</c:v>
                </c:pt>
                <c:pt idx="1622">
                  <c:v>46047</c:v>
                </c:pt>
                <c:pt idx="1623">
                  <c:v>46048</c:v>
                </c:pt>
                <c:pt idx="1624">
                  <c:v>46049</c:v>
                </c:pt>
                <c:pt idx="1625">
                  <c:v>46050</c:v>
                </c:pt>
                <c:pt idx="1626">
                  <c:v>46051</c:v>
                </c:pt>
                <c:pt idx="1627">
                  <c:v>46052</c:v>
                </c:pt>
                <c:pt idx="1628">
                  <c:v>46053</c:v>
                </c:pt>
                <c:pt idx="1629">
                  <c:v>46054</c:v>
                </c:pt>
                <c:pt idx="1630">
                  <c:v>46055</c:v>
                </c:pt>
                <c:pt idx="1631">
                  <c:v>46056</c:v>
                </c:pt>
                <c:pt idx="1632">
                  <c:v>46057</c:v>
                </c:pt>
                <c:pt idx="1633">
                  <c:v>46058</c:v>
                </c:pt>
                <c:pt idx="1634">
                  <c:v>46059</c:v>
                </c:pt>
                <c:pt idx="1635">
                  <c:v>46060</c:v>
                </c:pt>
                <c:pt idx="1636">
                  <c:v>46061</c:v>
                </c:pt>
                <c:pt idx="1637">
                  <c:v>46062</c:v>
                </c:pt>
                <c:pt idx="1638">
                  <c:v>46063</c:v>
                </c:pt>
                <c:pt idx="1639">
                  <c:v>46064</c:v>
                </c:pt>
                <c:pt idx="1640">
                  <c:v>46065</c:v>
                </c:pt>
                <c:pt idx="1641">
                  <c:v>46066</c:v>
                </c:pt>
                <c:pt idx="1642">
                  <c:v>46067</c:v>
                </c:pt>
                <c:pt idx="1643">
                  <c:v>46068</c:v>
                </c:pt>
                <c:pt idx="1644">
                  <c:v>46069</c:v>
                </c:pt>
                <c:pt idx="1645">
                  <c:v>46070</c:v>
                </c:pt>
                <c:pt idx="1646">
                  <c:v>46071</c:v>
                </c:pt>
                <c:pt idx="1647">
                  <c:v>46072</c:v>
                </c:pt>
                <c:pt idx="1648">
                  <c:v>46073</c:v>
                </c:pt>
                <c:pt idx="1649">
                  <c:v>46074</c:v>
                </c:pt>
                <c:pt idx="1650">
                  <c:v>46075</c:v>
                </c:pt>
                <c:pt idx="1651">
                  <c:v>46076</c:v>
                </c:pt>
                <c:pt idx="1652">
                  <c:v>46077</c:v>
                </c:pt>
                <c:pt idx="1653">
                  <c:v>46078</c:v>
                </c:pt>
                <c:pt idx="1654">
                  <c:v>46079</c:v>
                </c:pt>
                <c:pt idx="1655">
                  <c:v>46080</c:v>
                </c:pt>
                <c:pt idx="1656">
                  <c:v>46081</c:v>
                </c:pt>
                <c:pt idx="1657">
                  <c:v>46082</c:v>
                </c:pt>
                <c:pt idx="1658">
                  <c:v>46083</c:v>
                </c:pt>
                <c:pt idx="1659">
                  <c:v>46084</c:v>
                </c:pt>
                <c:pt idx="1660">
                  <c:v>46085</c:v>
                </c:pt>
                <c:pt idx="1661">
                  <c:v>46086</c:v>
                </c:pt>
                <c:pt idx="1662">
                  <c:v>46087</c:v>
                </c:pt>
                <c:pt idx="1663">
                  <c:v>46088</c:v>
                </c:pt>
                <c:pt idx="1664">
                  <c:v>46089</c:v>
                </c:pt>
                <c:pt idx="1665">
                  <c:v>46090</c:v>
                </c:pt>
                <c:pt idx="1666">
                  <c:v>46091</c:v>
                </c:pt>
                <c:pt idx="1667">
                  <c:v>46092</c:v>
                </c:pt>
                <c:pt idx="1668">
                  <c:v>46093</c:v>
                </c:pt>
                <c:pt idx="1669">
                  <c:v>46094</c:v>
                </c:pt>
                <c:pt idx="1670">
                  <c:v>46095</c:v>
                </c:pt>
                <c:pt idx="1671">
                  <c:v>46096</c:v>
                </c:pt>
                <c:pt idx="1672">
                  <c:v>46097</c:v>
                </c:pt>
                <c:pt idx="1673">
                  <c:v>46098</c:v>
                </c:pt>
                <c:pt idx="1674">
                  <c:v>46099</c:v>
                </c:pt>
                <c:pt idx="1675">
                  <c:v>46100</c:v>
                </c:pt>
                <c:pt idx="1676">
                  <c:v>46101</c:v>
                </c:pt>
                <c:pt idx="1677">
                  <c:v>46102</c:v>
                </c:pt>
                <c:pt idx="1678">
                  <c:v>46103</c:v>
                </c:pt>
                <c:pt idx="1679">
                  <c:v>46104</c:v>
                </c:pt>
                <c:pt idx="1680">
                  <c:v>46105</c:v>
                </c:pt>
                <c:pt idx="1681">
                  <c:v>46106</c:v>
                </c:pt>
                <c:pt idx="1682">
                  <c:v>46107</c:v>
                </c:pt>
                <c:pt idx="1683">
                  <c:v>46108</c:v>
                </c:pt>
                <c:pt idx="1684">
                  <c:v>46109</c:v>
                </c:pt>
                <c:pt idx="1685">
                  <c:v>46110</c:v>
                </c:pt>
                <c:pt idx="1686">
                  <c:v>46111</c:v>
                </c:pt>
                <c:pt idx="1687">
                  <c:v>46112</c:v>
                </c:pt>
                <c:pt idx="1688">
                  <c:v>46113</c:v>
                </c:pt>
                <c:pt idx="1689">
                  <c:v>46114</c:v>
                </c:pt>
                <c:pt idx="1690">
                  <c:v>46115</c:v>
                </c:pt>
                <c:pt idx="1691">
                  <c:v>46116</c:v>
                </c:pt>
                <c:pt idx="1692">
                  <c:v>46117</c:v>
                </c:pt>
                <c:pt idx="1693">
                  <c:v>46118</c:v>
                </c:pt>
                <c:pt idx="1694">
                  <c:v>46119</c:v>
                </c:pt>
                <c:pt idx="1695">
                  <c:v>46120</c:v>
                </c:pt>
                <c:pt idx="1696">
                  <c:v>46121</c:v>
                </c:pt>
                <c:pt idx="1697">
                  <c:v>46122</c:v>
                </c:pt>
                <c:pt idx="1698">
                  <c:v>46123</c:v>
                </c:pt>
                <c:pt idx="1699">
                  <c:v>46124</c:v>
                </c:pt>
                <c:pt idx="1700">
                  <c:v>46125</c:v>
                </c:pt>
                <c:pt idx="1701">
                  <c:v>46126</c:v>
                </c:pt>
                <c:pt idx="1702">
                  <c:v>46127</c:v>
                </c:pt>
                <c:pt idx="1703">
                  <c:v>46128</c:v>
                </c:pt>
                <c:pt idx="1704">
                  <c:v>46129</c:v>
                </c:pt>
                <c:pt idx="1705">
                  <c:v>46130</c:v>
                </c:pt>
                <c:pt idx="1706">
                  <c:v>46131</c:v>
                </c:pt>
                <c:pt idx="1707">
                  <c:v>46132</c:v>
                </c:pt>
                <c:pt idx="1708">
                  <c:v>46133</c:v>
                </c:pt>
                <c:pt idx="1709">
                  <c:v>46134</c:v>
                </c:pt>
                <c:pt idx="1710">
                  <c:v>46135</c:v>
                </c:pt>
                <c:pt idx="1711">
                  <c:v>46136</c:v>
                </c:pt>
                <c:pt idx="1712">
                  <c:v>46137</c:v>
                </c:pt>
                <c:pt idx="1713">
                  <c:v>46138</c:v>
                </c:pt>
                <c:pt idx="1714">
                  <c:v>46139</c:v>
                </c:pt>
                <c:pt idx="1715">
                  <c:v>46140</c:v>
                </c:pt>
                <c:pt idx="1716">
                  <c:v>46141</c:v>
                </c:pt>
                <c:pt idx="1717">
                  <c:v>46142</c:v>
                </c:pt>
                <c:pt idx="1718">
                  <c:v>46143</c:v>
                </c:pt>
                <c:pt idx="1719">
                  <c:v>46144</c:v>
                </c:pt>
                <c:pt idx="1720">
                  <c:v>46145</c:v>
                </c:pt>
                <c:pt idx="1721">
                  <c:v>46146</c:v>
                </c:pt>
                <c:pt idx="1722">
                  <c:v>46147</c:v>
                </c:pt>
                <c:pt idx="1723">
                  <c:v>46148</c:v>
                </c:pt>
                <c:pt idx="1724">
                  <c:v>46149</c:v>
                </c:pt>
                <c:pt idx="1725">
                  <c:v>46150</c:v>
                </c:pt>
                <c:pt idx="1726">
                  <c:v>46151</c:v>
                </c:pt>
                <c:pt idx="1727">
                  <c:v>46152</c:v>
                </c:pt>
                <c:pt idx="1728">
                  <c:v>46153</c:v>
                </c:pt>
                <c:pt idx="1729">
                  <c:v>46154</c:v>
                </c:pt>
                <c:pt idx="1730">
                  <c:v>46155</c:v>
                </c:pt>
                <c:pt idx="1731">
                  <c:v>46156</c:v>
                </c:pt>
                <c:pt idx="1732">
                  <c:v>46157</c:v>
                </c:pt>
                <c:pt idx="1733">
                  <c:v>46158</c:v>
                </c:pt>
                <c:pt idx="1734">
                  <c:v>46159</c:v>
                </c:pt>
                <c:pt idx="1735">
                  <c:v>46160</c:v>
                </c:pt>
                <c:pt idx="1736">
                  <c:v>46161</c:v>
                </c:pt>
                <c:pt idx="1737">
                  <c:v>46162</c:v>
                </c:pt>
                <c:pt idx="1738">
                  <c:v>46163</c:v>
                </c:pt>
                <c:pt idx="1739">
                  <c:v>46164</c:v>
                </c:pt>
                <c:pt idx="1740">
                  <c:v>46165</c:v>
                </c:pt>
                <c:pt idx="1741">
                  <c:v>46166</c:v>
                </c:pt>
                <c:pt idx="1742">
                  <c:v>46167</c:v>
                </c:pt>
                <c:pt idx="1743">
                  <c:v>46168</c:v>
                </c:pt>
                <c:pt idx="1744">
                  <c:v>46169</c:v>
                </c:pt>
                <c:pt idx="1745">
                  <c:v>46170</c:v>
                </c:pt>
                <c:pt idx="1746">
                  <c:v>46171</c:v>
                </c:pt>
                <c:pt idx="1747">
                  <c:v>46172</c:v>
                </c:pt>
                <c:pt idx="1748">
                  <c:v>46173</c:v>
                </c:pt>
                <c:pt idx="1749">
                  <c:v>46174</c:v>
                </c:pt>
                <c:pt idx="1750">
                  <c:v>46175</c:v>
                </c:pt>
                <c:pt idx="1751">
                  <c:v>46176</c:v>
                </c:pt>
                <c:pt idx="1752">
                  <c:v>46177</c:v>
                </c:pt>
                <c:pt idx="1753">
                  <c:v>46178</c:v>
                </c:pt>
                <c:pt idx="1754">
                  <c:v>46179</c:v>
                </c:pt>
                <c:pt idx="1755">
                  <c:v>46180</c:v>
                </c:pt>
                <c:pt idx="1756">
                  <c:v>46181</c:v>
                </c:pt>
                <c:pt idx="1757">
                  <c:v>46182</c:v>
                </c:pt>
                <c:pt idx="1758">
                  <c:v>46183</c:v>
                </c:pt>
                <c:pt idx="1759">
                  <c:v>46184</c:v>
                </c:pt>
                <c:pt idx="1760">
                  <c:v>46185</c:v>
                </c:pt>
                <c:pt idx="1761">
                  <c:v>46186</c:v>
                </c:pt>
                <c:pt idx="1762">
                  <c:v>46187</c:v>
                </c:pt>
                <c:pt idx="1763">
                  <c:v>46188</c:v>
                </c:pt>
                <c:pt idx="1764">
                  <c:v>46189</c:v>
                </c:pt>
                <c:pt idx="1765">
                  <c:v>46190</c:v>
                </c:pt>
                <c:pt idx="1766">
                  <c:v>46191</c:v>
                </c:pt>
                <c:pt idx="1767">
                  <c:v>46192</c:v>
                </c:pt>
                <c:pt idx="1768">
                  <c:v>46193</c:v>
                </c:pt>
                <c:pt idx="1769">
                  <c:v>46194</c:v>
                </c:pt>
                <c:pt idx="1770">
                  <c:v>46195</c:v>
                </c:pt>
                <c:pt idx="1771">
                  <c:v>46196</c:v>
                </c:pt>
                <c:pt idx="1772">
                  <c:v>46197</c:v>
                </c:pt>
                <c:pt idx="1773">
                  <c:v>46198</c:v>
                </c:pt>
                <c:pt idx="1774">
                  <c:v>46199</c:v>
                </c:pt>
                <c:pt idx="1775">
                  <c:v>46200</c:v>
                </c:pt>
                <c:pt idx="1776">
                  <c:v>46201</c:v>
                </c:pt>
                <c:pt idx="1777">
                  <c:v>46202</c:v>
                </c:pt>
                <c:pt idx="1778">
                  <c:v>46203</c:v>
                </c:pt>
                <c:pt idx="1779">
                  <c:v>46204</c:v>
                </c:pt>
                <c:pt idx="1780">
                  <c:v>46205</c:v>
                </c:pt>
                <c:pt idx="1781">
                  <c:v>46206</c:v>
                </c:pt>
                <c:pt idx="1782">
                  <c:v>46207</c:v>
                </c:pt>
                <c:pt idx="1783">
                  <c:v>46208</c:v>
                </c:pt>
                <c:pt idx="1784">
                  <c:v>46209</c:v>
                </c:pt>
                <c:pt idx="1785">
                  <c:v>46210</c:v>
                </c:pt>
                <c:pt idx="1786">
                  <c:v>46211</c:v>
                </c:pt>
                <c:pt idx="1787">
                  <c:v>46212</c:v>
                </c:pt>
                <c:pt idx="1788">
                  <c:v>46213</c:v>
                </c:pt>
                <c:pt idx="1789">
                  <c:v>46214</c:v>
                </c:pt>
                <c:pt idx="1790">
                  <c:v>46215</c:v>
                </c:pt>
                <c:pt idx="1791">
                  <c:v>46216</c:v>
                </c:pt>
                <c:pt idx="1792">
                  <c:v>46217</c:v>
                </c:pt>
                <c:pt idx="1793">
                  <c:v>46218</c:v>
                </c:pt>
                <c:pt idx="1794">
                  <c:v>46219</c:v>
                </c:pt>
                <c:pt idx="1795">
                  <c:v>46220</c:v>
                </c:pt>
                <c:pt idx="1796">
                  <c:v>46221</c:v>
                </c:pt>
                <c:pt idx="1797">
                  <c:v>46222</c:v>
                </c:pt>
                <c:pt idx="1798">
                  <c:v>46223</c:v>
                </c:pt>
                <c:pt idx="1799">
                  <c:v>46224</c:v>
                </c:pt>
                <c:pt idx="1800">
                  <c:v>46225</c:v>
                </c:pt>
                <c:pt idx="1801">
                  <c:v>46226</c:v>
                </c:pt>
                <c:pt idx="1802">
                  <c:v>46227</c:v>
                </c:pt>
                <c:pt idx="1803">
                  <c:v>46228</c:v>
                </c:pt>
                <c:pt idx="1804">
                  <c:v>46229</c:v>
                </c:pt>
                <c:pt idx="1805">
                  <c:v>46230</c:v>
                </c:pt>
                <c:pt idx="1806">
                  <c:v>46231</c:v>
                </c:pt>
                <c:pt idx="1807">
                  <c:v>46232</c:v>
                </c:pt>
                <c:pt idx="1808">
                  <c:v>46233</c:v>
                </c:pt>
                <c:pt idx="1809">
                  <c:v>46234</c:v>
                </c:pt>
                <c:pt idx="1810">
                  <c:v>46235</c:v>
                </c:pt>
                <c:pt idx="1811">
                  <c:v>46236</c:v>
                </c:pt>
                <c:pt idx="1812">
                  <c:v>46237</c:v>
                </c:pt>
                <c:pt idx="1813">
                  <c:v>46238</c:v>
                </c:pt>
                <c:pt idx="1814">
                  <c:v>46239</c:v>
                </c:pt>
                <c:pt idx="1815">
                  <c:v>46240</c:v>
                </c:pt>
                <c:pt idx="1816">
                  <c:v>46241</c:v>
                </c:pt>
                <c:pt idx="1817">
                  <c:v>46242</c:v>
                </c:pt>
                <c:pt idx="1818">
                  <c:v>46243</c:v>
                </c:pt>
                <c:pt idx="1819">
                  <c:v>46244</c:v>
                </c:pt>
                <c:pt idx="1820">
                  <c:v>46245</c:v>
                </c:pt>
                <c:pt idx="1821">
                  <c:v>46246</c:v>
                </c:pt>
                <c:pt idx="1822">
                  <c:v>46247</c:v>
                </c:pt>
                <c:pt idx="1823">
                  <c:v>46248</c:v>
                </c:pt>
                <c:pt idx="1824">
                  <c:v>46249</c:v>
                </c:pt>
                <c:pt idx="1825">
                  <c:v>46250</c:v>
                </c:pt>
                <c:pt idx="1826">
                  <c:v>46251</c:v>
                </c:pt>
                <c:pt idx="1827">
                  <c:v>46252</c:v>
                </c:pt>
                <c:pt idx="1828">
                  <c:v>46253</c:v>
                </c:pt>
              </c:numCache>
            </c:numRef>
          </c:cat>
          <c:val>
            <c:numRef>
              <c:f>Source!$BA$3:$BA$3656</c:f>
              <c:numCache>
                <c:formatCode>General</c:formatCode>
                <c:ptCount val="3654"/>
                <c:pt idx="0">
                  <c:v>16.636793401914499</c:v>
                </c:pt>
                <c:pt idx="1">
                  <c:v>16.636793401914499</c:v>
                </c:pt>
                <c:pt idx="2">
                  <c:v>16.636793401914499</c:v>
                </c:pt>
                <c:pt idx="3">
                  <c:v>16.636793401914499</c:v>
                </c:pt>
                <c:pt idx="4">
                  <c:v>16.636793401914499</c:v>
                </c:pt>
                <c:pt idx="5">
                  <c:v>16.636793401914499</c:v>
                </c:pt>
                <c:pt idx="6">
                  <c:v>16.636793401914499</c:v>
                </c:pt>
                <c:pt idx="7">
                  <c:v>16.636793401914499</c:v>
                </c:pt>
                <c:pt idx="8">
                  <c:v>16.636793401914499</c:v>
                </c:pt>
                <c:pt idx="9">
                  <c:v>16.636793401914499</c:v>
                </c:pt>
                <c:pt idx="10">
                  <c:v>16.636793401914499</c:v>
                </c:pt>
                <c:pt idx="11">
                  <c:v>16.636793401914499</c:v>
                </c:pt>
                <c:pt idx="12">
                  <c:v>16.636793401914499</c:v>
                </c:pt>
                <c:pt idx="13">
                  <c:v>16.636793401914499</c:v>
                </c:pt>
                <c:pt idx="14">
                  <c:v>16.636793401914499</c:v>
                </c:pt>
                <c:pt idx="15">
                  <c:v>16.636793401914499</c:v>
                </c:pt>
                <c:pt idx="16">
                  <c:v>16.636793401914499</c:v>
                </c:pt>
                <c:pt idx="17">
                  <c:v>16.636793401914499</c:v>
                </c:pt>
                <c:pt idx="18">
                  <c:v>16.636793401914499</c:v>
                </c:pt>
                <c:pt idx="19">
                  <c:v>16.636793401914499</c:v>
                </c:pt>
                <c:pt idx="20">
                  <c:v>16.636793401914499</c:v>
                </c:pt>
                <c:pt idx="21">
                  <c:v>16.636793401914499</c:v>
                </c:pt>
                <c:pt idx="22">
                  <c:v>16.636793401914499</c:v>
                </c:pt>
                <c:pt idx="23">
                  <c:v>16.636793401914499</c:v>
                </c:pt>
                <c:pt idx="24">
                  <c:v>16.636793401914499</c:v>
                </c:pt>
                <c:pt idx="25">
                  <c:v>16.636793401914499</c:v>
                </c:pt>
                <c:pt idx="26">
                  <c:v>16.636793401914499</c:v>
                </c:pt>
                <c:pt idx="27">
                  <c:v>16.636793401914499</c:v>
                </c:pt>
                <c:pt idx="28">
                  <c:v>16.636793401914499</c:v>
                </c:pt>
                <c:pt idx="29">
                  <c:v>16.636793401914499</c:v>
                </c:pt>
                <c:pt idx="30">
                  <c:v>16.636793401914499</c:v>
                </c:pt>
                <c:pt idx="31">
                  <c:v>16.636793401914499</c:v>
                </c:pt>
                <c:pt idx="32">
                  <c:v>16.636793401914499</c:v>
                </c:pt>
                <c:pt idx="33">
                  <c:v>16.636793401914499</c:v>
                </c:pt>
                <c:pt idx="34">
                  <c:v>16.636793401914499</c:v>
                </c:pt>
                <c:pt idx="35">
                  <c:v>16.636793401914499</c:v>
                </c:pt>
                <c:pt idx="36">
                  <c:v>16.636793401914499</c:v>
                </c:pt>
                <c:pt idx="37">
                  <c:v>16.636793401914499</c:v>
                </c:pt>
                <c:pt idx="38">
                  <c:v>16.636793401914499</c:v>
                </c:pt>
                <c:pt idx="39">
                  <c:v>16.636793401914499</c:v>
                </c:pt>
                <c:pt idx="40">
                  <c:v>16.636793401914499</c:v>
                </c:pt>
                <c:pt idx="41">
                  <c:v>16.636793401914499</c:v>
                </c:pt>
                <c:pt idx="42">
                  <c:v>16.636793401914499</c:v>
                </c:pt>
                <c:pt idx="43">
                  <c:v>16.636793401914499</c:v>
                </c:pt>
                <c:pt idx="44">
                  <c:v>16.636793401914499</c:v>
                </c:pt>
                <c:pt idx="45">
                  <c:v>16.636793401914499</c:v>
                </c:pt>
                <c:pt idx="46">
                  <c:v>16.636793401914499</c:v>
                </c:pt>
                <c:pt idx="47">
                  <c:v>16.636793401914499</c:v>
                </c:pt>
                <c:pt idx="48">
                  <c:v>16.636793401914499</c:v>
                </c:pt>
                <c:pt idx="49">
                  <c:v>16.636793401914499</c:v>
                </c:pt>
                <c:pt idx="50">
                  <c:v>16.636793401914499</c:v>
                </c:pt>
                <c:pt idx="51">
                  <c:v>16.636793401914499</c:v>
                </c:pt>
                <c:pt idx="52">
                  <c:v>16.636793401914499</c:v>
                </c:pt>
                <c:pt idx="53">
                  <c:v>16.636793401914499</c:v>
                </c:pt>
                <c:pt idx="54">
                  <c:v>16.636793401914499</c:v>
                </c:pt>
                <c:pt idx="55">
                  <c:v>16.636793401914499</c:v>
                </c:pt>
                <c:pt idx="56">
                  <c:v>16.636793401914499</c:v>
                </c:pt>
                <c:pt idx="57">
                  <c:v>16.636793401914499</c:v>
                </c:pt>
                <c:pt idx="58">
                  <c:v>16.636793401914499</c:v>
                </c:pt>
                <c:pt idx="59">
                  <c:v>16.636793401914499</c:v>
                </c:pt>
                <c:pt idx="60">
                  <c:v>16.636793401914499</c:v>
                </c:pt>
                <c:pt idx="61">
                  <c:v>16.636793401914499</c:v>
                </c:pt>
                <c:pt idx="62">
                  <c:v>16.636793401914499</c:v>
                </c:pt>
                <c:pt idx="63">
                  <c:v>16.636793401914499</c:v>
                </c:pt>
                <c:pt idx="64">
                  <c:v>16.636793401914499</c:v>
                </c:pt>
                <c:pt idx="65">
                  <c:v>16.636793401914499</c:v>
                </c:pt>
                <c:pt idx="66">
                  <c:v>16.636793401914499</c:v>
                </c:pt>
                <c:pt idx="67">
                  <c:v>16.636793401914499</c:v>
                </c:pt>
                <c:pt idx="68">
                  <c:v>16.636793401914499</c:v>
                </c:pt>
                <c:pt idx="69">
                  <c:v>16.636793401914499</c:v>
                </c:pt>
                <c:pt idx="70">
                  <c:v>16.636793401914499</c:v>
                </c:pt>
                <c:pt idx="71">
                  <c:v>16.636793401914499</c:v>
                </c:pt>
                <c:pt idx="72">
                  <c:v>16.636793401914499</c:v>
                </c:pt>
                <c:pt idx="73">
                  <c:v>16.636793401914499</c:v>
                </c:pt>
                <c:pt idx="74">
                  <c:v>16.636793401914499</c:v>
                </c:pt>
                <c:pt idx="75">
                  <c:v>16.636793401914499</c:v>
                </c:pt>
                <c:pt idx="76">
                  <c:v>16.636793401914499</c:v>
                </c:pt>
                <c:pt idx="77">
                  <c:v>16.636793401914499</c:v>
                </c:pt>
                <c:pt idx="78">
                  <c:v>16.636793401914499</c:v>
                </c:pt>
                <c:pt idx="79">
                  <c:v>16.636793401914499</c:v>
                </c:pt>
                <c:pt idx="80">
                  <c:v>16.636793401914499</c:v>
                </c:pt>
                <c:pt idx="81">
                  <c:v>16.636793401914499</c:v>
                </c:pt>
                <c:pt idx="82">
                  <c:v>16.636793401914499</c:v>
                </c:pt>
                <c:pt idx="83">
                  <c:v>16.636793401914499</c:v>
                </c:pt>
                <c:pt idx="84">
                  <c:v>16.636793401914499</c:v>
                </c:pt>
                <c:pt idx="85">
                  <c:v>16.636793401914499</c:v>
                </c:pt>
                <c:pt idx="86">
                  <c:v>16.636793401914499</c:v>
                </c:pt>
                <c:pt idx="87">
                  <c:v>16.636793401914499</c:v>
                </c:pt>
                <c:pt idx="88">
                  <c:v>16.636793401914499</c:v>
                </c:pt>
                <c:pt idx="89">
                  <c:v>16.636793401914499</c:v>
                </c:pt>
                <c:pt idx="90">
                  <c:v>16.636793401914499</c:v>
                </c:pt>
                <c:pt idx="91">
                  <c:v>16.636793401914499</c:v>
                </c:pt>
                <c:pt idx="92">
                  <c:v>16.636793401914499</c:v>
                </c:pt>
                <c:pt idx="93">
                  <c:v>16.636793401914499</c:v>
                </c:pt>
                <c:pt idx="94">
                  <c:v>16.636793401914499</c:v>
                </c:pt>
                <c:pt idx="95">
                  <c:v>16.636793401914499</c:v>
                </c:pt>
                <c:pt idx="96">
                  <c:v>16.636793401914499</c:v>
                </c:pt>
                <c:pt idx="97">
                  <c:v>16.636793401914499</c:v>
                </c:pt>
                <c:pt idx="98">
                  <c:v>16.636793401914499</c:v>
                </c:pt>
                <c:pt idx="99">
                  <c:v>16.636793401914499</c:v>
                </c:pt>
                <c:pt idx="100">
                  <c:v>16.636793401914499</c:v>
                </c:pt>
                <c:pt idx="101">
                  <c:v>16.636793401914499</c:v>
                </c:pt>
                <c:pt idx="102">
                  <c:v>16.636793401914499</c:v>
                </c:pt>
                <c:pt idx="103">
                  <c:v>16.636793401914499</c:v>
                </c:pt>
                <c:pt idx="104">
                  <c:v>16.636793401914499</c:v>
                </c:pt>
                <c:pt idx="105">
                  <c:v>16.636793401914499</c:v>
                </c:pt>
                <c:pt idx="106">
                  <c:v>16.636793401914499</c:v>
                </c:pt>
                <c:pt idx="107">
                  <c:v>16.636793401914499</c:v>
                </c:pt>
                <c:pt idx="108">
                  <c:v>16.636793401914499</c:v>
                </c:pt>
                <c:pt idx="109">
                  <c:v>16.636793401914499</c:v>
                </c:pt>
                <c:pt idx="110">
                  <c:v>16.636793401914499</c:v>
                </c:pt>
                <c:pt idx="111">
                  <c:v>16.636793401914499</c:v>
                </c:pt>
                <c:pt idx="112">
                  <c:v>16.636793401914499</c:v>
                </c:pt>
                <c:pt idx="113">
                  <c:v>16.636793401914499</c:v>
                </c:pt>
                <c:pt idx="114">
                  <c:v>16.636793401914499</c:v>
                </c:pt>
                <c:pt idx="115">
                  <c:v>16.636793401914499</c:v>
                </c:pt>
                <c:pt idx="116">
                  <c:v>16.636793401914499</c:v>
                </c:pt>
                <c:pt idx="117">
                  <c:v>16.636793401914499</c:v>
                </c:pt>
                <c:pt idx="118">
                  <c:v>16.636793401914499</c:v>
                </c:pt>
                <c:pt idx="119">
                  <c:v>16.636793401914499</c:v>
                </c:pt>
                <c:pt idx="120">
                  <c:v>16.636793401914499</c:v>
                </c:pt>
                <c:pt idx="121">
                  <c:v>16.636793401914499</c:v>
                </c:pt>
                <c:pt idx="122">
                  <c:v>16.636793401914499</c:v>
                </c:pt>
                <c:pt idx="123">
                  <c:v>16.636793401914499</c:v>
                </c:pt>
                <c:pt idx="124">
                  <c:v>16.636793401914499</c:v>
                </c:pt>
                <c:pt idx="125">
                  <c:v>16.636793401914499</c:v>
                </c:pt>
                <c:pt idx="126">
                  <c:v>16.636793401914499</c:v>
                </c:pt>
                <c:pt idx="127">
                  <c:v>16.636793401914499</c:v>
                </c:pt>
                <c:pt idx="128">
                  <c:v>16.636793401914499</c:v>
                </c:pt>
                <c:pt idx="129">
                  <c:v>16.636793401914499</c:v>
                </c:pt>
                <c:pt idx="130">
                  <c:v>16.636793401914499</c:v>
                </c:pt>
                <c:pt idx="131">
                  <c:v>16.636793401914499</c:v>
                </c:pt>
                <c:pt idx="132">
                  <c:v>16.636793401914499</c:v>
                </c:pt>
                <c:pt idx="133">
                  <c:v>16.636793401914499</c:v>
                </c:pt>
                <c:pt idx="134">
                  <c:v>16.636793401914499</c:v>
                </c:pt>
                <c:pt idx="135">
                  <c:v>16.636793401914499</c:v>
                </c:pt>
                <c:pt idx="136">
                  <c:v>16.636793401914499</c:v>
                </c:pt>
                <c:pt idx="137">
                  <c:v>16.636793401914499</c:v>
                </c:pt>
                <c:pt idx="138">
                  <c:v>16.636793401914499</c:v>
                </c:pt>
                <c:pt idx="139">
                  <c:v>16.636793401914499</c:v>
                </c:pt>
                <c:pt idx="140">
                  <c:v>16.636793401914499</c:v>
                </c:pt>
                <c:pt idx="141">
                  <c:v>16.636793401914499</c:v>
                </c:pt>
                <c:pt idx="142">
                  <c:v>16.636793401914499</c:v>
                </c:pt>
                <c:pt idx="143">
                  <c:v>16.636793401914499</c:v>
                </c:pt>
                <c:pt idx="144">
                  <c:v>16.636793401914499</c:v>
                </c:pt>
                <c:pt idx="145">
                  <c:v>16.636793401914499</c:v>
                </c:pt>
                <c:pt idx="146">
                  <c:v>16.636793401914499</c:v>
                </c:pt>
                <c:pt idx="147">
                  <c:v>16.636793401914499</c:v>
                </c:pt>
                <c:pt idx="148">
                  <c:v>16.636793401914499</c:v>
                </c:pt>
                <c:pt idx="149">
                  <c:v>16.636793401914499</c:v>
                </c:pt>
                <c:pt idx="150">
                  <c:v>16.636793401914499</c:v>
                </c:pt>
                <c:pt idx="151">
                  <c:v>16.636793401914499</c:v>
                </c:pt>
                <c:pt idx="152">
                  <c:v>16.636793401914499</c:v>
                </c:pt>
                <c:pt idx="153">
                  <c:v>16.636793401914499</c:v>
                </c:pt>
                <c:pt idx="154">
                  <c:v>16.636793401914499</c:v>
                </c:pt>
                <c:pt idx="155">
                  <c:v>16.636793401914499</c:v>
                </c:pt>
                <c:pt idx="156">
                  <c:v>16.636793401914499</c:v>
                </c:pt>
                <c:pt idx="157">
                  <c:v>16.636793401914499</c:v>
                </c:pt>
                <c:pt idx="158">
                  <c:v>16.636793401914499</c:v>
                </c:pt>
                <c:pt idx="159">
                  <c:v>16.636793401914499</c:v>
                </c:pt>
                <c:pt idx="160">
                  <c:v>16.636793401914499</c:v>
                </c:pt>
                <c:pt idx="161">
                  <c:v>16.636793401914499</c:v>
                </c:pt>
                <c:pt idx="162">
                  <c:v>16.636793401914499</c:v>
                </c:pt>
                <c:pt idx="163">
                  <c:v>16.636793401914499</c:v>
                </c:pt>
                <c:pt idx="164">
                  <c:v>16.636793401914499</c:v>
                </c:pt>
                <c:pt idx="165">
                  <c:v>16.636793401914499</c:v>
                </c:pt>
                <c:pt idx="166">
                  <c:v>16.636793401914499</c:v>
                </c:pt>
                <c:pt idx="167">
                  <c:v>16.636793401914499</c:v>
                </c:pt>
                <c:pt idx="168">
                  <c:v>16.636793401914499</c:v>
                </c:pt>
                <c:pt idx="169">
                  <c:v>16.636793401914499</c:v>
                </c:pt>
                <c:pt idx="170">
                  <c:v>16.636793401914499</c:v>
                </c:pt>
                <c:pt idx="171">
                  <c:v>16.636793401914499</c:v>
                </c:pt>
                <c:pt idx="172">
                  <c:v>16.636793401914499</c:v>
                </c:pt>
                <c:pt idx="173">
                  <c:v>16.636793401914499</c:v>
                </c:pt>
                <c:pt idx="174">
                  <c:v>16.636793401914499</c:v>
                </c:pt>
                <c:pt idx="175">
                  <c:v>16.636793401914499</c:v>
                </c:pt>
                <c:pt idx="176">
                  <c:v>16.636793401914499</c:v>
                </c:pt>
                <c:pt idx="177">
                  <c:v>16.636793401914499</c:v>
                </c:pt>
                <c:pt idx="178">
                  <c:v>16.636793401914499</c:v>
                </c:pt>
                <c:pt idx="179">
                  <c:v>16.636793401914499</c:v>
                </c:pt>
                <c:pt idx="180">
                  <c:v>16.636793401914499</c:v>
                </c:pt>
                <c:pt idx="181">
                  <c:v>16.636793401914499</c:v>
                </c:pt>
                <c:pt idx="182">
                  <c:v>16.636793401914499</c:v>
                </c:pt>
                <c:pt idx="183">
                  <c:v>16.636793401914499</c:v>
                </c:pt>
                <c:pt idx="184">
                  <c:v>16.636793401914499</c:v>
                </c:pt>
                <c:pt idx="185">
                  <c:v>16.636793401914499</c:v>
                </c:pt>
                <c:pt idx="186">
                  <c:v>16.636793401914499</c:v>
                </c:pt>
                <c:pt idx="187">
                  <c:v>16.636793401914499</c:v>
                </c:pt>
                <c:pt idx="188">
                  <c:v>16.636793401914499</c:v>
                </c:pt>
                <c:pt idx="189">
                  <c:v>16.636793401914499</c:v>
                </c:pt>
                <c:pt idx="190">
                  <c:v>16.636793401914499</c:v>
                </c:pt>
                <c:pt idx="191">
                  <c:v>16.636793401914499</c:v>
                </c:pt>
                <c:pt idx="192">
                  <c:v>16.636793401914499</c:v>
                </c:pt>
                <c:pt idx="193">
                  <c:v>16.636793401914499</c:v>
                </c:pt>
                <c:pt idx="194">
                  <c:v>16.636793401914499</c:v>
                </c:pt>
                <c:pt idx="195">
                  <c:v>16.636793401914499</c:v>
                </c:pt>
                <c:pt idx="196">
                  <c:v>16.636793401914499</c:v>
                </c:pt>
                <c:pt idx="197">
                  <c:v>16.636793401914499</c:v>
                </c:pt>
                <c:pt idx="198">
                  <c:v>16.636793401914499</c:v>
                </c:pt>
                <c:pt idx="199">
                  <c:v>16.636793401914499</c:v>
                </c:pt>
                <c:pt idx="200">
                  <c:v>16.636793401914499</c:v>
                </c:pt>
                <c:pt idx="201">
                  <c:v>16.636793401914499</c:v>
                </c:pt>
                <c:pt idx="202">
                  <c:v>16.636793401914499</c:v>
                </c:pt>
                <c:pt idx="203">
                  <c:v>16.636793401914499</c:v>
                </c:pt>
                <c:pt idx="204">
                  <c:v>16.636793401914499</c:v>
                </c:pt>
                <c:pt idx="205">
                  <c:v>16.636793401914499</c:v>
                </c:pt>
                <c:pt idx="206">
                  <c:v>16.636793401914499</c:v>
                </c:pt>
                <c:pt idx="207">
                  <c:v>16.636793401914499</c:v>
                </c:pt>
                <c:pt idx="208">
                  <c:v>16.636793401914499</c:v>
                </c:pt>
                <c:pt idx="209">
                  <c:v>16.636793401914499</c:v>
                </c:pt>
                <c:pt idx="210">
                  <c:v>16.636793401914499</c:v>
                </c:pt>
                <c:pt idx="211">
                  <c:v>16.636793401914499</c:v>
                </c:pt>
                <c:pt idx="212">
                  <c:v>16.636793401914499</c:v>
                </c:pt>
                <c:pt idx="213">
                  <c:v>16.636793401914499</c:v>
                </c:pt>
                <c:pt idx="214">
                  <c:v>16.636793401914499</c:v>
                </c:pt>
                <c:pt idx="215">
                  <c:v>16.636793401914499</c:v>
                </c:pt>
                <c:pt idx="216">
                  <c:v>16.636793401914499</c:v>
                </c:pt>
                <c:pt idx="217">
                  <c:v>16.636793401914499</c:v>
                </c:pt>
                <c:pt idx="218">
                  <c:v>16.636793401914499</c:v>
                </c:pt>
                <c:pt idx="219">
                  <c:v>16.636793401914499</c:v>
                </c:pt>
                <c:pt idx="220">
                  <c:v>16.636793401914499</c:v>
                </c:pt>
                <c:pt idx="221">
                  <c:v>16.636793401914499</c:v>
                </c:pt>
                <c:pt idx="222">
                  <c:v>16.636793401914499</c:v>
                </c:pt>
                <c:pt idx="223">
                  <c:v>16.636793401914499</c:v>
                </c:pt>
                <c:pt idx="224">
                  <c:v>16.636793401914499</c:v>
                </c:pt>
                <c:pt idx="225">
                  <c:v>16.636793401914499</c:v>
                </c:pt>
                <c:pt idx="226">
                  <c:v>16.636793401914499</c:v>
                </c:pt>
                <c:pt idx="227">
                  <c:v>16.636793401914499</c:v>
                </c:pt>
                <c:pt idx="228">
                  <c:v>16.636793401914499</c:v>
                </c:pt>
                <c:pt idx="229">
                  <c:v>16.636793401914499</c:v>
                </c:pt>
                <c:pt idx="230">
                  <c:v>16.636793401914499</c:v>
                </c:pt>
                <c:pt idx="231">
                  <c:v>16.636793401914499</c:v>
                </c:pt>
                <c:pt idx="232">
                  <c:v>16.636793401914499</c:v>
                </c:pt>
                <c:pt idx="233">
                  <c:v>16.636793401914499</c:v>
                </c:pt>
                <c:pt idx="234">
                  <c:v>16.636793401914499</c:v>
                </c:pt>
                <c:pt idx="235">
                  <c:v>16.636793401914499</c:v>
                </c:pt>
                <c:pt idx="236">
                  <c:v>16.636793401914499</c:v>
                </c:pt>
                <c:pt idx="237">
                  <c:v>16.636793401914499</c:v>
                </c:pt>
                <c:pt idx="238">
                  <c:v>16.636793401914499</c:v>
                </c:pt>
                <c:pt idx="239">
                  <c:v>16.636793401914499</c:v>
                </c:pt>
                <c:pt idx="240">
                  <c:v>16.636793401914499</c:v>
                </c:pt>
                <c:pt idx="241">
                  <c:v>16.636793401914499</c:v>
                </c:pt>
                <c:pt idx="242">
                  <c:v>16.636793401914499</c:v>
                </c:pt>
                <c:pt idx="243">
                  <c:v>16.636793401914499</c:v>
                </c:pt>
                <c:pt idx="244">
                  <c:v>16.636793401914499</c:v>
                </c:pt>
                <c:pt idx="245">
                  <c:v>16.636793401914499</c:v>
                </c:pt>
                <c:pt idx="246">
                  <c:v>16.636793401914499</c:v>
                </c:pt>
                <c:pt idx="247">
                  <c:v>16.636793401914499</c:v>
                </c:pt>
                <c:pt idx="248">
                  <c:v>16.636793401914499</c:v>
                </c:pt>
                <c:pt idx="249">
                  <c:v>16.636793401914499</c:v>
                </c:pt>
                <c:pt idx="250">
                  <c:v>16.636793401914499</c:v>
                </c:pt>
                <c:pt idx="251">
                  <c:v>16.636793401914499</c:v>
                </c:pt>
                <c:pt idx="252">
                  <c:v>16.636793401914499</c:v>
                </c:pt>
                <c:pt idx="253">
                  <c:v>16.636793401914499</c:v>
                </c:pt>
                <c:pt idx="254">
                  <c:v>16.636793401914499</c:v>
                </c:pt>
                <c:pt idx="255">
                  <c:v>16.636793401914499</c:v>
                </c:pt>
                <c:pt idx="256">
                  <c:v>16.636793401914499</c:v>
                </c:pt>
                <c:pt idx="257">
                  <c:v>16.636793401914499</c:v>
                </c:pt>
                <c:pt idx="258">
                  <c:v>16.636793401914499</c:v>
                </c:pt>
                <c:pt idx="259">
                  <c:v>16.636793401914499</c:v>
                </c:pt>
                <c:pt idx="260">
                  <c:v>16.636793401914499</c:v>
                </c:pt>
                <c:pt idx="261">
                  <c:v>16.636793401914499</c:v>
                </c:pt>
                <c:pt idx="262">
                  <c:v>16.636793401914499</c:v>
                </c:pt>
                <c:pt idx="263">
                  <c:v>16.636793401914499</c:v>
                </c:pt>
                <c:pt idx="264">
                  <c:v>16.636793401914499</c:v>
                </c:pt>
                <c:pt idx="265">
                  <c:v>16.636793401914499</c:v>
                </c:pt>
                <c:pt idx="266">
                  <c:v>16.636793401914499</c:v>
                </c:pt>
                <c:pt idx="267">
                  <c:v>16.636793401914499</c:v>
                </c:pt>
                <c:pt idx="268">
                  <c:v>16.636793401914499</c:v>
                </c:pt>
                <c:pt idx="269">
                  <c:v>16.636793401914499</c:v>
                </c:pt>
                <c:pt idx="270">
                  <c:v>16.636793401914499</c:v>
                </c:pt>
                <c:pt idx="271">
                  <c:v>16.636793401914499</c:v>
                </c:pt>
                <c:pt idx="272">
                  <c:v>16.636793401914499</c:v>
                </c:pt>
                <c:pt idx="273">
                  <c:v>16.636793401914499</c:v>
                </c:pt>
                <c:pt idx="274">
                  <c:v>16.636793401914499</c:v>
                </c:pt>
                <c:pt idx="275">
                  <c:v>16.636793401914499</c:v>
                </c:pt>
                <c:pt idx="276">
                  <c:v>16.636793401914499</c:v>
                </c:pt>
                <c:pt idx="277">
                  <c:v>16.636793401914499</c:v>
                </c:pt>
                <c:pt idx="278">
                  <c:v>16.636793401914499</c:v>
                </c:pt>
                <c:pt idx="279">
                  <c:v>16.636793401914499</c:v>
                </c:pt>
                <c:pt idx="280">
                  <c:v>16.636793401914499</c:v>
                </c:pt>
                <c:pt idx="281">
                  <c:v>16.636793401914499</c:v>
                </c:pt>
                <c:pt idx="282">
                  <c:v>16.636793401914499</c:v>
                </c:pt>
                <c:pt idx="283">
                  <c:v>16.636793401914499</c:v>
                </c:pt>
                <c:pt idx="284">
                  <c:v>16.636793401914499</c:v>
                </c:pt>
                <c:pt idx="285">
                  <c:v>16.636793401914499</c:v>
                </c:pt>
                <c:pt idx="286">
                  <c:v>16.636793401914499</c:v>
                </c:pt>
                <c:pt idx="287">
                  <c:v>16.636793401914499</c:v>
                </c:pt>
                <c:pt idx="288">
                  <c:v>16.636793401914499</c:v>
                </c:pt>
                <c:pt idx="289">
                  <c:v>16.636793401914499</c:v>
                </c:pt>
                <c:pt idx="290">
                  <c:v>16.636793401914499</c:v>
                </c:pt>
                <c:pt idx="291">
                  <c:v>16.636793401914499</c:v>
                </c:pt>
                <c:pt idx="292">
                  <c:v>16.636793401914499</c:v>
                </c:pt>
                <c:pt idx="293">
                  <c:v>16.636793401914499</c:v>
                </c:pt>
                <c:pt idx="294">
                  <c:v>16.636793401914499</c:v>
                </c:pt>
                <c:pt idx="295">
                  <c:v>16.636793401914499</c:v>
                </c:pt>
                <c:pt idx="296">
                  <c:v>16.636793401914499</c:v>
                </c:pt>
                <c:pt idx="297">
                  <c:v>16.636793401914499</c:v>
                </c:pt>
                <c:pt idx="298">
                  <c:v>16.636793401914499</c:v>
                </c:pt>
                <c:pt idx="299">
                  <c:v>16.636793401914499</c:v>
                </c:pt>
                <c:pt idx="300">
                  <c:v>16.636793401914499</c:v>
                </c:pt>
                <c:pt idx="301">
                  <c:v>16.636793401914499</c:v>
                </c:pt>
                <c:pt idx="302">
                  <c:v>16.636793401914499</c:v>
                </c:pt>
                <c:pt idx="303">
                  <c:v>16.636793401914499</c:v>
                </c:pt>
                <c:pt idx="304">
                  <c:v>16.636793401914499</c:v>
                </c:pt>
                <c:pt idx="305">
                  <c:v>16.636793401914499</c:v>
                </c:pt>
                <c:pt idx="306">
                  <c:v>16.636793401914499</c:v>
                </c:pt>
                <c:pt idx="307">
                  <c:v>16.636793401914499</c:v>
                </c:pt>
                <c:pt idx="308">
                  <c:v>16.636793401914499</c:v>
                </c:pt>
                <c:pt idx="309">
                  <c:v>16.636793401914499</c:v>
                </c:pt>
                <c:pt idx="310">
                  <c:v>16.636793401914499</c:v>
                </c:pt>
                <c:pt idx="311">
                  <c:v>16.636793401914499</c:v>
                </c:pt>
                <c:pt idx="312">
                  <c:v>16.636793401914499</c:v>
                </c:pt>
                <c:pt idx="313">
                  <c:v>16.636793401914499</c:v>
                </c:pt>
                <c:pt idx="314">
                  <c:v>16.636793401914499</c:v>
                </c:pt>
                <c:pt idx="315">
                  <c:v>16.636793401914499</c:v>
                </c:pt>
                <c:pt idx="316">
                  <c:v>16.636793401914499</c:v>
                </c:pt>
                <c:pt idx="317">
                  <c:v>16.636793401914499</c:v>
                </c:pt>
                <c:pt idx="318">
                  <c:v>16.636793401914499</c:v>
                </c:pt>
                <c:pt idx="319">
                  <c:v>16.636793401914499</c:v>
                </c:pt>
                <c:pt idx="320">
                  <c:v>16.636793401914499</c:v>
                </c:pt>
                <c:pt idx="321">
                  <c:v>16.636793401914499</c:v>
                </c:pt>
                <c:pt idx="322">
                  <c:v>16.636793401914499</c:v>
                </c:pt>
                <c:pt idx="323">
                  <c:v>16.636793401914499</c:v>
                </c:pt>
                <c:pt idx="324">
                  <c:v>16.636793401914499</c:v>
                </c:pt>
                <c:pt idx="325">
                  <c:v>16.636793401914499</c:v>
                </c:pt>
                <c:pt idx="326">
                  <c:v>16.636793401914499</c:v>
                </c:pt>
                <c:pt idx="327">
                  <c:v>16.636793401914499</c:v>
                </c:pt>
                <c:pt idx="328">
                  <c:v>16.636793401914499</c:v>
                </c:pt>
                <c:pt idx="329">
                  <c:v>16.636793401914499</c:v>
                </c:pt>
                <c:pt idx="330">
                  <c:v>16.636793401914499</c:v>
                </c:pt>
                <c:pt idx="331">
                  <c:v>16.636793401914499</c:v>
                </c:pt>
                <c:pt idx="332">
                  <c:v>16.636793401914499</c:v>
                </c:pt>
                <c:pt idx="333">
                  <c:v>16.636793401914499</c:v>
                </c:pt>
                <c:pt idx="334">
                  <c:v>16.636793401914499</c:v>
                </c:pt>
                <c:pt idx="335">
                  <c:v>16.636793401914499</c:v>
                </c:pt>
                <c:pt idx="336">
                  <c:v>16.636793401914499</c:v>
                </c:pt>
                <c:pt idx="337">
                  <c:v>16.636793401914499</c:v>
                </c:pt>
                <c:pt idx="338">
                  <c:v>16.636793401914499</c:v>
                </c:pt>
                <c:pt idx="339">
                  <c:v>16.636793401914499</c:v>
                </c:pt>
                <c:pt idx="340">
                  <c:v>16.636793401914499</c:v>
                </c:pt>
                <c:pt idx="341">
                  <c:v>16.636793401914499</c:v>
                </c:pt>
                <c:pt idx="342">
                  <c:v>16.636793401914499</c:v>
                </c:pt>
                <c:pt idx="343">
                  <c:v>16.636793401914499</c:v>
                </c:pt>
                <c:pt idx="344">
                  <c:v>16.636793401914499</c:v>
                </c:pt>
                <c:pt idx="345">
                  <c:v>16.636793401914499</c:v>
                </c:pt>
                <c:pt idx="346">
                  <c:v>16.636793401914499</c:v>
                </c:pt>
                <c:pt idx="347">
                  <c:v>16.636793401914499</c:v>
                </c:pt>
                <c:pt idx="348">
                  <c:v>16.636793401914499</c:v>
                </c:pt>
                <c:pt idx="349">
                  <c:v>16.636793401914499</c:v>
                </c:pt>
                <c:pt idx="350">
                  <c:v>16.636793401914499</c:v>
                </c:pt>
                <c:pt idx="351">
                  <c:v>16.636793401914499</c:v>
                </c:pt>
                <c:pt idx="352">
                  <c:v>16.636793401914499</c:v>
                </c:pt>
                <c:pt idx="353">
                  <c:v>16.636793401914499</c:v>
                </c:pt>
                <c:pt idx="354">
                  <c:v>16.636793401914499</c:v>
                </c:pt>
                <c:pt idx="355">
                  <c:v>16.636793401914499</c:v>
                </c:pt>
                <c:pt idx="356">
                  <c:v>16.636793401914499</c:v>
                </c:pt>
                <c:pt idx="357">
                  <c:v>16.636793401914499</c:v>
                </c:pt>
                <c:pt idx="358">
                  <c:v>16.636793401914499</c:v>
                </c:pt>
                <c:pt idx="359">
                  <c:v>16.636793401914499</c:v>
                </c:pt>
                <c:pt idx="360">
                  <c:v>16.636793401914499</c:v>
                </c:pt>
                <c:pt idx="361">
                  <c:v>16.636793401914499</c:v>
                </c:pt>
                <c:pt idx="362">
                  <c:v>16.636793401914499</c:v>
                </c:pt>
                <c:pt idx="363">
                  <c:v>16.636793401914499</c:v>
                </c:pt>
                <c:pt idx="364">
                  <c:v>16.636793401914499</c:v>
                </c:pt>
                <c:pt idx="365">
                  <c:v>16.636793401914499</c:v>
                </c:pt>
                <c:pt idx="366">
                  <c:v>16.636793401914499</c:v>
                </c:pt>
                <c:pt idx="367">
                  <c:v>16.636793401914499</c:v>
                </c:pt>
                <c:pt idx="368">
                  <c:v>16.636793401914499</c:v>
                </c:pt>
                <c:pt idx="369">
                  <c:v>16.636793401914499</c:v>
                </c:pt>
                <c:pt idx="370">
                  <c:v>16.636793401914499</c:v>
                </c:pt>
                <c:pt idx="371">
                  <c:v>16.636793401914499</c:v>
                </c:pt>
                <c:pt idx="372">
                  <c:v>16.636793401914499</c:v>
                </c:pt>
                <c:pt idx="373">
                  <c:v>16.636793401914499</c:v>
                </c:pt>
                <c:pt idx="374">
                  <c:v>16.636793401914499</c:v>
                </c:pt>
                <c:pt idx="375">
                  <c:v>16.636793401914499</c:v>
                </c:pt>
                <c:pt idx="376">
                  <c:v>16.636793401914499</c:v>
                </c:pt>
                <c:pt idx="377">
                  <c:v>16.636793401914499</c:v>
                </c:pt>
                <c:pt idx="378">
                  <c:v>16.636793401914499</c:v>
                </c:pt>
                <c:pt idx="379">
                  <c:v>16.636793401914499</c:v>
                </c:pt>
                <c:pt idx="380">
                  <c:v>16.636793401914499</c:v>
                </c:pt>
                <c:pt idx="381">
                  <c:v>16.636793401914499</c:v>
                </c:pt>
                <c:pt idx="382">
                  <c:v>16.636793401914499</c:v>
                </c:pt>
                <c:pt idx="383">
                  <c:v>16.636793401914499</c:v>
                </c:pt>
                <c:pt idx="384">
                  <c:v>16.636793401914499</c:v>
                </c:pt>
                <c:pt idx="385">
                  <c:v>16.636793401914499</c:v>
                </c:pt>
                <c:pt idx="386">
                  <c:v>16.636793401914499</c:v>
                </c:pt>
                <c:pt idx="387">
                  <c:v>16.636793401914499</c:v>
                </c:pt>
                <c:pt idx="388">
                  <c:v>16.636793401914499</c:v>
                </c:pt>
                <c:pt idx="389">
                  <c:v>16.636793401914499</c:v>
                </c:pt>
                <c:pt idx="390">
                  <c:v>16.636793401914499</c:v>
                </c:pt>
                <c:pt idx="391">
                  <c:v>16.636793401914499</c:v>
                </c:pt>
                <c:pt idx="392">
                  <c:v>16.636793401914499</c:v>
                </c:pt>
                <c:pt idx="393">
                  <c:v>16.636793401914499</c:v>
                </c:pt>
                <c:pt idx="394">
                  <c:v>16.636793401914499</c:v>
                </c:pt>
                <c:pt idx="395">
                  <c:v>16.636793401914499</c:v>
                </c:pt>
                <c:pt idx="396">
                  <c:v>16.636793401914499</c:v>
                </c:pt>
                <c:pt idx="397">
                  <c:v>16.636793401914499</c:v>
                </c:pt>
                <c:pt idx="398">
                  <c:v>16.636793401914499</c:v>
                </c:pt>
                <c:pt idx="399">
                  <c:v>16.636793401914499</c:v>
                </c:pt>
                <c:pt idx="400">
                  <c:v>16.636793401914499</c:v>
                </c:pt>
                <c:pt idx="401">
                  <c:v>16.636793401914499</c:v>
                </c:pt>
                <c:pt idx="402">
                  <c:v>16.636793401914499</c:v>
                </c:pt>
                <c:pt idx="403">
                  <c:v>16.636793401914499</c:v>
                </c:pt>
                <c:pt idx="404">
                  <c:v>16.636793401914499</c:v>
                </c:pt>
                <c:pt idx="405">
                  <c:v>16.636793401914499</c:v>
                </c:pt>
                <c:pt idx="406">
                  <c:v>16.636793401914499</c:v>
                </c:pt>
                <c:pt idx="407">
                  <c:v>16.636793401914499</c:v>
                </c:pt>
                <c:pt idx="408">
                  <c:v>16.636793401914499</c:v>
                </c:pt>
                <c:pt idx="409">
                  <c:v>16.636793401914499</c:v>
                </c:pt>
                <c:pt idx="410">
                  <c:v>16.636793401914499</c:v>
                </c:pt>
                <c:pt idx="411">
                  <c:v>16.636793401914499</c:v>
                </c:pt>
                <c:pt idx="412">
                  <c:v>16.636793401914499</c:v>
                </c:pt>
                <c:pt idx="413">
                  <c:v>16.636793401914499</c:v>
                </c:pt>
                <c:pt idx="414">
                  <c:v>16.636793401914499</c:v>
                </c:pt>
                <c:pt idx="415">
                  <c:v>16.636793401914499</c:v>
                </c:pt>
                <c:pt idx="416">
                  <c:v>16.636793401914499</c:v>
                </c:pt>
                <c:pt idx="417">
                  <c:v>16.636793401914499</c:v>
                </c:pt>
                <c:pt idx="418">
                  <c:v>16.636793401914499</c:v>
                </c:pt>
                <c:pt idx="419">
                  <c:v>16.636793401914499</c:v>
                </c:pt>
                <c:pt idx="420">
                  <c:v>16.636793401914499</c:v>
                </c:pt>
                <c:pt idx="421">
                  <c:v>16.636793401914499</c:v>
                </c:pt>
                <c:pt idx="422">
                  <c:v>16.636793401914499</c:v>
                </c:pt>
                <c:pt idx="423">
                  <c:v>16.636793401914499</c:v>
                </c:pt>
                <c:pt idx="424">
                  <c:v>16.636793401914499</c:v>
                </c:pt>
                <c:pt idx="425">
                  <c:v>16.636793401914499</c:v>
                </c:pt>
                <c:pt idx="426">
                  <c:v>16.636793401914499</c:v>
                </c:pt>
                <c:pt idx="427">
                  <c:v>16.636793401914499</c:v>
                </c:pt>
                <c:pt idx="428">
                  <c:v>16.636793401914499</c:v>
                </c:pt>
                <c:pt idx="429">
                  <c:v>16.636793401914499</c:v>
                </c:pt>
                <c:pt idx="430">
                  <c:v>16.636793401914499</c:v>
                </c:pt>
                <c:pt idx="431">
                  <c:v>16.636793401914499</c:v>
                </c:pt>
                <c:pt idx="432">
                  <c:v>16.636793401914499</c:v>
                </c:pt>
                <c:pt idx="433">
                  <c:v>16.636793401914499</c:v>
                </c:pt>
                <c:pt idx="434">
                  <c:v>16.636793401914499</c:v>
                </c:pt>
                <c:pt idx="435">
                  <c:v>16.636793401914499</c:v>
                </c:pt>
                <c:pt idx="436">
                  <c:v>16.636793401914499</c:v>
                </c:pt>
                <c:pt idx="437">
                  <c:v>16.636793401914499</c:v>
                </c:pt>
                <c:pt idx="438">
                  <c:v>16.636793401914499</c:v>
                </c:pt>
                <c:pt idx="439">
                  <c:v>16.636793401914499</c:v>
                </c:pt>
                <c:pt idx="440">
                  <c:v>16.636793401914499</c:v>
                </c:pt>
                <c:pt idx="441">
                  <c:v>16.636793401914499</c:v>
                </c:pt>
                <c:pt idx="442">
                  <c:v>16.636793401914499</c:v>
                </c:pt>
                <c:pt idx="443">
                  <c:v>16.636793401914499</c:v>
                </c:pt>
                <c:pt idx="444">
                  <c:v>16.636793401914499</c:v>
                </c:pt>
                <c:pt idx="445">
                  <c:v>16.636793401914499</c:v>
                </c:pt>
                <c:pt idx="446">
                  <c:v>16.636793401914499</c:v>
                </c:pt>
                <c:pt idx="447">
                  <c:v>16.636793401914499</c:v>
                </c:pt>
                <c:pt idx="448">
                  <c:v>16.636793401914499</c:v>
                </c:pt>
                <c:pt idx="449">
                  <c:v>16.636793401914499</c:v>
                </c:pt>
                <c:pt idx="450">
                  <c:v>16.636793401914499</c:v>
                </c:pt>
                <c:pt idx="451">
                  <c:v>16.636793401914499</c:v>
                </c:pt>
                <c:pt idx="452">
                  <c:v>16.636793401914499</c:v>
                </c:pt>
                <c:pt idx="453">
                  <c:v>16.636793401914499</c:v>
                </c:pt>
                <c:pt idx="454">
                  <c:v>16.636793401914499</c:v>
                </c:pt>
                <c:pt idx="455">
                  <c:v>16.636793401914499</c:v>
                </c:pt>
                <c:pt idx="456">
                  <c:v>16.636793401914499</c:v>
                </c:pt>
                <c:pt idx="457">
                  <c:v>16.636793401914499</c:v>
                </c:pt>
                <c:pt idx="458">
                  <c:v>16.636793401914499</c:v>
                </c:pt>
                <c:pt idx="459">
                  <c:v>16.636793401914499</c:v>
                </c:pt>
                <c:pt idx="460">
                  <c:v>16.636793401914499</c:v>
                </c:pt>
                <c:pt idx="461">
                  <c:v>16.636793401914499</c:v>
                </c:pt>
                <c:pt idx="462">
                  <c:v>16.636793401914499</c:v>
                </c:pt>
                <c:pt idx="463">
                  <c:v>16.636793401914499</c:v>
                </c:pt>
                <c:pt idx="464">
                  <c:v>16.636793401914499</c:v>
                </c:pt>
                <c:pt idx="465">
                  <c:v>16.636793401914499</c:v>
                </c:pt>
                <c:pt idx="466">
                  <c:v>16.636793401914499</c:v>
                </c:pt>
                <c:pt idx="467">
                  <c:v>16.636793401914499</c:v>
                </c:pt>
                <c:pt idx="468">
                  <c:v>16.636793401914499</c:v>
                </c:pt>
                <c:pt idx="469">
                  <c:v>16.636793401914499</c:v>
                </c:pt>
                <c:pt idx="470">
                  <c:v>16.636793401914499</c:v>
                </c:pt>
                <c:pt idx="471">
                  <c:v>16.636793401914499</c:v>
                </c:pt>
                <c:pt idx="472">
                  <c:v>16.636793401914499</c:v>
                </c:pt>
                <c:pt idx="473">
                  <c:v>16.636793401914499</c:v>
                </c:pt>
                <c:pt idx="474">
                  <c:v>16.636793401914499</c:v>
                </c:pt>
                <c:pt idx="475">
                  <c:v>16.636793401914499</c:v>
                </c:pt>
                <c:pt idx="476">
                  <c:v>16.636793401914499</c:v>
                </c:pt>
                <c:pt idx="477">
                  <c:v>16.636793401914499</c:v>
                </c:pt>
                <c:pt idx="478">
                  <c:v>16.636793401914499</c:v>
                </c:pt>
                <c:pt idx="479">
                  <c:v>16.636793401914499</c:v>
                </c:pt>
                <c:pt idx="480">
                  <c:v>16.636793401914499</c:v>
                </c:pt>
                <c:pt idx="481">
                  <c:v>16.636793401914499</c:v>
                </c:pt>
                <c:pt idx="482">
                  <c:v>16.636793401914499</c:v>
                </c:pt>
                <c:pt idx="483">
                  <c:v>16.636793401914499</c:v>
                </c:pt>
                <c:pt idx="484">
                  <c:v>16.636793401914499</c:v>
                </c:pt>
                <c:pt idx="485">
                  <c:v>16.636793401914499</c:v>
                </c:pt>
                <c:pt idx="486">
                  <c:v>16.636793401914499</c:v>
                </c:pt>
                <c:pt idx="487">
                  <c:v>16.636793401914499</c:v>
                </c:pt>
                <c:pt idx="488">
                  <c:v>16.636793401914499</c:v>
                </c:pt>
                <c:pt idx="489">
                  <c:v>16.636793401914499</c:v>
                </c:pt>
                <c:pt idx="490">
                  <c:v>16.636793401914499</c:v>
                </c:pt>
                <c:pt idx="491">
                  <c:v>16.636793401914499</c:v>
                </c:pt>
                <c:pt idx="492">
                  <c:v>16.636793401914499</c:v>
                </c:pt>
                <c:pt idx="493">
                  <c:v>16.636793401914499</c:v>
                </c:pt>
                <c:pt idx="494">
                  <c:v>16.636793401914499</c:v>
                </c:pt>
                <c:pt idx="495">
                  <c:v>16.636793401914499</c:v>
                </c:pt>
                <c:pt idx="496">
                  <c:v>16.636793401914499</c:v>
                </c:pt>
                <c:pt idx="497">
                  <c:v>16.636793401914499</c:v>
                </c:pt>
                <c:pt idx="498">
                  <c:v>16.636793401914499</c:v>
                </c:pt>
                <c:pt idx="499">
                  <c:v>16.636793401914499</c:v>
                </c:pt>
                <c:pt idx="500">
                  <c:v>16.636793401914499</c:v>
                </c:pt>
                <c:pt idx="501">
                  <c:v>16.636793401914499</c:v>
                </c:pt>
                <c:pt idx="502">
                  <c:v>16.636793401914499</c:v>
                </c:pt>
                <c:pt idx="503">
                  <c:v>16.636793401914499</c:v>
                </c:pt>
                <c:pt idx="504">
                  <c:v>16.636793401914499</c:v>
                </c:pt>
                <c:pt idx="505">
                  <c:v>16.636793401914499</c:v>
                </c:pt>
                <c:pt idx="506">
                  <c:v>16.636793401914499</c:v>
                </c:pt>
                <c:pt idx="507">
                  <c:v>16.636793401914499</c:v>
                </c:pt>
                <c:pt idx="508">
                  <c:v>16.636793401914499</c:v>
                </c:pt>
                <c:pt idx="509">
                  <c:v>16.636793401914499</c:v>
                </c:pt>
                <c:pt idx="510">
                  <c:v>16.636793401914499</c:v>
                </c:pt>
                <c:pt idx="511">
                  <c:v>16.636793401914499</c:v>
                </c:pt>
                <c:pt idx="512">
                  <c:v>16.636793401914499</c:v>
                </c:pt>
                <c:pt idx="513">
                  <c:v>16.636793401914499</c:v>
                </c:pt>
                <c:pt idx="514">
                  <c:v>16.636793401914499</c:v>
                </c:pt>
                <c:pt idx="515">
                  <c:v>16.636793401914499</c:v>
                </c:pt>
                <c:pt idx="516">
                  <c:v>16.636793401914499</c:v>
                </c:pt>
                <c:pt idx="517">
                  <c:v>16.636793401914499</c:v>
                </c:pt>
                <c:pt idx="518">
                  <c:v>16.636793401914499</c:v>
                </c:pt>
                <c:pt idx="519">
                  <c:v>16.636793401914499</c:v>
                </c:pt>
                <c:pt idx="520">
                  <c:v>16.636793401914499</c:v>
                </c:pt>
                <c:pt idx="521">
                  <c:v>16.636793401914499</c:v>
                </c:pt>
                <c:pt idx="522">
                  <c:v>16.636793401914499</c:v>
                </c:pt>
                <c:pt idx="523">
                  <c:v>16.636793401914499</c:v>
                </c:pt>
                <c:pt idx="524">
                  <c:v>16.636793401914499</c:v>
                </c:pt>
                <c:pt idx="525">
                  <c:v>16.636793401914499</c:v>
                </c:pt>
                <c:pt idx="526">
                  <c:v>16.636793401914499</c:v>
                </c:pt>
                <c:pt idx="527">
                  <c:v>16.636793401914499</c:v>
                </c:pt>
                <c:pt idx="528">
                  <c:v>16.636793401914499</c:v>
                </c:pt>
                <c:pt idx="529">
                  <c:v>16.636793401914499</c:v>
                </c:pt>
                <c:pt idx="530">
                  <c:v>16.636793401914499</c:v>
                </c:pt>
                <c:pt idx="531">
                  <c:v>16.636793401914499</c:v>
                </c:pt>
                <c:pt idx="532">
                  <c:v>16.636793401914499</c:v>
                </c:pt>
                <c:pt idx="533">
                  <c:v>16.636793401914499</c:v>
                </c:pt>
                <c:pt idx="534">
                  <c:v>16.636793401914499</c:v>
                </c:pt>
                <c:pt idx="535">
                  <c:v>16.636793401914499</c:v>
                </c:pt>
                <c:pt idx="536">
                  <c:v>16.636793401914499</c:v>
                </c:pt>
                <c:pt idx="537">
                  <c:v>16.636793401914499</c:v>
                </c:pt>
                <c:pt idx="538">
                  <c:v>16.636793401914499</c:v>
                </c:pt>
                <c:pt idx="539">
                  <c:v>16.636793401914499</c:v>
                </c:pt>
                <c:pt idx="540">
                  <c:v>16.636793401914499</c:v>
                </c:pt>
                <c:pt idx="541">
                  <c:v>16.636793401914499</c:v>
                </c:pt>
                <c:pt idx="542">
                  <c:v>16.636793401914499</c:v>
                </c:pt>
                <c:pt idx="543">
                  <c:v>16.636793401914499</c:v>
                </c:pt>
                <c:pt idx="544">
                  <c:v>16.636793401914499</c:v>
                </c:pt>
                <c:pt idx="545">
                  <c:v>16.636793401914499</c:v>
                </c:pt>
                <c:pt idx="546">
                  <c:v>16.636793401914499</c:v>
                </c:pt>
                <c:pt idx="547">
                  <c:v>16.636793401914499</c:v>
                </c:pt>
                <c:pt idx="548">
                  <c:v>16.636793401914499</c:v>
                </c:pt>
                <c:pt idx="549">
                  <c:v>16.636793401914499</c:v>
                </c:pt>
                <c:pt idx="550">
                  <c:v>16.636793401914499</c:v>
                </c:pt>
                <c:pt idx="551">
                  <c:v>16.636793401914499</c:v>
                </c:pt>
                <c:pt idx="552">
                  <c:v>16.636793401914499</c:v>
                </c:pt>
                <c:pt idx="553">
                  <c:v>16.636793401914499</c:v>
                </c:pt>
                <c:pt idx="554">
                  <c:v>16.636793401914499</c:v>
                </c:pt>
                <c:pt idx="555">
                  <c:v>16.636793401914499</c:v>
                </c:pt>
                <c:pt idx="556">
                  <c:v>16.636793401914499</c:v>
                </c:pt>
                <c:pt idx="557">
                  <c:v>16.636793401914499</c:v>
                </c:pt>
                <c:pt idx="558">
                  <c:v>16.636793401914499</c:v>
                </c:pt>
                <c:pt idx="559">
                  <c:v>16.636793401914499</c:v>
                </c:pt>
                <c:pt idx="560">
                  <c:v>16.636793401914499</c:v>
                </c:pt>
                <c:pt idx="561">
                  <c:v>16.636793401914499</c:v>
                </c:pt>
                <c:pt idx="562">
                  <c:v>16.636793401914499</c:v>
                </c:pt>
                <c:pt idx="563">
                  <c:v>16.636793401914499</c:v>
                </c:pt>
                <c:pt idx="564">
                  <c:v>16.636793401914499</c:v>
                </c:pt>
                <c:pt idx="565">
                  <c:v>16.636793401914499</c:v>
                </c:pt>
                <c:pt idx="566">
                  <c:v>16.636793401914499</c:v>
                </c:pt>
                <c:pt idx="567">
                  <c:v>16.636793401914499</c:v>
                </c:pt>
                <c:pt idx="568">
                  <c:v>16.636793401914499</c:v>
                </c:pt>
                <c:pt idx="569">
                  <c:v>16.636793401914499</c:v>
                </c:pt>
                <c:pt idx="570">
                  <c:v>16.636793401914499</c:v>
                </c:pt>
                <c:pt idx="571">
                  <c:v>16.636793401914499</c:v>
                </c:pt>
                <c:pt idx="572">
                  <c:v>16.636793401914499</c:v>
                </c:pt>
                <c:pt idx="573">
                  <c:v>16.636793401914499</c:v>
                </c:pt>
                <c:pt idx="574">
                  <c:v>16.636793401914499</c:v>
                </c:pt>
                <c:pt idx="575">
                  <c:v>16.636793401914499</c:v>
                </c:pt>
                <c:pt idx="576">
                  <c:v>16.636793401914499</c:v>
                </c:pt>
                <c:pt idx="577">
                  <c:v>16.636793401914499</c:v>
                </c:pt>
                <c:pt idx="578">
                  <c:v>16.636793401914499</c:v>
                </c:pt>
                <c:pt idx="579">
                  <c:v>16.636793401914499</c:v>
                </c:pt>
                <c:pt idx="580">
                  <c:v>16.636793401914499</c:v>
                </c:pt>
                <c:pt idx="581">
                  <c:v>16.636793401914499</c:v>
                </c:pt>
                <c:pt idx="582">
                  <c:v>16.636793401914499</c:v>
                </c:pt>
                <c:pt idx="583">
                  <c:v>16.636793401914499</c:v>
                </c:pt>
                <c:pt idx="584">
                  <c:v>16.636793401914499</c:v>
                </c:pt>
                <c:pt idx="585">
                  <c:v>16.636793401914499</c:v>
                </c:pt>
                <c:pt idx="586">
                  <c:v>16.636793401914499</c:v>
                </c:pt>
                <c:pt idx="587">
                  <c:v>16.636793401914499</c:v>
                </c:pt>
                <c:pt idx="588">
                  <c:v>16.636793401914499</c:v>
                </c:pt>
                <c:pt idx="589">
                  <c:v>16.636793401914499</c:v>
                </c:pt>
                <c:pt idx="590">
                  <c:v>16.636793401914499</c:v>
                </c:pt>
                <c:pt idx="591">
                  <c:v>16.636793401914499</c:v>
                </c:pt>
                <c:pt idx="592">
                  <c:v>16.636793401914499</c:v>
                </c:pt>
                <c:pt idx="593">
                  <c:v>16.636793401914499</c:v>
                </c:pt>
                <c:pt idx="594">
                  <c:v>16.636793401914499</c:v>
                </c:pt>
                <c:pt idx="595">
                  <c:v>16.636793401914499</c:v>
                </c:pt>
                <c:pt idx="596">
                  <c:v>16.636793401914499</c:v>
                </c:pt>
                <c:pt idx="597">
                  <c:v>16.636793401914499</c:v>
                </c:pt>
                <c:pt idx="598">
                  <c:v>16.636793401914499</c:v>
                </c:pt>
                <c:pt idx="599">
                  <c:v>16.636793401914499</c:v>
                </c:pt>
                <c:pt idx="600">
                  <c:v>16.636793401914499</c:v>
                </c:pt>
                <c:pt idx="601">
                  <c:v>16.636793401914499</c:v>
                </c:pt>
                <c:pt idx="602">
                  <c:v>16.636793401914499</c:v>
                </c:pt>
                <c:pt idx="603">
                  <c:v>16.636793401914499</c:v>
                </c:pt>
                <c:pt idx="604">
                  <c:v>16.636793401914499</c:v>
                </c:pt>
                <c:pt idx="605">
                  <c:v>16.636793401914499</c:v>
                </c:pt>
                <c:pt idx="606">
                  <c:v>16.636793401914499</c:v>
                </c:pt>
                <c:pt idx="607">
                  <c:v>16.636793401914499</c:v>
                </c:pt>
                <c:pt idx="608">
                  <c:v>16.636793401914499</c:v>
                </c:pt>
                <c:pt idx="609">
                  <c:v>16.636793401914499</c:v>
                </c:pt>
                <c:pt idx="610">
                  <c:v>16.636793401914499</c:v>
                </c:pt>
                <c:pt idx="611">
                  <c:v>16.636793401914499</c:v>
                </c:pt>
                <c:pt idx="612">
                  <c:v>16.636793401914499</c:v>
                </c:pt>
                <c:pt idx="613">
                  <c:v>16.636793401914499</c:v>
                </c:pt>
                <c:pt idx="614">
                  <c:v>16.636793401914499</c:v>
                </c:pt>
                <c:pt idx="615">
                  <c:v>16.636793401914499</c:v>
                </c:pt>
                <c:pt idx="616">
                  <c:v>16.636793401914499</c:v>
                </c:pt>
                <c:pt idx="617">
                  <c:v>16.636793401914499</c:v>
                </c:pt>
                <c:pt idx="618">
                  <c:v>16.636793401914499</c:v>
                </c:pt>
                <c:pt idx="619">
                  <c:v>16.636793401914499</c:v>
                </c:pt>
                <c:pt idx="620">
                  <c:v>16.636793401914499</c:v>
                </c:pt>
                <c:pt idx="621">
                  <c:v>16.636793401914499</c:v>
                </c:pt>
                <c:pt idx="622">
                  <c:v>16.636793401914499</c:v>
                </c:pt>
                <c:pt idx="623">
                  <c:v>16.636793401914499</c:v>
                </c:pt>
                <c:pt idx="624">
                  <c:v>16.636793401914499</c:v>
                </c:pt>
                <c:pt idx="625">
                  <c:v>16.636793401914499</c:v>
                </c:pt>
                <c:pt idx="626">
                  <c:v>16.636793401914499</c:v>
                </c:pt>
                <c:pt idx="627">
                  <c:v>16.636793401914499</c:v>
                </c:pt>
                <c:pt idx="628">
                  <c:v>16.636793401914499</c:v>
                </c:pt>
                <c:pt idx="629">
                  <c:v>16.636793401914499</c:v>
                </c:pt>
                <c:pt idx="630">
                  <c:v>16.636793401914499</c:v>
                </c:pt>
                <c:pt idx="631">
                  <c:v>16.636793401914499</c:v>
                </c:pt>
                <c:pt idx="632">
                  <c:v>16.636793401914499</c:v>
                </c:pt>
                <c:pt idx="633">
                  <c:v>16.636793401914499</c:v>
                </c:pt>
                <c:pt idx="634">
                  <c:v>16.636793401914499</c:v>
                </c:pt>
                <c:pt idx="635">
                  <c:v>16.636793401914499</c:v>
                </c:pt>
                <c:pt idx="636">
                  <c:v>16.636793401914499</c:v>
                </c:pt>
                <c:pt idx="637">
                  <c:v>16.636793401914499</c:v>
                </c:pt>
                <c:pt idx="638">
                  <c:v>16.636793401914499</c:v>
                </c:pt>
                <c:pt idx="639">
                  <c:v>16.636793401914499</c:v>
                </c:pt>
                <c:pt idx="640">
                  <c:v>16.636793401914499</c:v>
                </c:pt>
                <c:pt idx="641">
                  <c:v>16.636793401914499</c:v>
                </c:pt>
                <c:pt idx="642">
                  <c:v>16.636793401914499</c:v>
                </c:pt>
                <c:pt idx="643">
                  <c:v>16.636793401914499</c:v>
                </c:pt>
                <c:pt idx="644">
                  <c:v>16.636793401914499</c:v>
                </c:pt>
                <c:pt idx="645">
                  <c:v>16.636793401914499</c:v>
                </c:pt>
                <c:pt idx="646">
                  <c:v>16.636793401914499</c:v>
                </c:pt>
                <c:pt idx="647">
                  <c:v>16.636793401914499</c:v>
                </c:pt>
                <c:pt idx="648">
                  <c:v>16.636793401914499</c:v>
                </c:pt>
                <c:pt idx="649">
                  <c:v>16.636793401914499</c:v>
                </c:pt>
                <c:pt idx="650">
                  <c:v>16.636793401914499</c:v>
                </c:pt>
                <c:pt idx="651">
                  <c:v>16.636793401914499</c:v>
                </c:pt>
                <c:pt idx="652">
                  <c:v>16.636793401914499</c:v>
                </c:pt>
                <c:pt idx="653">
                  <c:v>16.636793401914499</c:v>
                </c:pt>
                <c:pt idx="654">
                  <c:v>16.636793401914499</c:v>
                </c:pt>
                <c:pt idx="655">
                  <c:v>16.636793401914499</c:v>
                </c:pt>
                <c:pt idx="656">
                  <c:v>16.636793401914499</c:v>
                </c:pt>
                <c:pt idx="657">
                  <c:v>16.636793401914499</c:v>
                </c:pt>
                <c:pt idx="658">
                  <c:v>16.636793401914499</c:v>
                </c:pt>
                <c:pt idx="659">
                  <c:v>16.636793401914499</c:v>
                </c:pt>
                <c:pt idx="660">
                  <c:v>16.636793401914499</c:v>
                </c:pt>
                <c:pt idx="661">
                  <c:v>16.636793401914499</c:v>
                </c:pt>
                <c:pt idx="662">
                  <c:v>16.636793401914499</c:v>
                </c:pt>
                <c:pt idx="663">
                  <c:v>16.636793401914499</c:v>
                </c:pt>
                <c:pt idx="664">
                  <c:v>16.636793401914499</c:v>
                </c:pt>
                <c:pt idx="665">
                  <c:v>16.636793401914499</c:v>
                </c:pt>
                <c:pt idx="666">
                  <c:v>16.636793401914499</c:v>
                </c:pt>
                <c:pt idx="667">
                  <c:v>16.636793401914499</c:v>
                </c:pt>
                <c:pt idx="668">
                  <c:v>16.636793401914499</c:v>
                </c:pt>
                <c:pt idx="669">
                  <c:v>16.636793401914499</c:v>
                </c:pt>
                <c:pt idx="670">
                  <c:v>16.636793401914499</c:v>
                </c:pt>
                <c:pt idx="671">
                  <c:v>16.636793401914499</c:v>
                </c:pt>
                <c:pt idx="672">
                  <c:v>16.636793401914499</c:v>
                </c:pt>
                <c:pt idx="673">
                  <c:v>16.636793401914499</c:v>
                </c:pt>
                <c:pt idx="674">
                  <c:v>16.636793401914499</c:v>
                </c:pt>
                <c:pt idx="675">
                  <c:v>16.636793401914499</c:v>
                </c:pt>
                <c:pt idx="676">
                  <c:v>16.636793401914499</c:v>
                </c:pt>
                <c:pt idx="677">
                  <c:v>16.636793401914499</c:v>
                </c:pt>
                <c:pt idx="678">
                  <c:v>16.636793401914499</c:v>
                </c:pt>
                <c:pt idx="679">
                  <c:v>16.636793401914499</c:v>
                </c:pt>
                <c:pt idx="680">
                  <c:v>16.636793401914499</c:v>
                </c:pt>
                <c:pt idx="681">
                  <c:v>16.636793401914499</c:v>
                </c:pt>
                <c:pt idx="682">
                  <c:v>16.636793401914499</c:v>
                </c:pt>
                <c:pt idx="683">
                  <c:v>16.636793401914499</c:v>
                </c:pt>
                <c:pt idx="684">
                  <c:v>16.636793401914499</c:v>
                </c:pt>
                <c:pt idx="685">
                  <c:v>16.636793401914499</c:v>
                </c:pt>
                <c:pt idx="686">
                  <c:v>16.636793401914499</c:v>
                </c:pt>
                <c:pt idx="687">
                  <c:v>16.636793401914499</c:v>
                </c:pt>
                <c:pt idx="688">
                  <c:v>16.636793401914499</c:v>
                </c:pt>
                <c:pt idx="689">
                  <c:v>16.636793401914499</c:v>
                </c:pt>
                <c:pt idx="690">
                  <c:v>16.636793401914499</c:v>
                </c:pt>
                <c:pt idx="691">
                  <c:v>16.636793401914499</c:v>
                </c:pt>
                <c:pt idx="692">
                  <c:v>16.636793401914499</c:v>
                </c:pt>
                <c:pt idx="693">
                  <c:v>16.636793401914499</c:v>
                </c:pt>
                <c:pt idx="694">
                  <c:v>16.636793401914499</c:v>
                </c:pt>
                <c:pt idx="695">
                  <c:v>16.636793401914499</c:v>
                </c:pt>
                <c:pt idx="696">
                  <c:v>16.636793401914499</c:v>
                </c:pt>
                <c:pt idx="697">
                  <c:v>16.636793401914499</c:v>
                </c:pt>
                <c:pt idx="698">
                  <c:v>16.636793401914499</c:v>
                </c:pt>
                <c:pt idx="699">
                  <c:v>16.636793401914499</c:v>
                </c:pt>
                <c:pt idx="700">
                  <c:v>16.636793401914499</c:v>
                </c:pt>
                <c:pt idx="701">
                  <c:v>16.636793401914499</c:v>
                </c:pt>
                <c:pt idx="702">
                  <c:v>16.636793401914499</c:v>
                </c:pt>
                <c:pt idx="703">
                  <c:v>16.636793401914499</c:v>
                </c:pt>
                <c:pt idx="704">
                  <c:v>16.636793401914499</c:v>
                </c:pt>
                <c:pt idx="705">
                  <c:v>16.636793401914499</c:v>
                </c:pt>
                <c:pt idx="706">
                  <c:v>16.636793401914499</c:v>
                </c:pt>
                <c:pt idx="707">
                  <c:v>16.636793401914499</c:v>
                </c:pt>
                <c:pt idx="708">
                  <c:v>16.636793401914499</c:v>
                </c:pt>
                <c:pt idx="709">
                  <c:v>16.636793401914499</c:v>
                </c:pt>
                <c:pt idx="710">
                  <c:v>16.636793401914499</c:v>
                </c:pt>
                <c:pt idx="711">
                  <c:v>16.636793401914499</c:v>
                </c:pt>
                <c:pt idx="712">
                  <c:v>16.636793401914499</c:v>
                </c:pt>
                <c:pt idx="713">
                  <c:v>16.636793401914499</c:v>
                </c:pt>
                <c:pt idx="714">
                  <c:v>16.636793401914499</c:v>
                </c:pt>
                <c:pt idx="715">
                  <c:v>16.636793401914499</c:v>
                </c:pt>
                <c:pt idx="716">
                  <c:v>16.636793401914499</c:v>
                </c:pt>
                <c:pt idx="717">
                  <c:v>16.636793401914499</c:v>
                </c:pt>
                <c:pt idx="718">
                  <c:v>16.636793401914499</c:v>
                </c:pt>
                <c:pt idx="719">
                  <c:v>16.636793401914499</c:v>
                </c:pt>
                <c:pt idx="720">
                  <c:v>16.636793401914499</c:v>
                </c:pt>
                <c:pt idx="721">
                  <c:v>16.636793401914499</c:v>
                </c:pt>
                <c:pt idx="722">
                  <c:v>16.636793401914499</c:v>
                </c:pt>
                <c:pt idx="723">
                  <c:v>16.636793401914499</c:v>
                </c:pt>
                <c:pt idx="724">
                  <c:v>16.636793401914499</c:v>
                </c:pt>
                <c:pt idx="725">
                  <c:v>16.636793401914499</c:v>
                </c:pt>
                <c:pt idx="726">
                  <c:v>16.636793401914499</c:v>
                </c:pt>
                <c:pt idx="727">
                  <c:v>16.636793401914499</c:v>
                </c:pt>
                <c:pt idx="728">
                  <c:v>16.636793401914499</c:v>
                </c:pt>
                <c:pt idx="729">
                  <c:v>16.636793401914499</c:v>
                </c:pt>
                <c:pt idx="730">
                  <c:v>16.636793401914499</c:v>
                </c:pt>
                <c:pt idx="731">
                  <c:v>16.636793401914499</c:v>
                </c:pt>
                <c:pt idx="732">
                  <c:v>16.636793401914499</c:v>
                </c:pt>
                <c:pt idx="733">
                  <c:v>16.636793401914499</c:v>
                </c:pt>
                <c:pt idx="734">
                  <c:v>16.636793401914499</c:v>
                </c:pt>
                <c:pt idx="735">
                  <c:v>16.636793401914499</c:v>
                </c:pt>
                <c:pt idx="736">
                  <c:v>16.636793401914499</c:v>
                </c:pt>
                <c:pt idx="737">
                  <c:v>16.636793401914499</c:v>
                </c:pt>
                <c:pt idx="738">
                  <c:v>16.636793401914499</c:v>
                </c:pt>
                <c:pt idx="739">
                  <c:v>16.636793401914499</c:v>
                </c:pt>
                <c:pt idx="740">
                  <c:v>16.636793401914499</c:v>
                </c:pt>
                <c:pt idx="741">
                  <c:v>16.636793401914499</c:v>
                </c:pt>
                <c:pt idx="742">
                  <c:v>16.636793401914499</c:v>
                </c:pt>
                <c:pt idx="743">
                  <c:v>16.636793401914499</c:v>
                </c:pt>
                <c:pt idx="744">
                  <c:v>16.636793401914499</c:v>
                </c:pt>
                <c:pt idx="745">
                  <c:v>16.636793401914499</c:v>
                </c:pt>
                <c:pt idx="746">
                  <c:v>16.636793401914499</c:v>
                </c:pt>
                <c:pt idx="747">
                  <c:v>16.636793401914499</c:v>
                </c:pt>
                <c:pt idx="748">
                  <c:v>16.636793401914499</c:v>
                </c:pt>
                <c:pt idx="749">
                  <c:v>16.636793401914499</c:v>
                </c:pt>
                <c:pt idx="750">
                  <c:v>16.636793401914499</c:v>
                </c:pt>
                <c:pt idx="751">
                  <c:v>16.636793401914499</c:v>
                </c:pt>
                <c:pt idx="752">
                  <c:v>16.636793401914499</c:v>
                </c:pt>
                <c:pt idx="753">
                  <c:v>16.636793401914499</c:v>
                </c:pt>
                <c:pt idx="754">
                  <c:v>16.636793401914499</c:v>
                </c:pt>
                <c:pt idx="755">
                  <c:v>16.636793401914499</c:v>
                </c:pt>
                <c:pt idx="756">
                  <c:v>16.636793401914499</c:v>
                </c:pt>
                <c:pt idx="757">
                  <c:v>16.636793401914499</c:v>
                </c:pt>
                <c:pt idx="758">
                  <c:v>16.636793401914499</c:v>
                </c:pt>
                <c:pt idx="759">
                  <c:v>16.636793401914499</c:v>
                </c:pt>
                <c:pt idx="760">
                  <c:v>16.636793401914499</c:v>
                </c:pt>
                <c:pt idx="761">
                  <c:v>16.636793401914499</c:v>
                </c:pt>
                <c:pt idx="762">
                  <c:v>16.636793401914499</c:v>
                </c:pt>
                <c:pt idx="763">
                  <c:v>16.636793401914499</c:v>
                </c:pt>
                <c:pt idx="764">
                  <c:v>16.636793401914499</c:v>
                </c:pt>
                <c:pt idx="765">
                  <c:v>16.636793401914499</c:v>
                </c:pt>
                <c:pt idx="766">
                  <c:v>16.636793401914499</c:v>
                </c:pt>
                <c:pt idx="767">
                  <c:v>16.636793401914499</c:v>
                </c:pt>
                <c:pt idx="768">
                  <c:v>16.636793401914499</c:v>
                </c:pt>
                <c:pt idx="769">
                  <c:v>16.636793401914499</c:v>
                </c:pt>
                <c:pt idx="770">
                  <c:v>16.636793401914499</c:v>
                </c:pt>
                <c:pt idx="771">
                  <c:v>16.636793401914499</c:v>
                </c:pt>
                <c:pt idx="772">
                  <c:v>16.636793401914499</c:v>
                </c:pt>
                <c:pt idx="773">
                  <c:v>16.636793401914499</c:v>
                </c:pt>
                <c:pt idx="774">
                  <c:v>16.636793401914499</c:v>
                </c:pt>
                <c:pt idx="775">
                  <c:v>16.636793401914499</c:v>
                </c:pt>
                <c:pt idx="776">
                  <c:v>16.636793401914499</c:v>
                </c:pt>
                <c:pt idx="777">
                  <c:v>16.636793401914499</c:v>
                </c:pt>
                <c:pt idx="778">
                  <c:v>16.636793401914499</c:v>
                </c:pt>
                <c:pt idx="779">
                  <c:v>16.636793401914499</c:v>
                </c:pt>
                <c:pt idx="780">
                  <c:v>16.636793401914499</c:v>
                </c:pt>
                <c:pt idx="781">
                  <c:v>16.636793401914499</c:v>
                </c:pt>
                <c:pt idx="782">
                  <c:v>16.636793401914499</c:v>
                </c:pt>
                <c:pt idx="783">
                  <c:v>16.636793401914499</c:v>
                </c:pt>
                <c:pt idx="784">
                  <c:v>16.636793401914499</c:v>
                </c:pt>
                <c:pt idx="785">
                  <c:v>16.636793401914499</c:v>
                </c:pt>
                <c:pt idx="786">
                  <c:v>16.636793401914499</c:v>
                </c:pt>
                <c:pt idx="787">
                  <c:v>16.636793401914499</c:v>
                </c:pt>
                <c:pt idx="788">
                  <c:v>16.636793401914499</c:v>
                </c:pt>
                <c:pt idx="789">
                  <c:v>16.636793401914499</c:v>
                </c:pt>
                <c:pt idx="790">
                  <c:v>16.636793401914499</c:v>
                </c:pt>
                <c:pt idx="791">
                  <c:v>16.636793401914499</c:v>
                </c:pt>
                <c:pt idx="792">
                  <c:v>16.636793401914499</c:v>
                </c:pt>
                <c:pt idx="793">
                  <c:v>16.636793401914499</c:v>
                </c:pt>
                <c:pt idx="794">
                  <c:v>16.636793401914499</c:v>
                </c:pt>
                <c:pt idx="795">
                  <c:v>16.636793401914499</c:v>
                </c:pt>
                <c:pt idx="796">
                  <c:v>16.636793401914499</c:v>
                </c:pt>
                <c:pt idx="797">
                  <c:v>16.636793401914499</c:v>
                </c:pt>
                <c:pt idx="798">
                  <c:v>16.636793401914499</c:v>
                </c:pt>
                <c:pt idx="799">
                  <c:v>16.636793401914499</c:v>
                </c:pt>
                <c:pt idx="800">
                  <c:v>16.636793401914499</c:v>
                </c:pt>
                <c:pt idx="801">
                  <c:v>16.636793401914499</c:v>
                </c:pt>
                <c:pt idx="802">
                  <c:v>16.636793401914499</c:v>
                </c:pt>
                <c:pt idx="803">
                  <c:v>16.636793401914499</c:v>
                </c:pt>
                <c:pt idx="804">
                  <c:v>16.636793401914499</c:v>
                </c:pt>
                <c:pt idx="805">
                  <c:v>16.636793401914499</c:v>
                </c:pt>
                <c:pt idx="806">
                  <c:v>16.636793401914499</c:v>
                </c:pt>
                <c:pt idx="807">
                  <c:v>16.636793401914499</c:v>
                </c:pt>
                <c:pt idx="808">
                  <c:v>16.636793401914499</c:v>
                </c:pt>
                <c:pt idx="809">
                  <c:v>16.636793401914499</c:v>
                </c:pt>
                <c:pt idx="810">
                  <c:v>16.636793401914499</c:v>
                </c:pt>
                <c:pt idx="811">
                  <c:v>16.636793401914499</c:v>
                </c:pt>
                <c:pt idx="812">
                  <c:v>16.636793401914499</c:v>
                </c:pt>
                <c:pt idx="813">
                  <c:v>16.636793401914499</c:v>
                </c:pt>
                <c:pt idx="814">
                  <c:v>16.636793401914499</c:v>
                </c:pt>
                <c:pt idx="815">
                  <c:v>16.636793401914499</c:v>
                </c:pt>
                <c:pt idx="816">
                  <c:v>16.636793401914499</c:v>
                </c:pt>
                <c:pt idx="817">
                  <c:v>16.636793401914499</c:v>
                </c:pt>
                <c:pt idx="818">
                  <c:v>16.636793401914499</c:v>
                </c:pt>
                <c:pt idx="819">
                  <c:v>16.636793401914499</c:v>
                </c:pt>
                <c:pt idx="820">
                  <c:v>16.636793401914499</c:v>
                </c:pt>
                <c:pt idx="821">
                  <c:v>16.636793401914499</c:v>
                </c:pt>
                <c:pt idx="822">
                  <c:v>16.636793401914499</c:v>
                </c:pt>
                <c:pt idx="823">
                  <c:v>16.636793401914499</c:v>
                </c:pt>
                <c:pt idx="824">
                  <c:v>16.636793401914499</c:v>
                </c:pt>
                <c:pt idx="825">
                  <c:v>16.636793401914499</c:v>
                </c:pt>
                <c:pt idx="826">
                  <c:v>16.636793401914499</c:v>
                </c:pt>
                <c:pt idx="827">
                  <c:v>16.636793401914499</c:v>
                </c:pt>
                <c:pt idx="828">
                  <c:v>16.636793401914499</c:v>
                </c:pt>
                <c:pt idx="829">
                  <c:v>16.636793401914499</c:v>
                </c:pt>
                <c:pt idx="830">
                  <c:v>16.636793401914499</c:v>
                </c:pt>
                <c:pt idx="831">
                  <c:v>16.636793401914499</c:v>
                </c:pt>
                <c:pt idx="832">
                  <c:v>16.636793401914499</c:v>
                </c:pt>
                <c:pt idx="833">
                  <c:v>16.636793401914499</c:v>
                </c:pt>
                <c:pt idx="834">
                  <c:v>16.636793401914499</c:v>
                </c:pt>
                <c:pt idx="835">
                  <c:v>16.636793401914499</c:v>
                </c:pt>
                <c:pt idx="836">
                  <c:v>16.636793401914499</c:v>
                </c:pt>
                <c:pt idx="837">
                  <c:v>16.636793401914499</c:v>
                </c:pt>
                <c:pt idx="838">
                  <c:v>16.636793401914499</c:v>
                </c:pt>
                <c:pt idx="839">
                  <c:v>16.636793401914499</c:v>
                </c:pt>
                <c:pt idx="840">
                  <c:v>16.636793401914499</c:v>
                </c:pt>
                <c:pt idx="841">
                  <c:v>16.636793401914499</c:v>
                </c:pt>
                <c:pt idx="842">
                  <c:v>16.636793401914499</c:v>
                </c:pt>
                <c:pt idx="843">
                  <c:v>16.636793401914499</c:v>
                </c:pt>
                <c:pt idx="844">
                  <c:v>16.636793401914499</c:v>
                </c:pt>
                <c:pt idx="845">
                  <c:v>16.636793401914499</c:v>
                </c:pt>
                <c:pt idx="846">
                  <c:v>16.636793401914499</c:v>
                </c:pt>
                <c:pt idx="847">
                  <c:v>16.636793401914499</c:v>
                </c:pt>
                <c:pt idx="848">
                  <c:v>16.636793401914499</c:v>
                </c:pt>
                <c:pt idx="849">
                  <c:v>16.636793401914499</c:v>
                </c:pt>
                <c:pt idx="850">
                  <c:v>16.636793401914499</c:v>
                </c:pt>
                <c:pt idx="851">
                  <c:v>16.636793401914499</c:v>
                </c:pt>
                <c:pt idx="852">
                  <c:v>16.636793401914499</c:v>
                </c:pt>
                <c:pt idx="853">
                  <c:v>16.636793401914499</c:v>
                </c:pt>
                <c:pt idx="854">
                  <c:v>16.636793401914499</c:v>
                </c:pt>
                <c:pt idx="855">
                  <c:v>16.636793401914499</c:v>
                </c:pt>
                <c:pt idx="856">
                  <c:v>16.636793401914499</c:v>
                </c:pt>
                <c:pt idx="857">
                  <c:v>16.636793401914499</c:v>
                </c:pt>
                <c:pt idx="858">
                  <c:v>16.636793401914499</c:v>
                </c:pt>
                <c:pt idx="859">
                  <c:v>16.636793401914499</c:v>
                </c:pt>
                <c:pt idx="860">
                  <c:v>16.636793401914499</c:v>
                </c:pt>
                <c:pt idx="861">
                  <c:v>16.636793401914499</c:v>
                </c:pt>
                <c:pt idx="862">
                  <c:v>16.636793401914499</c:v>
                </c:pt>
                <c:pt idx="863">
                  <c:v>16.636793401914499</c:v>
                </c:pt>
                <c:pt idx="864">
                  <c:v>16.636793401914499</c:v>
                </c:pt>
                <c:pt idx="865">
                  <c:v>16.636793401914499</c:v>
                </c:pt>
                <c:pt idx="866">
                  <c:v>16.636793401914499</c:v>
                </c:pt>
                <c:pt idx="867">
                  <c:v>16.636793401914499</c:v>
                </c:pt>
                <c:pt idx="868">
                  <c:v>16.636793401914499</c:v>
                </c:pt>
                <c:pt idx="869">
                  <c:v>16.636793401914499</c:v>
                </c:pt>
                <c:pt idx="870">
                  <c:v>16.636793401914499</c:v>
                </c:pt>
                <c:pt idx="871">
                  <c:v>16.636793401914499</c:v>
                </c:pt>
                <c:pt idx="872">
                  <c:v>16.636793401914499</c:v>
                </c:pt>
                <c:pt idx="873">
                  <c:v>16.636793401914499</c:v>
                </c:pt>
                <c:pt idx="874">
                  <c:v>16.636793401914499</c:v>
                </c:pt>
                <c:pt idx="875">
                  <c:v>16.636793401914499</c:v>
                </c:pt>
                <c:pt idx="876">
                  <c:v>16.636793401914499</c:v>
                </c:pt>
                <c:pt idx="877">
                  <c:v>16.636793401914499</c:v>
                </c:pt>
                <c:pt idx="878">
                  <c:v>16.636793401914499</c:v>
                </c:pt>
                <c:pt idx="879">
                  <c:v>16.636793401914499</c:v>
                </c:pt>
                <c:pt idx="880">
                  <c:v>16.636793401914499</c:v>
                </c:pt>
                <c:pt idx="881">
                  <c:v>16.636793401914499</c:v>
                </c:pt>
                <c:pt idx="882">
                  <c:v>16.636793401914499</c:v>
                </c:pt>
                <c:pt idx="883">
                  <c:v>16.636793401914499</c:v>
                </c:pt>
                <c:pt idx="884">
                  <c:v>16.636793401914499</c:v>
                </c:pt>
                <c:pt idx="885">
                  <c:v>16.636793401914499</c:v>
                </c:pt>
                <c:pt idx="886">
                  <c:v>16.636793401914499</c:v>
                </c:pt>
                <c:pt idx="887">
                  <c:v>16.636793401914499</c:v>
                </c:pt>
                <c:pt idx="888">
                  <c:v>16.636793401914499</c:v>
                </c:pt>
                <c:pt idx="889">
                  <c:v>16.636793401914499</c:v>
                </c:pt>
                <c:pt idx="890">
                  <c:v>16.636793401914499</c:v>
                </c:pt>
                <c:pt idx="891">
                  <c:v>16.636793401914499</c:v>
                </c:pt>
                <c:pt idx="892">
                  <c:v>16.636793401914499</c:v>
                </c:pt>
                <c:pt idx="893">
                  <c:v>16.636793401914499</c:v>
                </c:pt>
                <c:pt idx="894">
                  <c:v>16.636793401914499</c:v>
                </c:pt>
                <c:pt idx="895">
                  <c:v>16.636793401914499</c:v>
                </c:pt>
                <c:pt idx="896">
                  <c:v>16.636793401914499</c:v>
                </c:pt>
                <c:pt idx="897">
                  <c:v>16.636793401914499</c:v>
                </c:pt>
                <c:pt idx="898">
                  <c:v>16.636793401914499</c:v>
                </c:pt>
                <c:pt idx="899">
                  <c:v>16.636793401914499</c:v>
                </c:pt>
                <c:pt idx="900">
                  <c:v>16.636793401914499</c:v>
                </c:pt>
                <c:pt idx="901">
                  <c:v>16.636793401914499</c:v>
                </c:pt>
                <c:pt idx="902">
                  <c:v>16.636793401914499</c:v>
                </c:pt>
                <c:pt idx="903">
                  <c:v>16.636793401914499</c:v>
                </c:pt>
                <c:pt idx="904">
                  <c:v>16.636793401914499</c:v>
                </c:pt>
                <c:pt idx="905">
                  <c:v>16.636793401914499</c:v>
                </c:pt>
                <c:pt idx="906">
                  <c:v>16.636793401914499</c:v>
                </c:pt>
                <c:pt idx="907">
                  <c:v>16.636793401914499</c:v>
                </c:pt>
                <c:pt idx="908">
                  <c:v>16.636793401914499</c:v>
                </c:pt>
                <c:pt idx="909">
                  <c:v>16.636793401914499</c:v>
                </c:pt>
                <c:pt idx="910">
                  <c:v>16.636793401914499</c:v>
                </c:pt>
                <c:pt idx="911">
                  <c:v>16.636793401914499</c:v>
                </c:pt>
                <c:pt idx="912">
                  <c:v>16.636793401914499</c:v>
                </c:pt>
                <c:pt idx="913">
                  <c:v>16.636793401914499</c:v>
                </c:pt>
                <c:pt idx="914">
                  <c:v>16.636793401914499</c:v>
                </c:pt>
                <c:pt idx="915">
                  <c:v>16.636793401914499</c:v>
                </c:pt>
                <c:pt idx="916">
                  <c:v>16.636793401914499</c:v>
                </c:pt>
                <c:pt idx="917">
                  <c:v>16.636793401914499</c:v>
                </c:pt>
                <c:pt idx="918">
                  <c:v>16.636793401914499</c:v>
                </c:pt>
                <c:pt idx="919">
                  <c:v>16.636793401914499</c:v>
                </c:pt>
                <c:pt idx="920">
                  <c:v>16.636793401914499</c:v>
                </c:pt>
                <c:pt idx="921">
                  <c:v>16.636793401914499</c:v>
                </c:pt>
                <c:pt idx="922">
                  <c:v>16.636793401914499</c:v>
                </c:pt>
                <c:pt idx="923">
                  <c:v>16.636793401914499</c:v>
                </c:pt>
                <c:pt idx="924">
                  <c:v>16.636793401914499</c:v>
                </c:pt>
                <c:pt idx="925">
                  <c:v>16.636793401914499</c:v>
                </c:pt>
                <c:pt idx="926">
                  <c:v>16.636793401914499</c:v>
                </c:pt>
                <c:pt idx="927">
                  <c:v>16.636793401914499</c:v>
                </c:pt>
                <c:pt idx="928">
                  <c:v>16.636793401914499</c:v>
                </c:pt>
                <c:pt idx="929">
                  <c:v>16.636793401914499</c:v>
                </c:pt>
                <c:pt idx="930">
                  <c:v>16.636793401914499</c:v>
                </c:pt>
                <c:pt idx="931">
                  <c:v>16.636793401914499</c:v>
                </c:pt>
                <c:pt idx="932">
                  <c:v>16.636793401914499</c:v>
                </c:pt>
                <c:pt idx="933">
                  <c:v>16.636793401914499</c:v>
                </c:pt>
                <c:pt idx="934">
                  <c:v>16.636793401914499</c:v>
                </c:pt>
                <c:pt idx="935">
                  <c:v>16.636793401914499</c:v>
                </c:pt>
                <c:pt idx="936">
                  <c:v>16.636793401914499</c:v>
                </c:pt>
                <c:pt idx="937">
                  <c:v>16.636793401914499</c:v>
                </c:pt>
                <c:pt idx="938">
                  <c:v>16.636793401914499</c:v>
                </c:pt>
                <c:pt idx="939">
                  <c:v>16.636793401914499</c:v>
                </c:pt>
                <c:pt idx="940">
                  <c:v>16.636793401914499</c:v>
                </c:pt>
                <c:pt idx="941">
                  <c:v>16.636793401914499</c:v>
                </c:pt>
                <c:pt idx="942">
                  <c:v>16.636793401914499</c:v>
                </c:pt>
                <c:pt idx="943">
                  <c:v>16.636793401914499</c:v>
                </c:pt>
                <c:pt idx="944">
                  <c:v>16.636793401914499</c:v>
                </c:pt>
                <c:pt idx="945">
                  <c:v>16.636793401914499</c:v>
                </c:pt>
                <c:pt idx="946">
                  <c:v>16.636793401914499</c:v>
                </c:pt>
                <c:pt idx="947">
                  <c:v>16.636793401914499</c:v>
                </c:pt>
                <c:pt idx="948">
                  <c:v>16.636793401914499</c:v>
                </c:pt>
                <c:pt idx="949">
                  <c:v>16.636793401914499</c:v>
                </c:pt>
                <c:pt idx="950">
                  <c:v>16.636793401914499</c:v>
                </c:pt>
                <c:pt idx="951">
                  <c:v>16.636793401914499</c:v>
                </c:pt>
                <c:pt idx="952">
                  <c:v>16.636793401914499</c:v>
                </c:pt>
                <c:pt idx="953">
                  <c:v>16.636793401914499</c:v>
                </c:pt>
                <c:pt idx="954">
                  <c:v>16.636793401914499</c:v>
                </c:pt>
                <c:pt idx="955">
                  <c:v>16.636793401914499</c:v>
                </c:pt>
                <c:pt idx="956">
                  <c:v>16.636793401914499</c:v>
                </c:pt>
                <c:pt idx="957">
                  <c:v>16.636793401914499</c:v>
                </c:pt>
                <c:pt idx="958">
                  <c:v>16.636793401914499</c:v>
                </c:pt>
                <c:pt idx="959">
                  <c:v>16.636793401914499</c:v>
                </c:pt>
                <c:pt idx="960">
                  <c:v>16.636793401914499</c:v>
                </c:pt>
                <c:pt idx="961">
                  <c:v>16.636793401914499</c:v>
                </c:pt>
                <c:pt idx="962">
                  <c:v>16.636793401914499</c:v>
                </c:pt>
                <c:pt idx="963">
                  <c:v>16.636793401914499</c:v>
                </c:pt>
                <c:pt idx="964">
                  <c:v>16.636793401914499</c:v>
                </c:pt>
                <c:pt idx="965">
                  <c:v>16.636793401914499</c:v>
                </c:pt>
                <c:pt idx="966">
                  <c:v>16.636793401914499</c:v>
                </c:pt>
                <c:pt idx="967">
                  <c:v>16.636793401914499</c:v>
                </c:pt>
                <c:pt idx="968">
                  <c:v>16.636793401914499</c:v>
                </c:pt>
                <c:pt idx="969">
                  <c:v>16.636793401914499</c:v>
                </c:pt>
                <c:pt idx="970">
                  <c:v>16.636793401914499</c:v>
                </c:pt>
                <c:pt idx="971">
                  <c:v>16.636793401914499</c:v>
                </c:pt>
                <c:pt idx="972">
                  <c:v>16.636793401914499</c:v>
                </c:pt>
                <c:pt idx="973">
                  <c:v>16.636793401914499</c:v>
                </c:pt>
                <c:pt idx="974">
                  <c:v>16.636793401914499</c:v>
                </c:pt>
                <c:pt idx="975">
                  <c:v>16.636793401914499</c:v>
                </c:pt>
                <c:pt idx="976">
                  <c:v>16.636793401914499</c:v>
                </c:pt>
                <c:pt idx="977">
                  <c:v>16.636793401914499</c:v>
                </c:pt>
                <c:pt idx="978">
                  <c:v>16.636793401914499</c:v>
                </c:pt>
                <c:pt idx="979">
                  <c:v>16.636793401914499</c:v>
                </c:pt>
                <c:pt idx="980">
                  <c:v>16.636793401914499</c:v>
                </c:pt>
                <c:pt idx="981">
                  <c:v>16.636793401914499</c:v>
                </c:pt>
                <c:pt idx="982">
                  <c:v>16.636793401914499</c:v>
                </c:pt>
                <c:pt idx="983">
                  <c:v>16.636793401914499</c:v>
                </c:pt>
                <c:pt idx="984">
                  <c:v>16.636793401914499</c:v>
                </c:pt>
                <c:pt idx="985">
                  <c:v>16.636793401914499</c:v>
                </c:pt>
                <c:pt idx="986">
                  <c:v>16.636793401914499</c:v>
                </c:pt>
                <c:pt idx="987">
                  <c:v>16.636793401914499</c:v>
                </c:pt>
                <c:pt idx="988">
                  <c:v>16.636793401914499</c:v>
                </c:pt>
                <c:pt idx="989">
                  <c:v>16.636793401914499</c:v>
                </c:pt>
                <c:pt idx="990">
                  <c:v>16.636793401914499</c:v>
                </c:pt>
                <c:pt idx="991">
                  <c:v>16.636793401914499</c:v>
                </c:pt>
                <c:pt idx="992">
                  <c:v>16.636793401914499</c:v>
                </c:pt>
                <c:pt idx="993">
                  <c:v>16.636793401914499</c:v>
                </c:pt>
                <c:pt idx="994">
                  <c:v>16.636793401914499</c:v>
                </c:pt>
                <c:pt idx="995">
                  <c:v>16.636793401914499</c:v>
                </c:pt>
                <c:pt idx="996">
                  <c:v>16.636793401914499</c:v>
                </c:pt>
                <c:pt idx="997">
                  <c:v>16.636793401914499</c:v>
                </c:pt>
                <c:pt idx="998">
                  <c:v>16.636793401914499</c:v>
                </c:pt>
                <c:pt idx="999">
                  <c:v>16.636793401914499</c:v>
                </c:pt>
                <c:pt idx="1000">
                  <c:v>16.636793401914499</c:v>
                </c:pt>
                <c:pt idx="1001">
                  <c:v>16.636793401914499</c:v>
                </c:pt>
                <c:pt idx="1002">
                  <c:v>16.636793401914499</c:v>
                </c:pt>
                <c:pt idx="1003">
                  <c:v>16.636793401914499</c:v>
                </c:pt>
                <c:pt idx="1004">
                  <c:v>16.636793401914499</c:v>
                </c:pt>
                <c:pt idx="1005">
                  <c:v>16.636793401914499</c:v>
                </c:pt>
                <c:pt idx="1006">
                  <c:v>16.636793401914499</c:v>
                </c:pt>
                <c:pt idx="1007">
                  <c:v>16.636793401914499</c:v>
                </c:pt>
                <c:pt idx="1008">
                  <c:v>16.636793401914499</c:v>
                </c:pt>
                <c:pt idx="1009">
                  <c:v>16.636793401914499</c:v>
                </c:pt>
                <c:pt idx="1010">
                  <c:v>16.636793401914499</c:v>
                </c:pt>
                <c:pt idx="1011">
                  <c:v>16.636793401914499</c:v>
                </c:pt>
                <c:pt idx="1012">
                  <c:v>16.636793401914499</c:v>
                </c:pt>
                <c:pt idx="1013">
                  <c:v>16.636793401914499</c:v>
                </c:pt>
                <c:pt idx="1014">
                  <c:v>16.636793401914499</c:v>
                </c:pt>
                <c:pt idx="1015">
                  <c:v>16.636793401914499</c:v>
                </c:pt>
                <c:pt idx="1016">
                  <c:v>16.636793401914499</c:v>
                </c:pt>
                <c:pt idx="1017">
                  <c:v>16.636793401914499</c:v>
                </c:pt>
                <c:pt idx="1018">
                  <c:v>16.636793401914499</c:v>
                </c:pt>
                <c:pt idx="1019">
                  <c:v>16.636793401914499</c:v>
                </c:pt>
                <c:pt idx="1020">
                  <c:v>16.636793401914499</c:v>
                </c:pt>
                <c:pt idx="1021">
                  <c:v>16.636793401914499</c:v>
                </c:pt>
                <c:pt idx="1022">
                  <c:v>16.636793401914499</c:v>
                </c:pt>
                <c:pt idx="1023">
                  <c:v>16.636793401914499</c:v>
                </c:pt>
                <c:pt idx="1024">
                  <c:v>16.636793401914499</c:v>
                </c:pt>
                <c:pt idx="1025">
                  <c:v>16.636793401914499</c:v>
                </c:pt>
                <c:pt idx="1026">
                  <c:v>16.636793401914499</c:v>
                </c:pt>
                <c:pt idx="1027">
                  <c:v>16.636793401914499</c:v>
                </c:pt>
                <c:pt idx="1028">
                  <c:v>16.636793401914499</c:v>
                </c:pt>
                <c:pt idx="1029">
                  <c:v>16.636793401914499</c:v>
                </c:pt>
                <c:pt idx="1030">
                  <c:v>16.636793401914499</c:v>
                </c:pt>
                <c:pt idx="1031">
                  <c:v>16.636793401914499</c:v>
                </c:pt>
                <c:pt idx="1032">
                  <c:v>16.636793401914499</c:v>
                </c:pt>
                <c:pt idx="1033">
                  <c:v>16.636793401914499</c:v>
                </c:pt>
                <c:pt idx="1034">
                  <c:v>16.636793401914499</c:v>
                </c:pt>
                <c:pt idx="1035">
                  <c:v>16.636793401914499</c:v>
                </c:pt>
                <c:pt idx="1036">
                  <c:v>16.636793401914499</c:v>
                </c:pt>
                <c:pt idx="1037">
                  <c:v>16.636793401914499</c:v>
                </c:pt>
                <c:pt idx="1038">
                  <c:v>16.636793401914499</c:v>
                </c:pt>
                <c:pt idx="1039">
                  <c:v>16.636793401914499</c:v>
                </c:pt>
                <c:pt idx="1040">
                  <c:v>16.636793401914499</c:v>
                </c:pt>
                <c:pt idx="1041">
                  <c:v>16.636793401914499</c:v>
                </c:pt>
                <c:pt idx="1042">
                  <c:v>16.636793401914499</c:v>
                </c:pt>
                <c:pt idx="1043">
                  <c:v>16.636793401914499</c:v>
                </c:pt>
                <c:pt idx="1044">
                  <c:v>16.636793401914499</c:v>
                </c:pt>
                <c:pt idx="1045">
                  <c:v>16.636793401914499</c:v>
                </c:pt>
                <c:pt idx="1046">
                  <c:v>16.636793401914499</c:v>
                </c:pt>
                <c:pt idx="1047">
                  <c:v>16.636793401914499</c:v>
                </c:pt>
                <c:pt idx="1048">
                  <c:v>16.636793401914499</c:v>
                </c:pt>
                <c:pt idx="1049">
                  <c:v>16.636793401914499</c:v>
                </c:pt>
                <c:pt idx="1050">
                  <c:v>16.636793401914499</c:v>
                </c:pt>
                <c:pt idx="1051">
                  <c:v>16.636793401914499</c:v>
                </c:pt>
                <c:pt idx="1052">
                  <c:v>16.636793401914499</c:v>
                </c:pt>
                <c:pt idx="1053">
                  <c:v>16.636793401914499</c:v>
                </c:pt>
                <c:pt idx="1054">
                  <c:v>16.636793401914499</c:v>
                </c:pt>
                <c:pt idx="1055">
                  <c:v>16.636793401914499</c:v>
                </c:pt>
                <c:pt idx="1056">
                  <c:v>16.636793401914499</c:v>
                </c:pt>
                <c:pt idx="1057">
                  <c:v>16.636793401914499</c:v>
                </c:pt>
                <c:pt idx="1058">
                  <c:v>16.636793401914499</c:v>
                </c:pt>
                <c:pt idx="1059">
                  <c:v>16.636793401914499</c:v>
                </c:pt>
                <c:pt idx="1060">
                  <c:v>16.636793401914499</c:v>
                </c:pt>
                <c:pt idx="1061">
                  <c:v>16.636793401914499</c:v>
                </c:pt>
                <c:pt idx="1062">
                  <c:v>16.636793401914499</c:v>
                </c:pt>
                <c:pt idx="1063">
                  <c:v>16.636793401914499</c:v>
                </c:pt>
                <c:pt idx="1064">
                  <c:v>16.636793401914499</c:v>
                </c:pt>
                <c:pt idx="1065">
                  <c:v>16.636793401914499</c:v>
                </c:pt>
                <c:pt idx="1066">
                  <c:v>16.636793401914499</c:v>
                </c:pt>
                <c:pt idx="1067">
                  <c:v>16.636793401914499</c:v>
                </c:pt>
                <c:pt idx="1068">
                  <c:v>16.636793401914499</c:v>
                </c:pt>
                <c:pt idx="1069">
                  <c:v>16.636793401914499</c:v>
                </c:pt>
                <c:pt idx="1070">
                  <c:v>16.636793401914499</c:v>
                </c:pt>
                <c:pt idx="1071">
                  <c:v>16.636793401914499</c:v>
                </c:pt>
                <c:pt idx="1072">
                  <c:v>16.636793401914499</c:v>
                </c:pt>
                <c:pt idx="1073">
                  <c:v>16.636793401914499</c:v>
                </c:pt>
                <c:pt idx="1074">
                  <c:v>16.636793401914499</c:v>
                </c:pt>
                <c:pt idx="1075">
                  <c:v>16.636793401914499</c:v>
                </c:pt>
                <c:pt idx="1076">
                  <c:v>16.636793401914499</c:v>
                </c:pt>
                <c:pt idx="1077">
                  <c:v>16.636793401914499</c:v>
                </c:pt>
                <c:pt idx="1078">
                  <c:v>16.636793401914499</c:v>
                </c:pt>
                <c:pt idx="1079">
                  <c:v>16.636793401914499</c:v>
                </c:pt>
                <c:pt idx="1080">
                  <c:v>16.636793401914499</c:v>
                </c:pt>
                <c:pt idx="1081">
                  <c:v>16.636793401914499</c:v>
                </c:pt>
                <c:pt idx="1082">
                  <c:v>16.636793401914499</c:v>
                </c:pt>
                <c:pt idx="1083">
                  <c:v>16.636793401914499</c:v>
                </c:pt>
                <c:pt idx="1084">
                  <c:v>16.636793401914499</c:v>
                </c:pt>
                <c:pt idx="1085">
                  <c:v>16.636793401914499</c:v>
                </c:pt>
                <c:pt idx="1086">
                  <c:v>16.636793401914499</c:v>
                </c:pt>
                <c:pt idx="1087">
                  <c:v>16.636793401914499</c:v>
                </c:pt>
                <c:pt idx="1088">
                  <c:v>16.636793401914499</c:v>
                </c:pt>
                <c:pt idx="1089">
                  <c:v>16.636793401914499</c:v>
                </c:pt>
                <c:pt idx="1090">
                  <c:v>16.636793401914499</c:v>
                </c:pt>
                <c:pt idx="1091">
                  <c:v>16.636793401914499</c:v>
                </c:pt>
                <c:pt idx="1092">
                  <c:v>16.636793401914499</c:v>
                </c:pt>
                <c:pt idx="1093">
                  <c:v>16.636793401914499</c:v>
                </c:pt>
                <c:pt idx="1094">
                  <c:v>16.636793401914499</c:v>
                </c:pt>
                <c:pt idx="1095">
                  <c:v>16.636793401914499</c:v>
                </c:pt>
                <c:pt idx="1096">
                  <c:v>16.636793401914499</c:v>
                </c:pt>
                <c:pt idx="1097">
                  <c:v>16.636793401914499</c:v>
                </c:pt>
                <c:pt idx="1098">
                  <c:v>16.636793401914499</c:v>
                </c:pt>
                <c:pt idx="1099">
                  <c:v>16.636793401914499</c:v>
                </c:pt>
                <c:pt idx="1100">
                  <c:v>16.636793401914499</c:v>
                </c:pt>
                <c:pt idx="1101">
                  <c:v>16.636793401914499</c:v>
                </c:pt>
                <c:pt idx="1102">
                  <c:v>16.636793401914499</c:v>
                </c:pt>
                <c:pt idx="1103">
                  <c:v>16.636793401914499</c:v>
                </c:pt>
                <c:pt idx="1104">
                  <c:v>16.636793401914499</c:v>
                </c:pt>
                <c:pt idx="1105">
                  <c:v>16.636793401914499</c:v>
                </c:pt>
                <c:pt idx="1106">
                  <c:v>16.636793401914499</c:v>
                </c:pt>
                <c:pt idx="1107">
                  <c:v>16.636793401914499</c:v>
                </c:pt>
                <c:pt idx="1108">
                  <c:v>16.636793401914499</c:v>
                </c:pt>
                <c:pt idx="1109">
                  <c:v>16.636793401914499</c:v>
                </c:pt>
                <c:pt idx="1110">
                  <c:v>16.636793401914499</c:v>
                </c:pt>
                <c:pt idx="1111">
                  <c:v>16.636793401914499</c:v>
                </c:pt>
                <c:pt idx="1112">
                  <c:v>16.636793401914499</c:v>
                </c:pt>
                <c:pt idx="1113">
                  <c:v>16.636793401914499</c:v>
                </c:pt>
                <c:pt idx="1114">
                  <c:v>16.636793401914499</c:v>
                </c:pt>
                <c:pt idx="1115">
                  <c:v>16.636793401914499</c:v>
                </c:pt>
                <c:pt idx="1116">
                  <c:v>16.636793401914499</c:v>
                </c:pt>
                <c:pt idx="1117">
                  <c:v>16.636793401914499</c:v>
                </c:pt>
                <c:pt idx="1118">
                  <c:v>16.636793401914499</c:v>
                </c:pt>
                <c:pt idx="1119">
                  <c:v>16.636793401914499</c:v>
                </c:pt>
                <c:pt idx="1120">
                  <c:v>16.636793401914499</c:v>
                </c:pt>
                <c:pt idx="1121">
                  <c:v>16.636793401914499</c:v>
                </c:pt>
                <c:pt idx="1122">
                  <c:v>16.636793401914499</c:v>
                </c:pt>
                <c:pt idx="1123">
                  <c:v>16.636793401914499</c:v>
                </c:pt>
                <c:pt idx="1124">
                  <c:v>16.636793401914499</c:v>
                </c:pt>
                <c:pt idx="1125">
                  <c:v>16.636793401914499</c:v>
                </c:pt>
                <c:pt idx="1126">
                  <c:v>16.636793401914499</c:v>
                </c:pt>
                <c:pt idx="1127">
                  <c:v>16.636793401914499</c:v>
                </c:pt>
                <c:pt idx="1128">
                  <c:v>16.636793401914499</c:v>
                </c:pt>
                <c:pt idx="1129">
                  <c:v>16.636793401914499</c:v>
                </c:pt>
                <c:pt idx="1130">
                  <c:v>16.636793401914499</c:v>
                </c:pt>
                <c:pt idx="1131">
                  <c:v>16.636793401914499</c:v>
                </c:pt>
                <c:pt idx="1132">
                  <c:v>16.636793401914499</c:v>
                </c:pt>
                <c:pt idx="1133">
                  <c:v>16.636793401914499</c:v>
                </c:pt>
                <c:pt idx="1134">
                  <c:v>16.636793401914499</c:v>
                </c:pt>
                <c:pt idx="1135">
                  <c:v>16.636793401914499</c:v>
                </c:pt>
                <c:pt idx="1136">
                  <c:v>16.636793401914499</c:v>
                </c:pt>
                <c:pt idx="1137">
                  <c:v>16.636793401914499</c:v>
                </c:pt>
                <c:pt idx="1138">
                  <c:v>16.636793401914499</c:v>
                </c:pt>
                <c:pt idx="1139">
                  <c:v>16.636793401914499</c:v>
                </c:pt>
                <c:pt idx="1140">
                  <c:v>16.636793401914499</c:v>
                </c:pt>
                <c:pt idx="1141">
                  <c:v>16.636793401914499</c:v>
                </c:pt>
                <c:pt idx="1142">
                  <c:v>16.636793401914499</c:v>
                </c:pt>
                <c:pt idx="1143">
                  <c:v>16.636793401914499</c:v>
                </c:pt>
                <c:pt idx="1144">
                  <c:v>16.636793401914499</c:v>
                </c:pt>
                <c:pt idx="1145">
                  <c:v>16.636793401914499</c:v>
                </c:pt>
                <c:pt idx="1146">
                  <c:v>16.636793401914499</c:v>
                </c:pt>
                <c:pt idx="1147">
                  <c:v>16.636793401914499</c:v>
                </c:pt>
                <c:pt idx="1148">
                  <c:v>16.636793401914499</c:v>
                </c:pt>
                <c:pt idx="1149">
                  <c:v>16.636793401914499</c:v>
                </c:pt>
                <c:pt idx="1150">
                  <c:v>16.636793401914499</c:v>
                </c:pt>
                <c:pt idx="1151">
                  <c:v>16.636793401914499</c:v>
                </c:pt>
                <c:pt idx="1152">
                  <c:v>16.636793401914499</c:v>
                </c:pt>
                <c:pt idx="1153">
                  <c:v>16.636793401914499</c:v>
                </c:pt>
                <c:pt idx="1154">
                  <c:v>16.636793401914499</c:v>
                </c:pt>
                <c:pt idx="1155">
                  <c:v>16.636793401914499</c:v>
                </c:pt>
                <c:pt idx="1156">
                  <c:v>16.636793401914499</c:v>
                </c:pt>
                <c:pt idx="1157">
                  <c:v>16.636793401914499</c:v>
                </c:pt>
                <c:pt idx="1158">
                  <c:v>16.636793401914499</c:v>
                </c:pt>
                <c:pt idx="1159">
                  <c:v>16.636793401914499</c:v>
                </c:pt>
                <c:pt idx="1160">
                  <c:v>16.636793401914499</c:v>
                </c:pt>
                <c:pt idx="1161">
                  <c:v>16.636793401914499</c:v>
                </c:pt>
                <c:pt idx="1162">
                  <c:v>16.636793401914499</c:v>
                </c:pt>
                <c:pt idx="1163">
                  <c:v>16.636793401914499</c:v>
                </c:pt>
                <c:pt idx="1164">
                  <c:v>16.636793401914499</c:v>
                </c:pt>
                <c:pt idx="1165">
                  <c:v>16.636793401914499</c:v>
                </c:pt>
                <c:pt idx="1166">
                  <c:v>16.636793401914499</c:v>
                </c:pt>
                <c:pt idx="1167">
                  <c:v>16.636793401914499</c:v>
                </c:pt>
                <c:pt idx="1168">
                  <c:v>16.636793401914499</c:v>
                </c:pt>
                <c:pt idx="1169">
                  <c:v>16.636793401914499</c:v>
                </c:pt>
                <c:pt idx="1170">
                  <c:v>16.636793401914499</c:v>
                </c:pt>
                <c:pt idx="1171">
                  <c:v>16.636793401914499</c:v>
                </c:pt>
                <c:pt idx="1172">
                  <c:v>16.636793401914499</c:v>
                </c:pt>
                <c:pt idx="1173">
                  <c:v>16.636793401914499</c:v>
                </c:pt>
                <c:pt idx="1174">
                  <c:v>16.636793401914499</c:v>
                </c:pt>
                <c:pt idx="1175">
                  <c:v>16.636793401914499</c:v>
                </c:pt>
                <c:pt idx="1176">
                  <c:v>16.636793401914499</c:v>
                </c:pt>
                <c:pt idx="1177">
                  <c:v>16.636793401914499</c:v>
                </c:pt>
                <c:pt idx="1178">
                  <c:v>16.636793401914499</c:v>
                </c:pt>
                <c:pt idx="1179">
                  <c:v>16.636793401914499</c:v>
                </c:pt>
                <c:pt idx="1180">
                  <c:v>16.636793401914499</c:v>
                </c:pt>
                <c:pt idx="1181">
                  <c:v>16.636793401914499</c:v>
                </c:pt>
                <c:pt idx="1182">
                  <c:v>16.636793401914499</c:v>
                </c:pt>
                <c:pt idx="1183">
                  <c:v>16.636793401914499</c:v>
                </c:pt>
                <c:pt idx="1184">
                  <c:v>16.636793401914499</c:v>
                </c:pt>
                <c:pt idx="1185">
                  <c:v>16.636793401914499</c:v>
                </c:pt>
                <c:pt idx="1186">
                  <c:v>16.636793401914499</c:v>
                </c:pt>
                <c:pt idx="1187">
                  <c:v>16.636793401914499</c:v>
                </c:pt>
                <c:pt idx="1188">
                  <c:v>16.636793401914499</c:v>
                </c:pt>
                <c:pt idx="1189">
                  <c:v>16.636793401914499</c:v>
                </c:pt>
                <c:pt idx="1190">
                  <c:v>16.636793401914499</c:v>
                </c:pt>
                <c:pt idx="1191">
                  <c:v>16.636793401914499</c:v>
                </c:pt>
                <c:pt idx="1192">
                  <c:v>16.636793401914499</c:v>
                </c:pt>
                <c:pt idx="1193">
                  <c:v>16.636793401914499</c:v>
                </c:pt>
                <c:pt idx="1194">
                  <c:v>16.636793401914499</c:v>
                </c:pt>
                <c:pt idx="1195">
                  <c:v>16.636793401914499</c:v>
                </c:pt>
                <c:pt idx="1196">
                  <c:v>16.636793401914499</c:v>
                </c:pt>
                <c:pt idx="1197">
                  <c:v>16.636793401914499</c:v>
                </c:pt>
                <c:pt idx="1198">
                  <c:v>16.636793401914499</c:v>
                </c:pt>
                <c:pt idx="1199">
                  <c:v>16.636793401914499</c:v>
                </c:pt>
                <c:pt idx="1200">
                  <c:v>16.636793401914499</c:v>
                </c:pt>
                <c:pt idx="1201">
                  <c:v>16.636793401914499</c:v>
                </c:pt>
                <c:pt idx="1202">
                  <c:v>16.636793401914499</c:v>
                </c:pt>
                <c:pt idx="1203">
                  <c:v>16.636793401914499</c:v>
                </c:pt>
                <c:pt idx="1204">
                  <c:v>16.636793401914499</c:v>
                </c:pt>
                <c:pt idx="1205">
                  <c:v>16.636793401914499</c:v>
                </c:pt>
                <c:pt idx="1206">
                  <c:v>16.636793401914499</c:v>
                </c:pt>
                <c:pt idx="1207">
                  <c:v>16.636793401914499</c:v>
                </c:pt>
                <c:pt idx="1208">
                  <c:v>16.636793401914499</c:v>
                </c:pt>
                <c:pt idx="1209">
                  <c:v>16.636793401914499</c:v>
                </c:pt>
                <c:pt idx="1210">
                  <c:v>16.636793401914499</c:v>
                </c:pt>
                <c:pt idx="1211">
                  <c:v>16.636793401914499</c:v>
                </c:pt>
                <c:pt idx="1212">
                  <c:v>16.636793401914499</c:v>
                </c:pt>
                <c:pt idx="1213">
                  <c:v>16.636793401914499</c:v>
                </c:pt>
                <c:pt idx="1214">
                  <c:v>16.636793401914499</c:v>
                </c:pt>
                <c:pt idx="1215">
                  <c:v>16.636793401914499</c:v>
                </c:pt>
                <c:pt idx="1216">
                  <c:v>16.636793401914499</c:v>
                </c:pt>
                <c:pt idx="1217">
                  <c:v>16.636793401914499</c:v>
                </c:pt>
                <c:pt idx="1218">
                  <c:v>16.636793401914499</c:v>
                </c:pt>
                <c:pt idx="1219">
                  <c:v>16.636793401914499</c:v>
                </c:pt>
                <c:pt idx="1220">
                  <c:v>16.636793401914499</c:v>
                </c:pt>
                <c:pt idx="1221">
                  <c:v>16.636793401914499</c:v>
                </c:pt>
                <c:pt idx="1222">
                  <c:v>16.636793401914499</c:v>
                </c:pt>
                <c:pt idx="1223">
                  <c:v>16.636793401914499</c:v>
                </c:pt>
                <c:pt idx="1224">
                  <c:v>16.636793401914499</c:v>
                </c:pt>
                <c:pt idx="1225">
                  <c:v>16.636793401914499</c:v>
                </c:pt>
                <c:pt idx="1226">
                  <c:v>16.636793401914499</c:v>
                </c:pt>
                <c:pt idx="1227">
                  <c:v>16.636793401914499</c:v>
                </c:pt>
                <c:pt idx="1228">
                  <c:v>16.636793401914499</c:v>
                </c:pt>
                <c:pt idx="1229">
                  <c:v>16.636793401914499</c:v>
                </c:pt>
                <c:pt idx="1230">
                  <c:v>16.636793401914499</c:v>
                </c:pt>
                <c:pt idx="1231">
                  <c:v>16.636793401914499</c:v>
                </c:pt>
                <c:pt idx="1232">
                  <c:v>16.636793401914499</c:v>
                </c:pt>
                <c:pt idx="1233">
                  <c:v>16.636793401914499</c:v>
                </c:pt>
                <c:pt idx="1234">
                  <c:v>16.636793401914499</c:v>
                </c:pt>
                <c:pt idx="1235">
                  <c:v>16.636793401914499</c:v>
                </c:pt>
                <c:pt idx="1236">
                  <c:v>16.636793401914499</c:v>
                </c:pt>
                <c:pt idx="1237">
                  <c:v>16.636793401914499</c:v>
                </c:pt>
                <c:pt idx="1238">
                  <c:v>16.636793401914499</c:v>
                </c:pt>
                <c:pt idx="1239">
                  <c:v>16.636793401914499</c:v>
                </c:pt>
                <c:pt idx="1240">
                  <c:v>16.636793401914499</c:v>
                </c:pt>
                <c:pt idx="1241">
                  <c:v>16.636793401914499</c:v>
                </c:pt>
                <c:pt idx="1242">
                  <c:v>16.636793401914499</c:v>
                </c:pt>
                <c:pt idx="1243">
                  <c:v>16.636793401914499</c:v>
                </c:pt>
                <c:pt idx="1244">
                  <c:v>16.636793401914499</c:v>
                </c:pt>
                <c:pt idx="1245">
                  <c:v>16.636793401914499</c:v>
                </c:pt>
                <c:pt idx="1246">
                  <c:v>16.636793401914499</c:v>
                </c:pt>
                <c:pt idx="1247">
                  <c:v>16.636793401914499</c:v>
                </c:pt>
                <c:pt idx="1248">
                  <c:v>16.636793401914499</c:v>
                </c:pt>
                <c:pt idx="1249">
                  <c:v>16.636793401914499</c:v>
                </c:pt>
                <c:pt idx="1250">
                  <c:v>16.636793401914499</c:v>
                </c:pt>
                <c:pt idx="1251">
                  <c:v>16.636793401914499</c:v>
                </c:pt>
                <c:pt idx="1252">
                  <c:v>16.636793401914499</c:v>
                </c:pt>
                <c:pt idx="1253">
                  <c:v>16.636793401914499</c:v>
                </c:pt>
                <c:pt idx="1254">
                  <c:v>16.636793401914499</c:v>
                </c:pt>
                <c:pt idx="1255">
                  <c:v>16.636793401914499</c:v>
                </c:pt>
                <c:pt idx="1256">
                  <c:v>16.636793401914499</c:v>
                </c:pt>
                <c:pt idx="1257">
                  <c:v>16.636793401914499</c:v>
                </c:pt>
                <c:pt idx="1258">
                  <c:v>16.636793401914499</c:v>
                </c:pt>
                <c:pt idx="1259">
                  <c:v>16.636793401914499</c:v>
                </c:pt>
                <c:pt idx="1260">
                  <c:v>16.636793401914499</c:v>
                </c:pt>
                <c:pt idx="1261">
                  <c:v>16.636793401914499</c:v>
                </c:pt>
                <c:pt idx="1262">
                  <c:v>16.636793401914499</c:v>
                </c:pt>
                <c:pt idx="1263">
                  <c:v>16.636793401914499</c:v>
                </c:pt>
                <c:pt idx="1264">
                  <c:v>16.636793401914499</c:v>
                </c:pt>
                <c:pt idx="1265">
                  <c:v>16.636793401914499</c:v>
                </c:pt>
                <c:pt idx="1266">
                  <c:v>16.636793401914499</c:v>
                </c:pt>
                <c:pt idx="1267">
                  <c:v>16.636793401914499</c:v>
                </c:pt>
                <c:pt idx="1268">
                  <c:v>16.636793401914499</c:v>
                </c:pt>
                <c:pt idx="1269">
                  <c:v>16.636793401914499</c:v>
                </c:pt>
                <c:pt idx="1270">
                  <c:v>16.636793401914499</c:v>
                </c:pt>
                <c:pt idx="1271">
                  <c:v>16.636793401914499</c:v>
                </c:pt>
                <c:pt idx="1272">
                  <c:v>16.636793401914499</c:v>
                </c:pt>
                <c:pt idx="1273">
                  <c:v>16.636793401914499</c:v>
                </c:pt>
                <c:pt idx="1274">
                  <c:v>16.636793401914499</c:v>
                </c:pt>
                <c:pt idx="1275">
                  <c:v>16.636793401914499</c:v>
                </c:pt>
                <c:pt idx="1276">
                  <c:v>16.636793401914499</c:v>
                </c:pt>
                <c:pt idx="1277">
                  <c:v>16.636793401914499</c:v>
                </c:pt>
                <c:pt idx="1278">
                  <c:v>16.636793401914499</c:v>
                </c:pt>
                <c:pt idx="1279">
                  <c:v>16.636793401914499</c:v>
                </c:pt>
                <c:pt idx="1280">
                  <c:v>16.636793401914499</c:v>
                </c:pt>
                <c:pt idx="1281">
                  <c:v>16.636793401914499</c:v>
                </c:pt>
                <c:pt idx="1282">
                  <c:v>16.636793401914499</c:v>
                </c:pt>
                <c:pt idx="1283">
                  <c:v>16.636793401914499</c:v>
                </c:pt>
                <c:pt idx="1284">
                  <c:v>16.636793401914499</c:v>
                </c:pt>
                <c:pt idx="1285">
                  <c:v>16.636793401914499</c:v>
                </c:pt>
                <c:pt idx="1286">
                  <c:v>16.636793401914499</c:v>
                </c:pt>
                <c:pt idx="1287">
                  <c:v>16.636793401914499</c:v>
                </c:pt>
                <c:pt idx="1288">
                  <c:v>16.636793401914499</c:v>
                </c:pt>
                <c:pt idx="1289">
                  <c:v>16.636793401914499</c:v>
                </c:pt>
                <c:pt idx="1290">
                  <c:v>16.636793401914499</c:v>
                </c:pt>
                <c:pt idx="1291">
                  <c:v>16.636793401914499</c:v>
                </c:pt>
                <c:pt idx="1292">
                  <c:v>16.636793401914499</c:v>
                </c:pt>
                <c:pt idx="1293">
                  <c:v>16.636793401914499</c:v>
                </c:pt>
                <c:pt idx="1294">
                  <c:v>16.636793401914499</c:v>
                </c:pt>
                <c:pt idx="1295">
                  <c:v>16.636793401914499</c:v>
                </c:pt>
                <c:pt idx="1296">
                  <c:v>16.636793401914499</c:v>
                </c:pt>
                <c:pt idx="1297">
                  <c:v>16.636793401914499</c:v>
                </c:pt>
                <c:pt idx="1298">
                  <c:v>16.636793401914499</c:v>
                </c:pt>
                <c:pt idx="1299">
                  <c:v>16.636793401914499</c:v>
                </c:pt>
                <c:pt idx="1300">
                  <c:v>16.636793401914499</c:v>
                </c:pt>
                <c:pt idx="1301">
                  <c:v>16.636793401914499</c:v>
                </c:pt>
                <c:pt idx="1302">
                  <c:v>16.636793401914499</c:v>
                </c:pt>
                <c:pt idx="1303">
                  <c:v>16.636793401914499</c:v>
                </c:pt>
                <c:pt idx="1304">
                  <c:v>16.636793401914499</c:v>
                </c:pt>
                <c:pt idx="1305">
                  <c:v>16.636793401914499</c:v>
                </c:pt>
                <c:pt idx="1306">
                  <c:v>16.636793401914499</c:v>
                </c:pt>
                <c:pt idx="1307">
                  <c:v>16.636793401914499</c:v>
                </c:pt>
                <c:pt idx="1308">
                  <c:v>16.636793401914499</c:v>
                </c:pt>
                <c:pt idx="1309">
                  <c:v>16.636793401914499</c:v>
                </c:pt>
                <c:pt idx="1310">
                  <c:v>16.636793401914499</c:v>
                </c:pt>
                <c:pt idx="1311">
                  <c:v>16.636793401914499</c:v>
                </c:pt>
                <c:pt idx="1312">
                  <c:v>16.636793401914499</c:v>
                </c:pt>
                <c:pt idx="1313">
                  <c:v>16.636793401914499</c:v>
                </c:pt>
                <c:pt idx="1314">
                  <c:v>16.636793401914499</c:v>
                </c:pt>
                <c:pt idx="1315">
                  <c:v>16.636793401914499</c:v>
                </c:pt>
                <c:pt idx="1316">
                  <c:v>16.636793401914499</c:v>
                </c:pt>
                <c:pt idx="1317">
                  <c:v>16.636793401914499</c:v>
                </c:pt>
                <c:pt idx="1318">
                  <c:v>16.636793401914499</c:v>
                </c:pt>
                <c:pt idx="1319">
                  <c:v>16.636793401914499</c:v>
                </c:pt>
                <c:pt idx="1320">
                  <c:v>16.636793401914499</c:v>
                </c:pt>
                <c:pt idx="1321">
                  <c:v>16.636793401914499</c:v>
                </c:pt>
                <c:pt idx="1322">
                  <c:v>16.636793401914499</c:v>
                </c:pt>
                <c:pt idx="1323">
                  <c:v>16.636793401914499</c:v>
                </c:pt>
                <c:pt idx="1324">
                  <c:v>16.636793401914499</c:v>
                </c:pt>
                <c:pt idx="1325">
                  <c:v>16.636793401914499</c:v>
                </c:pt>
                <c:pt idx="1326">
                  <c:v>16.636793401914499</c:v>
                </c:pt>
                <c:pt idx="1327">
                  <c:v>16.636793401914499</c:v>
                </c:pt>
                <c:pt idx="1328">
                  <c:v>16.636793401914499</c:v>
                </c:pt>
                <c:pt idx="1329">
                  <c:v>16.636793401914499</c:v>
                </c:pt>
                <c:pt idx="1330">
                  <c:v>16.636793401914499</c:v>
                </c:pt>
                <c:pt idx="1331">
                  <c:v>16.636793401914499</c:v>
                </c:pt>
                <c:pt idx="1332">
                  <c:v>16.636793401914499</c:v>
                </c:pt>
                <c:pt idx="1333">
                  <c:v>16.636793401914499</c:v>
                </c:pt>
                <c:pt idx="1334">
                  <c:v>16.636793401914499</c:v>
                </c:pt>
                <c:pt idx="1335">
                  <c:v>16.636793401914499</c:v>
                </c:pt>
                <c:pt idx="1336">
                  <c:v>16.636793401914499</c:v>
                </c:pt>
                <c:pt idx="1337">
                  <c:v>16.636793401914499</c:v>
                </c:pt>
                <c:pt idx="1338">
                  <c:v>16.636793401914499</c:v>
                </c:pt>
                <c:pt idx="1339">
                  <c:v>16.636793401914499</c:v>
                </c:pt>
                <c:pt idx="1340">
                  <c:v>16.636793401914499</c:v>
                </c:pt>
                <c:pt idx="1341">
                  <c:v>16.636793401914499</c:v>
                </c:pt>
                <c:pt idx="1342">
                  <c:v>16.636793401914499</c:v>
                </c:pt>
                <c:pt idx="1343">
                  <c:v>16.636793401914499</c:v>
                </c:pt>
                <c:pt idx="1344">
                  <c:v>16.636793401914499</c:v>
                </c:pt>
                <c:pt idx="1345">
                  <c:v>16.636793401914499</c:v>
                </c:pt>
                <c:pt idx="1346">
                  <c:v>16.636793401914499</c:v>
                </c:pt>
                <c:pt idx="1347">
                  <c:v>16.636793401914499</c:v>
                </c:pt>
                <c:pt idx="1348">
                  <c:v>16.636793401914499</c:v>
                </c:pt>
                <c:pt idx="1349">
                  <c:v>16.636793401914499</c:v>
                </c:pt>
                <c:pt idx="1350">
                  <c:v>16.636793401914499</c:v>
                </c:pt>
                <c:pt idx="1351">
                  <c:v>16.636793401914499</c:v>
                </c:pt>
                <c:pt idx="1352">
                  <c:v>16.636793401914499</c:v>
                </c:pt>
                <c:pt idx="1353">
                  <c:v>16.636793401914499</c:v>
                </c:pt>
                <c:pt idx="1354">
                  <c:v>16.636793401914499</c:v>
                </c:pt>
                <c:pt idx="1355">
                  <c:v>16.636793401914499</c:v>
                </c:pt>
                <c:pt idx="1356">
                  <c:v>16.636793401914499</c:v>
                </c:pt>
                <c:pt idx="1357">
                  <c:v>16.636793401914499</c:v>
                </c:pt>
                <c:pt idx="1358">
                  <c:v>16.636793401914499</c:v>
                </c:pt>
                <c:pt idx="1359">
                  <c:v>16.636793401914499</c:v>
                </c:pt>
                <c:pt idx="1360">
                  <c:v>16.636793401914499</c:v>
                </c:pt>
                <c:pt idx="1361">
                  <c:v>16.636793401914499</c:v>
                </c:pt>
                <c:pt idx="1362">
                  <c:v>16.636793401914499</c:v>
                </c:pt>
                <c:pt idx="1363">
                  <c:v>16.636793401914499</c:v>
                </c:pt>
                <c:pt idx="1364">
                  <c:v>16.636793401914499</c:v>
                </c:pt>
                <c:pt idx="1365">
                  <c:v>16.636793401914499</c:v>
                </c:pt>
                <c:pt idx="1366">
                  <c:v>16.636793401914499</c:v>
                </c:pt>
                <c:pt idx="1367">
                  <c:v>16.636793401914499</c:v>
                </c:pt>
                <c:pt idx="1368">
                  <c:v>16.636793401914499</c:v>
                </c:pt>
                <c:pt idx="1369">
                  <c:v>16.636793401914499</c:v>
                </c:pt>
                <c:pt idx="1370">
                  <c:v>16.636793401914499</c:v>
                </c:pt>
                <c:pt idx="1371">
                  <c:v>16.636793401914499</c:v>
                </c:pt>
                <c:pt idx="1372">
                  <c:v>16.636793401914499</c:v>
                </c:pt>
                <c:pt idx="1373">
                  <c:v>16.636793401914499</c:v>
                </c:pt>
                <c:pt idx="1374">
                  <c:v>16.636793401914499</c:v>
                </c:pt>
                <c:pt idx="1375">
                  <c:v>16.636793401914499</c:v>
                </c:pt>
                <c:pt idx="1376">
                  <c:v>16.636793401914499</c:v>
                </c:pt>
                <c:pt idx="1377">
                  <c:v>16.636793401914499</c:v>
                </c:pt>
                <c:pt idx="1378">
                  <c:v>16.636793401914499</c:v>
                </c:pt>
                <c:pt idx="1379">
                  <c:v>16.636793401914499</c:v>
                </c:pt>
                <c:pt idx="1380">
                  <c:v>16.636793401914499</c:v>
                </c:pt>
                <c:pt idx="1381">
                  <c:v>16.636793401914499</c:v>
                </c:pt>
                <c:pt idx="1382">
                  <c:v>16.636793401914499</c:v>
                </c:pt>
                <c:pt idx="1383">
                  <c:v>16.636793401914499</c:v>
                </c:pt>
                <c:pt idx="1384">
                  <c:v>16.636793401914499</c:v>
                </c:pt>
                <c:pt idx="1385">
                  <c:v>16.636793401914499</c:v>
                </c:pt>
                <c:pt idx="1386">
                  <c:v>16.636793401914499</c:v>
                </c:pt>
                <c:pt idx="1387">
                  <c:v>16.636793401914499</c:v>
                </c:pt>
                <c:pt idx="1388">
                  <c:v>16.636793401914499</c:v>
                </c:pt>
                <c:pt idx="1389">
                  <c:v>16.636793401914499</c:v>
                </c:pt>
                <c:pt idx="1390">
                  <c:v>16.636793401914499</c:v>
                </c:pt>
                <c:pt idx="1391">
                  <c:v>16.636793401914499</c:v>
                </c:pt>
                <c:pt idx="1392">
                  <c:v>16.636793401914499</c:v>
                </c:pt>
                <c:pt idx="1393">
                  <c:v>16.636793401914499</c:v>
                </c:pt>
                <c:pt idx="1394">
                  <c:v>16.636793401914499</c:v>
                </c:pt>
                <c:pt idx="1395">
                  <c:v>16.636793401914499</c:v>
                </c:pt>
                <c:pt idx="1396">
                  <c:v>16.636793401914499</c:v>
                </c:pt>
                <c:pt idx="1397">
                  <c:v>16.636793401914499</c:v>
                </c:pt>
                <c:pt idx="1398">
                  <c:v>16.636793401914499</c:v>
                </c:pt>
                <c:pt idx="1399">
                  <c:v>16.636793401914499</c:v>
                </c:pt>
                <c:pt idx="1400">
                  <c:v>16.636793401914499</c:v>
                </c:pt>
                <c:pt idx="1401">
                  <c:v>16.636793401914499</c:v>
                </c:pt>
                <c:pt idx="1402">
                  <c:v>16.636793401914499</c:v>
                </c:pt>
                <c:pt idx="1403">
                  <c:v>16.636793401914499</c:v>
                </c:pt>
                <c:pt idx="1404">
                  <c:v>16.636793401914499</c:v>
                </c:pt>
                <c:pt idx="1405">
                  <c:v>16.636793401914499</c:v>
                </c:pt>
                <c:pt idx="1406">
                  <c:v>16.636793401914499</c:v>
                </c:pt>
                <c:pt idx="1407">
                  <c:v>16.636793401914499</c:v>
                </c:pt>
                <c:pt idx="1408">
                  <c:v>16.636793401914499</c:v>
                </c:pt>
                <c:pt idx="1409">
                  <c:v>16.636793401914499</c:v>
                </c:pt>
                <c:pt idx="1410">
                  <c:v>16.636793401914499</c:v>
                </c:pt>
                <c:pt idx="1411">
                  <c:v>16.636793401914499</c:v>
                </c:pt>
                <c:pt idx="1412">
                  <c:v>16.636793401914499</c:v>
                </c:pt>
                <c:pt idx="1413">
                  <c:v>16.636793401914499</c:v>
                </c:pt>
                <c:pt idx="1414">
                  <c:v>16.636793401914499</c:v>
                </c:pt>
                <c:pt idx="1415">
                  <c:v>16.636793401914499</c:v>
                </c:pt>
                <c:pt idx="1416">
                  <c:v>16.636793401914499</c:v>
                </c:pt>
                <c:pt idx="1417">
                  <c:v>16.636793401914499</c:v>
                </c:pt>
                <c:pt idx="1418">
                  <c:v>16.636793401914499</c:v>
                </c:pt>
                <c:pt idx="1419">
                  <c:v>16.636793401914499</c:v>
                </c:pt>
                <c:pt idx="1420">
                  <c:v>16.636793401914499</c:v>
                </c:pt>
                <c:pt idx="1421">
                  <c:v>16.636793401914499</c:v>
                </c:pt>
                <c:pt idx="1422">
                  <c:v>16.636793401914499</c:v>
                </c:pt>
                <c:pt idx="1423">
                  <c:v>16.636793401914499</c:v>
                </c:pt>
                <c:pt idx="1424">
                  <c:v>16.636793401914499</c:v>
                </c:pt>
                <c:pt idx="1425">
                  <c:v>16.636793401914499</c:v>
                </c:pt>
                <c:pt idx="1426">
                  <c:v>16.636793401914499</c:v>
                </c:pt>
                <c:pt idx="1427">
                  <c:v>16.636793401914499</c:v>
                </c:pt>
                <c:pt idx="1428">
                  <c:v>16.636793401914499</c:v>
                </c:pt>
                <c:pt idx="1429">
                  <c:v>16.636793401914499</c:v>
                </c:pt>
                <c:pt idx="1430">
                  <c:v>16.636793401914499</c:v>
                </c:pt>
                <c:pt idx="1431">
                  <c:v>16.636793401914499</c:v>
                </c:pt>
                <c:pt idx="1432">
                  <c:v>16.636793401914499</c:v>
                </c:pt>
                <c:pt idx="1433">
                  <c:v>16.636793401914499</c:v>
                </c:pt>
                <c:pt idx="1434">
                  <c:v>16.636793401914499</c:v>
                </c:pt>
                <c:pt idx="1435">
                  <c:v>16.636793401914499</c:v>
                </c:pt>
                <c:pt idx="1436">
                  <c:v>16.636793401914499</c:v>
                </c:pt>
                <c:pt idx="1437">
                  <c:v>16.636793401914499</c:v>
                </c:pt>
                <c:pt idx="1438">
                  <c:v>16.636793401914499</c:v>
                </c:pt>
                <c:pt idx="1439">
                  <c:v>16.636793401914499</c:v>
                </c:pt>
                <c:pt idx="1440">
                  <c:v>16.636793401914499</c:v>
                </c:pt>
                <c:pt idx="1441">
                  <c:v>16.636793401914499</c:v>
                </c:pt>
                <c:pt idx="1442">
                  <c:v>16.636793401914499</c:v>
                </c:pt>
                <c:pt idx="1443">
                  <c:v>16.636793401914499</c:v>
                </c:pt>
                <c:pt idx="1444">
                  <c:v>16.636793401914499</c:v>
                </c:pt>
                <c:pt idx="1445">
                  <c:v>16.636793401914499</c:v>
                </c:pt>
                <c:pt idx="1446">
                  <c:v>16.636793401914499</c:v>
                </c:pt>
                <c:pt idx="1447">
                  <c:v>16.636793401914499</c:v>
                </c:pt>
                <c:pt idx="1448">
                  <c:v>16.636793401914499</c:v>
                </c:pt>
                <c:pt idx="1449">
                  <c:v>16.636793401914499</c:v>
                </c:pt>
                <c:pt idx="1450">
                  <c:v>16.636793401914499</c:v>
                </c:pt>
                <c:pt idx="1451">
                  <c:v>16.636793401914499</c:v>
                </c:pt>
                <c:pt idx="1452">
                  <c:v>16.636793401914499</c:v>
                </c:pt>
                <c:pt idx="1453">
                  <c:v>16.636793401914499</c:v>
                </c:pt>
                <c:pt idx="1454">
                  <c:v>16.636793401914499</c:v>
                </c:pt>
                <c:pt idx="1455">
                  <c:v>16.636793401914499</c:v>
                </c:pt>
                <c:pt idx="1456">
                  <c:v>16.636793401914499</c:v>
                </c:pt>
                <c:pt idx="1457">
                  <c:v>16.636793401914499</c:v>
                </c:pt>
                <c:pt idx="1458">
                  <c:v>16.636793401914499</c:v>
                </c:pt>
                <c:pt idx="1459">
                  <c:v>16.636793401914499</c:v>
                </c:pt>
                <c:pt idx="1460">
                  <c:v>16.636793401914499</c:v>
                </c:pt>
                <c:pt idx="1461">
                  <c:v>16.636793401914499</c:v>
                </c:pt>
                <c:pt idx="1462">
                  <c:v>16.636793401914499</c:v>
                </c:pt>
                <c:pt idx="1463">
                  <c:v>16.636793401914499</c:v>
                </c:pt>
                <c:pt idx="1464">
                  <c:v>16.636793401914499</c:v>
                </c:pt>
                <c:pt idx="1465">
                  <c:v>16.636793401914499</c:v>
                </c:pt>
                <c:pt idx="1466">
                  <c:v>16.636793401914499</c:v>
                </c:pt>
                <c:pt idx="1467">
                  <c:v>16.636793401914499</c:v>
                </c:pt>
                <c:pt idx="1468">
                  <c:v>16.636793401914499</c:v>
                </c:pt>
                <c:pt idx="1469">
                  <c:v>16.636793401914499</c:v>
                </c:pt>
                <c:pt idx="1470">
                  <c:v>16.636793401914499</c:v>
                </c:pt>
                <c:pt idx="1471">
                  <c:v>16.636793401914499</c:v>
                </c:pt>
                <c:pt idx="1472">
                  <c:v>16.636793401914499</c:v>
                </c:pt>
                <c:pt idx="1473">
                  <c:v>16.636793401914499</c:v>
                </c:pt>
                <c:pt idx="1474">
                  <c:v>16.636793401914499</c:v>
                </c:pt>
                <c:pt idx="1475">
                  <c:v>16.636793401914499</c:v>
                </c:pt>
                <c:pt idx="1476">
                  <c:v>16.636793401914499</c:v>
                </c:pt>
                <c:pt idx="1477">
                  <c:v>16.636793401914499</c:v>
                </c:pt>
                <c:pt idx="1478">
                  <c:v>16.636793401914499</c:v>
                </c:pt>
                <c:pt idx="1479">
                  <c:v>16.636793401914499</c:v>
                </c:pt>
                <c:pt idx="1480">
                  <c:v>16.636793401914499</c:v>
                </c:pt>
                <c:pt idx="1481">
                  <c:v>16.636793401914499</c:v>
                </c:pt>
                <c:pt idx="1482">
                  <c:v>16.636793401914499</c:v>
                </c:pt>
                <c:pt idx="1483">
                  <c:v>16.636793401914499</c:v>
                </c:pt>
                <c:pt idx="1484">
                  <c:v>16.636793401914499</c:v>
                </c:pt>
                <c:pt idx="1485">
                  <c:v>16.636793401914499</c:v>
                </c:pt>
                <c:pt idx="1486">
                  <c:v>16.636793401914499</c:v>
                </c:pt>
                <c:pt idx="1487">
                  <c:v>16.636793401914499</c:v>
                </c:pt>
                <c:pt idx="1488">
                  <c:v>16.636793401914499</c:v>
                </c:pt>
                <c:pt idx="1489">
                  <c:v>16.636793401914499</c:v>
                </c:pt>
                <c:pt idx="1490">
                  <c:v>16.636793401914499</c:v>
                </c:pt>
                <c:pt idx="1491">
                  <c:v>16.636793401914499</c:v>
                </c:pt>
                <c:pt idx="1492">
                  <c:v>16.636793401914499</c:v>
                </c:pt>
                <c:pt idx="1493">
                  <c:v>16.636793401914499</c:v>
                </c:pt>
                <c:pt idx="1494">
                  <c:v>16.636793401914499</c:v>
                </c:pt>
                <c:pt idx="1495">
                  <c:v>16.636793401914499</c:v>
                </c:pt>
                <c:pt idx="1496">
                  <c:v>16.636793401914499</c:v>
                </c:pt>
                <c:pt idx="1497">
                  <c:v>16.636793401914499</c:v>
                </c:pt>
                <c:pt idx="1498">
                  <c:v>16.636793401914499</c:v>
                </c:pt>
                <c:pt idx="1499">
                  <c:v>16.636793401914499</c:v>
                </c:pt>
                <c:pt idx="1500">
                  <c:v>16.636793401914499</c:v>
                </c:pt>
                <c:pt idx="1501">
                  <c:v>16.636793401914499</c:v>
                </c:pt>
                <c:pt idx="1502">
                  <c:v>16.636793401914499</c:v>
                </c:pt>
                <c:pt idx="1503">
                  <c:v>16.636793401914499</c:v>
                </c:pt>
                <c:pt idx="1504">
                  <c:v>16.636793401914499</c:v>
                </c:pt>
                <c:pt idx="1505">
                  <c:v>16.636793401914499</c:v>
                </c:pt>
                <c:pt idx="1506">
                  <c:v>16.636793401914499</c:v>
                </c:pt>
                <c:pt idx="1507">
                  <c:v>16.636793401914499</c:v>
                </c:pt>
                <c:pt idx="1508">
                  <c:v>16.636793401914499</c:v>
                </c:pt>
                <c:pt idx="1509">
                  <c:v>16.636793401914499</c:v>
                </c:pt>
                <c:pt idx="1510">
                  <c:v>16.636793401914499</c:v>
                </c:pt>
                <c:pt idx="1511">
                  <c:v>16.636793401914499</c:v>
                </c:pt>
                <c:pt idx="1512">
                  <c:v>16.636793401914499</c:v>
                </c:pt>
                <c:pt idx="1513">
                  <c:v>16.636793401914499</c:v>
                </c:pt>
                <c:pt idx="1514">
                  <c:v>16.636793401914499</c:v>
                </c:pt>
                <c:pt idx="1515">
                  <c:v>16.636793401914499</c:v>
                </c:pt>
                <c:pt idx="1516">
                  <c:v>16.636793401914499</c:v>
                </c:pt>
                <c:pt idx="1517">
                  <c:v>16.636793401914499</c:v>
                </c:pt>
                <c:pt idx="1518">
                  <c:v>16.636793401914499</c:v>
                </c:pt>
                <c:pt idx="1519">
                  <c:v>16.636793401914499</c:v>
                </c:pt>
                <c:pt idx="1520">
                  <c:v>16.636793401914499</c:v>
                </c:pt>
                <c:pt idx="1521">
                  <c:v>16.636793401914499</c:v>
                </c:pt>
                <c:pt idx="1522">
                  <c:v>16.636793401914499</c:v>
                </c:pt>
                <c:pt idx="1523">
                  <c:v>16.636793401914499</c:v>
                </c:pt>
                <c:pt idx="1524">
                  <c:v>16.636793401914499</c:v>
                </c:pt>
                <c:pt idx="1525">
                  <c:v>16.636793401914499</c:v>
                </c:pt>
                <c:pt idx="1526">
                  <c:v>16.636793401914499</c:v>
                </c:pt>
                <c:pt idx="1527">
                  <c:v>16.636793401914499</c:v>
                </c:pt>
                <c:pt idx="1528">
                  <c:v>16.636793401914499</c:v>
                </c:pt>
                <c:pt idx="1529">
                  <c:v>16.636793401914499</c:v>
                </c:pt>
                <c:pt idx="1530">
                  <c:v>16.636793401914499</c:v>
                </c:pt>
                <c:pt idx="1531">
                  <c:v>16.636793401914499</c:v>
                </c:pt>
                <c:pt idx="1532">
                  <c:v>16.636793401914499</c:v>
                </c:pt>
                <c:pt idx="1533">
                  <c:v>16.636793401914499</c:v>
                </c:pt>
                <c:pt idx="1534">
                  <c:v>16.636793401914499</c:v>
                </c:pt>
                <c:pt idx="1535">
                  <c:v>16.636793401914499</c:v>
                </c:pt>
                <c:pt idx="1536">
                  <c:v>16.636793401914499</c:v>
                </c:pt>
                <c:pt idx="1537">
                  <c:v>16.636793401914499</c:v>
                </c:pt>
                <c:pt idx="1538">
                  <c:v>16.636793401914499</c:v>
                </c:pt>
                <c:pt idx="1539">
                  <c:v>16.636793401914499</c:v>
                </c:pt>
                <c:pt idx="1540">
                  <c:v>16.636793401914499</c:v>
                </c:pt>
                <c:pt idx="1541">
                  <c:v>16.636793401914499</c:v>
                </c:pt>
                <c:pt idx="1542">
                  <c:v>16.636793401914499</c:v>
                </c:pt>
                <c:pt idx="1543">
                  <c:v>16.636793401914499</c:v>
                </c:pt>
                <c:pt idx="1544">
                  <c:v>16.636793401914499</c:v>
                </c:pt>
                <c:pt idx="1545">
                  <c:v>16.636793401914499</c:v>
                </c:pt>
                <c:pt idx="1546">
                  <c:v>16.636793401914499</c:v>
                </c:pt>
                <c:pt idx="1547">
                  <c:v>16.636793401914499</c:v>
                </c:pt>
                <c:pt idx="1548">
                  <c:v>16.636793401914499</c:v>
                </c:pt>
                <c:pt idx="1549">
                  <c:v>16.636793401914499</c:v>
                </c:pt>
                <c:pt idx="1550">
                  <c:v>16.636793401914499</c:v>
                </c:pt>
                <c:pt idx="1551">
                  <c:v>16.636793401914499</c:v>
                </c:pt>
                <c:pt idx="1552">
                  <c:v>16.636793401914499</c:v>
                </c:pt>
                <c:pt idx="1553">
                  <c:v>16.636793401914499</c:v>
                </c:pt>
                <c:pt idx="1554">
                  <c:v>16.636793401914499</c:v>
                </c:pt>
                <c:pt idx="1555">
                  <c:v>16.636793401914499</c:v>
                </c:pt>
                <c:pt idx="1556">
                  <c:v>16.636793401914499</c:v>
                </c:pt>
                <c:pt idx="1557">
                  <c:v>16.636793401914499</c:v>
                </c:pt>
                <c:pt idx="1558">
                  <c:v>16.636793401914499</c:v>
                </c:pt>
                <c:pt idx="1559">
                  <c:v>16.636793401914499</c:v>
                </c:pt>
                <c:pt idx="1560">
                  <c:v>16.636793401914499</c:v>
                </c:pt>
                <c:pt idx="1561">
                  <c:v>16.636793401914499</c:v>
                </c:pt>
                <c:pt idx="1562">
                  <c:v>16.636793401914499</c:v>
                </c:pt>
                <c:pt idx="1563">
                  <c:v>16.636793401914499</c:v>
                </c:pt>
                <c:pt idx="1564">
                  <c:v>16.636793401914499</c:v>
                </c:pt>
                <c:pt idx="1565">
                  <c:v>16.636793401914499</c:v>
                </c:pt>
                <c:pt idx="1566">
                  <c:v>16.636793401914499</c:v>
                </c:pt>
                <c:pt idx="1567">
                  <c:v>16.636793401914499</c:v>
                </c:pt>
                <c:pt idx="1568">
                  <c:v>16.636793401914499</c:v>
                </c:pt>
                <c:pt idx="1569">
                  <c:v>16.636793401914499</c:v>
                </c:pt>
                <c:pt idx="1570">
                  <c:v>16.636793401914499</c:v>
                </c:pt>
                <c:pt idx="1571">
                  <c:v>16.636793401914499</c:v>
                </c:pt>
                <c:pt idx="1572">
                  <c:v>16.636793401914499</c:v>
                </c:pt>
                <c:pt idx="1573">
                  <c:v>16.636793401914499</c:v>
                </c:pt>
                <c:pt idx="1574">
                  <c:v>16.636793401914499</c:v>
                </c:pt>
                <c:pt idx="1575">
                  <c:v>16.636793401914499</c:v>
                </c:pt>
                <c:pt idx="1576">
                  <c:v>16.636793401914499</c:v>
                </c:pt>
                <c:pt idx="1577">
                  <c:v>16.636793401914499</c:v>
                </c:pt>
                <c:pt idx="1578">
                  <c:v>16.636793401914499</c:v>
                </c:pt>
                <c:pt idx="1579">
                  <c:v>16.636793401914499</c:v>
                </c:pt>
                <c:pt idx="1580">
                  <c:v>16.636793401914499</c:v>
                </c:pt>
                <c:pt idx="1581">
                  <c:v>16.636793401914499</c:v>
                </c:pt>
                <c:pt idx="1582">
                  <c:v>16.636793401914499</c:v>
                </c:pt>
                <c:pt idx="1583">
                  <c:v>16.636793401914499</c:v>
                </c:pt>
                <c:pt idx="1584">
                  <c:v>16.636793401914499</c:v>
                </c:pt>
                <c:pt idx="1585">
                  <c:v>16.636793401914499</c:v>
                </c:pt>
                <c:pt idx="1586">
                  <c:v>16.636793401914499</c:v>
                </c:pt>
                <c:pt idx="1587">
                  <c:v>16.636793401914499</c:v>
                </c:pt>
                <c:pt idx="1588">
                  <c:v>16.636793401914499</c:v>
                </c:pt>
                <c:pt idx="1589">
                  <c:v>16.636793401914499</c:v>
                </c:pt>
                <c:pt idx="1590">
                  <c:v>16.636793401914499</c:v>
                </c:pt>
                <c:pt idx="1591">
                  <c:v>16.636793401914499</c:v>
                </c:pt>
                <c:pt idx="1592">
                  <c:v>16.636793401914499</c:v>
                </c:pt>
                <c:pt idx="1593">
                  <c:v>16.636793401914499</c:v>
                </c:pt>
                <c:pt idx="1594">
                  <c:v>16.636793401914499</c:v>
                </c:pt>
                <c:pt idx="1595">
                  <c:v>16.636793401914499</c:v>
                </c:pt>
                <c:pt idx="1596">
                  <c:v>16.636793401914499</c:v>
                </c:pt>
                <c:pt idx="1597">
                  <c:v>16.636793401914499</c:v>
                </c:pt>
                <c:pt idx="1598">
                  <c:v>16.636793401914499</c:v>
                </c:pt>
                <c:pt idx="1599">
                  <c:v>16.636793401914499</c:v>
                </c:pt>
                <c:pt idx="1600">
                  <c:v>16.636793401914499</c:v>
                </c:pt>
                <c:pt idx="1601">
                  <c:v>16.636793401914499</c:v>
                </c:pt>
                <c:pt idx="1602">
                  <c:v>16.636793401914499</c:v>
                </c:pt>
                <c:pt idx="1603">
                  <c:v>16.636793401914499</c:v>
                </c:pt>
                <c:pt idx="1604">
                  <c:v>16.636793401914499</c:v>
                </c:pt>
                <c:pt idx="1605">
                  <c:v>16.636793401914499</c:v>
                </c:pt>
                <c:pt idx="1606">
                  <c:v>16.636793401914499</c:v>
                </c:pt>
                <c:pt idx="1607">
                  <c:v>16.636793401914499</c:v>
                </c:pt>
                <c:pt idx="1608">
                  <c:v>16.636793401914499</c:v>
                </c:pt>
                <c:pt idx="1609">
                  <c:v>16.636793401914499</c:v>
                </c:pt>
                <c:pt idx="1610">
                  <c:v>16.636793401914499</c:v>
                </c:pt>
                <c:pt idx="1611">
                  <c:v>16.636793401914499</c:v>
                </c:pt>
                <c:pt idx="1612">
                  <c:v>16.636793401914499</c:v>
                </c:pt>
                <c:pt idx="1613">
                  <c:v>16.636793401914499</c:v>
                </c:pt>
                <c:pt idx="1614">
                  <c:v>16.636793401914499</c:v>
                </c:pt>
                <c:pt idx="1615">
                  <c:v>16.636793401914499</c:v>
                </c:pt>
                <c:pt idx="1616">
                  <c:v>16.636793401914499</c:v>
                </c:pt>
                <c:pt idx="1617">
                  <c:v>16.636793401914499</c:v>
                </c:pt>
                <c:pt idx="1618">
                  <c:v>16.636793401914499</c:v>
                </c:pt>
                <c:pt idx="1619">
                  <c:v>16.636793401914499</c:v>
                </c:pt>
                <c:pt idx="1620">
                  <c:v>16.636793401914499</c:v>
                </c:pt>
                <c:pt idx="1621">
                  <c:v>16.636793401914499</c:v>
                </c:pt>
                <c:pt idx="1622">
                  <c:v>16.636793401914499</c:v>
                </c:pt>
                <c:pt idx="1623">
                  <c:v>16.636793401914499</c:v>
                </c:pt>
                <c:pt idx="1624">
                  <c:v>16.636793401914499</c:v>
                </c:pt>
                <c:pt idx="1625">
                  <c:v>16.636793401914499</c:v>
                </c:pt>
                <c:pt idx="1626">
                  <c:v>16.636793401914499</c:v>
                </c:pt>
                <c:pt idx="1627">
                  <c:v>16.636793401914499</c:v>
                </c:pt>
                <c:pt idx="1628">
                  <c:v>16.636793401914499</c:v>
                </c:pt>
                <c:pt idx="1629">
                  <c:v>16.636793401914499</c:v>
                </c:pt>
                <c:pt idx="1630">
                  <c:v>16.636793401914499</c:v>
                </c:pt>
                <c:pt idx="1631">
                  <c:v>16.636793401914499</c:v>
                </c:pt>
                <c:pt idx="1632">
                  <c:v>16.636793401914499</c:v>
                </c:pt>
                <c:pt idx="1633">
                  <c:v>16.636793401914499</c:v>
                </c:pt>
                <c:pt idx="1634">
                  <c:v>16.636793401914499</c:v>
                </c:pt>
                <c:pt idx="1635">
                  <c:v>16.636793401914499</c:v>
                </c:pt>
                <c:pt idx="1636">
                  <c:v>16.636793401914499</c:v>
                </c:pt>
                <c:pt idx="1637">
                  <c:v>16.636793401914499</c:v>
                </c:pt>
                <c:pt idx="1638">
                  <c:v>16.636793401914499</c:v>
                </c:pt>
                <c:pt idx="1639">
                  <c:v>16.636793401914499</c:v>
                </c:pt>
                <c:pt idx="1640">
                  <c:v>16.636793401914499</c:v>
                </c:pt>
                <c:pt idx="1641">
                  <c:v>16.636793401914499</c:v>
                </c:pt>
                <c:pt idx="1642">
                  <c:v>16.636793401914499</c:v>
                </c:pt>
                <c:pt idx="1643">
                  <c:v>16.636793401914499</c:v>
                </c:pt>
                <c:pt idx="1644">
                  <c:v>16.636793401914499</c:v>
                </c:pt>
                <c:pt idx="1645">
                  <c:v>16.636793401914499</c:v>
                </c:pt>
                <c:pt idx="1646">
                  <c:v>16.636793401914499</c:v>
                </c:pt>
                <c:pt idx="1647">
                  <c:v>16.636793401914499</c:v>
                </c:pt>
                <c:pt idx="1648">
                  <c:v>16.636793401914499</c:v>
                </c:pt>
                <c:pt idx="1649">
                  <c:v>16.636793401914499</c:v>
                </c:pt>
                <c:pt idx="1650">
                  <c:v>16.636793401914499</c:v>
                </c:pt>
                <c:pt idx="1651">
                  <c:v>16.636793401914499</c:v>
                </c:pt>
                <c:pt idx="1652">
                  <c:v>16.636793401914499</c:v>
                </c:pt>
                <c:pt idx="1653">
                  <c:v>16.636793401914499</c:v>
                </c:pt>
                <c:pt idx="1654">
                  <c:v>16.636793401914499</c:v>
                </c:pt>
                <c:pt idx="1655">
                  <c:v>16.636793401914499</c:v>
                </c:pt>
                <c:pt idx="1656">
                  <c:v>16.636793401914499</c:v>
                </c:pt>
                <c:pt idx="1657">
                  <c:v>16.636793401914499</c:v>
                </c:pt>
                <c:pt idx="1658">
                  <c:v>16.636793401914499</c:v>
                </c:pt>
                <c:pt idx="1659">
                  <c:v>16.636793401914499</c:v>
                </c:pt>
                <c:pt idx="1660">
                  <c:v>16.636793401914499</c:v>
                </c:pt>
                <c:pt idx="1661">
                  <c:v>16.636793401914499</c:v>
                </c:pt>
                <c:pt idx="1662">
                  <c:v>16.636793401914499</c:v>
                </c:pt>
                <c:pt idx="1663">
                  <c:v>16.636793401914499</c:v>
                </c:pt>
                <c:pt idx="1664">
                  <c:v>16.636793401914499</c:v>
                </c:pt>
                <c:pt idx="1665">
                  <c:v>16.636793401914499</c:v>
                </c:pt>
                <c:pt idx="1666">
                  <c:v>16.636793401914499</c:v>
                </c:pt>
                <c:pt idx="1667">
                  <c:v>16.636793401914499</c:v>
                </c:pt>
                <c:pt idx="1668">
                  <c:v>16.636793401914499</c:v>
                </c:pt>
                <c:pt idx="1669">
                  <c:v>16.636793401914499</c:v>
                </c:pt>
                <c:pt idx="1670">
                  <c:v>16.636793401914499</c:v>
                </c:pt>
                <c:pt idx="1671">
                  <c:v>16.636793401914499</c:v>
                </c:pt>
                <c:pt idx="1672">
                  <c:v>16.636793401914499</c:v>
                </c:pt>
                <c:pt idx="1673">
                  <c:v>16.636793401914499</c:v>
                </c:pt>
                <c:pt idx="1674">
                  <c:v>16.636793401914499</c:v>
                </c:pt>
                <c:pt idx="1675">
                  <c:v>16.636793401914499</c:v>
                </c:pt>
                <c:pt idx="1676">
                  <c:v>16.636793401914499</c:v>
                </c:pt>
                <c:pt idx="1677">
                  <c:v>16.636793401914499</c:v>
                </c:pt>
                <c:pt idx="1678">
                  <c:v>16.636793401914499</c:v>
                </c:pt>
                <c:pt idx="1679">
                  <c:v>16.636793401914499</c:v>
                </c:pt>
                <c:pt idx="1680">
                  <c:v>16.636793401914499</c:v>
                </c:pt>
                <c:pt idx="1681">
                  <c:v>16.636793401914499</c:v>
                </c:pt>
                <c:pt idx="1682">
                  <c:v>16.636793401914499</c:v>
                </c:pt>
                <c:pt idx="1683">
                  <c:v>16.636793401914499</c:v>
                </c:pt>
                <c:pt idx="1684">
                  <c:v>16.636793401914499</c:v>
                </c:pt>
                <c:pt idx="1685">
                  <c:v>16.636793401914499</c:v>
                </c:pt>
                <c:pt idx="1686">
                  <c:v>16.636793401914499</c:v>
                </c:pt>
                <c:pt idx="1687">
                  <c:v>16.636793401914499</c:v>
                </c:pt>
                <c:pt idx="1688">
                  <c:v>16.636793401914499</c:v>
                </c:pt>
                <c:pt idx="1689">
                  <c:v>16.636793401914499</c:v>
                </c:pt>
                <c:pt idx="1690">
                  <c:v>16.636793401914499</c:v>
                </c:pt>
                <c:pt idx="1691">
                  <c:v>16.636793401914499</c:v>
                </c:pt>
                <c:pt idx="1692">
                  <c:v>16.636793401914499</c:v>
                </c:pt>
                <c:pt idx="1693">
                  <c:v>16.636793401914499</c:v>
                </c:pt>
                <c:pt idx="1694">
                  <c:v>16.636793401914499</c:v>
                </c:pt>
                <c:pt idx="1695">
                  <c:v>16.636793401914499</c:v>
                </c:pt>
                <c:pt idx="1696">
                  <c:v>16.636793401914499</c:v>
                </c:pt>
                <c:pt idx="1697">
                  <c:v>16.636793401914499</c:v>
                </c:pt>
                <c:pt idx="1698">
                  <c:v>16.636793401914499</c:v>
                </c:pt>
                <c:pt idx="1699">
                  <c:v>16.636793401914499</c:v>
                </c:pt>
                <c:pt idx="1700">
                  <c:v>16.636793401914499</c:v>
                </c:pt>
                <c:pt idx="1701">
                  <c:v>16.636793401914499</c:v>
                </c:pt>
                <c:pt idx="1702">
                  <c:v>16.636793401914499</c:v>
                </c:pt>
                <c:pt idx="1703">
                  <c:v>16.636793401914499</c:v>
                </c:pt>
                <c:pt idx="1704">
                  <c:v>16.636793401914499</c:v>
                </c:pt>
                <c:pt idx="1705">
                  <c:v>16.636793401914499</c:v>
                </c:pt>
                <c:pt idx="1706">
                  <c:v>16.636793401914499</c:v>
                </c:pt>
                <c:pt idx="1707">
                  <c:v>16.636793401914499</c:v>
                </c:pt>
                <c:pt idx="1708">
                  <c:v>16.636793401914499</c:v>
                </c:pt>
                <c:pt idx="1709">
                  <c:v>16.636793401914499</c:v>
                </c:pt>
                <c:pt idx="1710">
                  <c:v>16.636793401914499</c:v>
                </c:pt>
                <c:pt idx="1711">
                  <c:v>16.636793401914499</c:v>
                </c:pt>
                <c:pt idx="1712">
                  <c:v>16.636793401914499</c:v>
                </c:pt>
                <c:pt idx="1713">
                  <c:v>16.636793401914499</c:v>
                </c:pt>
                <c:pt idx="1714">
                  <c:v>16.636793401914499</c:v>
                </c:pt>
                <c:pt idx="1715">
                  <c:v>16.636793401914499</c:v>
                </c:pt>
                <c:pt idx="1716">
                  <c:v>16.636793401914499</c:v>
                </c:pt>
                <c:pt idx="1717">
                  <c:v>16.636793401914499</c:v>
                </c:pt>
                <c:pt idx="1718">
                  <c:v>16.636793401914499</c:v>
                </c:pt>
                <c:pt idx="1719">
                  <c:v>16.636793401914499</c:v>
                </c:pt>
                <c:pt idx="1720">
                  <c:v>16.636793401914499</c:v>
                </c:pt>
                <c:pt idx="1721">
                  <c:v>16.636793401914499</c:v>
                </c:pt>
                <c:pt idx="1722">
                  <c:v>16.636793401914499</c:v>
                </c:pt>
                <c:pt idx="1723">
                  <c:v>16.636793401914499</c:v>
                </c:pt>
                <c:pt idx="1724">
                  <c:v>16.636793401914499</c:v>
                </c:pt>
                <c:pt idx="1725">
                  <c:v>16.636793401914499</c:v>
                </c:pt>
                <c:pt idx="1726">
                  <c:v>16.636793401914499</c:v>
                </c:pt>
                <c:pt idx="1727">
                  <c:v>16.636793401914499</c:v>
                </c:pt>
                <c:pt idx="1728">
                  <c:v>16.636793401914499</c:v>
                </c:pt>
                <c:pt idx="1729">
                  <c:v>16.636793401914499</c:v>
                </c:pt>
                <c:pt idx="1730">
                  <c:v>16.636793401914499</c:v>
                </c:pt>
                <c:pt idx="1731">
                  <c:v>16.636793401914499</c:v>
                </c:pt>
                <c:pt idx="1732">
                  <c:v>16.636793401914499</c:v>
                </c:pt>
                <c:pt idx="1733">
                  <c:v>16.636793401914499</c:v>
                </c:pt>
                <c:pt idx="1734">
                  <c:v>16.636793401914499</c:v>
                </c:pt>
                <c:pt idx="1735">
                  <c:v>16.636793401914499</c:v>
                </c:pt>
                <c:pt idx="1736">
                  <c:v>16.636793401914499</c:v>
                </c:pt>
                <c:pt idx="1737">
                  <c:v>16.636793401914499</c:v>
                </c:pt>
                <c:pt idx="1738">
                  <c:v>16.636793401914499</c:v>
                </c:pt>
                <c:pt idx="1739">
                  <c:v>16.636793401914499</c:v>
                </c:pt>
                <c:pt idx="1740">
                  <c:v>16.636793401914499</c:v>
                </c:pt>
                <c:pt idx="1741">
                  <c:v>16.636793401914499</c:v>
                </c:pt>
                <c:pt idx="1742">
                  <c:v>16.636793401914499</c:v>
                </c:pt>
                <c:pt idx="1743">
                  <c:v>16.636793401914499</c:v>
                </c:pt>
                <c:pt idx="1744">
                  <c:v>16.636793401914499</c:v>
                </c:pt>
                <c:pt idx="1745">
                  <c:v>16.636793401914499</c:v>
                </c:pt>
                <c:pt idx="1746">
                  <c:v>16.636793401914499</c:v>
                </c:pt>
                <c:pt idx="1747">
                  <c:v>16.636793401914499</c:v>
                </c:pt>
                <c:pt idx="1748">
                  <c:v>16.636793401914499</c:v>
                </c:pt>
                <c:pt idx="1749">
                  <c:v>16.636793401914499</c:v>
                </c:pt>
                <c:pt idx="1750">
                  <c:v>16.636793401914499</c:v>
                </c:pt>
                <c:pt idx="1751">
                  <c:v>16.636793401914499</c:v>
                </c:pt>
                <c:pt idx="1752">
                  <c:v>16.636793401914499</c:v>
                </c:pt>
                <c:pt idx="1753">
                  <c:v>16.636793401914499</c:v>
                </c:pt>
                <c:pt idx="1754">
                  <c:v>16.636793401914499</c:v>
                </c:pt>
                <c:pt idx="1755">
                  <c:v>16.636793401914499</c:v>
                </c:pt>
                <c:pt idx="1756">
                  <c:v>16.636793401914499</c:v>
                </c:pt>
                <c:pt idx="1757">
                  <c:v>16.636793401914499</c:v>
                </c:pt>
                <c:pt idx="1758">
                  <c:v>16.636793401914499</c:v>
                </c:pt>
                <c:pt idx="1759">
                  <c:v>16.636793401914499</c:v>
                </c:pt>
                <c:pt idx="1760">
                  <c:v>16.636793401914499</c:v>
                </c:pt>
                <c:pt idx="1761">
                  <c:v>16.636793401914499</c:v>
                </c:pt>
                <c:pt idx="1762">
                  <c:v>16.636793401914499</c:v>
                </c:pt>
                <c:pt idx="1763">
                  <c:v>16.636793401914499</c:v>
                </c:pt>
                <c:pt idx="1764">
                  <c:v>16.636793401914499</c:v>
                </c:pt>
                <c:pt idx="1765">
                  <c:v>16.636793401914499</c:v>
                </c:pt>
                <c:pt idx="1766">
                  <c:v>16.636793401914499</c:v>
                </c:pt>
                <c:pt idx="1767">
                  <c:v>16.636793401914499</c:v>
                </c:pt>
                <c:pt idx="1768">
                  <c:v>16.636793401914499</c:v>
                </c:pt>
                <c:pt idx="1769">
                  <c:v>16.636793401914499</c:v>
                </c:pt>
                <c:pt idx="1770">
                  <c:v>16.636793401914499</c:v>
                </c:pt>
                <c:pt idx="1771">
                  <c:v>16.636793401914499</c:v>
                </c:pt>
                <c:pt idx="1772">
                  <c:v>16.636793401914499</c:v>
                </c:pt>
                <c:pt idx="1773">
                  <c:v>16.636793401914499</c:v>
                </c:pt>
                <c:pt idx="1774">
                  <c:v>16.636793401914499</c:v>
                </c:pt>
                <c:pt idx="1775">
                  <c:v>16.636793401914499</c:v>
                </c:pt>
                <c:pt idx="1776">
                  <c:v>16.636793401914499</c:v>
                </c:pt>
                <c:pt idx="1777">
                  <c:v>16.636793401914499</c:v>
                </c:pt>
                <c:pt idx="1778">
                  <c:v>16.636793401914499</c:v>
                </c:pt>
                <c:pt idx="1779">
                  <c:v>16.636793401914499</c:v>
                </c:pt>
                <c:pt idx="1780">
                  <c:v>16.636793401914499</c:v>
                </c:pt>
                <c:pt idx="1781">
                  <c:v>16.636793401914499</c:v>
                </c:pt>
                <c:pt idx="1782">
                  <c:v>16.636793401914499</c:v>
                </c:pt>
                <c:pt idx="1783">
                  <c:v>16.636793401914499</c:v>
                </c:pt>
                <c:pt idx="1784">
                  <c:v>16.636793401914499</c:v>
                </c:pt>
                <c:pt idx="1785">
                  <c:v>16.636793401914499</c:v>
                </c:pt>
                <c:pt idx="1786">
                  <c:v>16.636793401914499</c:v>
                </c:pt>
                <c:pt idx="1787">
                  <c:v>16.636793401914499</c:v>
                </c:pt>
                <c:pt idx="1788">
                  <c:v>16.636793401914499</c:v>
                </c:pt>
                <c:pt idx="1789">
                  <c:v>16.636793401914499</c:v>
                </c:pt>
                <c:pt idx="1790">
                  <c:v>16.636793401914499</c:v>
                </c:pt>
                <c:pt idx="1791">
                  <c:v>16.636793401914499</c:v>
                </c:pt>
                <c:pt idx="1792">
                  <c:v>16.636793401914499</c:v>
                </c:pt>
                <c:pt idx="1793">
                  <c:v>16.636793401914499</c:v>
                </c:pt>
                <c:pt idx="1794">
                  <c:v>16.636793401914499</c:v>
                </c:pt>
                <c:pt idx="1795">
                  <c:v>16.636793401914499</c:v>
                </c:pt>
                <c:pt idx="1796">
                  <c:v>16.636793401914499</c:v>
                </c:pt>
                <c:pt idx="1797">
                  <c:v>16.636793401914499</c:v>
                </c:pt>
                <c:pt idx="1798">
                  <c:v>16.636793401914499</c:v>
                </c:pt>
                <c:pt idx="1799">
                  <c:v>16.636793401914499</c:v>
                </c:pt>
                <c:pt idx="1800">
                  <c:v>16.636793401914499</c:v>
                </c:pt>
                <c:pt idx="1801">
                  <c:v>16.636793401914499</c:v>
                </c:pt>
                <c:pt idx="1802">
                  <c:v>16.636793401914499</c:v>
                </c:pt>
                <c:pt idx="1803">
                  <c:v>16.636793401914499</c:v>
                </c:pt>
                <c:pt idx="1804">
                  <c:v>16.636793401914499</c:v>
                </c:pt>
                <c:pt idx="1805">
                  <c:v>16.636793401914499</c:v>
                </c:pt>
                <c:pt idx="1806">
                  <c:v>16.636793401914499</c:v>
                </c:pt>
                <c:pt idx="1807">
                  <c:v>16.636793401914499</c:v>
                </c:pt>
                <c:pt idx="1808">
                  <c:v>16.636793401914499</c:v>
                </c:pt>
                <c:pt idx="1809">
                  <c:v>16.636793401914499</c:v>
                </c:pt>
                <c:pt idx="1810">
                  <c:v>16.636793401914499</c:v>
                </c:pt>
                <c:pt idx="1811">
                  <c:v>16.636793401914499</c:v>
                </c:pt>
                <c:pt idx="1812">
                  <c:v>16.636793401914499</c:v>
                </c:pt>
                <c:pt idx="1813">
                  <c:v>16.636793401914499</c:v>
                </c:pt>
                <c:pt idx="1814">
                  <c:v>16.636793401914499</c:v>
                </c:pt>
                <c:pt idx="1815">
                  <c:v>16.636793401914499</c:v>
                </c:pt>
                <c:pt idx="1816">
                  <c:v>16.636793401914499</c:v>
                </c:pt>
                <c:pt idx="1817">
                  <c:v>16.636793401914499</c:v>
                </c:pt>
                <c:pt idx="1818">
                  <c:v>16.636793401914499</c:v>
                </c:pt>
                <c:pt idx="1819">
                  <c:v>16.636793401914499</c:v>
                </c:pt>
                <c:pt idx="1820">
                  <c:v>16.636793401914499</c:v>
                </c:pt>
                <c:pt idx="1821">
                  <c:v>16.636793401914499</c:v>
                </c:pt>
                <c:pt idx="1822">
                  <c:v>16.636793401914499</c:v>
                </c:pt>
                <c:pt idx="1823">
                  <c:v>16.636793401914499</c:v>
                </c:pt>
                <c:pt idx="1824">
                  <c:v>16.636793401914499</c:v>
                </c:pt>
                <c:pt idx="1825">
                  <c:v>16.636793401914499</c:v>
                </c:pt>
                <c:pt idx="1826">
                  <c:v>16.636793401914499</c:v>
                </c:pt>
                <c:pt idx="1827">
                  <c:v>16.636793401914499</c:v>
                </c:pt>
                <c:pt idx="1828">
                  <c:v>16.636793401914499</c:v>
                </c:pt>
              </c:numCache>
            </c:numRef>
          </c:val>
          <c:smooth val="0"/>
          <c:extLst>
            <c:ext xmlns:c16="http://schemas.microsoft.com/office/drawing/2014/chart" uri="{C3380CC4-5D6E-409C-BE32-E72D297353CC}">
              <c16:uniqueId val="{00000004-81C4-4815-9680-5AA56E5DE3F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44425</c:v>
                </c:pt>
                <c:pt idx="1">
                  <c:v>44426</c:v>
                </c:pt>
                <c:pt idx="2">
                  <c:v>44427</c:v>
                </c:pt>
                <c:pt idx="3">
                  <c:v>44428</c:v>
                </c:pt>
                <c:pt idx="4">
                  <c:v>44429</c:v>
                </c:pt>
                <c:pt idx="5">
                  <c:v>44430</c:v>
                </c:pt>
                <c:pt idx="6">
                  <c:v>44431</c:v>
                </c:pt>
                <c:pt idx="7">
                  <c:v>44432</c:v>
                </c:pt>
                <c:pt idx="8">
                  <c:v>44433</c:v>
                </c:pt>
                <c:pt idx="9">
                  <c:v>44434</c:v>
                </c:pt>
                <c:pt idx="10">
                  <c:v>44435</c:v>
                </c:pt>
                <c:pt idx="11">
                  <c:v>44436</c:v>
                </c:pt>
                <c:pt idx="12">
                  <c:v>44437</c:v>
                </c:pt>
                <c:pt idx="13">
                  <c:v>44438</c:v>
                </c:pt>
                <c:pt idx="14">
                  <c:v>44439</c:v>
                </c:pt>
                <c:pt idx="15">
                  <c:v>44440</c:v>
                </c:pt>
                <c:pt idx="16">
                  <c:v>44441</c:v>
                </c:pt>
                <c:pt idx="17">
                  <c:v>44442</c:v>
                </c:pt>
                <c:pt idx="18">
                  <c:v>44443</c:v>
                </c:pt>
                <c:pt idx="19">
                  <c:v>44444</c:v>
                </c:pt>
                <c:pt idx="20">
                  <c:v>44445</c:v>
                </c:pt>
                <c:pt idx="21">
                  <c:v>44446</c:v>
                </c:pt>
                <c:pt idx="22">
                  <c:v>44447</c:v>
                </c:pt>
                <c:pt idx="23">
                  <c:v>44448</c:v>
                </c:pt>
                <c:pt idx="24">
                  <c:v>44449</c:v>
                </c:pt>
                <c:pt idx="25">
                  <c:v>44450</c:v>
                </c:pt>
                <c:pt idx="26">
                  <c:v>44451</c:v>
                </c:pt>
                <c:pt idx="27">
                  <c:v>44452</c:v>
                </c:pt>
                <c:pt idx="28">
                  <c:v>44453</c:v>
                </c:pt>
                <c:pt idx="29">
                  <c:v>44454</c:v>
                </c:pt>
                <c:pt idx="30">
                  <c:v>44455</c:v>
                </c:pt>
                <c:pt idx="31">
                  <c:v>44456</c:v>
                </c:pt>
                <c:pt idx="32">
                  <c:v>44457</c:v>
                </c:pt>
                <c:pt idx="33">
                  <c:v>44458</c:v>
                </c:pt>
                <c:pt idx="34">
                  <c:v>44459</c:v>
                </c:pt>
                <c:pt idx="35">
                  <c:v>44460</c:v>
                </c:pt>
                <c:pt idx="36">
                  <c:v>44461</c:v>
                </c:pt>
                <c:pt idx="37">
                  <c:v>44462</c:v>
                </c:pt>
                <c:pt idx="38">
                  <c:v>44463</c:v>
                </c:pt>
                <c:pt idx="39">
                  <c:v>44464</c:v>
                </c:pt>
                <c:pt idx="40">
                  <c:v>44465</c:v>
                </c:pt>
                <c:pt idx="41">
                  <c:v>44466</c:v>
                </c:pt>
                <c:pt idx="42">
                  <c:v>44467</c:v>
                </c:pt>
                <c:pt idx="43">
                  <c:v>44468</c:v>
                </c:pt>
                <c:pt idx="44">
                  <c:v>44469</c:v>
                </c:pt>
                <c:pt idx="45">
                  <c:v>44470</c:v>
                </c:pt>
                <c:pt idx="46">
                  <c:v>44471</c:v>
                </c:pt>
                <c:pt idx="47">
                  <c:v>44472</c:v>
                </c:pt>
                <c:pt idx="48">
                  <c:v>44473</c:v>
                </c:pt>
                <c:pt idx="49">
                  <c:v>44474</c:v>
                </c:pt>
                <c:pt idx="50">
                  <c:v>44475</c:v>
                </c:pt>
                <c:pt idx="51">
                  <c:v>44476</c:v>
                </c:pt>
                <c:pt idx="52">
                  <c:v>44477</c:v>
                </c:pt>
                <c:pt idx="53">
                  <c:v>44478</c:v>
                </c:pt>
                <c:pt idx="54">
                  <c:v>44479</c:v>
                </c:pt>
                <c:pt idx="55">
                  <c:v>44480</c:v>
                </c:pt>
                <c:pt idx="56">
                  <c:v>44481</c:v>
                </c:pt>
                <c:pt idx="57">
                  <c:v>44482</c:v>
                </c:pt>
                <c:pt idx="58">
                  <c:v>44483</c:v>
                </c:pt>
                <c:pt idx="59">
                  <c:v>44484</c:v>
                </c:pt>
                <c:pt idx="60">
                  <c:v>44485</c:v>
                </c:pt>
                <c:pt idx="61">
                  <c:v>44486</c:v>
                </c:pt>
                <c:pt idx="62">
                  <c:v>44487</c:v>
                </c:pt>
                <c:pt idx="63">
                  <c:v>44488</c:v>
                </c:pt>
                <c:pt idx="64">
                  <c:v>44489</c:v>
                </c:pt>
                <c:pt idx="65">
                  <c:v>44490</c:v>
                </c:pt>
                <c:pt idx="66">
                  <c:v>44491</c:v>
                </c:pt>
                <c:pt idx="67">
                  <c:v>44492</c:v>
                </c:pt>
                <c:pt idx="68">
                  <c:v>44493</c:v>
                </c:pt>
                <c:pt idx="69">
                  <c:v>44494</c:v>
                </c:pt>
                <c:pt idx="70">
                  <c:v>44495</c:v>
                </c:pt>
                <c:pt idx="71">
                  <c:v>44496</c:v>
                </c:pt>
                <c:pt idx="72">
                  <c:v>44497</c:v>
                </c:pt>
                <c:pt idx="73">
                  <c:v>44498</c:v>
                </c:pt>
                <c:pt idx="74">
                  <c:v>44499</c:v>
                </c:pt>
                <c:pt idx="75">
                  <c:v>44500</c:v>
                </c:pt>
                <c:pt idx="76">
                  <c:v>44501</c:v>
                </c:pt>
                <c:pt idx="77">
                  <c:v>44502</c:v>
                </c:pt>
                <c:pt idx="78">
                  <c:v>44503</c:v>
                </c:pt>
                <c:pt idx="79">
                  <c:v>44504</c:v>
                </c:pt>
                <c:pt idx="80">
                  <c:v>44505</c:v>
                </c:pt>
                <c:pt idx="81">
                  <c:v>44506</c:v>
                </c:pt>
                <c:pt idx="82">
                  <c:v>44507</c:v>
                </c:pt>
                <c:pt idx="83">
                  <c:v>44508</c:v>
                </c:pt>
                <c:pt idx="84">
                  <c:v>44509</c:v>
                </c:pt>
                <c:pt idx="85">
                  <c:v>44510</c:v>
                </c:pt>
                <c:pt idx="86">
                  <c:v>44511</c:v>
                </c:pt>
                <c:pt idx="87">
                  <c:v>44512</c:v>
                </c:pt>
                <c:pt idx="88">
                  <c:v>44513</c:v>
                </c:pt>
                <c:pt idx="89">
                  <c:v>44514</c:v>
                </c:pt>
                <c:pt idx="90">
                  <c:v>44515</c:v>
                </c:pt>
                <c:pt idx="91">
                  <c:v>44516</c:v>
                </c:pt>
                <c:pt idx="92">
                  <c:v>44517</c:v>
                </c:pt>
                <c:pt idx="93">
                  <c:v>44518</c:v>
                </c:pt>
                <c:pt idx="94">
                  <c:v>44519</c:v>
                </c:pt>
                <c:pt idx="95">
                  <c:v>44520</c:v>
                </c:pt>
                <c:pt idx="96">
                  <c:v>44521</c:v>
                </c:pt>
                <c:pt idx="97">
                  <c:v>44522</c:v>
                </c:pt>
                <c:pt idx="98">
                  <c:v>44523</c:v>
                </c:pt>
                <c:pt idx="99">
                  <c:v>44524</c:v>
                </c:pt>
                <c:pt idx="100">
                  <c:v>44525</c:v>
                </c:pt>
                <c:pt idx="101">
                  <c:v>44526</c:v>
                </c:pt>
                <c:pt idx="102">
                  <c:v>44527</c:v>
                </c:pt>
                <c:pt idx="103">
                  <c:v>44528</c:v>
                </c:pt>
                <c:pt idx="104">
                  <c:v>44529</c:v>
                </c:pt>
                <c:pt idx="105">
                  <c:v>44530</c:v>
                </c:pt>
                <c:pt idx="106">
                  <c:v>44531</c:v>
                </c:pt>
                <c:pt idx="107">
                  <c:v>44532</c:v>
                </c:pt>
                <c:pt idx="108">
                  <c:v>44533</c:v>
                </c:pt>
                <c:pt idx="109">
                  <c:v>44534</c:v>
                </c:pt>
                <c:pt idx="110">
                  <c:v>44535</c:v>
                </c:pt>
                <c:pt idx="111">
                  <c:v>44536</c:v>
                </c:pt>
                <c:pt idx="112">
                  <c:v>44537</c:v>
                </c:pt>
                <c:pt idx="113">
                  <c:v>44538</c:v>
                </c:pt>
                <c:pt idx="114">
                  <c:v>44539</c:v>
                </c:pt>
                <c:pt idx="115">
                  <c:v>44540</c:v>
                </c:pt>
                <c:pt idx="116">
                  <c:v>44541</c:v>
                </c:pt>
                <c:pt idx="117">
                  <c:v>44542</c:v>
                </c:pt>
                <c:pt idx="118">
                  <c:v>44543</c:v>
                </c:pt>
                <c:pt idx="119">
                  <c:v>44544</c:v>
                </c:pt>
                <c:pt idx="120">
                  <c:v>44545</c:v>
                </c:pt>
                <c:pt idx="121">
                  <c:v>44546</c:v>
                </c:pt>
                <c:pt idx="122">
                  <c:v>44547</c:v>
                </c:pt>
                <c:pt idx="123">
                  <c:v>44548</c:v>
                </c:pt>
                <c:pt idx="124">
                  <c:v>44549</c:v>
                </c:pt>
                <c:pt idx="125">
                  <c:v>44550</c:v>
                </c:pt>
                <c:pt idx="126">
                  <c:v>44551</c:v>
                </c:pt>
                <c:pt idx="127">
                  <c:v>44552</c:v>
                </c:pt>
                <c:pt idx="128">
                  <c:v>44553</c:v>
                </c:pt>
                <c:pt idx="129">
                  <c:v>44554</c:v>
                </c:pt>
                <c:pt idx="130">
                  <c:v>44555</c:v>
                </c:pt>
                <c:pt idx="131">
                  <c:v>44556</c:v>
                </c:pt>
                <c:pt idx="132">
                  <c:v>44557</c:v>
                </c:pt>
                <c:pt idx="133">
                  <c:v>44558</c:v>
                </c:pt>
                <c:pt idx="134">
                  <c:v>44559</c:v>
                </c:pt>
                <c:pt idx="135">
                  <c:v>44560</c:v>
                </c:pt>
                <c:pt idx="136">
                  <c:v>44561</c:v>
                </c:pt>
                <c:pt idx="137">
                  <c:v>44562</c:v>
                </c:pt>
                <c:pt idx="138">
                  <c:v>44563</c:v>
                </c:pt>
                <c:pt idx="139">
                  <c:v>44564</c:v>
                </c:pt>
                <c:pt idx="140">
                  <c:v>44565</c:v>
                </c:pt>
                <c:pt idx="141">
                  <c:v>44566</c:v>
                </c:pt>
                <c:pt idx="142">
                  <c:v>44567</c:v>
                </c:pt>
                <c:pt idx="143">
                  <c:v>44568</c:v>
                </c:pt>
                <c:pt idx="144">
                  <c:v>44569</c:v>
                </c:pt>
                <c:pt idx="145">
                  <c:v>44570</c:v>
                </c:pt>
                <c:pt idx="146">
                  <c:v>44571</c:v>
                </c:pt>
                <c:pt idx="147">
                  <c:v>44572</c:v>
                </c:pt>
                <c:pt idx="148">
                  <c:v>44573</c:v>
                </c:pt>
                <c:pt idx="149">
                  <c:v>44574</c:v>
                </c:pt>
                <c:pt idx="150">
                  <c:v>44575</c:v>
                </c:pt>
                <c:pt idx="151">
                  <c:v>44576</c:v>
                </c:pt>
                <c:pt idx="152">
                  <c:v>44577</c:v>
                </c:pt>
                <c:pt idx="153">
                  <c:v>44578</c:v>
                </c:pt>
                <c:pt idx="154">
                  <c:v>44579</c:v>
                </c:pt>
                <c:pt idx="155">
                  <c:v>44580</c:v>
                </c:pt>
                <c:pt idx="156">
                  <c:v>44581</c:v>
                </c:pt>
                <c:pt idx="157">
                  <c:v>44582</c:v>
                </c:pt>
                <c:pt idx="158">
                  <c:v>44583</c:v>
                </c:pt>
                <c:pt idx="159">
                  <c:v>44584</c:v>
                </c:pt>
                <c:pt idx="160">
                  <c:v>44585</c:v>
                </c:pt>
                <c:pt idx="161">
                  <c:v>44586</c:v>
                </c:pt>
                <c:pt idx="162">
                  <c:v>44587</c:v>
                </c:pt>
                <c:pt idx="163">
                  <c:v>44588</c:v>
                </c:pt>
                <c:pt idx="164">
                  <c:v>44589</c:v>
                </c:pt>
                <c:pt idx="165">
                  <c:v>44590</c:v>
                </c:pt>
                <c:pt idx="166">
                  <c:v>44591</c:v>
                </c:pt>
                <c:pt idx="167">
                  <c:v>44592</c:v>
                </c:pt>
                <c:pt idx="168">
                  <c:v>44593</c:v>
                </c:pt>
                <c:pt idx="169">
                  <c:v>44594</c:v>
                </c:pt>
                <c:pt idx="170">
                  <c:v>44595</c:v>
                </c:pt>
                <c:pt idx="171">
                  <c:v>44596</c:v>
                </c:pt>
                <c:pt idx="172">
                  <c:v>44597</c:v>
                </c:pt>
                <c:pt idx="173">
                  <c:v>44598</c:v>
                </c:pt>
                <c:pt idx="174">
                  <c:v>44599</c:v>
                </c:pt>
                <c:pt idx="175">
                  <c:v>44600</c:v>
                </c:pt>
                <c:pt idx="176">
                  <c:v>44601</c:v>
                </c:pt>
                <c:pt idx="177">
                  <c:v>44602</c:v>
                </c:pt>
                <c:pt idx="178">
                  <c:v>44603</c:v>
                </c:pt>
                <c:pt idx="179">
                  <c:v>44604</c:v>
                </c:pt>
                <c:pt idx="180">
                  <c:v>44605</c:v>
                </c:pt>
                <c:pt idx="181">
                  <c:v>44606</c:v>
                </c:pt>
                <c:pt idx="182">
                  <c:v>44607</c:v>
                </c:pt>
                <c:pt idx="183">
                  <c:v>44608</c:v>
                </c:pt>
                <c:pt idx="184">
                  <c:v>44609</c:v>
                </c:pt>
                <c:pt idx="185">
                  <c:v>44610</c:v>
                </c:pt>
                <c:pt idx="186">
                  <c:v>44611</c:v>
                </c:pt>
                <c:pt idx="187">
                  <c:v>44612</c:v>
                </c:pt>
                <c:pt idx="188">
                  <c:v>44613</c:v>
                </c:pt>
                <c:pt idx="189">
                  <c:v>44614</c:v>
                </c:pt>
                <c:pt idx="190">
                  <c:v>44615</c:v>
                </c:pt>
                <c:pt idx="191">
                  <c:v>44616</c:v>
                </c:pt>
                <c:pt idx="192">
                  <c:v>44617</c:v>
                </c:pt>
                <c:pt idx="193">
                  <c:v>44618</c:v>
                </c:pt>
                <c:pt idx="194">
                  <c:v>44619</c:v>
                </c:pt>
                <c:pt idx="195">
                  <c:v>44620</c:v>
                </c:pt>
                <c:pt idx="196">
                  <c:v>44621</c:v>
                </c:pt>
                <c:pt idx="197">
                  <c:v>44622</c:v>
                </c:pt>
                <c:pt idx="198">
                  <c:v>44623</c:v>
                </c:pt>
                <c:pt idx="199">
                  <c:v>44624</c:v>
                </c:pt>
                <c:pt idx="200">
                  <c:v>44625</c:v>
                </c:pt>
                <c:pt idx="201">
                  <c:v>44626</c:v>
                </c:pt>
                <c:pt idx="202">
                  <c:v>44627</c:v>
                </c:pt>
                <c:pt idx="203">
                  <c:v>44628</c:v>
                </c:pt>
                <c:pt idx="204">
                  <c:v>44629</c:v>
                </c:pt>
                <c:pt idx="205">
                  <c:v>44630</c:v>
                </c:pt>
                <c:pt idx="206">
                  <c:v>44631</c:v>
                </c:pt>
                <c:pt idx="207">
                  <c:v>44632</c:v>
                </c:pt>
                <c:pt idx="208">
                  <c:v>44633</c:v>
                </c:pt>
                <c:pt idx="209">
                  <c:v>44634</c:v>
                </c:pt>
                <c:pt idx="210">
                  <c:v>44635</c:v>
                </c:pt>
                <c:pt idx="211">
                  <c:v>44636</c:v>
                </c:pt>
                <c:pt idx="212">
                  <c:v>44637</c:v>
                </c:pt>
                <c:pt idx="213">
                  <c:v>44638</c:v>
                </c:pt>
                <c:pt idx="214">
                  <c:v>44639</c:v>
                </c:pt>
                <c:pt idx="215">
                  <c:v>44640</c:v>
                </c:pt>
                <c:pt idx="216">
                  <c:v>44641</c:v>
                </c:pt>
                <c:pt idx="217">
                  <c:v>44642</c:v>
                </c:pt>
                <c:pt idx="218">
                  <c:v>44643</c:v>
                </c:pt>
                <c:pt idx="219">
                  <c:v>44644</c:v>
                </c:pt>
                <c:pt idx="220">
                  <c:v>44645</c:v>
                </c:pt>
                <c:pt idx="221">
                  <c:v>44646</c:v>
                </c:pt>
                <c:pt idx="222">
                  <c:v>44647</c:v>
                </c:pt>
                <c:pt idx="223">
                  <c:v>44648</c:v>
                </c:pt>
                <c:pt idx="224">
                  <c:v>44649</c:v>
                </c:pt>
                <c:pt idx="225">
                  <c:v>44650</c:v>
                </c:pt>
                <c:pt idx="226">
                  <c:v>44651</c:v>
                </c:pt>
                <c:pt idx="227">
                  <c:v>44652</c:v>
                </c:pt>
                <c:pt idx="228">
                  <c:v>44653</c:v>
                </c:pt>
                <c:pt idx="229">
                  <c:v>44654</c:v>
                </c:pt>
                <c:pt idx="230">
                  <c:v>44655</c:v>
                </c:pt>
                <c:pt idx="231">
                  <c:v>44656</c:v>
                </c:pt>
                <c:pt idx="232">
                  <c:v>44657</c:v>
                </c:pt>
                <c:pt idx="233">
                  <c:v>44658</c:v>
                </c:pt>
                <c:pt idx="234">
                  <c:v>44659</c:v>
                </c:pt>
                <c:pt idx="235">
                  <c:v>44660</c:v>
                </c:pt>
                <c:pt idx="236">
                  <c:v>44661</c:v>
                </c:pt>
                <c:pt idx="237">
                  <c:v>44662</c:v>
                </c:pt>
                <c:pt idx="238">
                  <c:v>44663</c:v>
                </c:pt>
                <c:pt idx="239">
                  <c:v>44664</c:v>
                </c:pt>
                <c:pt idx="240">
                  <c:v>44665</c:v>
                </c:pt>
                <c:pt idx="241">
                  <c:v>44666</c:v>
                </c:pt>
                <c:pt idx="242">
                  <c:v>44667</c:v>
                </c:pt>
                <c:pt idx="243">
                  <c:v>44668</c:v>
                </c:pt>
                <c:pt idx="244">
                  <c:v>44669</c:v>
                </c:pt>
                <c:pt idx="245">
                  <c:v>44670</c:v>
                </c:pt>
                <c:pt idx="246">
                  <c:v>44671</c:v>
                </c:pt>
                <c:pt idx="247">
                  <c:v>44672</c:v>
                </c:pt>
                <c:pt idx="248">
                  <c:v>44673</c:v>
                </c:pt>
                <c:pt idx="249">
                  <c:v>44674</c:v>
                </c:pt>
                <c:pt idx="250">
                  <c:v>44675</c:v>
                </c:pt>
                <c:pt idx="251">
                  <c:v>44676</c:v>
                </c:pt>
                <c:pt idx="252">
                  <c:v>44677</c:v>
                </c:pt>
                <c:pt idx="253">
                  <c:v>44678</c:v>
                </c:pt>
                <c:pt idx="254">
                  <c:v>44679</c:v>
                </c:pt>
                <c:pt idx="255">
                  <c:v>44680</c:v>
                </c:pt>
                <c:pt idx="256">
                  <c:v>44681</c:v>
                </c:pt>
                <c:pt idx="257">
                  <c:v>44682</c:v>
                </c:pt>
                <c:pt idx="258">
                  <c:v>44683</c:v>
                </c:pt>
                <c:pt idx="259">
                  <c:v>44684</c:v>
                </c:pt>
                <c:pt idx="260">
                  <c:v>44685</c:v>
                </c:pt>
                <c:pt idx="261">
                  <c:v>44686</c:v>
                </c:pt>
                <c:pt idx="262">
                  <c:v>44687</c:v>
                </c:pt>
                <c:pt idx="263">
                  <c:v>44688</c:v>
                </c:pt>
                <c:pt idx="264">
                  <c:v>44689</c:v>
                </c:pt>
                <c:pt idx="265">
                  <c:v>44690</c:v>
                </c:pt>
                <c:pt idx="266">
                  <c:v>44691</c:v>
                </c:pt>
                <c:pt idx="267">
                  <c:v>44692</c:v>
                </c:pt>
                <c:pt idx="268">
                  <c:v>44693</c:v>
                </c:pt>
                <c:pt idx="269">
                  <c:v>44694</c:v>
                </c:pt>
                <c:pt idx="270">
                  <c:v>44695</c:v>
                </c:pt>
                <c:pt idx="271">
                  <c:v>44696</c:v>
                </c:pt>
                <c:pt idx="272">
                  <c:v>44697</c:v>
                </c:pt>
                <c:pt idx="273">
                  <c:v>44698</c:v>
                </c:pt>
                <c:pt idx="274">
                  <c:v>44699</c:v>
                </c:pt>
                <c:pt idx="275">
                  <c:v>44700</c:v>
                </c:pt>
                <c:pt idx="276">
                  <c:v>44701</c:v>
                </c:pt>
                <c:pt idx="277">
                  <c:v>44702</c:v>
                </c:pt>
                <c:pt idx="278">
                  <c:v>44703</c:v>
                </c:pt>
                <c:pt idx="279">
                  <c:v>44704</c:v>
                </c:pt>
                <c:pt idx="280">
                  <c:v>44705</c:v>
                </c:pt>
                <c:pt idx="281">
                  <c:v>44706</c:v>
                </c:pt>
                <c:pt idx="282">
                  <c:v>44707</c:v>
                </c:pt>
                <c:pt idx="283">
                  <c:v>44708</c:v>
                </c:pt>
                <c:pt idx="284">
                  <c:v>44709</c:v>
                </c:pt>
                <c:pt idx="285">
                  <c:v>44710</c:v>
                </c:pt>
                <c:pt idx="286">
                  <c:v>44711</c:v>
                </c:pt>
                <c:pt idx="287">
                  <c:v>44712</c:v>
                </c:pt>
                <c:pt idx="288">
                  <c:v>44713</c:v>
                </c:pt>
                <c:pt idx="289">
                  <c:v>44714</c:v>
                </c:pt>
                <c:pt idx="290">
                  <c:v>44715</c:v>
                </c:pt>
                <c:pt idx="291">
                  <c:v>44716</c:v>
                </c:pt>
                <c:pt idx="292">
                  <c:v>44717</c:v>
                </c:pt>
                <c:pt idx="293">
                  <c:v>44718</c:v>
                </c:pt>
                <c:pt idx="294">
                  <c:v>44719</c:v>
                </c:pt>
                <c:pt idx="295">
                  <c:v>44720</c:v>
                </c:pt>
                <c:pt idx="296">
                  <c:v>44721</c:v>
                </c:pt>
                <c:pt idx="297">
                  <c:v>44722</c:v>
                </c:pt>
                <c:pt idx="298">
                  <c:v>44723</c:v>
                </c:pt>
                <c:pt idx="299">
                  <c:v>44724</c:v>
                </c:pt>
                <c:pt idx="300">
                  <c:v>44725</c:v>
                </c:pt>
                <c:pt idx="301">
                  <c:v>44726</c:v>
                </c:pt>
                <c:pt idx="302">
                  <c:v>44727</c:v>
                </c:pt>
                <c:pt idx="303">
                  <c:v>44728</c:v>
                </c:pt>
                <c:pt idx="304">
                  <c:v>44729</c:v>
                </c:pt>
                <c:pt idx="305">
                  <c:v>44730</c:v>
                </c:pt>
                <c:pt idx="306">
                  <c:v>44731</c:v>
                </c:pt>
                <c:pt idx="307">
                  <c:v>44732</c:v>
                </c:pt>
                <c:pt idx="308">
                  <c:v>44733</c:v>
                </c:pt>
                <c:pt idx="309">
                  <c:v>44734</c:v>
                </c:pt>
                <c:pt idx="310">
                  <c:v>44735</c:v>
                </c:pt>
                <c:pt idx="311">
                  <c:v>44736</c:v>
                </c:pt>
                <c:pt idx="312">
                  <c:v>44737</c:v>
                </c:pt>
                <c:pt idx="313">
                  <c:v>44738</c:v>
                </c:pt>
                <c:pt idx="314">
                  <c:v>44739</c:v>
                </c:pt>
                <c:pt idx="315">
                  <c:v>44740</c:v>
                </c:pt>
                <c:pt idx="316">
                  <c:v>44741</c:v>
                </c:pt>
                <c:pt idx="317">
                  <c:v>44742</c:v>
                </c:pt>
                <c:pt idx="318">
                  <c:v>44743</c:v>
                </c:pt>
                <c:pt idx="319">
                  <c:v>44744</c:v>
                </c:pt>
                <c:pt idx="320">
                  <c:v>44745</c:v>
                </c:pt>
                <c:pt idx="321">
                  <c:v>44746</c:v>
                </c:pt>
                <c:pt idx="322">
                  <c:v>44747</c:v>
                </c:pt>
                <c:pt idx="323">
                  <c:v>44748</c:v>
                </c:pt>
                <c:pt idx="324">
                  <c:v>44749</c:v>
                </c:pt>
                <c:pt idx="325">
                  <c:v>44750</c:v>
                </c:pt>
                <c:pt idx="326">
                  <c:v>44751</c:v>
                </c:pt>
                <c:pt idx="327">
                  <c:v>44752</c:v>
                </c:pt>
                <c:pt idx="328">
                  <c:v>44753</c:v>
                </c:pt>
                <c:pt idx="329">
                  <c:v>44754</c:v>
                </c:pt>
                <c:pt idx="330">
                  <c:v>44755</c:v>
                </c:pt>
                <c:pt idx="331">
                  <c:v>44756</c:v>
                </c:pt>
                <c:pt idx="332">
                  <c:v>44757</c:v>
                </c:pt>
                <c:pt idx="333">
                  <c:v>44758</c:v>
                </c:pt>
                <c:pt idx="334">
                  <c:v>44759</c:v>
                </c:pt>
                <c:pt idx="335">
                  <c:v>44760</c:v>
                </c:pt>
                <c:pt idx="336">
                  <c:v>44761</c:v>
                </c:pt>
                <c:pt idx="337">
                  <c:v>44762</c:v>
                </c:pt>
                <c:pt idx="338">
                  <c:v>44763</c:v>
                </c:pt>
                <c:pt idx="339">
                  <c:v>44764</c:v>
                </c:pt>
                <c:pt idx="340">
                  <c:v>44765</c:v>
                </c:pt>
                <c:pt idx="341">
                  <c:v>44766</c:v>
                </c:pt>
                <c:pt idx="342">
                  <c:v>44767</c:v>
                </c:pt>
                <c:pt idx="343">
                  <c:v>44768</c:v>
                </c:pt>
                <c:pt idx="344">
                  <c:v>44769</c:v>
                </c:pt>
                <c:pt idx="345">
                  <c:v>44770</c:v>
                </c:pt>
                <c:pt idx="346">
                  <c:v>44771</c:v>
                </c:pt>
                <c:pt idx="347">
                  <c:v>44772</c:v>
                </c:pt>
                <c:pt idx="348">
                  <c:v>44773</c:v>
                </c:pt>
                <c:pt idx="349">
                  <c:v>44774</c:v>
                </c:pt>
                <c:pt idx="350">
                  <c:v>44775</c:v>
                </c:pt>
                <c:pt idx="351">
                  <c:v>44776</c:v>
                </c:pt>
                <c:pt idx="352">
                  <c:v>44777</c:v>
                </c:pt>
                <c:pt idx="353">
                  <c:v>44778</c:v>
                </c:pt>
                <c:pt idx="354">
                  <c:v>44779</c:v>
                </c:pt>
                <c:pt idx="355">
                  <c:v>44780</c:v>
                </c:pt>
                <c:pt idx="356">
                  <c:v>44781</c:v>
                </c:pt>
                <c:pt idx="357">
                  <c:v>44782</c:v>
                </c:pt>
                <c:pt idx="358">
                  <c:v>44783</c:v>
                </c:pt>
                <c:pt idx="359">
                  <c:v>44784</c:v>
                </c:pt>
                <c:pt idx="360">
                  <c:v>44785</c:v>
                </c:pt>
                <c:pt idx="361">
                  <c:v>44786</c:v>
                </c:pt>
                <c:pt idx="362">
                  <c:v>44787</c:v>
                </c:pt>
                <c:pt idx="363">
                  <c:v>44788</c:v>
                </c:pt>
                <c:pt idx="364">
                  <c:v>44789</c:v>
                </c:pt>
                <c:pt idx="365">
                  <c:v>44790</c:v>
                </c:pt>
                <c:pt idx="366">
                  <c:v>44791</c:v>
                </c:pt>
                <c:pt idx="367">
                  <c:v>44792</c:v>
                </c:pt>
                <c:pt idx="368">
                  <c:v>44793</c:v>
                </c:pt>
                <c:pt idx="369">
                  <c:v>44794</c:v>
                </c:pt>
                <c:pt idx="370">
                  <c:v>44795</c:v>
                </c:pt>
                <c:pt idx="371">
                  <c:v>44796</c:v>
                </c:pt>
                <c:pt idx="372">
                  <c:v>44797</c:v>
                </c:pt>
                <c:pt idx="373">
                  <c:v>44798</c:v>
                </c:pt>
                <c:pt idx="374">
                  <c:v>44799</c:v>
                </c:pt>
                <c:pt idx="375">
                  <c:v>44800</c:v>
                </c:pt>
                <c:pt idx="376">
                  <c:v>44801</c:v>
                </c:pt>
                <c:pt idx="377">
                  <c:v>44802</c:v>
                </c:pt>
                <c:pt idx="378">
                  <c:v>44803</c:v>
                </c:pt>
                <c:pt idx="379">
                  <c:v>44804</c:v>
                </c:pt>
                <c:pt idx="380">
                  <c:v>44805</c:v>
                </c:pt>
                <c:pt idx="381">
                  <c:v>44806</c:v>
                </c:pt>
                <c:pt idx="382">
                  <c:v>44807</c:v>
                </c:pt>
                <c:pt idx="383">
                  <c:v>44808</c:v>
                </c:pt>
                <c:pt idx="384">
                  <c:v>44809</c:v>
                </c:pt>
                <c:pt idx="385">
                  <c:v>44810</c:v>
                </c:pt>
                <c:pt idx="386">
                  <c:v>44811</c:v>
                </c:pt>
                <c:pt idx="387">
                  <c:v>44812</c:v>
                </c:pt>
                <c:pt idx="388">
                  <c:v>44813</c:v>
                </c:pt>
                <c:pt idx="389">
                  <c:v>44814</c:v>
                </c:pt>
                <c:pt idx="390">
                  <c:v>44815</c:v>
                </c:pt>
                <c:pt idx="391">
                  <c:v>44816</c:v>
                </c:pt>
                <c:pt idx="392">
                  <c:v>44817</c:v>
                </c:pt>
                <c:pt idx="393">
                  <c:v>44818</c:v>
                </c:pt>
                <c:pt idx="394">
                  <c:v>44819</c:v>
                </c:pt>
                <c:pt idx="395">
                  <c:v>44820</c:v>
                </c:pt>
                <c:pt idx="396">
                  <c:v>44821</c:v>
                </c:pt>
                <c:pt idx="397">
                  <c:v>44822</c:v>
                </c:pt>
                <c:pt idx="398">
                  <c:v>44823</c:v>
                </c:pt>
                <c:pt idx="399">
                  <c:v>44824</c:v>
                </c:pt>
                <c:pt idx="400">
                  <c:v>44825</c:v>
                </c:pt>
                <c:pt idx="401">
                  <c:v>44826</c:v>
                </c:pt>
                <c:pt idx="402">
                  <c:v>44827</c:v>
                </c:pt>
                <c:pt idx="403">
                  <c:v>44828</c:v>
                </c:pt>
                <c:pt idx="404">
                  <c:v>44829</c:v>
                </c:pt>
                <c:pt idx="405">
                  <c:v>44830</c:v>
                </c:pt>
                <c:pt idx="406">
                  <c:v>44831</c:v>
                </c:pt>
                <c:pt idx="407">
                  <c:v>44832</c:v>
                </c:pt>
                <c:pt idx="408">
                  <c:v>44833</c:v>
                </c:pt>
                <c:pt idx="409">
                  <c:v>44834</c:v>
                </c:pt>
                <c:pt idx="410">
                  <c:v>44835</c:v>
                </c:pt>
                <c:pt idx="411">
                  <c:v>44836</c:v>
                </c:pt>
                <c:pt idx="412">
                  <c:v>44837</c:v>
                </c:pt>
                <c:pt idx="413">
                  <c:v>44838</c:v>
                </c:pt>
                <c:pt idx="414">
                  <c:v>44839</c:v>
                </c:pt>
                <c:pt idx="415">
                  <c:v>44840</c:v>
                </c:pt>
                <c:pt idx="416">
                  <c:v>44841</c:v>
                </c:pt>
                <c:pt idx="417">
                  <c:v>44842</c:v>
                </c:pt>
                <c:pt idx="418">
                  <c:v>44843</c:v>
                </c:pt>
                <c:pt idx="419">
                  <c:v>44844</c:v>
                </c:pt>
                <c:pt idx="420">
                  <c:v>44845</c:v>
                </c:pt>
                <c:pt idx="421">
                  <c:v>44846</c:v>
                </c:pt>
                <c:pt idx="422">
                  <c:v>44847</c:v>
                </c:pt>
                <c:pt idx="423">
                  <c:v>44848</c:v>
                </c:pt>
                <c:pt idx="424">
                  <c:v>44849</c:v>
                </c:pt>
                <c:pt idx="425">
                  <c:v>44850</c:v>
                </c:pt>
                <c:pt idx="426">
                  <c:v>44851</c:v>
                </c:pt>
                <c:pt idx="427">
                  <c:v>44852</c:v>
                </c:pt>
                <c:pt idx="428">
                  <c:v>44853</c:v>
                </c:pt>
                <c:pt idx="429">
                  <c:v>44854</c:v>
                </c:pt>
                <c:pt idx="430">
                  <c:v>44855</c:v>
                </c:pt>
                <c:pt idx="431">
                  <c:v>44856</c:v>
                </c:pt>
                <c:pt idx="432">
                  <c:v>44857</c:v>
                </c:pt>
                <c:pt idx="433">
                  <c:v>44858</c:v>
                </c:pt>
                <c:pt idx="434">
                  <c:v>44859</c:v>
                </c:pt>
                <c:pt idx="435">
                  <c:v>44860</c:v>
                </c:pt>
                <c:pt idx="436">
                  <c:v>44861</c:v>
                </c:pt>
                <c:pt idx="437">
                  <c:v>44862</c:v>
                </c:pt>
                <c:pt idx="438">
                  <c:v>44863</c:v>
                </c:pt>
                <c:pt idx="439">
                  <c:v>44864</c:v>
                </c:pt>
                <c:pt idx="440">
                  <c:v>44865</c:v>
                </c:pt>
                <c:pt idx="441">
                  <c:v>44866</c:v>
                </c:pt>
                <c:pt idx="442">
                  <c:v>44867</c:v>
                </c:pt>
                <c:pt idx="443">
                  <c:v>44868</c:v>
                </c:pt>
                <c:pt idx="444">
                  <c:v>44869</c:v>
                </c:pt>
                <c:pt idx="445">
                  <c:v>44870</c:v>
                </c:pt>
                <c:pt idx="446">
                  <c:v>44871</c:v>
                </c:pt>
                <c:pt idx="447">
                  <c:v>44872</c:v>
                </c:pt>
                <c:pt idx="448">
                  <c:v>44873</c:v>
                </c:pt>
                <c:pt idx="449">
                  <c:v>44874</c:v>
                </c:pt>
                <c:pt idx="450">
                  <c:v>44875</c:v>
                </c:pt>
                <c:pt idx="451">
                  <c:v>44876</c:v>
                </c:pt>
                <c:pt idx="452">
                  <c:v>44877</c:v>
                </c:pt>
                <c:pt idx="453">
                  <c:v>44878</c:v>
                </c:pt>
                <c:pt idx="454">
                  <c:v>44879</c:v>
                </c:pt>
                <c:pt idx="455">
                  <c:v>44880</c:v>
                </c:pt>
                <c:pt idx="456">
                  <c:v>44881</c:v>
                </c:pt>
                <c:pt idx="457">
                  <c:v>44882</c:v>
                </c:pt>
                <c:pt idx="458">
                  <c:v>44883</c:v>
                </c:pt>
                <c:pt idx="459">
                  <c:v>44884</c:v>
                </c:pt>
                <c:pt idx="460">
                  <c:v>44885</c:v>
                </c:pt>
                <c:pt idx="461">
                  <c:v>44886</c:v>
                </c:pt>
                <c:pt idx="462">
                  <c:v>44887</c:v>
                </c:pt>
                <c:pt idx="463">
                  <c:v>44888</c:v>
                </c:pt>
                <c:pt idx="464">
                  <c:v>44889</c:v>
                </c:pt>
                <c:pt idx="465">
                  <c:v>44890</c:v>
                </c:pt>
                <c:pt idx="466">
                  <c:v>44891</c:v>
                </c:pt>
                <c:pt idx="467">
                  <c:v>44892</c:v>
                </c:pt>
                <c:pt idx="468">
                  <c:v>44893</c:v>
                </c:pt>
                <c:pt idx="469">
                  <c:v>44894</c:v>
                </c:pt>
                <c:pt idx="470">
                  <c:v>44895</c:v>
                </c:pt>
                <c:pt idx="471">
                  <c:v>44896</c:v>
                </c:pt>
                <c:pt idx="472">
                  <c:v>44897</c:v>
                </c:pt>
                <c:pt idx="473">
                  <c:v>44898</c:v>
                </c:pt>
                <c:pt idx="474">
                  <c:v>44899</c:v>
                </c:pt>
                <c:pt idx="475">
                  <c:v>44900</c:v>
                </c:pt>
                <c:pt idx="476">
                  <c:v>44901</c:v>
                </c:pt>
                <c:pt idx="477">
                  <c:v>44902</c:v>
                </c:pt>
                <c:pt idx="478">
                  <c:v>44903</c:v>
                </c:pt>
                <c:pt idx="479">
                  <c:v>44904</c:v>
                </c:pt>
                <c:pt idx="480">
                  <c:v>44905</c:v>
                </c:pt>
                <c:pt idx="481">
                  <c:v>44906</c:v>
                </c:pt>
                <c:pt idx="482">
                  <c:v>44907</c:v>
                </c:pt>
                <c:pt idx="483">
                  <c:v>44908</c:v>
                </c:pt>
                <c:pt idx="484">
                  <c:v>44909</c:v>
                </c:pt>
                <c:pt idx="485">
                  <c:v>44910</c:v>
                </c:pt>
                <c:pt idx="486">
                  <c:v>44911</c:v>
                </c:pt>
                <c:pt idx="487">
                  <c:v>44912</c:v>
                </c:pt>
                <c:pt idx="488">
                  <c:v>44913</c:v>
                </c:pt>
                <c:pt idx="489">
                  <c:v>44914</c:v>
                </c:pt>
                <c:pt idx="490">
                  <c:v>44915</c:v>
                </c:pt>
                <c:pt idx="491">
                  <c:v>44916</c:v>
                </c:pt>
                <c:pt idx="492">
                  <c:v>44917</c:v>
                </c:pt>
                <c:pt idx="493">
                  <c:v>44918</c:v>
                </c:pt>
                <c:pt idx="494">
                  <c:v>44919</c:v>
                </c:pt>
                <c:pt idx="495">
                  <c:v>44920</c:v>
                </c:pt>
                <c:pt idx="496">
                  <c:v>44921</c:v>
                </c:pt>
                <c:pt idx="497">
                  <c:v>44922</c:v>
                </c:pt>
                <c:pt idx="498">
                  <c:v>44923</c:v>
                </c:pt>
                <c:pt idx="499">
                  <c:v>44924</c:v>
                </c:pt>
                <c:pt idx="500">
                  <c:v>44925</c:v>
                </c:pt>
                <c:pt idx="501">
                  <c:v>44926</c:v>
                </c:pt>
                <c:pt idx="502">
                  <c:v>44927</c:v>
                </c:pt>
                <c:pt idx="503">
                  <c:v>44928</c:v>
                </c:pt>
                <c:pt idx="504">
                  <c:v>44929</c:v>
                </c:pt>
                <c:pt idx="505">
                  <c:v>44930</c:v>
                </c:pt>
                <c:pt idx="506">
                  <c:v>44931</c:v>
                </c:pt>
                <c:pt idx="507">
                  <c:v>44932</c:v>
                </c:pt>
                <c:pt idx="508">
                  <c:v>44933</c:v>
                </c:pt>
                <c:pt idx="509">
                  <c:v>44934</c:v>
                </c:pt>
                <c:pt idx="510">
                  <c:v>44935</c:v>
                </c:pt>
                <c:pt idx="511">
                  <c:v>44936</c:v>
                </c:pt>
                <c:pt idx="512">
                  <c:v>44937</c:v>
                </c:pt>
                <c:pt idx="513">
                  <c:v>44938</c:v>
                </c:pt>
                <c:pt idx="514">
                  <c:v>44939</c:v>
                </c:pt>
                <c:pt idx="515">
                  <c:v>44940</c:v>
                </c:pt>
                <c:pt idx="516">
                  <c:v>44941</c:v>
                </c:pt>
                <c:pt idx="517">
                  <c:v>44942</c:v>
                </c:pt>
                <c:pt idx="518">
                  <c:v>44943</c:v>
                </c:pt>
                <c:pt idx="519">
                  <c:v>44944</c:v>
                </c:pt>
                <c:pt idx="520">
                  <c:v>44945</c:v>
                </c:pt>
                <c:pt idx="521">
                  <c:v>44946</c:v>
                </c:pt>
                <c:pt idx="522">
                  <c:v>44947</c:v>
                </c:pt>
                <c:pt idx="523">
                  <c:v>44948</c:v>
                </c:pt>
                <c:pt idx="524">
                  <c:v>44949</c:v>
                </c:pt>
                <c:pt idx="525">
                  <c:v>44950</c:v>
                </c:pt>
                <c:pt idx="526">
                  <c:v>44951</c:v>
                </c:pt>
                <c:pt idx="527">
                  <c:v>44952</c:v>
                </c:pt>
                <c:pt idx="528">
                  <c:v>44953</c:v>
                </c:pt>
                <c:pt idx="529">
                  <c:v>44954</c:v>
                </c:pt>
                <c:pt idx="530">
                  <c:v>44955</c:v>
                </c:pt>
                <c:pt idx="531">
                  <c:v>44956</c:v>
                </c:pt>
                <c:pt idx="532">
                  <c:v>44957</c:v>
                </c:pt>
                <c:pt idx="533">
                  <c:v>44958</c:v>
                </c:pt>
                <c:pt idx="534">
                  <c:v>44959</c:v>
                </c:pt>
                <c:pt idx="535">
                  <c:v>44960</c:v>
                </c:pt>
                <c:pt idx="536">
                  <c:v>44961</c:v>
                </c:pt>
                <c:pt idx="537">
                  <c:v>44962</c:v>
                </c:pt>
                <c:pt idx="538">
                  <c:v>44963</c:v>
                </c:pt>
                <c:pt idx="539">
                  <c:v>44964</c:v>
                </c:pt>
                <c:pt idx="540">
                  <c:v>44965</c:v>
                </c:pt>
                <c:pt idx="541">
                  <c:v>44966</c:v>
                </c:pt>
                <c:pt idx="542">
                  <c:v>44967</c:v>
                </c:pt>
                <c:pt idx="543">
                  <c:v>44968</c:v>
                </c:pt>
                <c:pt idx="544">
                  <c:v>44969</c:v>
                </c:pt>
                <c:pt idx="545">
                  <c:v>44970</c:v>
                </c:pt>
                <c:pt idx="546">
                  <c:v>44971</c:v>
                </c:pt>
                <c:pt idx="547">
                  <c:v>44972</c:v>
                </c:pt>
                <c:pt idx="548">
                  <c:v>44973</c:v>
                </c:pt>
                <c:pt idx="549">
                  <c:v>44974</c:v>
                </c:pt>
                <c:pt idx="550">
                  <c:v>44975</c:v>
                </c:pt>
                <c:pt idx="551">
                  <c:v>44976</c:v>
                </c:pt>
                <c:pt idx="552">
                  <c:v>44977</c:v>
                </c:pt>
                <c:pt idx="553">
                  <c:v>44978</c:v>
                </c:pt>
                <c:pt idx="554">
                  <c:v>44979</c:v>
                </c:pt>
                <c:pt idx="555">
                  <c:v>44980</c:v>
                </c:pt>
                <c:pt idx="556">
                  <c:v>44981</c:v>
                </c:pt>
                <c:pt idx="557">
                  <c:v>44982</c:v>
                </c:pt>
                <c:pt idx="558">
                  <c:v>44983</c:v>
                </c:pt>
                <c:pt idx="559">
                  <c:v>44984</c:v>
                </c:pt>
                <c:pt idx="560">
                  <c:v>44985</c:v>
                </c:pt>
                <c:pt idx="561">
                  <c:v>44986</c:v>
                </c:pt>
                <c:pt idx="562">
                  <c:v>44987</c:v>
                </c:pt>
                <c:pt idx="563">
                  <c:v>44988</c:v>
                </c:pt>
                <c:pt idx="564">
                  <c:v>44989</c:v>
                </c:pt>
                <c:pt idx="565">
                  <c:v>44990</c:v>
                </c:pt>
                <c:pt idx="566">
                  <c:v>44991</c:v>
                </c:pt>
                <c:pt idx="567">
                  <c:v>44992</c:v>
                </c:pt>
                <c:pt idx="568">
                  <c:v>44993</c:v>
                </c:pt>
                <c:pt idx="569">
                  <c:v>44994</c:v>
                </c:pt>
                <c:pt idx="570">
                  <c:v>44995</c:v>
                </c:pt>
                <c:pt idx="571">
                  <c:v>44996</c:v>
                </c:pt>
                <c:pt idx="572">
                  <c:v>44997</c:v>
                </c:pt>
                <c:pt idx="573">
                  <c:v>44998</c:v>
                </c:pt>
                <c:pt idx="574">
                  <c:v>44999</c:v>
                </c:pt>
                <c:pt idx="575">
                  <c:v>45000</c:v>
                </c:pt>
                <c:pt idx="576">
                  <c:v>45001</c:v>
                </c:pt>
                <c:pt idx="577">
                  <c:v>45002</c:v>
                </c:pt>
                <c:pt idx="578">
                  <c:v>45003</c:v>
                </c:pt>
                <c:pt idx="579">
                  <c:v>45004</c:v>
                </c:pt>
                <c:pt idx="580">
                  <c:v>45005</c:v>
                </c:pt>
                <c:pt idx="581">
                  <c:v>45006</c:v>
                </c:pt>
                <c:pt idx="582">
                  <c:v>45007</c:v>
                </c:pt>
                <c:pt idx="583">
                  <c:v>45008</c:v>
                </c:pt>
                <c:pt idx="584">
                  <c:v>45009</c:v>
                </c:pt>
                <c:pt idx="585">
                  <c:v>45010</c:v>
                </c:pt>
                <c:pt idx="586">
                  <c:v>45011</c:v>
                </c:pt>
                <c:pt idx="587">
                  <c:v>45012</c:v>
                </c:pt>
                <c:pt idx="588">
                  <c:v>45013</c:v>
                </c:pt>
                <c:pt idx="589">
                  <c:v>45014</c:v>
                </c:pt>
                <c:pt idx="590">
                  <c:v>45015</c:v>
                </c:pt>
                <c:pt idx="591">
                  <c:v>45016</c:v>
                </c:pt>
                <c:pt idx="592">
                  <c:v>45017</c:v>
                </c:pt>
                <c:pt idx="593">
                  <c:v>45018</c:v>
                </c:pt>
                <c:pt idx="594">
                  <c:v>45019</c:v>
                </c:pt>
                <c:pt idx="595">
                  <c:v>45020</c:v>
                </c:pt>
                <c:pt idx="596">
                  <c:v>45021</c:v>
                </c:pt>
                <c:pt idx="597">
                  <c:v>45022</c:v>
                </c:pt>
                <c:pt idx="598">
                  <c:v>45023</c:v>
                </c:pt>
                <c:pt idx="599">
                  <c:v>45024</c:v>
                </c:pt>
                <c:pt idx="600">
                  <c:v>45025</c:v>
                </c:pt>
                <c:pt idx="601">
                  <c:v>45026</c:v>
                </c:pt>
                <c:pt idx="602">
                  <c:v>45027</c:v>
                </c:pt>
                <c:pt idx="603">
                  <c:v>45028</c:v>
                </c:pt>
                <c:pt idx="604">
                  <c:v>45029</c:v>
                </c:pt>
                <c:pt idx="605">
                  <c:v>45030</c:v>
                </c:pt>
                <c:pt idx="606">
                  <c:v>45031</c:v>
                </c:pt>
                <c:pt idx="607">
                  <c:v>45032</c:v>
                </c:pt>
                <c:pt idx="608">
                  <c:v>45033</c:v>
                </c:pt>
                <c:pt idx="609">
                  <c:v>45034</c:v>
                </c:pt>
                <c:pt idx="610">
                  <c:v>45035</c:v>
                </c:pt>
                <c:pt idx="611">
                  <c:v>45036</c:v>
                </c:pt>
                <c:pt idx="612">
                  <c:v>45037</c:v>
                </c:pt>
                <c:pt idx="613">
                  <c:v>45038</c:v>
                </c:pt>
                <c:pt idx="614">
                  <c:v>45039</c:v>
                </c:pt>
                <c:pt idx="615">
                  <c:v>45040</c:v>
                </c:pt>
                <c:pt idx="616">
                  <c:v>45041</c:v>
                </c:pt>
                <c:pt idx="617">
                  <c:v>45042</c:v>
                </c:pt>
                <c:pt idx="618">
                  <c:v>45043</c:v>
                </c:pt>
                <c:pt idx="619">
                  <c:v>45044</c:v>
                </c:pt>
                <c:pt idx="620">
                  <c:v>45045</c:v>
                </c:pt>
                <c:pt idx="621">
                  <c:v>45046</c:v>
                </c:pt>
                <c:pt idx="622">
                  <c:v>45047</c:v>
                </c:pt>
                <c:pt idx="623">
                  <c:v>45048</c:v>
                </c:pt>
                <c:pt idx="624">
                  <c:v>45049</c:v>
                </c:pt>
                <c:pt idx="625">
                  <c:v>45050</c:v>
                </c:pt>
                <c:pt idx="626">
                  <c:v>45051</c:v>
                </c:pt>
                <c:pt idx="627">
                  <c:v>45052</c:v>
                </c:pt>
                <c:pt idx="628">
                  <c:v>45053</c:v>
                </c:pt>
                <c:pt idx="629">
                  <c:v>45054</c:v>
                </c:pt>
                <c:pt idx="630">
                  <c:v>45055</c:v>
                </c:pt>
                <c:pt idx="631">
                  <c:v>45056</c:v>
                </c:pt>
                <c:pt idx="632">
                  <c:v>45057</c:v>
                </c:pt>
                <c:pt idx="633">
                  <c:v>45058</c:v>
                </c:pt>
                <c:pt idx="634">
                  <c:v>45059</c:v>
                </c:pt>
                <c:pt idx="635">
                  <c:v>45060</c:v>
                </c:pt>
                <c:pt idx="636">
                  <c:v>45061</c:v>
                </c:pt>
                <c:pt idx="637">
                  <c:v>45062</c:v>
                </c:pt>
                <c:pt idx="638">
                  <c:v>45063</c:v>
                </c:pt>
                <c:pt idx="639">
                  <c:v>45064</c:v>
                </c:pt>
                <c:pt idx="640">
                  <c:v>45065</c:v>
                </c:pt>
                <c:pt idx="641">
                  <c:v>45066</c:v>
                </c:pt>
                <c:pt idx="642">
                  <c:v>45067</c:v>
                </c:pt>
                <c:pt idx="643">
                  <c:v>45068</c:v>
                </c:pt>
                <c:pt idx="644">
                  <c:v>45069</c:v>
                </c:pt>
                <c:pt idx="645">
                  <c:v>45070</c:v>
                </c:pt>
                <c:pt idx="646">
                  <c:v>45071</c:v>
                </c:pt>
                <c:pt idx="647">
                  <c:v>45072</c:v>
                </c:pt>
                <c:pt idx="648">
                  <c:v>45073</c:v>
                </c:pt>
                <c:pt idx="649">
                  <c:v>45074</c:v>
                </c:pt>
                <c:pt idx="650">
                  <c:v>45075</c:v>
                </c:pt>
                <c:pt idx="651">
                  <c:v>45076</c:v>
                </c:pt>
                <c:pt idx="652">
                  <c:v>45077</c:v>
                </c:pt>
                <c:pt idx="653">
                  <c:v>45078</c:v>
                </c:pt>
                <c:pt idx="654">
                  <c:v>45079</c:v>
                </c:pt>
                <c:pt idx="655">
                  <c:v>45080</c:v>
                </c:pt>
                <c:pt idx="656">
                  <c:v>45081</c:v>
                </c:pt>
                <c:pt idx="657">
                  <c:v>45082</c:v>
                </c:pt>
                <c:pt idx="658">
                  <c:v>45083</c:v>
                </c:pt>
                <c:pt idx="659">
                  <c:v>45084</c:v>
                </c:pt>
                <c:pt idx="660">
                  <c:v>45085</c:v>
                </c:pt>
                <c:pt idx="661">
                  <c:v>45086</c:v>
                </c:pt>
                <c:pt idx="662">
                  <c:v>45087</c:v>
                </c:pt>
                <c:pt idx="663">
                  <c:v>45088</c:v>
                </c:pt>
                <c:pt idx="664">
                  <c:v>45089</c:v>
                </c:pt>
                <c:pt idx="665">
                  <c:v>45090</c:v>
                </c:pt>
                <c:pt idx="666">
                  <c:v>45091</c:v>
                </c:pt>
                <c:pt idx="667">
                  <c:v>45092</c:v>
                </c:pt>
                <c:pt idx="668">
                  <c:v>45093</c:v>
                </c:pt>
                <c:pt idx="669">
                  <c:v>45094</c:v>
                </c:pt>
                <c:pt idx="670">
                  <c:v>45095</c:v>
                </c:pt>
                <c:pt idx="671">
                  <c:v>45096</c:v>
                </c:pt>
                <c:pt idx="672">
                  <c:v>45097</c:v>
                </c:pt>
                <c:pt idx="673">
                  <c:v>45098</c:v>
                </c:pt>
                <c:pt idx="674">
                  <c:v>45099</c:v>
                </c:pt>
                <c:pt idx="675">
                  <c:v>45100</c:v>
                </c:pt>
                <c:pt idx="676">
                  <c:v>45101</c:v>
                </c:pt>
                <c:pt idx="677">
                  <c:v>45102</c:v>
                </c:pt>
                <c:pt idx="678">
                  <c:v>45103</c:v>
                </c:pt>
                <c:pt idx="679">
                  <c:v>45104</c:v>
                </c:pt>
                <c:pt idx="680">
                  <c:v>45105</c:v>
                </c:pt>
                <c:pt idx="681">
                  <c:v>45106</c:v>
                </c:pt>
                <c:pt idx="682">
                  <c:v>45107</c:v>
                </c:pt>
                <c:pt idx="683">
                  <c:v>45108</c:v>
                </c:pt>
                <c:pt idx="684">
                  <c:v>45109</c:v>
                </c:pt>
                <c:pt idx="685">
                  <c:v>45110</c:v>
                </c:pt>
                <c:pt idx="686">
                  <c:v>45111</c:v>
                </c:pt>
                <c:pt idx="687">
                  <c:v>45112</c:v>
                </c:pt>
                <c:pt idx="688">
                  <c:v>45113</c:v>
                </c:pt>
                <c:pt idx="689">
                  <c:v>45114</c:v>
                </c:pt>
                <c:pt idx="690">
                  <c:v>45115</c:v>
                </c:pt>
                <c:pt idx="691">
                  <c:v>45116</c:v>
                </c:pt>
                <c:pt idx="692">
                  <c:v>45117</c:v>
                </c:pt>
                <c:pt idx="693">
                  <c:v>45118</c:v>
                </c:pt>
                <c:pt idx="694">
                  <c:v>45119</c:v>
                </c:pt>
                <c:pt idx="695">
                  <c:v>45120</c:v>
                </c:pt>
                <c:pt idx="696">
                  <c:v>45121</c:v>
                </c:pt>
                <c:pt idx="697">
                  <c:v>45122</c:v>
                </c:pt>
                <c:pt idx="698">
                  <c:v>45123</c:v>
                </c:pt>
                <c:pt idx="699">
                  <c:v>45124</c:v>
                </c:pt>
                <c:pt idx="700">
                  <c:v>45125</c:v>
                </c:pt>
                <c:pt idx="701">
                  <c:v>45126</c:v>
                </c:pt>
                <c:pt idx="702">
                  <c:v>45127</c:v>
                </c:pt>
                <c:pt idx="703">
                  <c:v>45128</c:v>
                </c:pt>
                <c:pt idx="704">
                  <c:v>45129</c:v>
                </c:pt>
                <c:pt idx="705">
                  <c:v>45130</c:v>
                </c:pt>
                <c:pt idx="706">
                  <c:v>45131</c:v>
                </c:pt>
                <c:pt idx="707">
                  <c:v>45132</c:v>
                </c:pt>
                <c:pt idx="708">
                  <c:v>45133</c:v>
                </c:pt>
                <c:pt idx="709">
                  <c:v>45134</c:v>
                </c:pt>
                <c:pt idx="710">
                  <c:v>45135</c:v>
                </c:pt>
                <c:pt idx="711">
                  <c:v>45136</c:v>
                </c:pt>
                <c:pt idx="712">
                  <c:v>45137</c:v>
                </c:pt>
                <c:pt idx="713">
                  <c:v>45138</c:v>
                </c:pt>
                <c:pt idx="714">
                  <c:v>45139</c:v>
                </c:pt>
                <c:pt idx="715">
                  <c:v>45140</c:v>
                </c:pt>
                <c:pt idx="716">
                  <c:v>45141</c:v>
                </c:pt>
                <c:pt idx="717">
                  <c:v>45142</c:v>
                </c:pt>
                <c:pt idx="718">
                  <c:v>45143</c:v>
                </c:pt>
                <c:pt idx="719">
                  <c:v>45144</c:v>
                </c:pt>
                <c:pt idx="720">
                  <c:v>45145</c:v>
                </c:pt>
                <c:pt idx="721">
                  <c:v>45146</c:v>
                </c:pt>
                <c:pt idx="722">
                  <c:v>45147</c:v>
                </c:pt>
                <c:pt idx="723">
                  <c:v>45148</c:v>
                </c:pt>
                <c:pt idx="724">
                  <c:v>45149</c:v>
                </c:pt>
                <c:pt idx="725">
                  <c:v>45150</c:v>
                </c:pt>
                <c:pt idx="726">
                  <c:v>45151</c:v>
                </c:pt>
                <c:pt idx="727">
                  <c:v>45152</c:v>
                </c:pt>
                <c:pt idx="728">
                  <c:v>45153</c:v>
                </c:pt>
                <c:pt idx="729">
                  <c:v>45154</c:v>
                </c:pt>
                <c:pt idx="730">
                  <c:v>45155</c:v>
                </c:pt>
                <c:pt idx="731">
                  <c:v>45156</c:v>
                </c:pt>
                <c:pt idx="732">
                  <c:v>45157</c:v>
                </c:pt>
                <c:pt idx="733">
                  <c:v>45158</c:v>
                </c:pt>
                <c:pt idx="734">
                  <c:v>45159</c:v>
                </c:pt>
                <c:pt idx="735">
                  <c:v>45160</c:v>
                </c:pt>
                <c:pt idx="736">
                  <c:v>45161</c:v>
                </c:pt>
                <c:pt idx="737">
                  <c:v>45162</c:v>
                </c:pt>
                <c:pt idx="738">
                  <c:v>45163</c:v>
                </c:pt>
                <c:pt idx="739">
                  <c:v>45164</c:v>
                </c:pt>
                <c:pt idx="740">
                  <c:v>45165</c:v>
                </c:pt>
                <c:pt idx="741">
                  <c:v>45166</c:v>
                </c:pt>
                <c:pt idx="742">
                  <c:v>45167</c:v>
                </c:pt>
                <c:pt idx="743">
                  <c:v>45168</c:v>
                </c:pt>
                <c:pt idx="744">
                  <c:v>45169</c:v>
                </c:pt>
                <c:pt idx="745">
                  <c:v>45170</c:v>
                </c:pt>
                <c:pt idx="746">
                  <c:v>45171</c:v>
                </c:pt>
                <c:pt idx="747">
                  <c:v>45172</c:v>
                </c:pt>
                <c:pt idx="748">
                  <c:v>45173</c:v>
                </c:pt>
                <c:pt idx="749">
                  <c:v>45174</c:v>
                </c:pt>
                <c:pt idx="750">
                  <c:v>45175</c:v>
                </c:pt>
                <c:pt idx="751">
                  <c:v>45176</c:v>
                </c:pt>
                <c:pt idx="752">
                  <c:v>45177</c:v>
                </c:pt>
                <c:pt idx="753">
                  <c:v>45178</c:v>
                </c:pt>
                <c:pt idx="754">
                  <c:v>45179</c:v>
                </c:pt>
                <c:pt idx="755">
                  <c:v>45180</c:v>
                </c:pt>
                <c:pt idx="756">
                  <c:v>45181</c:v>
                </c:pt>
                <c:pt idx="757">
                  <c:v>45182</c:v>
                </c:pt>
                <c:pt idx="758">
                  <c:v>45183</c:v>
                </c:pt>
                <c:pt idx="759">
                  <c:v>45184</c:v>
                </c:pt>
                <c:pt idx="760">
                  <c:v>45185</c:v>
                </c:pt>
                <c:pt idx="761">
                  <c:v>45186</c:v>
                </c:pt>
                <c:pt idx="762">
                  <c:v>45187</c:v>
                </c:pt>
                <c:pt idx="763">
                  <c:v>45188</c:v>
                </c:pt>
                <c:pt idx="764">
                  <c:v>45189</c:v>
                </c:pt>
                <c:pt idx="765">
                  <c:v>45190</c:v>
                </c:pt>
                <c:pt idx="766">
                  <c:v>45191</c:v>
                </c:pt>
                <c:pt idx="767">
                  <c:v>45192</c:v>
                </c:pt>
                <c:pt idx="768">
                  <c:v>45193</c:v>
                </c:pt>
                <c:pt idx="769">
                  <c:v>45194</c:v>
                </c:pt>
                <c:pt idx="770">
                  <c:v>45195</c:v>
                </c:pt>
                <c:pt idx="771">
                  <c:v>45196</c:v>
                </c:pt>
                <c:pt idx="772">
                  <c:v>45197</c:v>
                </c:pt>
                <c:pt idx="773">
                  <c:v>45198</c:v>
                </c:pt>
                <c:pt idx="774">
                  <c:v>45199</c:v>
                </c:pt>
                <c:pt idx="775">
                  <c:v>45200</c:v>
                </c:pt>
                <c:pt idx="776">
                  <c:v>45201</c:v>
                </c:pt>
                <c:pt idx="777">
                  <c:v>45202</c:v>
                </c:pt>
                <c:pt idx="778">
                  <c:v>45203</c:v>
                </c:pt>
                <c:pt idx="779">
                  <c:v>45204</c:v>
                </c:pt>
                <c:pt idx="780">
                  <c:v>45205</c:v>
                </c:pt>
                <c:pt idx="781">
                  <c:v>45206</c:v>
                </c:pt>
                <c:pt idx="782">
                  <c:v>45207</c:v>
                </c:pt>
                <c:pt idx="783">
                  <c:v>45208</c:v>
                </c:pt>
                <c:pt idx="784">
                  <c:v>45209</c:v>
                </c:pt>
                <c:pt idx="785">
                  <c:v>45210</c:v>
                </c:pt>
                <c:pt idx="786">
                  <c:v>45211</c:v>
                </c:pt>
                <c:pt idx="787">
                  <c:v>45212</c:v>
                </c:pt>
                <c:pt idx="788">
                  <c:v>45213</c:v>
                </c:pt>
                <c:pt idx="789">
                  <c:v>45214</c:v>
                </c:pt>
                <c:pt idx="790">
                  <c:v>45215</c:v>
                </c:pt>
                <c:pt idx="791">
                  <c:v>45216</c:v>
                </c:pt>
                <c:pt idx="792">
                  <c:v>45217</c:v>
                </c:pt>
                <c:pt idx="793">
                  <c:v>45218</c:v>
                </c:pt>
                <c:pt idx="794">
                  <c:v>45219</c:v>
                </c:pt>
                <c:pt idx="795">
                  <c:v>45220</c:v>
                </c:pt>
                <c:pt idx="796">
                  <c:v>45221</c:v>
                </c:pt>
                <c:pt idx="797">
                  <c:v>45222</c:v>
                </c:pt>
                <c:pt idx="798">
                  <c:v>45223</c:v>
                </c:pt>
                <c:pt idx="799">
                  <c:v>45224</c:v>
                </c:pt>
                <c:pt idx="800">
                  <c:v>45225</c:v>
                </c:pt>
                <c:pt idx="801">
                  <c:v>45226</c:v>
                </c:pt>
                <c:pt idx="802">
                  <c:v>45227</c:v>
                </c:pt>
                <c:pt idx="803">
                  <c:v>45228</c:v>
                </c:pt>
                <c:pt idx="804">
                  <c:v>45229</c:v>
                </c:pt>
                <c:pt idx="805">
                  <c:v>45230</c:v>
                </c:pt>
                <c:pt idx="806">
                  <c:v>45231</c:v>
                </c:pt>
                <c:pt idx="807">
                  <c:v>45232</c:v>
                </c:pt>
                <c:pt idx="808">
                  <c:v>45233</c:v>
                </c:pt>
                <c:pt idx="809">
                  <c:v>45234</c:v>
                </c:pt>
                <c:pt idx="810">
                  <c:v>45235</c:v>
                </c:pt>
                <c:pt idx="811">
                  <c:v>45236</c:v>
                </c:pt>
                <c:pt idx="812">
                  <c:v>45237</c:v>
                </c:pt>
                <c:pt idx="813">
                  <c:v>45238</c:v>
                </c:pt>
                <c:pt idx="814">
                  <c:v>45239</c:v>
                </c:pt>
                <c:pt idx="815">
                  <c:v>45240</c:v>
                </c:pt>
                <c:pt idx="816">
                  <c:v>45241</c:v>
                </c:pt>
                <c:pt idx="817">
                  <c:v>45242</c:v>
                </c:pt>
                <c:pt idx="818">
                  <c:v>45243</c:v>
                </c:pt>
                <c:pt idx="819">
                  <c:v>45244</c:v>
                </c:pt>
                <c:pt idx="820">
                  <c:v>45245</c:v>
                </c:pt>
                <c:pt idx="821">
                  <c:v>45246</c:v>
                </c:pt>
                <c:pt idx="822">
                  <c:v>45247</c:v>
                </c:pt>
                <c:pt idx="823">
                  <c:v>45248</c:v>
                </c:pt>
                <c:pt idx="824">
                  <c:v>45249</c:v>
                </c:pt>
                <c:pt idx="825">
                  <c:v>45250</c:v>
                </c:pt>
                <c:pt idx="826">
                  <c:v>45251</c:v>
                </c:pt>
                <c:pt idx="827">
                  <c:v>45252</c:v>
                </c:pt>
                <c:pt idx="828">
                  <c:v>45253</c:v>
                </c:pt>
                <c:pt idx="829">
                  <c:v>45254</c:v>
                </c:pt>
                <c:pt idx="830">
                  <c:v>45255</c:v>
                </c:pt>
                <c:pt idx="831">
                  <c:v>45256</c:v>
                </c:pt>
                <c:pt idx="832">
                  <c:v>45257</c:v>
                </c:pt>
                <c:pt idx="833">
                  <c:v>45258</c:v>
                </c:pt>
                <c:pt idx="834">
                  <c:v>45259</c:v>
                </c:pt>
                <c:pt idx="835">
                  <c:v>45260</c:v>
                </c:pt>
                <c:pt idx="836">
                  <c:v>45261</c:v>
                </c:pt>
                <c:pt idx="837">
                  <c:v>45262</c:v>
                </c:pt>
                <c:pt idx="838">
                  <c:v>45263</c:v>
                </c:pt>
                <c:pt idx="839">
                  <c:v>45264</c:v>
                </c:pt>
                <c:pt idx="840">
                  <c:v>45265</c:v>
                </c:pt>
                <c:pt idx="841">
                  <c:v>45266</c:v>
                </c:pt>
                <c:pt idx="842">
                  <c:v>45267</c:v>
                </c:pt>
                <c:pt idx="843">
                  <c:v>45268</c:v>
                </c:pt>
                <c:pt idx="844">
                  <c:v>45269</c:v>
                </c:pt>
                <c:pt idx="845">
                  <c:v>45270</c:v>
                </c:pt>
                <c:pt idx="846">
                  <c:v>45271</c:v>
                </c:pt>
                <c:pt idx="847">
                  <c:v>45272</c:v>
                </c:pt>
                <c:pt idx="848">
                  <c:v>45273</c:v>
                </c:pt>
                <c:pt idx="849">
                  <c:v>45274</c:v>
                </c:pt>
                <c:pt idx="850">
                  <c:v>45275</c:v>
                </c:pt>
                <c:pt idx="851">
                  <c:v>45276</c:v>
                </c:pt>
                <c:pt idx="852">
                  <c:v>45277</c:v>
                </c:pt>
                <c:pt idx="853">
                  <c:v>45278</c:v>
                </c:pt>
                <c:pt idx="854">
                  <c:v>45279</c:v>
                </c:pt>
                <c:pt idx="855">
                  <c:v>45280</c:v>
                </c:pt>
                <c:pt idx="856">
                  <c:v>45281</c:v>
                </c:pt>
                <c:pt idx="857">
                  <c:v>45282</c:v>
                </c:pt>
                <c:pt idx="858">
                  <c:v>45283</c:v>
                </c:pt>
                <c:pt idx="859">
                  <c:v>45284</c:v>
                </c:pt>
                <c:pt idx="860">
                  <c:v>45285</c:v>
                </c:pt>
                <c:pt idx="861">
                  <c:v>45286</c:v>
                </c:pt>
                <c:pt idx="862">
                  <c:v>45287</c:v>
                </c:pt>
                <c:pt idx="863">
                  <c:v>45288</c:v>
                </c:pt>
                <c:pt idx="864">
                  <c:v>45289</c:v>
                </c:pt>
                <c:pt idx="865">
                  <c:v>45290</c:v>
                </c:pt>
                <c:pt idx="866">
                  <c:v>45291</c:v>
                </c:pt>
                <c:pt idx="867">
                  <c:v>45292</c:v>
                </c:pt>
                <c:pt idx="868">
                  <c:v>45293</c:v>
                </c:pt>
                <c:pt idx="869">
                  <c:v>45294</c:v>
                </c:pt>
                <c:pt idx="870">
                  <c:v>45295</c:v>
                </c:pt>
                <c:pt idx="871">
                  <c:v>45296</c:v>
                </c:pt>
                <c:pt idx="872">
                  <c:v>45297</c:v>
                </c:pt>
                <c:pt idx="873">
                  <c:v>45298</c:v>
                </c:pt>
                <c:pt idx="874">
                  <c:v>45299</c:v>
                </c:pt>
                <c:pt idx="875">
                  <c:v>45300</c:v>
                </c:pt>
                <c:pt idx="876">
                  <c:v>45301</c:v>
                </c:pt>
                <c:pt idx="877">
                  <c:v>45302</c:v>
                </c:pt>
                <c:pt idx="878">
                  <c:v>45303</c:v>
                </c:pt>
                <c:pt idx="879">
                  <c:v>45304</c:v>
                </c:pt>
                <c:pt idx="880">
                  <c:v>45305</c:v>
                </c:pt>
                <c:pt idx="881">
                  <c:v>45306</c:v>
                </c:pt>
                <c:pt idx="882">
                  <c:v>45307</c:v>
                </c:pt>
                <c:pt idx="883">
                  <c:v>45308</c:v>
                </c:pt>
                <c:pt idx="884">
                  <c:v>45309</c:v>
                </c:pt>
                <c:pt idx="885">
                  <c:v>45310</c:v>
                </c:pt>
                <c:pt idx="886">
                  <c:v>45311</c:v>
                </c:pt>
                <c:pt idx="887">
                  <c:v>45312</c:v>
                </c:pt>
                <c:pt idx="888">
                  <c:v>45313</c:v>
                </c:pt>
                <c:pt idx="889">
                  <c:v>45314</c:v>
                </c:pt>
                <c:pt idx="890">
                  <c:v>45315</c:v>
                </c:pt>
                <c:pt idx="891">
                  <c:v>45316</c:v>
                </c:pt>
                <c:pt idx="892">
                  <c:v>45317</c:v>
                </c:pt>
                <c:pt idx="893">
                  <c:v>45318</c:v>
                </c:pt>
                <c:pt idx="894">
                  <c:v>45319</c:v>
                </c:pt>
                <c:pt idx="895">
                  <c:v>45320</c:v>
                </c:pt>
                <c:pt idx="896">
                  <c:v>45321</c:v>
                </c:pt>
                <c:pt idx="897">
                  <c:v>45322</c:v>
                </c:pt>
                <c:pt idx="898">
                  <c:v>45323</c:v>
                </c:pt>
                <c:pt idx="899">
                  <c:v>45324</c:v>
                </c:pt>
                <c:pt idx="900">
                  <c:v>45325</c:v>
                </c:pt>
                <c:pt idx="901">
                  <c:v>45326</c:v>
                </c:pt>
                <c:pt idx="902">
                  <c:v>45327</c:v>
                </c:pt>
                <c:pt idx="903">
                  <c:v>45328</c:v>
                </c:pt>
                <c:pt idx="904">
                  <c:v>45329</c:v>
                </c:pt>
                <c:pt idx="905">
                  <c:v>45330</c:v>
                </c:pt>
                <c:pt idx="906">
                  <c:v>45331</c:v>
                </c:pt>
                <c:pt idx="907">
                  <c:v>45332</c:v>
                </c:pt>
                <c:pt idx="908">
                  <c:v>45333</c:v>
                </c:pt>
                <c:pt idx="909">
                  <c:v>45334</c:v>
                </c:pt>
                <c:pt idx="910">
                  <c:v>45335</c:v>
                </c:pt>
                <c:pt idx="911">
                  <c:v>45336</c:v>
                </c:pt>
                <c:pt idx="912">
                  <c:v>45337</c:v>
                </c:pt>
                <c:pt idx="913">
                  <c:v>45338</c:v>
                </c:pt>
                <c:pt idx="914">
                  <c:v>45339</c:v>
                </c:pt>
                <c:pt idx="915">
                  <c:v>45340</c:v>
                </c:pt>
                <c:pt idx="916">
                  <c:v>45341</c:v>
                </c:pt>
                <c:pt idx="917">
                  <c:v>45342</c:v>
                </c:pt>
                <c:pt idx="918">
                  <c:v>45343</c:v>
                </c:pt>
                <c:pt idx="919">
                  <c:v>45344</c:v>
                </c:pt>
                <c:pt idx="920">
                  <c:v>45345</c:v>
                </c:pt>
                <c:pt idx="921">
                  <c:v>45346</c:v>
                </c:pt>
                <c:pt idx="922">
                  <c:v>45347</c:v>
                </c:pt>
                <c:pt idx="923">
                  <c:v>45348</c:v>
                </c:pt>
                <c:pt idx="924">
                  <c:v>45349</c:v>
                </c:pt>
                <c:pt idx="925">
                  <c:v>45350</c:v>
                </c:pt>
                <c:pt idx="926">
                  <c:v>45351</c:v>
                </c:pt>
                <c:pt idx="927">
                  <c:v>45352</c:v>
                </c:pt>
                <c:pt idx="928">
                  <c:v>45353</c:v>
                </c:pt>
                <c:pt idx="929">
                  <c:v>45354</c:v>
                </c:pt>
                <c:pt idx="930">
                  <c:v>45355</c:v>
                </c:pt>
                <c:pt idx="931">
                  <c:v>45356</c:v>
                </c:pt>
                <c:pt idx="932">
                  <c:v>45357</c:v>
                </c:pt>
                <c:pt idx="933">
                  <c:v>45358</c:v>
                </c:pt>
                <c:pt idx="934">
                  <c:v>45359</c:v>
                </c:pt>
                <c:pt idx="935">
                  <c:v>45360</c:v>
                </c:pt>
                <c:pt idx="936">
                  <c:v>45361</c:v>
                </c:pt>
                <c:pt idx="937">
                  <c:v>45362</c:v>
                </c:pt>
                <c:pt idx="938">
                  <c:v>45363</c:v>
                </c:pt>
                <c:pt idx="939">
                  <c:v>45364</c:v>
                </c:pt>
                <c:pt idx="940">
                  <c:v>45365</c:v>
                </c:pt>
                <c:pt idx="941">
                  <c:v>45366</c:v>
                </c:pt>
                <c:pt idx="942">
                  <c:v>45367</c:v>
                </c:pt>
                <c:pt idx="943">
                  <c:v>45368</c:v>
                </c:pt>
                <c:pt idx="944">
                  <c:v>45369</c:v>
                </c:pt>
                <c:pt idx="945">
                  <c:v>45370</c:v>
                </c:pt>
                <c:pt idx="946">
                  <c:v>45371</c:v>
                </c:pt>
                <c:pt idx="947">
                  <c:v>45372</c:v>
                </c:pt>
                <c:pt idx="948">
                  <c:v>45373</c:v>
                </c:pt>
                <c:pt idx="949">
                  <c:v>45374</c:v>
                </c:pt>
                <c:pt idx="950">
                  <c:v>45375</c:v>
                </c:pt>
                <c:pt idx="951">
                  <c:v>45376</c:v>
                </c:pt>
                <c:pt idx="952">
                  <c:v>45377</c:v>
                </c:pt>
                <c:pt idx="953">
                  <c:v>45378</c:v>
                </c:pt>
                <c:pt idx="954">
                  <c:v>45379</c:v>
                </c:pt>
                <c:pt idx="955">
                  <c:v>45380</c:v>
                </c:pt>
                <c:pt idx="956">
                  <c:v>45381</c:v>
                </c:pt>
                <c:pt idx="957">
                  <c:v>45382</c:v>
                </c:pt>
                <c:pt idx="958">
                  <c:v>45383</c:v>
                </c:pt>
                <c:pt idx="959">
                  <c:v>45384</c:v>
                </c:pt>
                <c:pt idx="960">
                  <c:v>45385</c:v>
                </c:pt>
                <c:pt idx="961">
                  <c:v>45386</c:v>
                </c:pt>
                <c:pt idx="962">
                  <c:v>45387</c:v>
                </c:pt>
                <c:pt idx="963">
                  <c:v>45388</c:v>
                </c:pt>
                <c:pt idx="964">
                  <c:v>45389</c:v>
                </c:pt>
                <c:pt idx="965">
                  <c:v>45390</c:v>
                </c:pt>
                <c:pt idx="966">
                  <c:v>45391</c:v>
                </c:pt>
                <c:pt idx="967">
                  <c:v>45392</c:v>
                </c:pt>
                <c:pt idx="968">
                  <c:v>45393</c:v>
                </c:pt>
                <c:pt idx="969">
                  <c:v>45394</c:v>
                </c:pt>
                <c:pt idx="970">
                  <c:v>45395</c:v>
                </c:pt>
                <c:pt idx="971">
                  <c:v>45396</c:v>
                </c:pt>
                <c:pt idx="972">
                  <c:v>45397</c:v>
                </c:pt>
                <c:pt idx="973">
                  <c:v>45398</c:v>
                </c:pt>
                <c:pt idx="974">
                  <c:v>45399</c:v>
                </c:pt>
                <c:pt idx="975">
                  <c:v>45400</c:v>
                </c:pt>
                <c:pt idx="976">
                  <c:v>45401</c:v>
                </c:pt>
                <c:pt idx="977">
                  <c:v>45402</c:v>
                </c:pt>
                <c:pt idx="978">
                  <c:v>45403</c:v>
                </c:pt>
                <c:pt idx="979">
                  <c:v>45404</c:v>
                </c:pt>
                <c:pt idx="980">
                  <c:v>45405</c:v>
                </c:pt>
                <c:pt idx="981">
                  <c:v>45406</c:v>
                </c:pt>
                <c:pt idx="982">
                  <c:v>45407</c:v>
                </c:pt>
                <c:pt idx="983">
                  <c:v>45408</c:v>
                </c:pt>
                <c:pt idx="984">
                  <c:v>45409</c:v>
                </c:pt>
                <c:pt idx="985">
                  <c:v>45410</c:v>
                </c:pt>
                <c:pt idx="986">
                  <c:v>45411</c:v>
                </c:pt>
                <c:pt idx="987">
                  <c:v>45412</c:v>
                </c:pt>
                <c:pt idx="988">
                  <c:v>45413</c:v>
                </c:pt>
                <c:pt idx="989">
                  <c:v>45414</c:v>
                </c:pt>
                <c:pt idx="990">
                  <c:v>45415</c:v>
                </c:pt>
                <c:pt idx="991">
                  <c:v>45416</c:v>
                </c:pt>
                <c:pt idx="992">
                  <c:v>45417</c:v>
                </c:pt>
                <c:pt idx="993">
                  <c:v>45418</c:v>
                </c:pt>
                <c:pt idx="994">
                  <c:v>45419</c:v>
                </c:pt>
                <c:pt idx="995">
                  <c:v>45420</c:v>
                </c:pt>
                <c:pt idx="996">
                  <c:v>45421</c:v>
                </c:pt>
                <c:pt idx="997">
                  <c:v>45422</c:v>
                </c:pt>
                <c:pt idx="998">
                  <c:v>45423</c:v>
                </c:pt>
                <c:pt idx="999">
                  <c:v>45424</c:v>
                </c:pt>
                <c:pt idx="1000">
                  <c:v>45425</c:v>
                </c:pt>
                <c:pt idx="1001">
                  <c:v>45426</c:v>
                </c:pt>
                <c:pt idx="1002">
                  <c:v>45427</c:v>
                </c:pt>
                <c:pt idx="1003">
                  <c:v>45428</c:v>
                </c:pt>
                <c:pt idx="1004">
                  <c:v>45429</c:v>
                </c:pt>
                <c:pt idx="1005">
                  <c:v>45430</c:v>
                </c:pt>
                <c:pt idx="1006">
                  <c:v>45431</c:v>
                </c:pt>
                <c:pt idx="1007">
                  <c:v>45432</c:v>
                </c:pt>
                <c:pt idx="1008">
                  <c:v>45433</c:v>
                </c:pt>
                <c:pt idx="1009">
                  <c:v>45434</c:v>
                </c:pt>
                <c:pt idx="1010">
                  <c:v>45435</c:v>
                </c:pt>
                <c:pt idx="1011">
                  <c:v>45436</c:v>
                </c:pt>
                <c:pt idx="1012">
                  <c:v>45437</c:v>
                </c:pt>
                <c:pt idx="1013">
                  <c:v>45438</c:v>
                </c:pt>
                <c:pt idx="1014">
                  <c:v>45439</c:v>
                </c:pt>
                <c:pt idx="1015">
                  <c:v>45440</c:v>
                </c:pt>
                <c:pt idx="1016">
                  <c:v>45441</c:v>
                </c:pt>
                <c:pt idx="1017">
                  <c:v>45442</c:v>
                </c:pt>
                <c:pt idx="1018">
                  <c:v>45443</c:v>
                </c:pt>
                <c:pt idx="1019">
                  <c:v>45444</c:v>
                </c:pt>
                <c:pt idx="1020">
                  <c:v>45445</c:v>
                </c:pt>
                <c:pt idx="1021">
                  <c:v>45446</c:v>
                </c:pt>
                <c:pt idx="1022">
                  <c:v>45447</c:v>
                </c:pt>
                <c:pt idx="1023">
                  <c:v>45448</c:v>
                </c:pt>
                <c:pt idx="1024">
                  <c:v>45449</c:v>
                </c:pt>
                <c:pt idx="1025">
                  <c:v>45450</c:v>
                </c:pt>
                <c:pt idx="1026">
                  <c:v>45451</c:v>
                </c:pt>
                <c:pt idx="1027">
                  <c:v>45452</c:v>
                </c:pt>
                <c:pt idx="1028">
                  <c:v>45453</c:v>
                </c:pt>
                <c:pt idx="1029">
                  <c:v>45454</c:v>
                </c:pt>
                <c:pt idx="1030">
                  <c:v>45455</c:v>
                </c:pt>
                <c:pt idx="1031">
                  <c:v>45456</c:v>
                </c:pt>
                <c:pt idx="1032">
                  <c:v>45457</c:v>
                </c:pt>
                <c:pt idx="1033">
                  <c:v>45458</c:v>
                </c:pt>
                <c:pt idx="1034">
                  <c:v>45459</c:v>
                </c:pt>
                <c:pt idx="1035">
                  <c:v>45460</c:v>
                </c:pt>
                <c:pt idx="1036">
                  <c:v>45461</c:v>
                </c:pt>
                <c:pt idx="1037">
                  <c:v>45462</c:v>
                </c:pt>
                <c:pt idx="1038">
                  <c:v>45463</c:v>
                </c:pt>
                <c:pt idx="1039">
                  <c:v>45464</c:v>
                </c:pt>
                <c:pt idx="1040">
                  <c:v>45465</c:v>
                </c:pt>
                <c:pt idx="1041">
                  <c:v>45466</c:v>
                </c:pt>
                <c:pt idx="1042">
                  <c:v>45467</c:v>
                </c:pt>
                <c:pt idx="1043">
                  <c:v>45468</c:v>
                </c:pt>
                <c:pt idx="1044">
                  <c:v>45469</c:v>
                </c:pt>
                <c:pt idx="1045">
                  <c:v>45470</c:v>
                </c:pt>
                <c:pt idx="1046">
                  <c:v>45471</c:v>
                </c:pt>
                <c:pt idx="1047">
                  <c:v>45472</c:v>
                </c:pt>
                <c:pt idx="1048">
                  <c:v>45473</c:v>
                </c:pt>
                <c:pt idx="1049">
                  <c:v>45474</c:v>
                </c:pt>
                <c:pt idx="1050">
                  <c:v>45475</c:v>
                </c:pt>
                <c:pt idx="1051">
                  <c:v>45476</c:v>
                </c:pt>
                <c:pt idx="1052">
                  <c:v>45477</c:v>
                </c:pt>
                <c:pt idx="1053">
                  <c:v>45478</c:v>
                </c:pt>
                <c:pt idx="1054">
                  <c:v>45479</c:v>
                </c:pt>
                <c:pt idx="1055">
                  <c:v>45480</c:v>
                </c:pt>
                <c:pt idx="1056">
                  <c:v>45481</c:v>
                </c:pt>
                <c:pt idx="1057">
                  <c:v>45482</c:v>
                </c:pt>
                <c:pt idx="1058">
                  <c:v>45483</c:v>
                </c:pt>
                <c:pt idx="1059">
                  <c:v>45484</c:v>
                </c:pt>
                <c:pt idx="1060">
                  <c:v>45485</c:v>
                </c:pt>
                <c:pt idx="1061">
                  <c:v>45486</c:v>
                </c:pt>
                <c:pt idx="1062">
                  <c:v>45487</c:v>
                </c:pt>
                <c:pt idx="1063">
                  <c:v>45488</c:v>
                </c:pt>
                <c:pt idx="1064">
                  <c:v>45489</c:v>
                </c:pt>
                <c:pt idx="1065">
                  <c:v>45490</c:v>
                </c:pt>
                <c:pt idx="1066">
                  <c:v>45491</c:v>
                </c:pt>
                <c:pt idx="1067">
                  <c:v>45492</c:v>
                </c:pt>
                <c:pt idx="1068">
                  <c:v>45493</c:v>
                </c:pt>
                <c:pt idx="1069">
                  <c:v>45494</c:v>
                </c:pt>
                <c:pt idx="1070">
                  <c:v>45495</c:v>
                </c:pt>
                <c:pt idx="1071">
                  <c:v>45496</c:v>
                </c:pt>
                <c:pt idx="1072">
                  <c:v>45497</c:v>
                </c:pt>
                <c:pt idx="1073">
                  <c:v>45498</c:v>
                </c:pt>
                <c:pt idx="1074">
                  <c:v>45499</c:v>
                </c:pt>
                <c:pt idx="1075">
                  <c:v>45500</c:v>
                </c:pt>
                <c:pt idx="1076">
                  <c:v>45501</c:v>
                </c:pt>
                <c:pt idx="1077">
                  <c:v>45502</c:v>
                </c:pt>
                <c:pt idx="1078">
                  <c:v>45503</c:v>
                </c:pt>
                <c:pt idx="1079">
                  <c:v>45504</c:v>
                </c:pt>
                <c:pt idx="1080">
                  <c:v>45505</c:v>
                </c:pt>
                <c:pt idx="1081">
                  <c:v>45506</c:v>
                </c:pt>
                <c:pt idx="1082">
                  <c:v>45507</c:v>
                </c:pt>
                <c:pt idx="1083">
                  <c:v>45508</c:v>
                </c:pt>
                <c:pt idx="1084">
                  <c:v>45509</c:v>
                </c:pt>
                <c:pt idx="1085">
                  <c:v>45510</c:v>
                </c:pt>
                <c:pt idx="1086">
                  <c:v>45511</c:v>
                </c:pt>
                <c:pt idx="1087">
                  <c:v>45512</c:v>
                </c:pt>
                <c:pt idx="1088">
                  <c:v>45513</c:v>
                </c:pt>
                <c:pt idx="1089">
                  <c:v>45514</c:v>
                </c:pt>
                <c:pt idx="1090">
                  <c:v>45515</c:v>
                </c:pt>
                <c:pt idx="1091">
                  <c:v>45516</c:v>
                </c:pt>
                <c:pt idx="1092">
                  <c:v>45517</c:v>
                </c:pt>
                <c:pt idx="1093">
                  <c:v>45518</c:v>
                </c:pt>
                <c:pt idx="1094">
                  <c:v>45519</c:v>
                </c:pt>
                <c:pt idx="1095">
                  <c:v>45520</c:v>
                </c:pt>
                <c:pt idx="1096">
                  <c:v>45521</c:v>
                </c:pt>
                <c:pt idx="1097">
                  <c:v>45522</c:v>
                </c:pt>
                <c:pt idx="1098">
                  <c:v>45523</c:v>
                </c:pt>
                <c:pt idx="1099">
                  <c:v>45524</c:v>
                </c:pt>
                <c:pt idx="1100">
                  <c:v>45525</c:v>
                </c:pt>
                <c:pt idx="1101">
                  <c:v>45526</c:v>
                </c:pt>
                <c:pt idx="1102">
                  <c:v>45527</c:v>
                </c:pt>
                <c:pt idx="1103">
                  <c:v>45528</c:v>
                </c:pt>
                <c:pt idx="1104">
                  <c:v>45529</c:v>
                </c:pt>
                <c:pt idx="1105">
                  <c:v>45530</c:v>
                </c:pt>
                <c:pt idx="1106">
                  <c:v>45531</c:v>
                </c:pt>
                <c:pt idx="1107">
                  <c:v>45532</c:v>
                </c:pt>
                <c:pt idx="1108">
                  <c:v>45533</c:v>
                </c:pt>
                <c:pt idx="1109">
                  <c:v>45534</c:v>
                </c:pt>
                <c:pt idx="1110">
                  <c:v>45535</c:v>
                </c:pt>
                <c:pt idx="1111">
                  <c:v>45536</c:v>
                </c:pt>
                <c:pt idx="1112">
                  <c:v>45537</c:v>
                </c:pt>
                <c:pt idx="1113">
                  <c:v>45538</c:v>
                </c:pt>
                <c:pt idx="1114">
                  <c:v>45539</c:v>
                </c:pt>
                <c:pt idx="1115">
                  <c:v>45540</c:v>
                </c:pt>
                <c:pt idx="1116">
                  <c:v>45541</c:v>
                </c:pt>
                <c:pt idx="1117">
                  <c:v>45542</c:v>
                </c:pt>
                <c:pt idx="1118">
                  <c:v>45543</c:v>
                </c:pt>
                <c:pt idx="1119">
                  <c:v>45544</c:v>
                </c:pt>
                <c:pt idx="1120">
                  <c:v>45545</c:v>
                </c:pt>
                <c:pt idx="1121">
                  <c:v>45546</c:v>
                </c:pt>
                <c:pt idx="1122">
                  <c:v>45547</c:v>
                </c:pt>
                <c:pt idx="1123">
                  <c:v>45548</c:v>
                </c:pt>
                <c:pt idx="1124">
                  <c:v>45549</c:v>
                </c:pt>
                <c:pt idx="1125">
                  <c:v>45550</c:v>
                </c:pt>
                <c:pt idx="1126">
                  <c:v>45551</c:v>
                </c:pt>
                <c:pt idx="1127">
                  <c:v>45552</c:v>
                </c:pt>
                <c:pt idx="1128">
                  <c:v>45553</c:v>
                </c:pt>
                <c:pt idx="1129">
                  <c:v>45554</c:v>
                </c:pt>
                <c:pt idx="1130">
                  <c:v>45555</c:v>
                </c:pt>
                <c:pt idx="1131">
                  <c:v>45556</c:v>
                </c:pt>
                <c:pt idx="1132">
                  <c:v>45557</c:v>
                </c:pt>
                <c:pt idx="1133">
                  <c:v>45558</c:v>
                </c:pt>
                <c:pt idx="1134">
                  <c:v>45559</c:v>
                </c:pt>
                <c:pt idx="1135">
                  <c:v>45560</c:v>
                </c:pt>
                <c:pt idx="1136">
                  <c:v>45561</c:v>
                </c:pt>
                <c:pt idx="1137">
                  <c:v>45562</c:v>
                </c:pt>
                <c:pt idx="1138">
                  <c:v>45563</c:v>
                </c:pt>
                <c:pt idx="1139">
                  <c:v>45564</c:v>
                </c:pt>
                <c:pt idx="1140">
                  <c:v>45565</c:v>
                </c:pt>
                <c:pt idx="1141">
                  <c:v>45566</c:v>
                </c:pt>
                <c:pt idx="1142">
                  <c:v>45567</c:v>
                </c:pt>
                <c:pt idx="1143">
                  <c:v>45568</c:v>
                </c:pt>
                <c:pt idx="1144">
                  <c:v>45569</c:v>
                </c:pt>
                <c:pt idx="1145">
                  <c:v>45570</c:v>
                </c:pt>
                <c:pt idx="1146">
                  <c:v>45571</c:v>
                </c:pt>
                <c:pt idx="1147">
                  <c:v>45572</c:v>
                </c:pt>
                <c:pt idx="1148">
                  <c:v>45573</c:v>
                </c:pt>
                <c:pt idx="1149">
                  <c:v>45574</c:v>
                </c:pt>
                <c:pt idx="1150">
                  <c:v>45575</c:v>
                </c:pt>
                <c:pt idx="1151">
                  <c:v>45576</c:v>
                </c:pt>
                <c:pt idx="1152">
                  <c:v>45577</c:v>
                </c:pt>
                <c:pt idx="1153">
                  <c:v>45578</c:v>
                </c:pt>
                <c:pt idx="1154">
                  <c:v>45579</c:v>
                </c:pt>
                <c:pt idx="1155">
                  <c:v>45580</c:v>
                </c:pt>
                <c:pt idx="1156">
                  <c:v>45581</c:v>
                </c:pt>
                <c:pt idx="1157">
                  <c:v>45582</c:v>
                </c:pt>
                <c:pt idx="1158">
                  <c:v>45583</c:v>
                </c:pt>
                <c:pt idx="1159">
                  <c:v>45584</c:v>
                </c:pt>
                <c:pt idx="1160">
                  <c:v>45585</c:v>
                </c:pt>
                <c:pt idx="1161">
                  <c:v>45586</c:v>
                </c:pt>
                <c:pt idx="1162">
                  <c:v>45587</c:v>
                </c:pt>
                <c:pt idx="1163">
                  <c:v>45588</c:v>
                </c:pt>
                <c:pt idx="1164">
                  <c:v>45589</c:v>
                </c:pt>
                <c:pt idx="1165">
                  <c:v>45590</c:v>
                </c:pt>
                <c:pt idx="1166">
                  <c:v>45591</c:v>
                </c:pt>
                <c:pt idx="1167">
                  <c:v>45592</c:v>
                </c:pt>
                <c:pt idx="1168">
                  <c:v>45593</c:v>
                </c:pt>
                <c:pt idx="1169">
                  <c:v>45594</c:v>
                </c:pt>
                <c:pt idx="1170">
                  <c:v>45595</c:v>
                </c:pt>
                <c:pt idx="1171">
                  <c:v>45596</c:v>
                </c:pt>
                <c:pt idx="1172">
                  <c:v>45597</c:v>
                </c:pt>
                <c:pt idx="1173">
                  <c:v>45598</c:v>
                </c:pt>
                <c:pt idx="1174">
                  <c:v>45599</c:v>
                </c:pt>
                <c:pt idx="1175">
                  <c:v>45600</c:v>
                </c:pt>
                <c:pt idx="1176">
                  <c:v>45601</c:v>
                </c:pt>
                <c:pt idx="1177">
                  <c:v>45602</c:v>
                </c:pt>
                <c:pt idx="1178">
                  <c:v>45603</c:v>
                </c:pt>
                <c:pt idx="1179">
                  <c:v>45604</c:v>
                </c:pt>
                <c:pt idx="1180">
                  <c:v>45605</c:v>
                </c:pt>
                <c:pt idx="1181">
                  <c:v>45606</c:v>
                </c:pt>
                <c:pt idx="1182">
                  <c:v>45607</c:v>
                </c:pt>
                <c:pt idx="1183">
                  <c:v>45608</c:v>
                </c:pt>
                <c:pt idx="1184">
                  <c:v>45609</c:v>
                </c:pt>
                <c:pt idx="1185">
                  <c:v>45610</c:v>
                </c:pt>
                <c:pt idx="1186">
                  <c:v>45611</c:v>
                </c:pt>
                <c:pt idx="1187">
                  <c:v>45612</c:v>
                </c:pt>
                <c:pt idx="1188">
                  <c:v>45613</c:v>
                </c:pt>
                <c:pt idx="1189">
                  <c:v>45614</c:v>
                </c:pt>
                <c:pt idx="1190">
                  <c:v>45615</c:v>
                </c:pt>
                <c:pt idx="1191">
                  <c:v>45616</c:v>
                </c:pt>
                <c:pt idx="1192">
                  <c:v>45617</c:v>
                </c:pt>
                <c:pt idx="1193">
                  <c:v>45618</c:v>
                </c:pt>
                <c:pt idx="1194">
                  <c:v>45619</c:v>
                </c:pt>
                <c:pt idx="1195">
                  <c:v>45620</c:v>
                </c:pt>
                <c:pt idx="1196">
                  <c:v>45621</c:v>
                </c:pt>
                <c:pt idx="1197">
                  <c:v>45622</c:v>
                </c:pt>
                <c:pt idx="1198">
                  <c:v>45623</c:v>
                </c:pt>
                <c:pt idx="1199">
                  <c:v>45624</c:v>
                </c:pt>
                <c:pt idx="1200">
                  <c:v>45625</c:v>
                </c:pt>
                <c:pt idx="1201">
                  <c:v>45626</c:v>
                </c:pt>
                <c:pt idx="1202">
                  <c:v>45627</c:v>
                </c:pt>
                <c:pt idx="1203">
                  <c:v>45628</c:v>
                </c:pt>
                <c:pt idx="1204">
                  <c:v>45629</c:v>
                </c:pt>
                <c:pt idx="1205">
                  <c:v>45630</c:v>
                </c:pt>
                <c:pt idx="1206">
                  <c:v>45631</c:v>
                </c:pt>
                <c:pt idx="1207">
                  <c:v>45632</c:v>
                </c:pt>
                <c:pt idx="1208">
                  <c:v>45633</c:v>
                </c:pt>
                <c:pt idx="1209">
                  <c:v>45634</c:v>
                </c:pt>
                <c:pt idx="1210">
                  <c:v>45635</c:v>
                </c:pt>
                <c:pt idx="1211">
                  <c:v>45636</c:v>
                </c:pt>
                <c:pt idx="1212">
                  <c:v>45637</c:v>
                </c:pt>
                <c:pt idx="1213">
                  <c:v>45638</c:v>
                </c:pt>
                <c:pt idx="1214">
                  <c:v>45639</c:v>
                </c:pt>
                <c:pt idx="1215">
                  <c:v>45640</c:v>
                </c:pt>
                <c:pt idx="1216">
                  <c:v>45641</c:v>
                </c:pt>
                <c:pt idx="1217">
                  <c:v>45642</c:v>
                </c:pt>
                <c:pt idx="1218">
                  <c:v>45643</c:v>
                </c:pt>
                <c:pt idx="1219">
                  <c:v>45644</c:v>
                </c:pt>
                <c:pt idx="1220">
                  <c:v>45645</c:v>
                </c:pt>
                <c:pt idx="1221">
                  <c:v>45646</c:v>
                </c:pt>
                <c:pt idx="1222">
                  <c:v>45647</c:v>
                </c:pt>
                <c:pt idx="1223">
                  <c:v>45648</c:v>
                </c:pt>
                <c:pt idx="1224">
                  <c:v>45649</c:v>
                </c:pt>
                <c:pt idx="1225">
                  <c:v>45650</c:v>
                </c:pt>
                <c:pt idx="1226">
                  <c:v>45651</c:v>
                </c:pt>
                <c:pt idx="1227">
                  <c:v>45652</c:v>
                </c:pt>
                <c:pt idx="1228">
                  <c:v>45653</c:v>
                </c:pt>
                <c:pt idx="1229">
                  <c:v>45654</c:v>
                </c:pt>
                <c:pt idx="1230">
                  <c:v>45655</c:v>
                </c:pt>
                <c:pt idx="1231">
                  <c:v>45656</c:v>
                </c:pt>
                <c:pt idx="1232">
                  <c:v>45657</c:v>
                </c:pt>
                <c:pt idx="1233">
                  <c:v>45658</c:v>
                </c:pt>
                <c:pt idx="1234">
                  <c:v>45659</c:v>
                </c:pt>
                <c:pt idx="1235">
                  <c:v>45660</c:v>
                </c:pt>
                <c:pt idx="1236">
                  <c:v>45661</c:v>
                </c:pt>
                <c:pt idx="1237">
                  <c:v>45662</c:v>
                </c:pt>
                <c:pt idx="1238">
                  <c:v>45663</c:v>
                </c:pt>
                <c:pt idx="1239">
                  <c:v>45664</c:v>
                </c:pt>
                <c:pt idx="1240">
                  <c:v>45665</c:v>
                </c:pt>
                <c:pt idx="1241">
                  <c:v>45666</c:v>
                </c:pt>
                <c:pt idx="1242">
                  <c:v>45667</c:v>
                </c:pt>
                <c:pt idx="1243">
                  <c:v>45668</c:v>
                </c:pt>
                <c:pt idx="1244">
                  <c:v>45669</c:v>
                </c:pt>
                <c:pt idx="1245">
                  <c:v>45670</c:v>
                </c:pt>
                <c:pt idx="1246">
                  <c:v>45671</c:v>
                </c:pt>
                <c:pt idx="1247">
                  <c:v>45672</c:v>
                </c:pt>
                <c:pt idx="1248">
                  <c:v>45673</c:v>
                </c:pt>
                <c:pt idx="1249">
                  <c:v>45674</c:v>
                </c:pt>
                <c:pt idx="1250">
                  <c:v>45675</c:v>
                </c:pt>
                <c:pt idx="1251">
                  <c:v>45676</c:v>
                </c:pt>
                <c:pt idx="1252">
                  <c:v>45677</c:v>
                </c:pt>
                <c:pt idx="1253">
                  <c:v>45678</c:v>
                </c:pt>
                <c:pt idx="1254">
                  <c:v>45679</c:v>
                </c:pt>
                <c:pt idx="1255">
                  <c:v>45680</c:v>
                </c:pt>
                <c:pt idx="1256">
                  <c:v>45681</c:v>
                </c:pt>
                <c:pt idx="1257">
                  <c:v>45682</c:v>
                </c:pt>
                <c:pt idx="1258">
                  <c:v>45683</c:v>
                </c:pt>
                <c:pt idx="1259">
                  <c:v>45684</c:v>
                </c:pt>
                <c:pt idx="1260">
                  <c:v>45685</c:v>
                </c:pt>
                <c:pt idx="1261">
                  <c:v>45686</c:v>
                </c:pt>
                <c:pt idx="1262">
                  <c:v>45687</c:v>
                </c:pt>
                <c:pt idx="1263">
                  <c:v>45688</c:v>
                </c:pt>
                <c:pt idx="1264">
                  <c:v>45689</c:v>
                </c:pt>
                <c:pt idx="1265">
                  <c:v>45690</c:v>
                </c:pt>
                <c:pt idx="1266">
                  <c:v>45691</c:v>
                </c:pt>
                <c:pt idx="1267">
                  <c:v>45692</c:v>
                </c:pt>
                <c:pt idx="1268">
                  <c:v>45693</c:v>
                </c:pt>
                <c:pt idx="1269">
                  <c:v>45694</c:v>
                </c:pt>
                <c:pt idx="1270">
                  <c:v>45695</c:v>
                </c:pt>
                <c:pt idx="1271">
                  <c:v>45696</c:v>
                </c:pt>
                <c:pt idx="1272">
                  <c:v>45697</c:v>
                </c:pt>
                <c:pt idx="1273">
                  <c:v>45698</c:v>
                </c:pt>
                <c:pt idx="1274">
                  <c:v>45699</c:v>
                </c:pt>
                <c:pt idx="1275">
                  <c:v>45700</c:v>
                </c:pt>
                <c:pt idx="1276">
                  <c:v>45701</c:v>
                </c:pt>
                <c:pt idx="1277">
                  <c:v>45702</c:v>
                </c:pt>
                <c:pt idx="1278">
                  <c:v>45703</c:v>
                </c:pt>
                <c:pt idx="1279">
                  <c:v>45704</c:v>
                </c:pt>
                <c:pt idx="1280">
                  <c:v>45705</c:v>
                </c:pt>
                <c:pt idx="1281">
                  <c:v>45706</c:v>
                </c:pt>
                <c:pt idx="1282">
                  <c:v>45707</c:v>
                </c:pt>
                <c:pt idx="1283">
                  <c:v>45708</c:v>
                </c:pt>
                <c:pt idx="1284">
                  <c:v>45709</c:v>
                </c:pt>
                <c:pt idx="1285">
                  <c:v>45710</c:v>
                </c:pt>
                <c:pt idx="1286">
                  <c:v>45711</c:v>
                </c:pt>
                <c:pt idx="1287">
                  <c:v>45712</c:v>
                </c:pt>
                <c:pt idx="1288">
                  <c:v>45713</c:v>
                </c:pt>
                <c:pt idx="1289">
                  <c:v>45714</c:v>
                </c:pt>
                <c:pt idx="1290">
                  <c:v>45715</c:v>
                </c:pt>
                <c:pt idx="1291">
                  <c:v>45716</c:v>
                </c:pt>
                <c:pt idx="1292">
                  <c:v>45717</c:v>
                </c:pt>
                <c:pt idx="1293">
                  <c:v>45718</c:v>
                </c:pt>
                <c:pt idx="1294">
                  <c:v>45719</c:v>
                </c:pt>
                <c:pt idx="1295">
                  <c:v>45720</c:v>
                </c:pt>
                <c:pt idx="1296">
                  <c:v>45721</c:v>
                </c:pt>
                <c:pt idx="1297">
                  <c:v>45722</c:v>
                </c:pt>
                <c:pt idx="1298">
                  <c:v>45723</c:v>
                </c:pt>
                <c:pt idx="1299">
                  <c:v>45724</c:v>
                </c:pt>
                <c:pt idx="1300">
                  <c:v>45725</c:v>
                </c:pt>
                <c:pt idx="1301">
                  <c:v>45726</c:v>
                </c:pt>
                <c:pt idx="1302">
                  <c:v>45727</c:v>
                </c:pt>
                <c:pt idx="1303">
                  <c:v>45728</c:v>
                </c:pt>
                <c:pt idx="1304">
                  <c:v>45729</c:v>
                </c:pt>
                <c:pt idx="1305">
                  <c:v>45730</c:v>
                </c:pt>
                <c:pt idx="1306">
                  <c:v>45731</c:v>
                </c:pt>
                <c:pt idx="1307">
                  <c:v>45732</c:v>
                </c:pt>
                <c:pt idx="1308">
                  <c:v>45733</c:v>
                </c:pt>
                <c:pt idx="1309">
                  <c:v>45734</c:v>
                </c:pt>
                <c:pt idx="1310">
                  <c:v>45735</c:v>
                </c:pt>
                <c:pt idx="1311">
                  <c:v>45736</c:v>
                </c:pt>
                <c:pt idx="1312">
                  <c:v>45737</c:v>
                </c:pt>
                <c:pt idx="1313">
                  <c:v>45738</c:v>
                </c:pt>
                <c:pt idx="1314">
                  <c:v>45739</c:v>
                </c:pt>
                <c:pt idx="1315">
                  <c:v>45740</c:v>
                </c:pt>
                <c:pt idx="1316">
                  <c:v>45741</c:v>
                </c:pt>
                <c:pt idx="1317">
                  <c:v>45742</c:v>
                </c:pt>
                <c:pt idx="1318">
                  <c:v>45743</c:v>
                </c:pt>
                <c:pt idx="1319">
                  <c:v>45744</c:v>
                </c:pt>
                <c:pt idx="1320">
                  <c:v>45745</c:v>
                </c:pt>
                <c:pt idx="1321">
                  <c:v>45746</c:v>
                </c:pt>
                <c:pt idx="1322">
                  <c:v>45747</c:v>
                </c:pt>
                <c:pt idx="1323">
                  <c:v>45748</c:v>
                </c:pt>
                <c:pt idx="1324">
                  <c:v>45749</c:v>
                </c:pt>
                <c:pt idx="1325">
                  <c:v>45750</c:v>
                </c:pt>
                <c:pt idx="1326">
                  <c:v>45751</c:v>
                </c:pt>
                <c:pt idx="1327">
                  <c:v>45752</c:v>
                </c:pt>
                <c:pt idx="1328">
                  <c:v>45753</c:v>
                </c:pt>
                <c:pt idx="1329">
                  <c:v>45754</c:v>
                </c:pt>
                <c:pt idx="1330">
                  <c:v>45755</c:v>
                </c:pt>
                <c:pt idx="1331">
                  <c:v>45756</c:v>
                </c:pt>
                <c:pt idx="1332">
                  <c:v>45757</c:v>
                </c:pt>
                <c:pt idx="1333">
                  <c:v>45758</c:v>
                </c:pt>
                <c:pt idx="1334">
                  <c:v>45759</c:v>
                </c:pt>
                <c:pt idx="1335">
                  <c:v>45760</c:v>
                </c:pt>
                <c:pt idx="1336">
                  <c:v>45761</c:v>
                </c:pt>
                <c:pt idx="1337">
                  <c:v>45762</c:v>
                </c:pt>
                <c:pt idx="1338">
                  <c:v>45763</c:v>
                </c:pt>
                <c:pt idx="1339">
                  <c:v>45764</c:v>
                </c:pt>
                <c:pt idx="1340">
                  <c:v>45765</c:v>
                </c:pt>
                <c:pt idx="1341">
                  <c:v>45766</c:v>
                </c:pt>
                <c:pt idx="1342">
                  <c:v>45767</c:v>
                </c:pt>
                <c:pt idx="1343">
                  <c:v>45768</c:v>
                </c:pt>
                <c:pt idx="1344">
                  <c:v>45769</c:v>
                </c:pt>
                <c:pt idx="1345">
                  <c:v>45770</c:v>
                </c:pt>
                <c:pt idx="1346">
                  <c:v>45771</c:v>
                </c:pt>
                <c:pt idx="1347">
                  <c:v>45772</c:v>
                </c:pt>
                <c:pt idx="1348">
                  <c:v>45773</c:v>
                </c:pt>
                <c:pt idx="1349">
                  <c:v>45774</c:v>
                </c:pt>
                <c:pt idx="1350">
                  <c:v>45775</c:v>
                </c:pt>
                <c:pt idx="1351">
                  <c:v>45776</c:v>
                </c:pt>
                <c:pt idx="1352">
                  <c:v>45777</c:v>
                </c:pt>
                <c:pt idx="1353">
                  <c:v>45778</c:v>
                </c:pt>
                <c:pt idx="1354">
                  <c:v>45779</c:v>
                </c:pt>
                <c:pt idx="1355">
                  <c:v>45780</c:v>
                </c:pt>
                <c:pt idx="1356">
                  <c:v>45781</c:v>
                </c:pt>
                <c:pt idx="1357">
                  <c:v>45782</c:v>
                </c:pt>
                <c:pt idx="1358">
                  <c:v>45783</c:v>
                </c:pt>
                <c:pt idx="1359">
                  <c:v>45784</c:v>
                </c:pt>
                <c:pt idx="1360">
                  <c:v>45785</c:v>
                </c:pt>
                <c:pt idx="1361">
                  <c:v>45786</c:v>
                </c:pt>
                <c:pt idx="1362">
                  <c:v>45787</c:v>
                </c:pt>
                <c:pt idx="1363">
                  <c:v>45788</c:v>
                </c:pt>
                <c:pt idx="1364">
                  <c:v>45789</c:v>
                </c:pt>
                <c:pt idx="1365">
                  <c:v>45790</c:v>
                </c:pt>
                <c:pt idx="1366">
                  <c:v>45791</c:v>
                </c:pt>
                <c:pt idx="1367">
                  <c:v>45792</c:v>
                </c:pt>
                <c:pt idx="1368">
                  <c:v>45793</c:v>
                </c:pt>
                <c:pt idx="1369">
                  <c:v>45794</c:v>
                </c:pt>
                <c:pt idx="1370">
                  <c:v>45795</c:v>
                </c:pt>
                <c:pt idx="1371">
                  <c:v>45796</c:v>
                </c:pt>
                <c:pt idx="1372">
                  <c:v>45797</c:v>
                </c:pt>
                <c:pt idx="1373">
                  <c:v>45798</c:v>
                </c:pt>
                <c:pt idx="1374">
                  <c:v>45799</c:v>
                </c:pt>
                <c:pt idx="1375">
                  <c:v>45800</c:v>
                </c:pt>
                <c:pt idx="1376">
                  <c:v>45801</c:v>
                </c:pt>
                <c:pt idx="1377">
                  <c:v>45802</c:v>
                </c:pt>
                <c:pt idx="1378">
                  <c:v>45803</c:v>
                </c:pt>
                <c:pt idx="1379">
                  <c:v>45804</c:v>
                </c:pt>
                <c:pt idx="1380">
                  <c:v>45805</c:v>
                </c:pt>
                <c:pt idx="1381">
                  <c:v>45806</c:v>
                </c:pt>
                <c:pt idx="1382">
                  <c:v>45807</c:v>
                </c:pt>
                <c:pt idx="1383">
                  <c:v>45808</c:v>
                </c:pt>
                <c:pt idx="1384">
                  <c:v>45809</c:v>
                </c:pt>
                <c:pt idx="1385">
                  <c:v>45810</c:v>
                </c:pt>
                <c:pt idx="1386">
                  <c:v>45811</c:v>
                </c:pt>
                <c:pt idx="1387">
                  <c:v>45812</c:v>
                </c:pt>
                <c:pt idx="1388">
                  <c:v>45813</c:v>
                </c:pt>
                <c:pt idx="1389">
                  <c:v>45814</c:v>
                </c:pt>
                <c:pt idx="1390">
                  <c:v>45815</c:v>
                </c:pt>
                <c:pt idx="1391">
                  <c:v>45816</c:v>
                </c:pt>
                <c:pt idx="1392">
                  <c:v>45817</c:v>
                </c:pt>
                <c:pt idx="1393">
                  <c:v>45818</c:v>
                </c:pt>
                <c:pt idx="1394">
                  <c:v>45819</c:v>
                </c:pt>
                <c:pt idx="1395">
                  <c:v>45820</c:v>
                </c:pt>
                <c:pt idx="1396">
                  <c:v>45821</c:v>
                </c:pt>
                <c:pt idx="1397">
                  <c:v>45822</c:v>
                </c:pt>
                <c:pt idx="1398">
                  <c:v>45823</c:v>
                </c:pt>
                <c:pt idx="1399">
                  <c:v>45824</c:v>
                </c:pt>
                <c:pt idx="1400">
                  <c:v>45825</c:v>
                </c:pt>
                <c:pt idx="1401">
                  <c:v>45826</c:v>
                </c:pt>
                <c:pt idx="1402">
                  <c:v>45827</c:v>
                </c:pt>
                <c:pt idx="1403">
                  <c:v>45828</c:v>
                </c:pt>
                <c:pt idx="1404">
                  <c:v>45829</c:v>
                </c:pt>
                <c:pt idx="1405">
                  <c:v>45830</c:v>
                </c:pt>
                <c:pt idx="1406">
                  <c:v>45831</c:v>
                </c:pt>
                <c:pt idx="1407">
                  <c:v>45832</c:v>
                </c:pt>
                <c:pt idx="1408">
                  <c:v>45833</c:v>
                </c:pt>
                <c:pt idx="1409">
                  <c:v>45834</c:v>
                </c:pt>
                <c:pt idx="1410">
                  <c:v>45835</c:v>
                </c:pt>
                <c:pt idx="1411">
                  <c:v>45836</c:v>
                </c:pt>
                <c:pt idx="1412">
                  <c:v>45837</c:v>
                </c:pt>
                <c:pt idx="1413">
                  <c:v>45838</c:v>
                </c:pt>
                <c:pt idx="1414">
                  <c:v>45839</c:v>
                </c:pt>
                <c:pt idx="1415">
                  <c:v>45840</c:v>
                </c:pt>
                <c:pt idx="1416">
                  <c:v>45841</c:v>
                </c:pt>
                <c:pt idx="1417">
                  <c:v>45842</c:v>
                </c:pt>
                <c:pt idx="1418">
                  <c:v>45843</c:v>
                </c:pt>
                <c:pt idx="1419">
                  <c:v>45844</c:v>
                </c:pt>
                <c:pt idx="1420">
                  <c:v>45845</c:v>
                </c:pt>
                <c:pt idx="1421">
                  <c:v>45846</c:v>
                </c:pt>
                <c:pt idx="1422">
                  <c:v>45847</c:v>
                </c:pt>
                <c:pt idx="1423">
                  <c:v>45848</c:v>
                </c:pt>
                <c:pt idx="1424">
                  <c:v>45849</c:v>
                </c:pt>
                <c:pt idx="1425">
                  <c:v>45850</c:v>
                </c:pt>
                <c:pt idx="1426">
                  <c:v>45851</c:v>
                </c:pt>
                <c:pt idx="1427">
                  <c:v>45852</c:v>
                </c:pt>
                <c:pt idx="1428">
                  <c:v>45853</c:v>
                </c:pt>
                <c:pt idx="1429">
                  <c:v>45854</c:v>
                </c:pt>
                <c:pt idx="1430">
                  <c:v>45855</c:v>
                </c:pt>
                <c:pt idx="1431">
                  <c:v>45856</c:v>
                </c:pt>
                <c:pt idx="1432">
                  <c:v>45857</c:v>
                </c:pt>
                <c:pt idx="1433">
                  <c:v>45858</c:v>
                </c:pt>
                <c:pt idx="1434">
                  <c:v>45859</c:v>
                </c:pt>
                <c:pt idx="1435">
                  <c:v>45860</c:v>
                </c:pt>
                <c:pt idx="1436">
                  <c:v>45861</c:v>
                </c:pt>
                <c:pt idx="1437">
                  <c:v>45862</c:v>
                </c:pt>
                <c:pt idx="1438">
                  <c:v>45863</c:v>
                </c:pt>
                <c:pt idx="1439">
                  <c:v>45864</c:v>
                </c:pt>
                <c:pt idx="1440">
                  <c:v>45865</c:v>
                </c:pt>
                <c:pt idx="1441">
                  <c:v>45866</c:v>
                </c:pt>
                <c:pt idx="1442">
                  <c:v>45867</c:v>
                </c:pt>
                <c:pt idx="1443">
                  <c:v>45868</c:v>
                </c:pt>
                <c:pt idx="1444">
                  <c:v>45869</c:v>
                </c:pt>
                <c:pt idx="1445">
                  <c:v>45870</c:v>
                </c:pt>
                <c:pt idx="1446">
                  <c:v>45871</c:v>
                </c:pt>
                <c:pt idx="1447">
                  <c:v>45872</c:v>
                </c:pt>
                <c:pt idx="1448">
                  <c:v>45873</c:v>
                </c:pt>
                <c:pt idx="1449">
                  <c:v>45874</c:v>
                </c:pt>
                <c:pt idx="1450">
                  <c:v>45875</c:v>
                </c:pt>
                <c:pt idx="1451">
                  <c:v>45876</c:v>
                </c:pt>
                <c:pt idx="1452">
                  <c:v>45877</c:v>
                </c:pt>
                <c:pt idx="1453">
                  <c:v>45878</c:v>
                </c:pt>
                <c:pt idx="1454">
                  <c:v>45879</c:v>
                </c:pt>
                <c:pt idx="1455">
                  <c:v>45880</c:v>
                </c:pt>
                <c:pt idx="1456">
                  <c:v>45881</c:v>
                </c:pt>
                <c:pt idx="1457">
                  <c:v>45882</c:v>
                </c:pt>
                <c:pt idx="1458">
                  <c:v>45883</c:v>
                </c:pt>
                <c:pt idx="1459">
                  <c:v>45884</c:v>
                </c:pt>
                <c:pt idx="1460">
                  <c:v>45885</c:v>
                </c:pt>
                <c:pt idx="1461">
                  <c:v>45886</c:v>
                </c:pt>
                <c:pt idx="1462">
                  <c:v>45887</c:v>
                </c:pt>
                <c:pt idx="1463">
                  <c:v>45888</c:v>
                </c:pt>
                <c:pt idx="1464">
                  <c:v>45889</c:v>
                </c:pt>
                <c:pt idx="1465">
                  <c:v>45890</c:v>
                </c:pt>
                <c:pt idx="1466">
                  <c:v>45891</c:v>
                </c:pt>
                <c:pt idx="1467">
                  <c:v>45892</c:v>
                </c:pt>
                <c:pt idx="1468">
                  <c:v>45893</c:v>
                </c:pt>
                <c:pt idx="1469">
                  <c:v>45894</c:v>
                </c:pt>
                <c:pt idx="1470">
                  <c:v>45895</c:v>
                </c:pt>
                <c:pt idx="1471">
                  <c:v>45896</c:v>
                </c:pt>
                <c:pt idx="1472">
                  <c:v>45897</c:v>
                </c:pt>
                <c:pt idx="1473">
                  <c:v>45898</c:v>
                </c:pt>
                <c:pt idx="1474">
                  <c:v>45899</c:v>
                </c:pt>
                <c:pt idx="1475">
                  <c:v>45900</c:v>
                </c:pt>
                <c:pt idx="1476">
                  <c:v>45901</c:v>
                </c:pt>
                <c:pt idx="1477">
                  <c:v>45902</c:v>
                </c:pt>
                <c:pt idx="1478">
                  <c:v>45903</c:v>
                </c:pt>
                <c:pt idx="1479">
                  <c:v>45904</c:v>
                </c:pt>
                <c:pt idx="1480">
                  <c:v>45905</c:v>
                </c:pt>
                <c:pt idx="1481">
                  <c:v>45906</c:v>
                </c:pt>
                <c:pt idx="1482">
                  <c:v>45907</c:v>
                </c:pt>
                <c:pt idx="1483">
                  <c:v>45908</c:v>
                </c:pt>
                <c:pt idx="1484">
                  <c:v>45909</c:v>
                </c:pt>
                <c:pt idx="1485">
                  <c:v>45910</c:v>
                </c:pt>
                <c:pt idx="1486">
                  <c:v>45911</c:v>
                </c:pt>
                <c:pt idx="1487">
                  <c:v>45912</c:v>
                </c:pt>
                <c:pt idx="1488">
                  <c:v>45913</c:v>
                </c:pt>
                <c:pt idx="1489">
                  <c:v>45914</c:v>
                </c:pt>
                <c:pt idx="1490">
                  <c:v>45915</c:v>
                </c:pt>
                <c:pt idx="1491">
                  <c:v>45916</c:v>
                </c:pt>
                <c:pt idx="1492">
                  <c:v>45917</c:v>
                </c:pt>
                <c:pt idx="1493">
                  <c:v>45918</c:v>
                </c:pt>
                <c:pt idx="1494">
                  <c:v>45919</c:v>
                </c:pt>
                <c:pt idx="1495">
                  <c:v>45920</c:v>
                </c:pt>
                <c:pt idx="1496">
                  <c:v>45921</c:v>
                </c:pt>
                <c:pt idx="1497">
                  <c:v>45922</c:v>
                </c:pt>
                <c:pt idx="1498">
                  <c:v>45923</c:v>
                </c:pt>
                <c:pt idx="1499">
                  <c:v>45924</c:v>
                </c:pt>
                <c:pt idx="1500">
                  <c:v>45925</c:v>
                </c:pt>
                <c:pt idx="1501">
                  <c:v>45926</c:v>
                </c:pt>
                <c:pt idx="1502">
                  <c:v>45927</c:v>
                </c:pt>
                <c:pt idx="1503">
                  <c:v>45928</c:v>
                </c:pt>
                <c:pt idx="1504">
                  <c:v>45929</c:v>
                </c:pt>
                <c:pt idx="1505">
                  <c:v>45930</c:v>
                </c:pt>
                <c:pt idx="1506">
                  <c:v>45931</c:v>
                </c:pt>
                <c:pt idx="1507">
                  <c:v>45932</c:v>
                </c:pt>
                <c:pt idx="1508">
                  <c:v>45933</c:v>
                </c:pt>
                <c:pt idx="1509">
                  <c:v>45934</c:v>
                </c:pt>
                <c:pt idx="1510">
                  <c:v>45935</c:v>
                </c:pt>
                <c:pt idx="1511">
                  <c:v>45936</c:v>
                </c:pt>
                <c:pt idx="1512">
                  <c:v>45937</c:v>
                </c:pt>
                <c:pt idx="1513">
                  <c:v>45938</c:v>
                </c:pt>
                <c:pt idx="1514">
                  <c:v>45939</c:v>
                </c:pt>
                <c:pt idx="1515">
                  <c:v>45940</c:v>
                </c:pt>
                <c:pt idx="1516">
                  <c:v>45941</c:v>
                </c:pt>
                <c:pt idx="1517">
                  <c:v>45942</c:v>
                </c:pt>
                <c:pt idx="1518">
                  <c:v>45943</c:v>
                </c:pt>
                <c:pt idx="1519">
                  <c:v>45944</c:v>
                </c:pt>
                <c:pt idx="1520">
                  <c:v>45945</c:v>
                </c:pt>
                <c:pt idx="1521">
                  <c:v>45946</c:v>
                </c:pt>
                <c:pt idx="1522">
                  <c:v>45947</c:v>
                </c:pt>
                <c:pt idx="1523">
                  <c:v>45948</c:v>
                </c:pt>
                <c:pt idx="1524">
                  <c:v>45949</c:v>
                </c:pt>
                <c:pt idx="1525">
                  <c:v>45950</c:v>
                </c:pt>
                <c:pt idx="1526">
                  <c:v>45951</c:v>
                </c:pt>
                <c:pt idx="1527">
                  <c:v>45952</c:v>
                </c:pt>
                <c:pt idx="1528">
                  <c:v>45953</c:v>
                </c:pt>
                <c:pt idx="1529">
                  <c:v>45954</c:v>
                </c:pt>
                <c:pt idx="1530">
                  <c:v>45955</c:v>
                </c:pt>
                <c:pt idx="1531">
                  <c:v>45956</c:v>
                </c:pt>
                <c:pt idx="1532">
                  <c:v>45957</c:v>
                </c:pt>
                <c:pt idx="1533">
                  <c:v>45958</c:v>
                </c:pt>
                <c:pt idx="1534">
                  <c:v>45959</c:v>
                </c:pt>
                <c:pt idx="1535">
                  <c:v>45960</c:v>
                </c:pt>
                <c:pt idx="1536">
                  <c:v>45961</c:v>
                </c:pt>
                <c:pt idx="1537">
                  <c:v>45962</c:v>
                </c:pt>
                <c:pt idx="1538">
                  <c:v>45963</c:v>
                </c:pt>
                <c:pt idx="1539">
                  <c:v>45964</c:v>
                </c:pt>
                <c:pt idx="1540">
                  <c:v>45965</c:v>
                </c:pt>
                <c:pt idx="1541">
                  <c:v>45966</c:v>
                </c:pt>
                <c:pt idx="1542">
                  <c:v>45967</c:v>
                </c:pt>
                <c:pt idx="1543">
                  <c:v>45968</c:v>
                </c:pt>
                <c:pt idx="1544">
                  <c:v>45969</c:v>
                </c:pt>
                <c:pt idx="1545">
                  <c:v>45970</c:v>
                </c:pt>
                <c:pt idx="1546">
                  <c:v>45971</c:v>
                </c:pt>
                <c:pt idx="1547">
                  <c:v>45972</c:v>
                </c:pt>
                <c:pt idx="1548">
                  <c:v>45973</c:v>
                </c:pt>
                <c:pt idx="1549">
                  <c:v>45974</c:v>
                </c:pt>
                <c:pt idx="1550">
                  <c:v>45975</c:v>
                </c:pt>
                <c:pt idx="1551">
                  <c:v>45976</c:v>
                </c:pt>
                <c:pt idx="1552">
                  <c:v>45977</c:v>
                </c:pt>
                <c:pt idx="1553">
                  <c:v>45978</c:v>
                </c:pt>
                <c:pt idx="1554">
                  <c:v>45979</c:v>
                </c:pt>
                <c:pt idx="1555">
                  <c:v>45980</c:v>
                </c:pt>
                <c:pt idx="1556">
                  <c:v>45981</c:v>
                </c:pt>
                <c:pt idx="1557">
                  <c:v>45982</c:v>
                </c:pt>
                <c:pt idx="1558">
                  <c:v>45983</c:v>
                </c:pt>
                <c:pt idx="1559">
                  <c:v>45984</c:v>
                </c:pt>
                <c:pt idx="1560">
                  <c:v>45985</c:v>
                </c:pt>
                <c:pt idx="1561">
                  <c:v>45986</c:v>
                </c:pt>
                <c:pt idx="1562">
                  <c:v>45987</c:v>
                </c:pt>
                <c:pt idx="1563">
                  <c:v>45988</c:v>
                </c:pt>
                <c:pt idx="1564">
                  <c:v>45989</c:v>
                </c:pt>
                <c:pt idx="1565">
                  <c:v>45990</c:v>
                </c:pt>
                <c:pt idx="1566">
                  <c:v>45991</c:v>
                </c:pt>
                <c:pt idx="1567">
                  <c:v>45992</c:v>
                </c:pt>
                <c:pt idx="1568">
                  <c:v>45993</c:v>
                </c:pt>
                <c:pt idx="1569">
                  <c:v>45994</c:v>
                </c:pt>
                <c:pt idx="1570">
                  <c:v>45995</c:v>
                </c:pt>
                <c:pt idx="1571">
                  <c:v>45996</c:v>
                </c:pt>
                <c:pt idx="1572">
                  <c:v>45997</c:v>
                </c:pt>
                <c:pt idx="1573">
                  <c:v>45998</c:v>
                </c:pt>
                <c:pt idx="1574">
                  <c:v>45999</c:v>
                </c:pt>
                <c:pt idx="1575">
                  <c:v>46000</c:v>
                </c:pt>
                <c:pt idx="1576">
                  <c:v>46001</c:v>
                </c:pt>
                <c:pt idx="1577">
                  <c:v>46002</c:v>
                </c:pt>
                <c:pt idx="1578">
                  <c:v>46003</c:v>
                </c:pt>
                <c:pt idx="1579">
                  <c:v>46004</c:v>
                </c:pt>
                <c:pt idx="1580">
                  <c:v>46005</c:v>
                </c:pt>
                <c:pt idx="1581">
                  <c:v>46006</c:v>
                </c:pt>
                <c:pt idx="1582">
                  <c:v>46007</c:v>
                </c:pt>
                <c:pt idx="1583">
                  <c:v>46008</c:v>
                </c:pt>
                <c:pt idx="1584">
                  <c:v>46009</c:v>
                </c:pt>
                <c:pt idx="1585">
                  <c:v>46010</c:v>
                </c:pt>
                <c:pt idx="1586">
                  <c:v>46011</c:v>
                </c:pt>
                <c:pt idx="1587">
                  <c:v>46012</c:v>
                </c:pt>
                <c:pt idx="1588">
                  <c:v>46013</c:v>
                </c:pt>
                <c:pt idx="1589">
                  <c:v>46014</c:v>
                </c:pt>
                <c:pt idx="1590">
                  <c:v>46015</c:v>
                </c:pt>
                <c:pt idx="1591">
                  <c:v>46016</c:v>
                </c:pt>
                <c:pt idx="1592">
                  <c:v>46017</c:v>
                </c:pt>
                <c:pt idx="1593">
                  <c:v>46018</c:v>
                </c:pt>
                <c:pt idx="1594">
                  <c:v>46019</c:v>
                </c:pt>
                <c:pt idx="1595">
                  <c:v>46020</c:v>
                </c:pt>
                <c:pt idx="1596">
                  <c:v>46021</c:v>
                </c:pt>
                <c:pt idx="1597">
                  <c:v>46022</c:v>
                </c:pt>
                <c:pt idx="1598">
                  <c:v>46023</c:v>
                </c:pt>
                <c:pt idx="1599">
                  <c:v>46024</c:v>
                </c:pt>
                <c:pt idx="1600">
                  <c:v>46025</c:v>
                </c:pt>
                <c:pt idx="1601">
                  <c:v>46026</c:v>
                </c:pt>
                <c:pt idx="1602">
                  <c:v>46027</c:v>
                </c:pt>
                <c:pt idx="1603">
                  <c:v>46028</c:v>
                </c:pt>
                <c:pt idx="1604">
                  <c:v>46029</c:v>
                </c:pt>
                <c:pt idx="1605">
                  <c:v>46030</c:v>
                </c:pt>
                <c:pt idx="1606">
                  <c:v>46031</c:v>
                </c:pt>
                <c:pt idx="1607">
                  <c:v>46032</c:v>
                </c:pt>
                <c:pt idx="1608">
                  <c:v>46033</c:v>
                </c:pt>
                <c:pt idx="1609">
                  <c:v>46034</c:v>
                </c:pt>
                <c:pt idx="1610">
                  <c:v>46035</c:v>
                </c:pt>
                <c:pt idx="1611">
                  <c:v>46036</c:v>
                </c:pt>
                <c:pt idx="1612">
                  <c:v>46037</c:v>
                </c:pt>
                <c:pt idx="1613">
                  <c:v>46038</c:v>
                </c:pt>
                <c:pt idx="1614">
                  <c:v>46039</c:v>
                </c:pt>
                <c:pt idx="1615">
                  <c:v>46040</c:v>
                </c:pt>
                <c:pt idx="1616">
                  <c:v>46041</c:v>
                </c:pt>
                <c:pt idx="1617">
                  <c:v>46042</c:v>
                </c:pt>
                <c:pt idx="1618">
                  <c:v>46043</c:v>
                </c:pt>
                <c:pt idx="1619">
                  <c:v>46044</c:v>
                </c:pt>
                <c:pt idx="1620">
                  <c:v>46045</c:v>
                </c:pt>
                <c:pt idx="1621">
                  <c:v>46046</c:v>
                </c:pt>
                <c:pt idx="1622">
                  <c:v>46047</c:v>
                </c:pt>
                <c:pt idx="1623">
                  <c:v>46048</c:v>
                </c:pt>
                <c:pt idx="1624">
                  <c:v>46049</c:v>
                </c:pt>
                <c:pt idx="1625">
                  <c:v>46050</c:v>
                </c:pt>
                <c:pt idx="1626">
                  <c:v>46051</c:v>
                </c:pt>
                <c:pt idx="1627">
                  <c:v>46052</c:v>
                </c:pt>
                <c:pt idx="1628">
                  <c:v>46053</c:v>
                </c:pt>
                <c:pt idx="1629">
                  <c:v>46054</c:v>
                </c:pt>
                <c:pt idx="1630">
                  <c:v>46055</c:v>
                </c:pt>
                <c:pt idx="1631">
                  <c:v>46056</c:v>
                </c:pt>
                <c:pt idx="1632">
                  <c:v>46057</c:v>
                </c:pt>
                <c:pt idx="1633">
                  <c:v>46058</c:v>
                </c:pt>
                <c:pt idx="1634">
                  <c:v>46059</c:v>
                </c:pt>
                <c:pt idx="1635">
                  <c:v>46060</c:v>
                </c:pt>
                <c:pt idx="1636">
                  <c:v>46061</c:v>
                </c:pt>
                <c:pt idx="1637">
                  <c:v>46062</c:v>
                </c:pt>
                <c:pt idx="1638">
                  <c:v>46063</c:v>
                </c:pt>
                <c:pt idx="1639">
                  <c:v>46064</c:v>
                </c:pt>
                <c:pt idx="1640">
                  <c:v>46065</c:v>
                </c:pt>
                <c:pt idx="1641">
                  <c:v>46066</c:v>
                </c:pt>
                <c:pt idx="1642">
                  <c:v>46067</c:v>
                </c:pt>
                <c:pt idx="1643">
                  <c:v>46068</c:v>
                </c:pt>
                <c:pt idx="1644">
                  <c:v>46069</c:v>
                </c:pt>
                <c:pt idx="1645">
                  <c:v>46070</c:v>
                </c:pt>
                <c:pt idx="1646">
                  <c:v>46071</c:v>
                </c:pt>
                <c:pt idx="1647">
                  <c:v>46072</c:v>
                </c:pt>
                <c:pt idx="1648">
                  <c:v>46073</c:v>
                </c:pt>
                <c:pt idx="1649">
                  <c:v>46074</c:v>
                </c:pt>
                <c:pt idx="1650">
                  <c:v>46075</c:v>
                </c:pt>
                <c:pt idx="1651">
                  <c:v>46076</c:v>
                </c:pt>
                <c:pt idx="1652">
                  <c:v>46077</c:v>
                </c:pt>
                <c:pt idx="1653">
                  <c:v>46078</c:v>
                </c:pt>
                <c:pt idx="1654">
                  <c:v>46079</c:v>
                </c:pt>
                <c:pt idx="1655">
                  <c:v>46080</c:v>
                </c:pt>
                <c:pt idx="1656">
                  <c:v>46081</c:v>
                </c:pt>
                <c:pt idx="1657">
                  <c:v>46082</c:v>
                </c:pt>
                <c:pt idx="1658">
                  <c:v>46083</c:v>
                </c:pt>
                <c:pt idx="1659">
                  <c:v>46084</c:v>
                </c:pt>
                <c:pt idx="1660">
                  <c:v>46085</c:v>
                </c:pt>
                <c:pt idx="1661">
                  <c:v>46086</c:v>
                </c:pt>
                <c:pt idx="1662">
                  <c:v>46087</c:v>
                </c:pt>
                <c:pt idx="1663">
                  <c:v>46088</c:v>
                </c:pt>
                <c:pt idx="1664">
                  <c:v>46089</c:v>
                </c:pt>
                <c:pt idx="1665">
                  <c:v>46090</c:v>
                </c:pt>
                <c:pt idx="1666">
                  <c:v>46091</c:v>
                </c:pt>
                <c:pt idx="1667">
                  <c:v>46092</c:v>
                </c:pt>
                <c:pt idx="1668">
                  <c:v>46093</c:v>
                </c:pt>
                <c:pt idx="1669">
                  <c:v>46094</c:v>
                </c:pt>
                <c:pt idx="1670">
                  <c:v>46095</c:v>
                </c:pt>
                <c:pt idx="1671">
                  <c:v>46096</c:v>
                </c:pt>
                <c:pt idx="1672">
                  <c:v>46097</c:v>
                </c:pt>
                <c:pt idx="1673">
                  <c:v>46098</c:v>
                </c:pt>
                <c:pt idx="1674">
                  <c:v>46099</c:v>
                </c:pt>
                <c:pt idx="1675">
                  <c:v>46100</c:v>
                </c:pt>
                <c:pt idx="1676">
                  <c:v>46101</c:v>
                </c:pt>
                <c:pt idx="1677">
                  <c:v>46102</c:v>
                </c:pt>
                <c:pt idx="1678">
                  <c:v>46103</c:v>
                </c:pt>
                <c:pt idx="1679">
                  <c:v>46104</c:v>
                </c:pt>
                <c:pt idx="1680">
                  <c:v>46105</c:v>
                </c:pt>
                <c:pt idx="1681">
                  <c:v>46106</c:v>
                </c:pt>
                <c:pt idx="1682">
                  <c:v>46107</c:v>
                </c:pt>
                <c:pt idx="1683">
                  <c:v>46108</c:v>
                </c:pt>
                <c:pt idx="1684">
                  <c:v>46109</c:v>
                </c:pt>
                <c:pt idx="1685">
                  <c:v>46110</c:v>
                </c:pt>
                <c:pt idx="1686">
                  <c:v>46111</c:v>
                </c:pt>
                <c:pt idx="1687">
                  <c:v>46112</c:v>
                </c:pt>
                <c:pt idx="1688">
                  <c:v>46113</c:v>
                </c:pt>
                <c:pt idx="1689">
                  <c:v>46114</c:v>
                </c:pt>
                <c:pt idx="1690">
                  <c:v>46115</c:v>
                </c:pt>
                <c:pt idx="1691">
                  <c:v>46116</c:v>
                </c:pt>
                <c:pt idx="1692">
                  <c:v>46117</c:v>
                </c:pt>
                <c:pt idx="1693">
                  <c:v>46118</c:v>
                </c:pt>
                <c:pt idx="1694">
                  <c:v>46119</c:v>
                </c:pt>
                <c:pt idx="1695">
                  <c:v>46120</c:v>
                </c:pt>
                <c:pt idx="1696">
                  <c:v>46121</c:v>
                </c:pt>
                <c:pt idx="1697">
                  <c:v>46122</c:v>
                </c:pt>
                <c:pt idx="1698">
                  <c:v>46123</c:v>
                </c:pt>
                <c:pt idx="1699">
                  <c:v>46124</c:v>
                </c:pt>
                <c:pt idx="1700">
                  <c:v>46125</c:v>
                </c:pt>
                <c:pt idx="1701">
                  <c:v>46126</c:v>
                </c:pt>
                <c:pt idx="1702">
                  <c:v>46127</c:v>
                </c:pt>
                <c:pt idx="1703">
                  <c:v>46128</c:v>
                </c:pt>
                <c:pt idx="1704">
                  <c:v>46129</c:v>
                </c:pt>
                <c:pt idx="1705">
                  <c:v>46130</c:v>
                </c:pt>
                <c:pt idx="1706">
                  <c:v>46131</c:v>
                </c:pt>
                <c:pt idx="1707">
                  <c:v>46132</c:v>
                </c:pt>
                <c:pt idx="1708">
                  <c:v>46133</c:v>
                </c:pt>
                <c:pt idx="1709">
                  <c:v>46134</c:v>
                </c:pt>
                <c:pt idx="1710">
                  <c:v>46135</c:v>
                </c:pt>
                <c:pt idx="1711">
                  <c:v>46136</c:v>
                </c:pt>
                <c:pt idx="1712">
                  <c:v>46137</c:v>
                </c:pt>
                <c:pt idx="1713">
                  <c:v>46138</c:v>
                </c:pt>
                <c:pt idx="1714">
                  <c:v>46139</c:v>
                </c:pt>
                <c:pt idx="1715">
                  <c:v>46140</c:v>
                </c:pt>
                <c:pt idx="1716">
                  <c:v>46141</c:v>
                </c:pt>
                <c:pt idx="1717">
                  <c:v>46142</c:v>
                </c:pt>
                <c:pt idx="1718">
                  <c:v>46143</c:v>
                </c:pt>
                <c:pt idx="1719">
                  <c:v>46144</c:v>
                </c:pt>
                <c:pt idx="1720">
                  <c:v>46145</c:v>
                </c:pt>
                <c:pt idx="1721">
                  <c:v>46146</c:v>
                </c:pt>
                <c:pt idx="1722">
                  <c:v>46147</c:v>
                </c:pt>
                <c:pt idx="1723">
                  <c:v>46148</c:v>
                </c:pt>
                <c:pt idx="1724">
                  <c:v>46149</c:v>
                </c:pt>
                <c:pt idx="1725">
                  <c:v>46150</c:v>
                </c:pt>
                <c:pt idx="1726">
                  <c:v>46151</c:v>
                </c:pt>
                <c:pt idx="1727">
                  <c:v>46152</c:v>
                </c:pt>
                <c:pt idx="1728">
                  <c:v>46153</c:v>
                </c:pt>
                <c:pt idx="1729">
                  <c:v>46154</c:v>
                </c:pt>
                <c:pt idx="1730">
                  <c:v>46155</c:v>
                </c:pt>
                <c:pt idx="1731">
                  <c:v>46156</c:v>
                </c:pt>
                <c:pt idx="1732">
                  <c:v>46157</c:v>
                </c:pt>
                <c:pt idx="1733">
                  <c:v>46158</c:v>
                </c:pt>
                <c:pt idx="1734">
                  <c:v>46159</c:v>
                </c:pt>
                <c:pt idx="1735">
                  <c:v>46160</c:v>
                </c:pt>
                <c:pt idx="1736">
                  <c:v>46161</c:v>
                </c:pt>
                <c:pt idx="1737">
                  <c:v>46162</c:v>
                </c:pt>
                <c:pt idx="1738">
                  <c:v>46163</c:v>
                </c:pt>
                <c:pt idx="1739">
                  <c:v>46164</c:v>
                </c:pt>
                <c:pt idx="1740">
                  <c:v>46165</c:v>
                </c:pt>
                <c:pt idx="1741">
                  <c:v>46166</c:v>
                </c:pt>
                <c:pt idx="1742">
                  <c:v>46167</c:v>
                </c:pt>
                <c:pt idx="1743">
                  <c:v>46168</c:v>
                </c:pt>
                <c:pt idx="1744">
                  <c:v>46169</c:v>
                </c:pt>
                <c:pt idx="1745">
                  <c:v>46170</c:v>
                </c:pt>
                <c:pt idx="1746">
                  <c:v>46171</c:v>
                </c:pt>
                <c:pt idx="1747">
                  <c:v>46172</c:v>
                </c:pt>
                <c:pt idx="1748">
                  <c:v>46173</c:v>
                </c:pt>
                <c:pt idx="1749">
                  <c:v>46174</c:v>
                </c:pt>
                <c:pt idx="1750">
                  <c:v>46175</c:v>
                </c:pt>
                <c:pt idx="1751">
                  <c:v>46176</c:v>
                </c:pt>
                <c:pt idx="1752">
                  <c:v>46177</c:v>
                </c:pt>
                <c:pt idx="1753">
                  <c:v>46178</c:v>
                </c:pt>
                <c:pt idx="1754">
                  <c:v>46179</c:v>
                </c:pt>
                <c:pt idx="1755">
                  <c:v>46180</c:v>
                </c:pt>
                <c:pt idx="1756">
                  <c:v>46181</c:v>
                </c:pt>
                <c:pt idx="1757">
                  <c:v>46182</c:v>
                </c:pt>
                <c:pt idx="1758">
                  <c:v>46183</c:v>
                </c:pt>
                <c:pt idx="1759">
                  <c:v>46184</c:v>
                </c:pt>
                <c:pt idx="1760">
                  <c:v>46185</c:v>
                </c:pt>
                <c:pt idx="1761">
                  <c:v>46186</c:v>
                </c:pt>
                <c:pt idx="1762">
                  <c:v>46187</c:v>
                </c:pt>
                <c:pt idx="1763">
                  <c:v>46188</c:v>
                </c:pt>
                <c:pt idx="1764">
                  <c:v>46189</c:v>
                </c:pt>
                <c:pt idx="1765">
                  <c:v>46190</c:v>
                </c:pt>
                <c:pt idx="1766">
                  <c:v>46191</c:v>
                </c:pt>
                <c:pt idx="1767">
                  <c:v>46192</c:v>
                </c:pt>
                <c:pt idx="1768">
                  <c:v>46193</c:v>
                </c:pt>
                <c:pt idx="1769">
                  <c:v>46194</c:v>
                </c:pt>
                <c:pt idx="1770">
                  <c:v>46195</c:v>
                </c:pt>
                <c:pt idx="1771">
                  <c:v>46196</c:v>
                </c:pt>
                <c:pt idx="1772">
                  <c:v>46197</c:v>
                </c:pt>
                <c:pt idx="1773">
                  <c:v>46198</c:v>
                </c:pt>
                <c:pt idx="1774">
                  <c:v>46199</c:v>
                </c:pt>
                <c:pt idx="1775">
                  <c:v>46200</c:v>
                </c:pt>
                <c:pt idx="1776">
                  <c:v>46201</c:v>
                </c:pt>
                <c:pt idx="1777">
                  <c:v>46202</c:v>
                </c:pt>
                <c:pt idx="1778">
                  <c:v>46203</c:v>
                </c:pt>
                <c:pt idx="1779">
                  <c:v>46204</c:v>
                </c:pt>
                <c:pt idx="1780">
                  <c:v>46205</c:v>
                </c:pt>
                <c:pt idx="1781">
                  <c:v>46206</c:v>
                </c:pt>
                <c:pt idx="1782">
                  <c:v>46207</c:v>
                </c:pt>
                <c:pt idx="1783">
                  <c:v>46208</c:v>
                </c:pt>
                <c:pt idx="1784">
                  <c:v>46209</c:v>
                </c:pt>
                <c:pt idx="1785">
                  <c:v>46210</c:v>
                </c:pt>
                <c:pt idx="1786">
                  <c:v>46211</c:v>
                </c:pt>
                <c:pt idx="1787">
                  <c:v>46212</c:v>
                </c:pt>
                <c:pt idx="1788">
                  <c:v>46213</c:v>
                </c:pt>
                <c:pt idx="1789">
                  <c:v>46214</c:v>
                </c:pt>
                <c:pt idx="1790">
                  <c:v>46215</c:v>
                </c:pt>
                <c:pt idx="1791">
                  <c:v>46216</c:v>
                </c:pt>
                <c:pt idx="1792">
                  <c:v>46217</c:v>
                </c:pt>
                <c:pt idx="1793">
                  <c:v>46218</c:v>
                </c:pt>
                <c:pt idx="1794">
                  <c:v>46219</c:v>
                </c:pt>
                <c:pt idx="1795">
                  <c:v>46220</c:v>
                </c:pt>
                <c:pt idx="1796">
                  <c:v>46221</c:v>
                </c:pt>
                <c:pt idx="1797">
                  <c:v>46222</c:v>
                </c:pt>
                <c:pt idx="1798">
                  <c:v>46223</c:v>
                </c:pt>
                <c:pt idx="1799">
                  <c:v>46224</c:v>
                </c:pt>
                <c:pt idx="1800">
                  <c:v>46225</c:v>
                </c:pt>
                <c:pt idx="1801">
                  <c:v>46226</c:v>
                </c:pt>
                <c:pt idx="1802">
                  <c:v>46227</c:v>
                </c:pt>
                <c:pt idx="1803">
                  <c:v>46228</c:v>
                </c:pt>
                <c:pt idx="1804">
                  <c:v>46229</c:v>
                </c:pt>
                <c:pt idx="1805">
                  <c:v>46230</c:v>
                </c:pt>
                <c:pt idx="1806">
                  <c:v>46231</c:v>
                </c:pt>
                <c:pt idx="1807">
                  <c:v>46232</c:v>
                </c:pt>
                <c:pt idx="1808">
                  <c:v>46233</c:v>
                </c:pt>
                <c:pt idx="1809">
                  <c:v>46234</c:v>
                </c:pt>
                <c:pt idx="1810">
                  <c:v>46235</c:v>
                </c:pt>
                <c:pt idx="1811">
                  <c:v>46236</c:v>
                </c:pt>
                <c:pt idx="1812">
                  <c:v>46237</c:v>
                </c:pt>
                <c:pt idx="1813">
                  <c:v>46238</c:v>
                </c:pt>
                <c:pt idx="1814">
                  <c:v>46239</c:v>
                </c:pt>
                <c:pt idx="1815">
                  <c:v>46240</c:v>
                </c:pt>
                <c:pt idx="1816">
                  <c:v>46241</c:v>
                </c:pt>
                <c:pt idx="1817">
                  <c:v>46242</c:v>
                </c:pt>
                <c:pt idx="1818">
                  <c:v>46243</c:v>
                </c:pt>
                <c:pt idx="1819">
                  <c:v>46244</c:v>
                </c:pt>
                <c:pt idx="1820">
                  <c:v>46245</c:v>
                </c:pt>
                <c:pt idx="1821">
                  <c:v>46246</c:v>
                </c:pt>
                <c:pt idx="1822">
                  <c:v>46247</c:v>
                </c:pt>
                <c:pt idx="1823">
                  <c:v>46248</c:v>
                </c:pt>
                <c:pt idx="1824">
                  <c:v>46249</c:v>
                </c:pt>
                <c:pt idx="1825">
                  <c:v>46250</c:v>
                </c:pt>
                <c:pt idx="1826">
                  <c:v>46251</c:v>
                </c:pt>
                <c:pt idx="1827">
                  <c:v>46252</c:v>
                </c:pt>
                <c:pt idx="1828">
                  <c:v>46253</c:v>
                </c:pt>
              </c:numCache>
            </c:numRef>
          </c:cat>
          <c:val>
            <c:numRef>
              <c:f>Source!$BB$3:$BB$3656</c:f>
              <c:numCache>
                <c:formatCode>General</c:formatCode>
                <c:ptCount val="3654"/>
                <c:pt idx="0">
                  <c:v>18.567434836615853</c:v>
                </c:pt>
                <c:pt idx="1">
                  <c:v>18.567434836615853</c:v>
                </c:pt>
                <c:pt idx="2">
                  <c:v>18.567434836615853</c:v>
                </c:pt>
                <c:pt idx="3">
                  <c:v>18.567434836615853</c:v>
                </c:pt>
                <c:pt idx="4">
                  <c:v>18.567434836615853</c:v>
                </c:pt>
                <c:pt idx="5">
                  <c:v>18.567434836615853</c:v>
                </c:pt>
                <c:pt idx="6">
                  <c:v>18.567434836615853</c:v>
                </c:pt>
                <c:pt idx="7">
                  <c:v>18.567434836615853</c:v>
                </c:pt>
                <c:pt idx="8">
                  <c:v>18.567434836615853</c:v>
                </c:pt>
                <c:pt idx="9">
                  <c:v>18.567434836615853</c:v>
                </c:pt>
                <c:pt idx="10">
                  <c:v>18.567434836615853</c:v>
                </c:pt>
                <c:pt idx="11">
                  <c:v>18.567434836615853</c:v>
                </c:pt>
                <c:pt idx="12">
                  <c:v>18.567434836615853</c:v>
                </c:pt>
                <c:pt idx="13">
                  <c:v>18.567434836615853</c:v>
                </c:pt>
                <c:pt idx="14">
                  <c:v>18.567434836615853</c:v>
                </c:pt>
                <c:pt idx="15">
                  <c:v>18.567434836615853</c:v>
                </c:pt>
                <c:pt idx="16">
                  <c:v>18.567434836615853</c:v>
                </c:pt>
                <c:pt idx="17">
                  <c:v>18.567434836615853</c:v>
                </c:pt>
                <c:pt idx="18">
                  <c:v>18.567434836615853</c:v>
                </c:pt>
                <c:pt idx="19">
                  <c:v>18.567434836615853</c:v>
                </c:pt>
                <c:pt idx="20">
                  <c:v>18.567434836615853</c:v>
                </c:pt>
                <c:pt idx="21">
                  <c:v>18.567434836615853</c:v>
                </c:pt>
                <c:pt idx="22">
                  <c:v>18.567434836615853</c:v>
                </c:pt>
                <c:pt idx="23">
                  <c:v>18.567434836615853</c:v>
                </c:pt>
                <c:pt idx="24">
                  <c:v>18.567434836615853</c:v>
                </c:pt>
                <c:pt idx="25">
                  <c:v>18.567434836615853</c:v>
                </c:pt>
                <c:pt idx="26">
                  <c:v>18.567434836615853</c:v>
                </c:pt>
                <c:pt idx="27">
                  <c:v>18.567434836615853</c:v>
                </c:pt>
                <c:pt idx="28">
                  <c:v>18.567434836615853</c:v>
                </c:pt>
                <c:pt idx="29">
                  <c:v>18.567434836615853</c:v>
                </c:pt>
                <c:pt idx="30">
                  <c:v>18.567434836615853</c:v>
                </c:pt>
                <c:pt idx="31">
                  <c:v>18.567434836615853</c:v>
                </c:pt>
                <c:pt idx="32">
                  <c:v>18.567434836615853</c:v>
                </c:pt>
                <c:pt idx="33">
                  <c:v>18.567434836615853</c:v>
                </c:pt>
                <c:pt idx="34">
                  <c:v>18.567434836615853</c:v>
                </c:pt>
                <c:pt idx="35">
                  <c:v>18.567434836615853</c:v>
                </c:pt>
                <c:pt idx="36">
                  <c:v>18.567434836615853</c:v>
                </c:pt>
                <c:pt idx="37">
                  <c:v>18.567434836615853</c:v>
                </c:pt>
                <c:pt idx="38">
                  <c:v>18.567434836615853</c:v>
                </c:pt>
                <c:pt idx="39">
                  <c:v>18.567434836615853</c:v>
                </c:pt>
                <c:pt idx="40">
                  <c:v>18.567434836615853</c:v>
                </c:pt>
                <c:pt idx="41">
                  <c:v>18.567434836615853</c:v>
                </c:pt>
                <c:pt idx="42">
                  <c:v>18.567434836615853</c:v>
                </c:pt>
                <c:pt idx="43">
                  <c:v>18.567434836615853</c:v>
                </c:pt>
                <c:pt idx="44">
                  <c:v>18.567434836615853</c:v>
                </c:pt>
                <c:pt idx="45">
                  <c:v>18.567434836615853</c:v>
                </c:pt>
                <c:pt idx="46">
                  <c:v>18.567434836615853</c:v>
                </c:pt>
                <c:pt idx="47">
                  <c:v>18.567434836615853</c:v>
                </c:pt>
                <c:pt idx="48">
                  <c:v>18.567434836615853</c:v>
                </c:pt>
                <c:pt idx="49">
                  <c:v>18.567434836615853</c:v>
                </c:pt>
                <c:pt idx="50">
                  <c:v>18.567434836615853</c:v>
                </c:pt>
                <c:pt idx="51">
                  <c:v>18.567434836615853</c:v>
                </c:pt>
                <c:pt idx="52">
                  <c:v>18.567434836615853</c:v>
                </c:pt>
                <c:pt idx="53">
                  <c:v>18.567434836615853</c:v>
                </c:pt>
                <c:pt idx="54">
                  <c:v>18.567434836615853</c:v>
                </c:pt>
                <c:pt idx="55">
                  <c:v>18.567434836615853</c:v>
                </c:pt>
                <c:pt idx="56">
                  <c:v>18.567434836615853</c:v>
                </c:pt>
                <c:pt idx="57">
                  <c:v>18.567434836615853</c:v>
                </c:pt>
                <c:pt idx="58">
                  <c:v>18.567434836615853</c:v>
                </c:pt>
                <c:pt idx="59">
                  <c:v>18.567434836615853</c:v>
                </c:pt>
                <c:pt idx="60">
                  <c:v>18.567434836615853</c:v>
                </c:pt>
                <c:pt idx="61">
                  <c:v>18.567434836615853</c:v>
                </c:pt>
                <c:pt idx="62">
                  <c:v>18.567434836615853</c:v>
                </c:pt>
                <c:pt idx="63">
                  <c:v>18.567434836615853</c:v>
                </c:pt>
                <c:pt idx="64">
                  <c:v>18.567434836615853</c:v>
                </c:pt>
                <c:pt idx="65">
                  <c:v>18.567434836615853</c:v>
                </c:pt>
                <c:pt idx="66">
                  <c:v>18.567434836615853</c:v>
                </c:pt>
                <c:pt idx="67">
                  <c:v>18.567434836615853</c:v>
                </c:pt>
                <c:pt idx="68">
                  <c:v>18.567434836615853</c:v>
                </c:pt>
                <c:pt idx="69">
                  <c:v>18.567434836615853</c:v>
                </c:pt>
                <c:pt idx="70">
                  <c:v>18.567434836615853</c:v>
                </c:pt>
                <c:pt idx="71">
                  <c:v>18.567434836615853</c:v>
                </c:pt>
                <c:pt idx="72">
                  <c:v>18.567434836615853</c:v>
                </c:pt>
                <c:pt idx="73">
                  <c:v>18.567434836615853</c:v>
                </c:pt>
                <c:pt idx="74">
                  <c:v>18.567434836615853</c:v>
                </c:pt>
                <c:pt idx="75">
                  <c:v>18.567434836615853</c:v>
                </c:pt>
                <c:pt idx="76">
                  <c:v>18.567434836615853</c:v>
                </c:pt>
                <c:pt idx="77">
                  <c:v>18.567434836615853</c:v>
                </c:pt>
                <c:pt idx="78">
                  <c:v>18.567434836615853</c:v>
                </c:pt>
                <c:pt idx="79">
                  <c:v>18.567434836615853</c:v>
                </c:pt>
                <c:pt idx="80">
                  <c:v>18.567434836615853</c:v>
                </c:pt>
                <c:pt idx="81">
                  <c:v>18.567434836615853</c:v>
                </c:pt>
                <c:pt idx="82">
                  <c:v>18.567434836615853</c:v>
                </c:pt>
                <c:pt idx="83">
                  <c:v>18.567434836615853</c:v>
                </c:pt>
                <c:pt idx="84">
                  <c:v>18.567434836615853</c:v>
                </c:pt>
                <c:pt idx="85">
                  <c:v>18.567434836615853</c:v>
                </c:pt>
                <c:pt idx="86">
                  <c:v>18.567434836615853</c:v>
                </c:pt>
                <c:pt idx="87">
                  <c:v>18.567434836615853</c:v>
                </c:pt>
                <c:pt idx="88">
                  <c:v>18.567434836615853</c:v>
                </c:pt>
                <c:pt idx="89">
                  <c:v>18.567434836615853</c:v>
                </c:pt>
                <c:pt idx="90">
                  <c:v>18.567434836615853</c:v>
                </c:pt>
                <c:pt idx="91">
                  <c:v>18.567434836615853</c:v>
                </c:pt>
                <c:pt idx="92">
                  <c:v>18.567434836615853</c:v>
                </c:pt>
                <c:pt idx="93">
                  <c:v>18.567434836615853</c:v>
                </c:pt>
                <c:pt idx="94">
                  <c:v>18.567434836615853</c:v>
                </c:pt>
                <c:pt idx="95">
                  <c:v>18.567434836615853</c:v>
                </c:pt>
                <c:pt idx="96">
                  <c:v>18.567434836615853</c:v>
                </c:pt>
                <c:pt idx="97">
                  <c:v>18.567434836615853</c:v>
                </c:pt>
                <c:pt idx="98">
                  <c:v>18.567434836615853</c:v>
                </c:pt>
                <c:pt idx="99">
                  <c:v>18.567434836615853</c:v>
                </c:pt>
                <c:pt idx="100">
                  <c:v>18.567434836615853</c:v>
                </c:pt>
                <c:pt idx="101">
                  <c:v>18.567434836615853</c:v>
                </c:pt>
                <c:pt idx="102">
                  <c:v>18.567434836615853</c:v>
                </c:pt>
                <c:pt idx="103">
                  <c:v>18.567434836615853</c:v>
                </c:pt>
                <c:pt idx="104">
                  <c:v>18.567434836615853</c:v>
                </c:pt>
                <c:pt idx="105">
                  <c:v>18.567434836615853</c:v>
                </c:pt>
                <c:pt idx="106">
                  <c:v>18.567434836615853</c:v>
                </c:pt>
                <c:pt idx="107">
                  <c:v>18.567434836615853</c:v>
                </c:pt>
                <c:pt idx="108">
                  <c:v>18.567434836615853</c:v>
                </c:pt>
                <c:pt idx="109">
                  <c:v>18.567434836615853</c:v>
                </c:pt>
                <c:pt idx="110">
                  <c:v>18.567434836615853</c:v>
                </c:pt>
                <c:pt idx="111">
                  <c:v>18.567434836615853</c:v>
                </c:pt>
                <c:pt idx="112">
                  <c:v>18.567434836615853</c:v>
                </c:pt>
                <c:pt idx="113">
                  <c:v>18.567434836615853</c:v>
                </c:pt>
                <c:pt idx="114">
                  <c:v>18.567434836615853</c:v>
                </c:pt>
                <c:pt idx="115">
                  <c:v>18.567434836615853</c:v>
                </c:pt>
                <c:pt idx="116">
                  <c:v>18.567434836615853</c:v>
                </c:pt>
                <c:pt idx="117">
                  <c:v>18.567434836615853</c:v>
                </c:pt>
                <c:pt idx="118">
                  <c:v>18.567434836615853</c:v>
                </c:pt>
                <c:pt idx="119">
                  <c:v>18.567434836615853</c:v>
                </c:pt>
                <c:pt idx="120">
                  <c:v>18.567434836615853</c:v>
                </c:pt>
                <c:pt idx="121">
                  <c:v>18.567434836615853</c:v>
                </c:pt>
                <c:pt idx="122">
                  <c:v>18.567434836615853</c:v>
                </c:pt>
                <c:pt idx="123">
                  <c:v>18.567434836615853</c:v>
                </c:pt>
                <c:pt idx="124">
                  <c:v>18.567434836615853</c:v>
                </c:pt>
                <c:pt idx="125">
                  <c:v>18.567434836615853</c:v>
                </c:pt>
                <c:pt idx="126">
                  <c:v>18.567434836615853</c:v>
                </c:pt>
                <c:pt idx="127">
                  <c:v>18.567434836615853</c:v>
                </c:pt>
                <c:pt idx="128">
                  <c:v>18.567434836615853</c:v>
                </c:pt>
                <c:pt idx="129">
                  <c:v>18.567434836615853</c:v>
                </c:pt>
                <c:pt idx="130">
                  <c:v>18.567434836615853</c:v>
                </c:pt>
                <c:pt idx="131">
                  <c:v>18.567434836615853</c:v>
                </c:pt>
                <c:pt idx="132">
                  <c:v>18.567434836615853</c:v>
                </c:pt>
                <c:pt idx="133">
                  <c:v>18.567434836615853</c:v>
                </c:pt>
                <c:pt idx="134">
                  <c:v>18.567434836615853</c:v>
                </c:pt>
                <c:pt idx="135">
                  <c:v>18.567434836615853</c:v>
                </c:pt>
                <c:pt idx="136">
                  <c:v>18.567434836615853</c:v>
                </c:pt>
                <c:pt idx="137">
                  <c:v>18.567434836615853</c:v>
                </c:pt>
                <c:pt idx="138">
                  <c:v>18.567434836615853</c:v>
                </c:pt>
                <c:pt idx="139">
                  <c:v>18.567434836615853</c:v>
                </c:pt>
                <c:pt idx="140">
                  <c:v>18.567434836615853</c:v>
                </c:pt>
                <c:pt idx="141">
                  <c:v>18.567434836615853</c:v>
                </c:pt>
                <c:pt idx="142">
                  <c:v>18.567434836615853</c:v>
                </c:pt>
                <c:pt idx="143">
                  <c:v>18.567434836615853</c:v>
                </c:pt>
                <c:pt idx="144">
                  <c:v>18.567434836615853</c:v>
                </c:pt>
                <c:pt idx="145">
                  <c:v>18.567434836615853</c:v>
                </c:pt>
                <c:pt idx="146">
                  <c:v>18.567434836615853</c:v>
                </c:pt>
                <c:pt idx="147">
                  <c:v>18.567434836615853</c:v>
                </c:pt>
                <c:pt idx="148">
                  <c:v>18.567434836615853</c:v>
                </c:pt>
                <c:pt idx="149">
                  <c:v>18.567434836615853</c:v>
                </c:pt>
                <c:pt idx="150">
                  <c:v>18.567434836615853</c:v>
                </c:pt>
                <c:pt idx="151">
                  <c:v>18.567434836615853</c:v>
                </c:pt>
                <c:pt idx="152">
                  <c:v>18.567434836615853</c:v>
                </c:pt>
                <c:pt idx="153">
                  <c:v>18.567434836615853</c:v>
                </c:pt>
                <c:pt idx="154">
                  <c:v>18.567434836615853</c:v>
                </c:pt>
                <c:pt idx="155">
                  <c:v>18.567434836615853</c:v>
                </c:pt>
                <c:pt idx="156">
                  <c:v>18.567434836615853</c:v>
                </c:pt>
                <c:pt idx="157">
                  <c:v>18.567434836615853</c:v>
                </c:pt>
                <c:pt idx="158">
                  <c:v>18.567434836615853</c:v>
                </c:pt>
                <c:pt idx="159">
                  <c:v>18.567434836615853</c:v>
                </c:pt>
                <c:pt idx="160">
                  <c:v>18.567434836615853</c:v>
                </c:pt>
                <c:pt idx="161">
                  <c:v>18.567434836615853</c:v>
                </c:pt>
                <c:pt idx="162">
                  <c:v>18.567434836615853</c:v>
                </c:pt>
                <c:pt idx="163">
                  <c:v>18.567434836615853</c:v>
                </c:pt>
                <c:pt idx="164">
                  <c:v>18.567434836615853</c:v>
                </c:pt>
                <c:pt idx="165">
                  <c:v>18.567434836615853</c:v>
                </c:pt>
                <c:pt idx="166">
                  <c:v>18.567434836615853</c:v>
                </c:pt>
                <c:pt idx="167">
                  <c:v>18.567434836615853</c:v>
                </c:pt>
                <c:pt idx="168">
                  <c:v>18.567434836615853</c:v>
                </c:pt>
                <c:pt idx="169">
                  <c:v>18.567434836615853</c:v>
                </c:pt>
                <c:pt idx="170">
                  <c:v>18.567434836615853</c:v>
                </c:pt>
                <c:pt idx="171">
                  <c:v>18.567434836615853</c:v>
                </c:pt>
                <c:pt idx="172">
                  <c:v>18.567434836615853</c:v>
                </c:pt>
                <c:pt idx="173">
                  <c:v>18.567434836615853</c:v>
                </c:pt>
                <c:pt idx="174">
                  <c:v>18.567434836615853</c:v>
                </c:pt>
                <c:pt idx="175">
                  <c:v>18.567434836615853</c:v>
                </c:pt>
                <c:pt idx="176">
                  <c:v>18.567434836615853</c:v>
                </c:pt>
                <c:pt idx="177">
                  <c:v>18.567434836615853</c:v>
                </c:pt>
                <c:pt idx="178">
                  <c:v>18.567434836615853</c:v>
                </c:pt>
                <c:pt idx="179">
                  <c:v>18.567434836615853</c:v>
                </c:pt>
                <c:pt idx="180">
                  <c:v>18.567434836615853</c:v>
                </c:pt>
                <c:pt idx="181">
                  <c:v>18.567434836615853</c:v>
                </c:pt>
                <c:pt idx="182">
                  <c:v>18.567434836615853</c:v>
                </c:pt>
                <c:pt idx="183">
                  <c:v>18.567434836615853</c:v>
                </c:pt>
                <c:pt idx="184">
                  <c:v>18.567434836615853</c:v>
                </c:pt>
                <c:pt idx="185">
                  <c:v>18.567434836615853</c:v>
                </c:pt>
                <c:pt idx="186">
                  <c:v>18.567434836615853</c:v>
                </c:pt>
                <c:pt idx="187">
                  <c:v>18.567434836615853</c:v>
                </c:pt>
                <c:pt idx="188">
                  <c:v>18.567434836615853</c:v>
                </c:pt>
                <c:pt idx="189">
                  <c:v>18.567434836615853</c:v>
                </c:pt>
                <c:pt idx="190">
                  <c:v>18.567434836615853</c:v>
                </c:pt>
                <c:pt idx="191">
                  <c:v>18.567434836615853</c:v>
                </c:pt>
                <c:pt idx="192">
                  <c:v>18.567434836615853</c:v>
                </c:pt>
                <c:pt idx="193">
                  <c:v>18.567434836615853</c:v>
                </c:pt>
                <c:pt idx="194">
                  <c:v>18.567434836615853</c:v>
                </c:pt>
                <c:pt idx="195">
                  <c:v>18.567434836615853</c:v>
                </c:pt>
                <c:pt idx="196">
                  <c:v>18.567434836615853</c:v>
                </c:pt>
                <c:pt idx="197">
                  <c:v>18.567434836615853</c:v>
                </c:pt>
                <c:pt idx="198">
                  <c:v>18.567434836615853</c:v>
                </c:pt>
                <c:pt idx="199">
                  <c:v>18.567434836615853</c:v>
                </c:pt>
                <c:pt idx="200">
                  <c:v>18.567434836615853</c:v>
                </c:pt>
                <c:pt idx="201">
                  <c:v>18.567434836615853</c:v>
                </c:pt>
                <c:pt idx="202">
                  <c:v>18.567434836615853</c:v>
                </c:pt>
                <c:pt idx="203">
                  <c:v>18.567434836615853</c:v>
                </c:pt>
                <c:pt idx="204">
                  <c:v>18.567434836615853</c:v>
                </c:pt>
                <c:pt idx="205">
                  <c:v>18.567434836615853</c:v>
                </c:pt>
                <c:pt idx="206">
                  <c:v>18.567434836615853</c:v>
                </c:pt>
                <c:pt idx="207">
                  <c:v>18.567434836615853</c:v>
                </c:pt>
                <c:pt idx="208">
                  <c:v>18.567434836615853</c:v>
                </c:pt>
                <c:pt idx="209">
                  <c:v>18.567434836615853</c:v>
                </c:pt>
                <c:pt idx="210">
                  <c:v>18.567434836615853</c:v>
                </c:pt>
                <c:pt idx="211">
                  <c:v>18.567434836615853</c:v>
                </c:pt>
                <c:pt idx="212">
                  <c:v>18.567434836615853</c:v>
                </c:pt>
                <c:pt idx="213">
                  <c:v>18.567434836615853</c:v>
                </c:pt>
                <c:pt idx="214">
                  <c:v>18.567434836615853</c:v>
                </c:pt>
                <c:pt idx="215">
                  <c:v>18.567434836615853</c:v>
                </c:pt>
                <c:pt idx="216">
                  <c:v>18.567434836615853</c:v>
                </c:pt>
                <c:pt idx="217">
                  <c:v>18.567434836615853</c:v>
                </c:pt>
                <c:pt idx="218">
                  <c:v>18.567434836615853</c:v>
                </c:pt>
                <c:pt idx="219">
                  <c:v>18.567434836615853</c:v>
                </c:pt>
                <c:pt idx="220">
                  <c:v>18.567434836615853</c:v>
                </c:pt>
                <c:pt idx="221">
                  <c:v>18.567434836615853</c:v>
                </c:pt>
                <c:pt idx="222">
                  <c:v>18.567434836615853</c:v>
                </c:pt>
                <c:pt idx="223">
                  <c:v>18.567434836615853</c:v>
                </c:pt>
                <c:pt idx="224">
                  <c:v>18.567434836615853</c:v>
                </c:pt>
                <c:pt idx="225">
                  <c:v>18.567434836615853</c:v>
                </c:pt>
                <c:pt idx="226">
                  <c:v>18.567434836615853</c:v>
                </c:pt>
                <c:pt idx="227">
                  <c:v>18.567434836615853</c:v>
                </c:pt>
                <c:pt idx="228">
                  <c:v>18.567434836615853</c:v>
                </c:pt>
                <c:pt idx="229">
                  <c:v>18.567434836615853</c:v>
                </c:pt>
                <c:pt idx="230">
                  <c:v>18.567434836615853</c:v>
                </c:pt>
                <c:pt idx="231">
                  <c:v>18.567434836615853</c:v>
                </c:pt>
                <c:pt idx="232">
                  <c:v>18.567434836615853</c:v>
                </c:pt>
                <c:pt idx="233">
                  <c:v>18.567434836615853</c:v>
                </c:pt>
                <c:pt idx="234">
                  <c:v>18.567434836615853</c:v>
                </c:pt>
                <c:pt idx="235">
                  <c:v>18.567434836615853</c:v>
                </c:pt>
                <c:pt idx="236">
                  <c:v>18.567434836615853</c:v>
                </c:pt>
                <c:pt idx="237">
                  <c:v>18.567434836615853</c:v>
                </c:pt>
                <c:pt idx="238">
                  <c:v>18.567434836615853</c:v>
                </c:pt>
                <c:pt idx="239">
                  <c:v>18.567434836615853</c:v>
                </c:pt>
                <c:pt idx="240">
                  <c:v>18.567434836615853</c:v>
                </c:pt>
                <c:pt idx="241">
                  <c:v>18.567434836615853</c:v>
                </c:pt>
                <c:pt idx="242">
                  <c:v>18.567434836615853</c:v>
                </c:pt>
                <c:pt idx="243">
                  <c:v>18.567434836615853</c:v>
                </c:pt>
                <c:pt idx="244">
                  <c:v>18.567434836615853</c:v>
                </c:pt>
                <c:pt idx="245">
                  <c:v>18.567434836615853</c:v>
                </c:pt>
                <c:pt idx="246">
                  <c:v>18.567434836615853</c:v>
                </c:pt>
                <c:pt idx="247">
                  <c:v>18.567434836615853</c:v>
                </c:pt>
                <c:pt idx="248">
                  <c:v>18.567434836615853</c:v>
                </c:pt>
                <c:pt idx="249">
                  <c:v>18.567434836615853</c:v>
                </c:pt>
                <c:pt idx="250">
                  <c:v>18.567434836615853</c:v>
                </c:pt>
                <c:pt idx="251">
                  <c:v>18.567434836615853</c:v>
                </c:pt>
                <c:pt idx="252">
                  <c:v>18.567434836615853</c:v>
                </c:pt>
                <c:pt idx="253">
                  <c:v>18.567434836615853</c:v>
                </c:pt>
                <c:pt idx="254">
                  <c:v>18.567434836615853</c:v>
                </c:pt>
                <c:pt idx="255">
                  <c:v>18.567434836615853</c:v>
                </c:pt>
                <c:pt idx="256">
                  <c:v>18.567434836615853</c:v>
                </c:pt>
                <c:pt idx="257">
                  <c:v>18.567434836615853</c:v>
                </c:pt>
                <c:pt idx="258">
                  <c:v>18.567434836615853</c:v>
                </c:pt>
                <c:pt idx="259">
                  <c:v>18.567434836615853</c:v>
                </c:pt>
                <c:pt idx="260">
                  <c:v>18.567434836615853</c:v>
                </c:pt>
                <c:pt idx="261">
                  <c:v>18.567434836615853</c:v>
                </c:pt>
                <c:pt idx="262">
                  <c:v>18.567434836615853</c:v>
                </c:pt>
                <c:pt idx="263">
                  <c:v>18.567434836615853</c:v>
                </c:pt>
                <c:pt idx="264">
                  <c:v>18.567434836615853</c:v>
                </c:pt>
                <c:pt idx="265">
                  <c:v>18.567434836615853</c:v>
                </c:pt>
                <c:pt idx="266">
                  <c:v>18.567434836615853</c:v>
                </c:pt>
                <c:pt idx="267">
                  <c:v>18.567434836615853</c:v>
                </c:pt>
                <c:pt idx="268">
                  <c:v>18.567434836615853</c:v>
                </c:pt>
                <c:pt idx="269">
                  <c:v>18.567434836615853</c:v>
                </c:pt>
                <c:pt idx="270">
                  <c:v>18.567434836615853</c:v>
                </c:pt>
                <c:pt idx="271">
                  <c:v>18.567434836615853</c:v>
                </c:pt>
                <c:pt idx="272">
                  <c:v>18.567434836615853</c:v>
                </c:pt>
                <c:pt idx="273">
                  <c:v>18.567434836615853</c:v>
                </c:pt>
                <c:pt idx="274">
                  <c:v>18.567434836615853</c:v>
                </c:pt>
                <c:pt idx="275">
                  <c:v>18.567434836615853</c:v>
                </c:pt>
                <c:pt idx="276">
                  <c:v>18.567434836615853</c:v>
                </c:pt>
                <c:pt idx="277">
                  <c:v>18.567434836615853</c:v>
                </c:pt>
                <c:pt idx="278">
                  <c:v>18.567434836615853</c:v>
                </c:pt>
                <c:pt idx="279">
                  <c:v>18.567434836615853</c:v>
                </c:pt>
                <c:pt idx="280">
                  <c:v>18.567434836615853</c:v>
                </c:pt>
                <c:pt idx="281">
                  <c:v>18.567434836615853</c:v>
                </c:pt>
                <c:pt idx="282">
                  <c:v>18.567434836615853</c:v>
                </c:pt>
                <c:pt idx="283">
                  <c:v>18.567434836615853</c:v>
                </c:pt>
                <c:pt idx="284">
                  <c:v>18.567434836615853</c:v>
                </c:pt>
                <c:pt idx="285">
                  <c:v>18.567434836615853</c:v>
                </c:pt>
                <c:pt idx="286">
                  <c:v>18.567434836615853</c:v>
                </c:pt>
                <c:pt idx="287">
                  <c:v>18.567434836615853</c:v>
                </c:pt>
                <c:pt idx="288">
                  <c:v>18.567434836615853</c:v>
                </c:pt>
                <c:pt idx="289">
                  <c:v>18.567434836615853</c:v>
                </c:pt>
                <c:pt idx="290">
                  <c:v>18.567434836615853</c:v>
                </c:pt>
                <c:pt idx="291">
                  <c:v>18.567434836615853</c:v>
                </c:pt>
                <c:pt idx="292">
                  <c:v>18.567434836615853</c:v>
                </c:pt>
                <c:pt idx="293">
                  <c:v>18.567434836615853</c:v>
                </c:pt>
                <c:pt idx="294">
                  <c:v>18.567434836615853</c:v>
                </c:pt>
                <c:pt idx="295">
                  <c:v>18.567434836615853</c:v>
                </c:pt>
                <c:pt idx="296">
                  <c:v>18.567434836615853</c:v>
                </c:pt>
                <c:pt idx="297">
                  <c:v>18.567434836615853</c:v>
                </c:pt>
                <c:pt idx="298">
                  <c:v>18.567434836615853</c:v>
                </c:pt>
                <c:pt idx="299">
                  <c:v>18.567434836615853</c:v>
                </c:pt>
                <c:pt idx="300">
                  <c:v>18.567434836615853</c:v>
                </c:pt>
                <c:pt idx="301">
                  <c:v>18.567434836615853</c:v>
                </c:pt>
                <c:pt idx="302">
                  <c:v>18.567434836615853</c:v>
                </c:pt>
                <c:pt idx="303">
                  <c:v>18.567434836615853</c:v>
                </c:pt>
                <c:pt idx="304">
                  <c:v>18.567434836615853</c:v>
                </c:pt>
                <c:pt idx="305">
                  <c:v>18.567434836615853</c:v>
                </c:pt>
                <c:pt idx="306">
                  <c:v>18.567434836615853</c:v>
                </c:pt>
                <c:pt idx="307">
                  <c:v>18.567434836615853</c:v>
                </c:pt>
                <c:pt idx="308">
                  <c:v>18.567434836615853</c:v>
                </c:pt>
                <c:pt idx="309">
                  <c:v>18.567434836615853</c:v>
                </c:pt>
                <c:pt idx="310">
                  <c:v>18.567434836615853</c:v>
                </c:pt>
                <c:pt idx="311">
                  <c:v>18.567434836615853</c:v>
                </c:pt>
                <c:pt idx="312">
                  <c:v>18.567434836615853</c:v>
                </c:pt>
                <c:pt idx="313">
                  <c:v>18.567434836615853</c:v>
                </c:pt>
                <c:pt idx="314">
                  <c:v>18.567434836615853</c:v>
                </c:pt>
                <c:pt idx="315">
                  <c:v>18.567434836615853</c:v>
                </c:pt>
                <c:pt idx="316">
                  <c:v>18.567434836615853</c:v>
                </c:pt>
                <c:pt idx="317">
                  <c:v>18.567434836615853</c:v>
                </c:pt>
                <c:pt idx="318">
                  <c:v>18.567434836615853</c:v>
                </c:pt>
                <c:pt idx="319">
                  <c:v>18.567434836615853</c:v>
                </c:pt>
                <c:pt idx="320">
                  <c:v>18.567434836615853</c:v>
                </c:pt>
                <c:pt idx="321">
                  <c:v>18.567434836615853</c:v>
                </c:pt>
                <c:pt idx="322">
                  <c:v>18.567434836615853</c:v>
                </c:pt>
                <c:pt idx="323">
                  <c:v>18.567434836615853</c:v>
                </c:pt>
                <c:pt idx="324">
                  <c:v>18.567434836615853</c:v>
                </c:pt>
                <c:pt idx="325">
                  <c:v>18.567434836615853</c:v>
                </c:pt>
                <c:pt idx="326">
                  <c:v>18.567434836615853</c:v>
                </c:pt>
                <c:pt idx="327">
                  <c:v>18.567434836615853</c:v>
                </c:pt>
                <c:pt idx="328">
                  <c:v>18.567434836615853</c:v>
                </c:pt>
                <c:pt idx="329">
                  <c:v>18.567434836615853</c:v>
                </c:pt>
                <c:pt idx="330">
                  <c:v>18.567434836615853</c:v>
                </c:pt>
                <c:pt idx="331">
                  <c:v>18.567434836615853</c:v>
                </c:pt>
                <c:pt idx="332">
                  <c:v>18.567434836615853</c:v>
                </c:pt>
                <c:pt idx="333">
                  <c:v>18.567434836615853</c:v>
                </c:pt>
                <c:pt idx="334">
                  <c:v>18.567434836615853</c:v>
                </c:pt>
                <c:pt idx="335">
                  <c:v>18.567434836615853</c:v>
                </c:pt>
                <c:pt idx="336">
                  <c:v>18.567434836615853</c:v>
                </c:pt>
                <c:pt idx="337">
                  <c:v>18.567434836615853</c:v>
                </c:pt>
                <c:pt idx="338">
                  <c:v>18.567434836615853</c:v>
                </c:pt>
                <c:pt idx="339">
                  <c:v>18.567434836615853</c:v>
                </c:pt>
                <c:pt idx="340">
                  <c:v>18.567434836615853</c:v>
                </c:pt>
                <c:pt idx="341">
                  <c:v>18.567434836615853</c:v>
                </c:pt>
                <c:pt idx="342">
                  <c:v>18.567434836615853</c:v>
                </c:pt>
                <c:pt idx="343">
                  <c:v>18.567434836615853</c:v>
                </c:pt>
                <c:pt idx="344">
                  <c:v>18.567434836615853</c:v>
                </c:pt>
                <c:pt idx="345">
                  <c:v>18.567434836615853</c:v>
                </c:pt>
                <c:pt idx="346">
                  <c:v>18.567434836615853</c:v>
                </c:pt>
                <c:pt idx="347">
                  <c:v>18.567434836615853</c:v>
                </c:pt>
                <c:pt idx="348">
                  <c:v>18.567434836615853</c:v>
                </c:pt>
                <c:pt idx="349">
                  <c:v>18.567434836615853</c:v>
                </c:pt>
                <c:pt idx="350">
                  <c:v>18.567434836615853</c:v>
                </c:pt>
                <c:pt idx="351">
                  <c:v>18.567434836615853</c:v>
                </c:pt>
                <c:pt idx="352">
                  <c:v>18.567434836615853</c:v>
                </c:pt>
                <c:pt idx="353">
                  <c:v>18.567434836615853</c:v>
                </c:pt>
                <c:pt idx="354">
                  <c:v>18.567434836615853</c:v>
                </c:pt>
                <c:pt idx="355">
                  <c:v>18.567434836615853</c:v>
                </c:pt>
                <c:pt idx="356">
                  <c:v>18.567434836615853</c:v>
                </c:pt>
                <c:pt idx="357">
                  <c:v>18.567434836615853</c:v>
                </c:pt>
                <c:pt idx="358">
                  <c:v>18.567434836615853</c:v>
                </c:pt>
                <c:pt idx="359">
                  <c:v>18.567434836615853</c:v>
                </c:pt>
                <c:pt idx="360">
                  <c:v>18.567434836615853</c:v>
                </c:pt>
                <c:pt idx="361">
                  <c:v>18.567434836615853</c:v>
                </c:pt>
                <c:pt idx="362">
                  <c:v>18.567434836615853</c:v>
                </c:pt>
                <c:pt idx="363">
                  <c:v>18.567434836615853</c:v>
                </c:pt>
                <c:pt idx="364">
                  <c:v>18.567434836615853</c:v>
                </c:pt>
                <c:pt idx="365">
                  <c:v>18.567434836615853</c:v>
                </c:pt>
                <c:pt idx="366">
                  <c:v>18.567434836615853</c:v>
                </c:pt>
                <c:pt idx="367">
                  <c:v>18.567434836615853</c:v>
                </c:pt>
                <c:pt idx="368">
                  <c:v>18.567434836615853</c:v>
                </c:pt>
                <c:pt idx="369">
                  <c:v>18.567434836615853</c:v>
                </c:pt>
                <c:pt idx="370">
                  <c:v>18.567434836615853</c:v>
                </c:pt>
                <c:pt idx="371">
                  <c:v>18.567434836615853</c:v>
                </c:pt>
                <c:pt idx="372">
                  <c:v>18.567434836615853</c:v>
                </c:pt>
                <c:pt idx="373">
                  <c:v>18.567434836615853</c:v>
                </c:pt>
                <c:pt idx="374">
                  <c:v>18.567434836615853</c:v>
                </c:pt>
                <c:pt idx="375">
                  <c:v>18.567434836615853</c:v>
                </c:pt>
                <c:pt idx="376">
                  <c:v>18.567434836615853</c:v>
                </c:pt>
                <c:pt idx="377">
                  <c:v>18.567434836615853</c:v>
                </c:pt>
                <c:pt idx="378">
                  <c:v>18.567434836615853</c:v>
                </c:pt>
                <c:pt idx="379">
                  <c:v>18.567434836615853</c:v>
                </c:pt>
                <c:pt idx="380">
                  <c:v>18.567434836615853</c:v>
                </c:pt>
                <c:pt idx="381">
                  <c:v>18.567434836615853</c:v>
                </c:pt>
                <c:pt idx="382">
                  <c:v>18.567434836615853</c:v>
                </c:pt>
                <c:pt idx="383">
                  <c:v>18.567434836615853</c:v>
                </c:pt>
                <c:pt idx="384">
                  <c:v>18.567434836615853</c:v>
                </c:pt>
                <c:pt idx="385">
                  <c:v>18.567434836615853</c:v>
                </c:pt>
                <c:pt idx="386">
                  <c:v>18.567434836615853</c:v>
                </c:pt>
                <c:pt idx="387">
                  <c:v>18.567434836615853</c:v>
                </c:pt>
                <c:pt idx="388">
                  <c:v>18.567434836615853</c:v>
                </c:pt>
                <c:pt idx="389">
                  <c:v>18.567434836615853</c:v>
                </c:pt>
                <c:pt idx="390">
                  <c:v>18.567434836615853</c:v>
                </c:pt>
                <c:pt idx="391">
                  <c:v>18.567434836615853</c:v>
                </c:pt>
                <c:pt idx="392">
                  <c:v>18.567434836615853</c:v>
                </c:pt>
                <c:pt idx="393">
                  <c:v>18.567434836615853</c:v>
                </c:pt>
                <c:pt idx="394">
                  <c:v>18.567434836615853</c:v>
                </c:pt>
                <c:pt idx="395">
                  <c:v>18.567434836615853</c:v>
                </c:pt>
                <c:pt idx="396">
                  <c:v>18.567434836615853</c:v>
                </c:pt>
                <c:pt idx="397">
                  <c:v>18.567434836615853</c:v>
                </c:pt>
                <c:pt idx="398">
                  <c:v>18.567434836615853</c:v>
                </c:pt>
                <c:pt idx="399">
                  <c:v>18.567434836615853</c:v>
                </c:pt>
                <c:pt idx="400">
                  <c:v>18.567434836615853</c:v>
                </c:pt>
                <c:pt idx="401">
                  <c:v>18.567434836615853</c:v>
                </c:pt>
                <c:pt idx="402">
                  <c:v>18.567434836615853</c:v>
                </c:pt>
                <c:pt idx="403">
                  <c:v>18.567434836615853</c:v>
                </c:pt>
                <c:pt idx="404">
                  <c:v>18.567434836615853</c:v>
                </c:pt>
                <c:pt idx="405">
                  <c:v>18.567434836615853</c:v>
                </c:pt>
                <c:pt idx="406">
                  <c:v>18.567434836615853</c:v>
                </c:pt>
                <c:pt idx="407">
                  <c:v>18.567434836615853</c:v>
                </c:pt>
                <c:pt idx="408">
                  <c:v>18.567434836615853</c:v>
                </c:pt>
                <c:pt idx="409">
                  <c:v>18.567434836615853</c:v>
                </c:pt>
                <c:pt idx="410">
                  <c:v>18.567434836615853</c:v>
                </c:pt>
                <c:pt idx="411">
                  <c:v>18.567434836615853</c:v>
                </c:pt>
                <c:pt idx="412">
                  <c:v>18.567434836615853</c:v>
                </c:pt>
                <c:pt idx="413">
                  <c:v>18.567434836615853</c:v>
                </c:pt>
                <c:pt idx="414">
                  <c:v>18.567434836615853</c:v>
                </c:pt>
                <c:pt idx="415">
                  <c:v>18.567434836615853</c:v>
                </c:pt>
                <c:pt idx="416">
                  <c:v>18.567434836615853</c:v>
                </c:pt>
                <c:pt idx="417">
                  <c:v>18.567434836615853</c:v>
                </c:pt>
                <c:pt idx="418">
                  <c:v>18.567434836615853</c:v>
                </c:pt>
                <c:pt idx="419">
                  <c:v>18.567434836615853</c:v>
                </c:pt>
                <c:pt idx="420">
                  <c:v>18.567434836615853</c:v>
                </c:pt>
                <c:pt idx="421">
                  <c:v>18.567434836615853</c:v>
                </c:pt>
                <c:pt idx="422">
                  <c:v>18.567434836615853</c:v>
                </c:pt>
                <c:pt idx="423">
                  <c:v>18.567434836615853</c:v>
                </c:pt>
                <c:pt idx="424">
                  <c:v>18.567434836615853</c:v>
                </c:pt>
                <c:pt idx="425">
                  <c:v>18.567434836615853</c:v>
                </c:pt>
                <c:pt idx="426">
                  <c:v>18.567434836615853</c:v>
                </c:pt>
                <c:pt idx="427">
                  <c:v>18.567434836615853</c:v>
                </c:pt>
                <c:pt idx="428">
                  <c:v>18.567434836615853</c:v>
                </c:pt>
                <c:pt idx="429">
                  <c:v>18.567434836615853</c:v>
                </c:pt>
                <c:pt idx="430">
                  <c:v>18.567434836615853</c:v>
                </c:pt>
                <c:pt idx="431">
                  <c:v>18.567434836615853</c:v>
                </c:pt>
                <c:pt idx="432">
                  <c:v>18.567434836615853</c:v>
                </c:pt>
                <c:pt idx="433">
                  <c:v>18.567434836615853</c:v>
                </c:pt>
                <c:pt idx="434">
                  <c:v>18.567434836615853</c:v>
                </c:pt>
                <c:pt idx="435">
                  <c:v>18.567434836615853</c:v>
                </c:pt>
                <c:pt idx="436">
                  <c:v>18.567434836615853</c:v>
                </c:pt>
                <c:pt idx="437">
                  <c:v>18.567434836615853</c:v>
                </c:pt>
                <c:pt idx="438">
                  <c:v>18.567434836615853</c:v>
                </c:pt>
                <c:pt idx="439">
                  <c:v>18.567434836615853</c:v>
                </c:pt>
                <c:pt idx="440">
                  <c:v>18.567434836615853</c:v>
                </c:pt>
                <c:pt idx="441">
                  <c:v>18.567434836615853</c:v>
                </c:pt>
                <c:pt idx="442">
                  <c:v>18.567434836615853</c:v>
                </c:pt>
                <c:pt idx="443">
                  <c:v>18.567434836615853</c:v>
                </c:pt>
                <c:pt idx="444">
                  <c:v>18.567434836615853</c:v>
                </c:pt>
                <c:pt idx="445">
                  <c:v>18.567434836615853</c:v>
                </c:pt>
                <c:pt idx="446">
                  <c:v>18.567434836615853</c:v>
                </c:pt>
                <c:pt idx="447">
                  <c:v>18.567434836615853</c:v>
                </c:pt>
                <c:pt idx="448">
                  <c:v>18.567434836615853</c:v>
                </c:pt>
                <c:pt idx="449">
                  <c:v>18.567434836615853</c:v>
                </c:pt>
                <c:pt idx="450">
                  <c:v>18.567434836615853</c:v>
                </c:pt>
                <c:pt idx="451">
                  <c:v>18.567434836615853</c:v>
                </c:pt>
                <c:pt idx="452">
                  <c:v>18.567434836615853</c:v>
                </c:pt>
                <c:pt idx="453">
                  <c:v>18.567434836615853</c:v>
                </c:pt>
                <c:pt idx="454">
                  <c:v>18.567434836615853</c:v>
                </c:pt>
                <c:pt idx="455">
                  <c:v>18.567434836615853</c:v>
                </c:pt>
                <c:pt idx="456">
                  <c:v>18.567434836615853</c:v>
                </c:pt>
                <c:pt idx="457">
                  <c:v>18.567434836615853</c:v>
                </c:pt>
                <c:pt idx="458">
                  <c:v>18.567434836615853</c:v>
                </c:pt>
                <c:pt idx="459">
                  <c:v>18.567434836615853</c:v>
                </c:pt>
                <c:pt idx="460">
                  <c:v>18.567434836615853</c:v>
                </c:pt>
                <c:pt idx="461">
                  <c:v>18.567434836615853</c:v>
                </c:pt>
                <c:pt idx="462">
                  <c:v>18.567434836615853</c:v>
                </c:pt>
                <c:pt idx="463">
                  <c:v>18.567434836615853</c:v>
                </c:pt>
                <c:pt idx="464">
                  <c:v>18.567434836615853</c:v>
                </c:pt>
                <c:pt idx="465">
                  <c:v>18.567434836615853</c:v>
                </c:pt>
                <c:pt idx="466">
                  <c:v>18.567434836615853</c:v>
                </c:pt>
                <c:pt idx="467">
                  <c:v>18.567434836615853</c:v>
                </c:pt>
                <c:pt idx="468">
                  <c:v>18.567434836615853</c:v>
                </c:pt>
                <c:pt idx="469">
                  <c:v>18.567434836615853</c:v>
                </c:pt>
                <c:pt idx="470">
                  <c:v>18.567434836615853</c:v>
                </c:pt>
                <c:pt idx="471">
                  <c:v>18.567434836615853</c:v>
                </c:pt>
                <c:pt idx="472">
                  <c:v>18.567434836615853</c:v>
                </c:pt>
                <c:pt idx="473">
                  <c:v>18.567434836615853</c:v>
                </c:pt>
                <c:pt idx="474">
                  <c:v>18.567434836615853</c:v>
                </c:pt>
                <c:pt idx="475">
                  <c:v>18.567434836615853</c:v>
                </c:pt>
                <c:pt idx="476">
                  <c:v>18.567434836615853</c:v>
                </c:pt>
                <c:pt idx="477">
                  <c:v>18.567434836615853</c:v>
                </c:pt>
                <c:pt idx="478">
                  <c:v>18.567434836615853</c:v>
                </c:pt>
                <c:pt idx="479">
                  <c:v>18.567434836615853</c:v>
                </c:pt>
                <c:pt idx="480">
                  <c:v>18.567434836615853</c:v>
                </c:pt>
                <c:pt idx="481">
                  <c:v>18.567434836615853</c:v>
                </c:pt>
                <c:pt idx="482">
                  <c:v>18.567434836615853</c:v>
                </c:pt>
                <c:pt idx="483">
                  <c:v>18.567434836615853</c:v>
                </c:pt>
                <c:pt idx="484">
                  <c:v>18.567434836615853</c:v>
                </c:pt>
                <c:pt idx="485">
                  <c:v>18.567434836615853</c:v>
                </c:pt>
                <c:pt idx="486">
                  <c:v>18.567434836615853</c:v>
                </c:pt>
                <c:pt idx="487">
                  <c:v>18.567434836615853</c:v>
                </c:pt>
                <c:pt idx="488">
                  <c:v>18.567434836615853</c:v>
                </c:pt>
                <c:pt idx="489">
                  <c:v>18.567434836615853</c:v>
                </c:pt>
                <c:pt idx="490">
                  <c:v>18.567434836615853</c:v>
                </c:pt>
                <c:pt idx="491">
                  <c:v>18.567434836615853</c:v>
                </c:pt>
                <c:pt idx="492">
                  <c:v>18.567434836615853</c:v>
                </c:pt>
                <c:pt idx="493">
                  <c:v>18.567434836615853</c:v>
                </c:pt>
                <c:pt idx="494">
                  <c:v>18.567434836615853</c:v>
                </c:pt>
                <c:pt idx="495">
                  <c:v>18.567434836615853</c:v>
                </c:pt>
                <c:pt idx="496">
                  <c:v>18.567434836615853</c:v>
                </c:pt>
                <c:pt idx="497">
                  <c:v>18.567434836615853</c:v>
                </c:pt>
                <c:pt idx="498">
                  <c:v>18.567434836615853</c:v>
                </c:pt>
                <c:pt idx="499">
                  <c:v>18.567434836615853</c:v>
                </c:pt>
                <c:pt idx="500">
                  <c:v>18.567434836615853</c:v>
                </c:pt>
                <c:pt idx="501">
                  <c:v>18.567434836615853</c:v>
                </c:pt>
                <c:pt idx="502">
                  <c:v>18.567434836615853</c:v>
                </c:pt>
                <c:pt idx="503">
                  <c:v>18.567434836615853</c:v>
                </c:pt>
                <c:pt idx="504">
                  <c:v>18.567434836615853</c:v>
                </c:pt>
                <c:pt idx="505">
                  <c:v>18.567434836615853</c:v>
                </c:pt>
                <c:pt idx="506">
                  <c:v>18.567434836615853</c:v>
                </c:pt>
                <c:pt idx="507">
                  <c:v>18.567434836615853</c:v>
                </c:pt>
                <c:pt idx="508">
                  <c:v>18.567434836615853</c:v>
                </c:pt>
                <c:pt idx="509">
                  <c:v>18.567434836615853</c:v>
                </c:pt>
                <c:pt idx="510">
                  <c:v>18.567434836615853</c:v>
                </c:pt>
                <c:pt idx="511">
                  <c:v>18.567434836615853</c:v>
                </c:pt>
                <c:pt idx="512">
                  <c:v>18.567434836615853</c:v>
                </c:pt>
                <c:pt idx="513">
                  <c:v>18.567434836615853</c:v>
                </c:pt>
                <c:pt idx="514">
                  <c:v>18.567434836615853</c:v>
                </c:pt>
                <c:pt idx="515">
                  <c:v>18.567434836615853</c:v>
                </c:pt>
                <c:pt idx="516">
                  <c:v>18.567434836615853</c:v>
                </c:pt>
                <c:pt idx="517">
                  <c:v>18.567434836615853</c:v>
                </c:pt>
                <c:pt idx="518">
                  <c:v>18.567434836615853</c:v>
                </c:pt>
                <c:pt idx="519">
                  <c:v>18.567434836615853</c:v>
                </c:pt>
                <c:pt idx="520">
                  <c:v>18.567434836615853</c:v>
                </c:pt>
                <c:pt idx="521">
                  <c:v>18.567434836615853</c:v>
                </c:pt>
                <c:pt idx="522">
                  <c:v>18.567434836615853</c:v>
                </c:pt>
                <c:pt idx="523">
                  <c:v>18.567434836615853</c:v>
                </c:pt>
                <c:pt idx="524">
                  <c:v>18.567434836615853</c:v>
                </c:pt>
                <c:pt idx="525">
                  <c:v>18.567434836615853</c:v>
                </c:pt>
                <c:pt idx="526">
                  <c:v>18.567434836615853</c:v>
                </c:pt>
                <c:pt idx="527">
                  <c:v>18.567434836615853</c:v>
                </c:pt>
                <c:pt idx="528">
                  <c:v>18.567434836615853</c:v>
                </c:pt>
                <c:pt idx="529">
                  <c:v>18.567434836615853</c:v>
                </c:pt>
                <c:pt idx="530">
                  <c:v>18.567434836615853</c:v>
                </c:pt>
                <c:pt idx="531">
                  <c:v>18.567434836615853</c:v>
                </c:pt>
                <c:pt idx="532">
                  <c:v>18.567434836615853</c:v>
                </c:pt>
                <c:pt idx="533">
                  <c:v>18.567434836615853</c:v>
                </c:pt>
                <c:pt idx="534">
                  <c:v>18.567434836615853</c:v>
                </c:pt>
                <c:pt idx="535">
                  <c:v>18.567434836615853</c:v>
                </c:pt>
                <c:pt idx="536">
                  <c:v>18.567434836615853</c:v>
                </c:pt>
                <c:pt idx="537">
                  <c:v>18.567434836615853</c:v>
                </c:pt>
                <c:pt idx="538">
                  <c:v>18.567434836615853</c:v>
                </c:pt>
                <c:pt idx="539">
                  <c:v>18.567434836615853</c:v>
                </c:pt>
                <c:pt idx="540">
                  <c:v>18.567434836615853</c:v>
                </c:pt>
                <c:pt idx="541">
                  <c:v>18.567434836615853</c:v>
                </c:pt>
                <c:pt idx="542">
                  <c:v>18.567434836615853</c:v>
                </c:pt>
                <c:pt idx="543">
                  <c:v>18.567434836615853</c:v>
                </c:pt>
                <c:pt idx="544">
                  <c:v>18.567434836615853</c:v>
                </c:pt>
                <c:pt idx="545">
                  <c:v>18.567434836615853</c:v>
                </c:pt>
                <c:pt idx="546">
                  <c:v>18.567434836615853</c:v>
                </c:pt>
                <c:pt idx="547">
                  <c:v>18.567434836615853</c:v>
                </c:pt>
                <c:pt idx="548">
                  <c:v>18.567434836615853</c:v>
                </c:pt>
                <c:pt idx="549">
                  <c:v>18.567434836615853</c:v>
                </c:pt>
                <c:pt idx="550">
                  <c:v>18.567434836615853</c:v>
                </c:pt>
                <c:pt idx="551">
                  <c:v>18.567434836615853</c:v>
                </c:pt>
                <c:pt idx="552">
                  <c:v>18.567434836615853</c:v>
                </c:pt>
                <c:pt idx="553">
                  <c:v>18.567434836615853</c:v>
                </c:pt>
                <c:pt idx="554">
                  <c:v>18.567434836615853</c:v>
                </c:pt>
                <c:pt idx="555">
                  <c:v>18.567434836615853</c:v>
                </c:pt>
                <c:pt idx="556">
                  <c:v>18.567434836615853</c:v>
                </c:pt>
                <c:pt idx="557">
                  <c:v>18.567434836615853</c:v>
                </c:pt>
                <c:pt idx="558">
                  <c:v>18.567434836615853</c:v>
                </c:pt>
                <c:pt idx="559">
                  <c:v>18.567434836615853</c:v>
                </c:pt>
                <c:pt idx="560">
                  <c:v>18.567434836615853</c:v>
                </c:pt>
                <c:pt idx="561">
                  <c:v>18.567434836615853</c:v>
                </c:pt>
                <c:pt idx="562">
                  <c:v>18.567434836615853</c:v>
                </c:pt>
                <c:pt idx="563">
                  <c:v>18.567434836615853</c:v>
                </c:pt>
                <c:pt idx="564">
                  <c:v>18.567434836615853</c:v>
                </c:pt>
                <c:pt idx="565">
                  <c:v>18.567434836615853</c:v>
                </c:pt>
                <c:pt idx="566">
                  <c:v>18.567434836615853</c:v>
                </c:pt>
                <c:pt idx="567">
                  <c:v>18.567434836615853</c:v>
                </c:pt>
                <c:pt idx="568">
                  <c:v>18.567434836615853</c:v>
                </c:pt>
                <c:pt idx="569">
                  <c:v>18.567434836615853</c:v>
                </c:pt>
                <c:pt idx="570">
                  <c:v>18.567434836615853</c:v>
                </c:pt>
                <c:pt idx="571">
                  <c:v>18.567434836615853</c:v>
                </c:pt>
                <c:pt idx="572">
                  <c:v>18.567434836615853</c:v>
                </c:pt>
                <c:pt idx="573">
                  <c:v>18.567434836615853</c:v>
                </c:pt>
                <c:pt idx="574">
                  <c:v>18.567434836615853</c:v>
                </c:pt>
                <c:pt idx="575">
                  <c:v>18.567434836615853</c:v>
                </c:pt>
                <c:pt idx="576">
                  <c:v>18.567434836615853</c:v>
                </c:pt>
                <c:pt idx="577">
                  <c:v>18.567434836615853</c:v>
                </c:pt>
                <c:pt idx="578">
                  <c:v>18.567434836615853</c:v>
                </c:pt>
                <c:pt idx="579">
                  <c:v>18.567434836615853</c:v>
                </c:pt>
                <c:pt idx="580">
                  <c:v>18.567434836615853</c:v>
                </c:pt>
                <c:pt idx="581">
                  <c:v>18.567434836615853</c:v>
                </c:pt>
                <c:pt idx="582">
                  <c:v>18.567434836615853</c:v>
                </c:pt>
                <c:pt idx="583">
                  <c:v>18.567434836615853</c:v>
                </c:pt>
                <c:pt idx="584">
                  <c:v>18.567434836615853</c:v>
                </c:pt>
                <c:pt idx="585">
                  <c:v>18.567434836615853</c:v>
                </c:pt>
                <c:pt idx="586">
                  <c:v>18.567434836615853</c:v>
                </c:pt>
                <c:pt idx="587">
                  <c:v>18.567434836615853</c:v>
                </c:pt>
                <c:pt idx="588">
                  <c:v>18.567434836615853</c:v>
                </c:pt>
                <c:pt idx="589">
                  <c:v>18.567434836615853</c:v>
                </c:pt>
                <c:pt idx="590">
                  <c:v>18.567434836615853</c:v>
                </c:pt>
                <c:pt idx="591">
                  <c:v>18.567434836615853</c:v>
                </c:pt>
                <c:pt idx="592">
                  <c:v>18.567434836615853</c:v>
                </c:pt>
                <c:pt idx="593">
                  <c:v>18.567434836615853</c:v>
                </c:pt>
                <c:pt idx="594">
                  <c:v>18.567434836615853</c:v>
                </c:pt>
                <c:pt idx="595">
                  <c:v>18.567434836615853</c:v>
                </c:pt>
                <c:pt idx="596">
                  <c:v>18.567434836615853</c:v>
                </c:pt>
                <c:pt idx="597">
                  <c:v>18.567434836615853</c:v>
                </c:pt>
                <c:pt idx="598">
                  <c:v>18.567434836615853</c:v>
                </c:pt>
                <c:pt idx="599">
                  <c:v>18.567434836615853</c:v>
                </c:pt>
                <c:pt idx="600">
                  <c:v>18.567434836615853</c:v>
                </c:pt>
                <c:pt idx="601">
                  <c:v>18.567434836615853</c:v>
                </c:pt>
                <c:pt idx="602">
                  <c:v>18.567434836615853</c:v>
                </c:pt>
                <c:pt idx="603">
                  <c:v>18.567434836615853</c:v>
                </c:pt>
                <c:pt idx="604">
                  <c:v>18.567434836615853</c:v>
                </c:pt>
                <c:pt idx="605">
                  <c:v>18.567434836615853</c:v>
                </c:pt>
                <c:pt idx="606">
                  <c:v>18.567434836615853</c:v>
                </c:pt>
                <c:pt idx="607">
                  <c:v>18.567434836615853</c:v>
                </c:pt>
                <c:pt idx="608">
                  <c:v>18.567434836615853</c:v>
                </c:pt>
                <c:pt idx="609">
                  <c:v>18.567434836615853</c:v>
                </c:pt>
                <c:pt idx="610">
                  <c:v>18.567434836615853</c:v>
                </c:pt>
                <c:pt idx="611">
                  <c:v>18.567434836615853</c:v>
                </c:pt>
                <c:pt idx="612">
                  <c:v>18.567434836615853</c:v>
                </c:pt>
                <c:pt idx="613">
                  <c:v>18.567434836615853</c:v>
                </c:pt>
                <c:pt idx="614">
                  <c:v>18.567434836615853</c:v>
                </c:pt>
                <c:pt idx="615">
                  <c:v>18.567434836615853</c:v>
                </c:pt>
                <c:pt idx="616">
                  <c:v>18.567434836615853</c:v>
                </c:pt>
                <c:pt idx="617">
                  <c:v>18.567434836615853</c:v>
                </c:pt>
                <c:pt idx="618">
                  <c:v>18.567434836615853</c:v>
                </c:pt>
                <c:pt idx="619">
                  <c:v>18.567434836615853</c:v>
                </c:pt>
                <c:pt idx="620">
                  <c:v>18.567434836615853</c:v>
                </c:pt>
                <c:pt idx="621">
                  <c:v>18.567434836615853</c:v>
                </c:pt>
                <c:pt idx="622">
                  <c:v>18.567434836615853</c:v>
                </c:pt>
                <c:pt idx="623">
                  <c:v>18.567434836615853</c:v>
                </c:pt>
                <c:pt idx="624">
                  <c:v>18.567434836615853</c:v>
                </c:pt>
                <c:pt idx="625">
                  <c:v>18.567434836615853</c:v>
                </c:pt>
                <c:pt idx="626">
                  <c:v>18.567434836615853</c:v>
                </c:pt>
                <c:pt idx="627">
                  <c:v>18.567434836615853</c:v>
                </c:pt>
                <c:pt idx="628">
                  <c:v>18.567434836615853</c:v>
                </c:pt>
                <c:pt idx="629">
                  <c:v>18.567434836615853</c:v>
                </c:pt>
                <c:pt idx="630">
                  <c:v>18.567434836615853</c:v>
                </c:pt>
                <c:pt idx="631">
                  <c:v>18.567434836615853</c:v>
                </c:pt>
                <c:pt idx="632">
                  <c:v>18.567434836615853</c:v>
                </c:pt>
                <c:pt idx="633">
                  <c:v>18.567434836615853</c:v>
                </c:pt>
                <c:pt idx="634">
                  <c:v>18.567434836615853</c:v>
                </c:pt>
                <c:pt idx="635">
                  <c:v>18.567434836615853</c:v>
                </c:pt>
                <c:pt idx="636">
                  <c:v>18.567434836615853</c:v>
                </c:pt>
                <c:pt idx="637">
                  <c:v>18.567434836615853</c:v>
                </c:pt>
                <c:pt idx="638">
                  <c:v>18.567434836615853</c:v>
                </c:pt>
                <c:pt idx="639">
                  <c:v>18.567434836615853</c:v>
                </c:pt>
                <c:pt idx="640">
                  <c:v>18.567434836615853</c:v>
                </c:pt>
                <c:pt idx="641">
                  <c:v>18.567434836615853</c:v>
                </c:pt>
                <c:pt idx="642">
                  <c:v>18.567434836615853</c:v>
                </c:pt>
                <c:pt idx="643">
                  <c:v>18.567434836615853</c:v>
                </c:pt>
                <c:pt idx="644">
                  <c:v>18.567434836615853</c:v>
                </c:pt>
                <c:pt idx="645">
                  <c:v>18.567434836615853</c:v>
                </c:pt>
                <c:pt idx="646">
                  <c:v>18.567434836615853</c:v>
                </c:pt>
                <c:pt idx="647">
                  <c:v>18.567434836615853</c:v>
                </c:pt>
                <c:pt idx="648">
                  <c:v>18.567434836615853</c:v>
                </c:pt>
                <c:pt idx="649">
                  <c:v>18.567434836615853</c:v>
                </c:pt>
                <c:pt idx="650">
                  <c:v>18.567434836615853</c:v>
                </c:pt>
                <c:pt idx="651">
                  <c:v>18.567434836615853</c:v>
                </c:pt>
                <c:pt idx="652">
                  <c:v>18.567434836615853</c:v>
                </c:pt>
                <c:pt idx="653">
                  <c:v>18.567434836615853</c:v>
                </c:pt>
                <c:pt idx="654">
                  <c:v>18.567434836615853</c:v>
                </c:pt>
                <c:pt idx="655">
                  <c:v>18.567434836615853</c:v>
                </c:pt>
                <c:pt idx="656">
                  <c:v>18.567434836615853</c:v>
                </c:pt>
                <c:pt idx="657">
                  <c:v>18.567434836615853</c:v>
                </c:pt>
                <c:pt idx="658">
                  <c:v>18.567434836615853</c:v>
                </c:pt>
                <c:pt idx="659">
                  <c:v>18.567434836615853</c:v>
                </c:pt>
                <c:pt idx="660">
                  <c:v>18.567434836615853</c:v>
                </c:pt>
                <c:pt idx="661">
                  <c:v>18.567434836615853</c:v>
                </c:pt>
                <c:pt idx="662">
                  <c:v>18.567434836615853</c:v>
                </c:pt>
                <c:pt idx="663">
                  <c:v>18.567434836615853</c:v>
                </c:pt>
                <c:pt idx="664">
                  <c:v>18.567434836615853</c:v>
                </c:pt>
                <c:pt idx="665">
                  <c:v>18.567434836615853</c:v>
                </c:pt>
                <c:pt idx="666">
                  <c:v>18.567434836615853</c:v>
                </c:pt>
                <c:pt idx="667">
                  <c:v>18.567434836615853</c:v>
                </c:pt>
                <c:pt idx="668">
                  <c:v>18.567434836615853</c:v>
                </c:pt>
                <c:pt idx="669">
                  <c:v>18.567434836615853</c:v>
                </c:pt>
                <c:pt idx="670">
                  <c:v>18.567434836615853</c:v>
                </c:pt>
                <c:pt idx="671">
                  <c:v>18.567434836615853</c:v>
                </c:pt>
                <c:pt idx="672">
                  <c:v>18.567434836615853</c:v>
                </c:pt>
                <c:pt idx="673">
                  <c:v>18.567434836615853</c:v>
                </c:pt>
                <c:pt idx="674">
                  <c:v>18.567434836615853</c:v>
                </c:pt>
                <c:pt idx="675">
                  <c:v>18.567434836615853</c:v>
                </c:pt>
                <c:pt idx="676">
                  <c:v>18.567434836615853</c:v>
                </c:pt>
                <c:pt idx="677">
                  <c:v>18.567434836615853</c:v>
                </c:pt>
                <c:pt idx="678">
                  <c:v>18.567434836615853</c:v>
                </c:pt>
                <c:pt idx="679">
                  <c:v>18.567434836615853</c:v>
                </c:pt>
                <c:pt idx="680">
                  <c:v>18.567434836615853</c:v>
                </c:pt>
                <c:pt idx="681">
                  <c:v>18.567434836615853</c:v>
                </c:pt>
                <c:pt idx="682">
                  <c:v>18.567434836615853</c:v>
                </c:pt>
                <c:pt idx="683">
                  <c:v>18.567434836615853</c:v>
                </c:pt>
                <c:pt idx="684">
                  <c:v>18.567434836615853</c:v>
                </c:pt>
                <c:pt idx="685">
                  <c:v>18.567434836615853</c:v>
                </c:pt>
                <c:pt idx="686">
                  <c:v>18.567434836615853</c:v>
                </c:pt>
                <c:pt idx="687">
                  <c:v>18.567434836615853</c:v>
                </c:pt>
                <c:pt idx="688">
                  <c:v>18.567434836615853</c:v>
                </c:pt>
                <c:pt idx="689">
                  <c:v>18.567434836615853</c:v>
                </c:pt>
                <c:pt idx="690">
                  <c:v>18.567434836615853</c:v>
                </c:pt>
                <c:pt idx="691">
                  <c:v>18.567434836615853</c:v>
                </c:pt>
                <c:pt idx="692">
                  <c:v>18.567434836615853</c:v>
                </c:pt>
                <c:pt idx="693">
                  <c:v>18.567434836615853</c:v>
                </c:pt>
                <c:pt idx="694">
                  <c:v>18.567434836615853</c:v>
                </c:pt>
                <c:pt idx="695">
                  <c:v>18.567434836615853</c:v>
                </c:pt>
                <c:pt idx="696">
                  <c:v>18.567434836615853</c:v>
                </c:pt>
                <c:pt idx="697">
                  <c:v>18.567434836615853</c:v>
                </c:pt>
                <c:pt idx="698">
                  <c:v>18.567434836615853</c:v>
                </c:pt>
                <c:pt idx="699">
                  <c:v>18.567434836615853</c:v>
                </c:pt>
                <c:pt idx="700">
                  <c:v>18.567434836615853</c:v>
                </c:pt>
                <c:pt idx="701">
                  <c:v>18.567434836615853</c:v>
                </c:pt>
                <c:pt idx="702">
                  <c:v>18.567434836615853</c:v>
                </c:pt>
                <c:pt idx="703">
                  <c:v>18.567434836615853</c:v>
                </c:pt>
                <c:pt idx="704">
                  <c:v>18.567434836615853</c:v>
                </c:pt>
                <c:pt idx="705">
                  <c:v>18.567434836615853</c:v>
                </c:pt>
                <c:pt idx="706">
                  <c:v>18.567434836615853</c:v>
                </c:pt>
                <c:pt idx="707">
                  <c:v>18.567434836615853</c:v>
                </c:pt>
                <c:pt idx="708">
                  <c:v>18.567434836615853</c:v>
                </c:pt>
                <c:pt idx="709">
                  <c:v>18.567434836615853</c:v>
                </c:pt>
                <c:pt idx="710">
                  <c:v>18.567434836615853</c:v>
                </c:pt>
                <c:pt idx="711">
                  <c:v>18.567434836615853</c:v>
                </c:pt>
                <c:pt idx="712">
                  <c:v>18.567434836615853</c:v>
                </c:pt>
                <c:pt idx="713">
                  <c:v>18.567434836615853</c:v>
                </c:pt>
                <c:pt idx="714">
                  <c:v>18.567434836615853</c:v>
                </c:pt>
                <c:pt idx="715">
                  <c:v>18.567434836615853</c:v>
                </c:pt>
                <c:pt idx="716">
                  <c:v>18.567434836615853</c:v>
                </c:pt>
                <c:pt idx="717">
                  <c:v>18.567434836615853</c:v>
                </c:pt>
                <c:pt idx="718">
                  <c:v>18.567434836615853</c:v>
                </c:pt>
                <c:pt idx="719">
                  <c:v>18.567434836615853</c:v>
                </c:pt>
                <c:pt idx="720">
                  <c:v>18.567434836615853</c:v>
                </c:pt>
                <c:pt idx="721">
                  <c:v>18.567434836615853</c:v>
                </c:pt>
                <c:pt idx="722">
                  <c:v>18.567434836615853</c:v>
                </c:pt>
                <c:pt idx="723">
                  <c:v>18.567434836615853</c:v>
                </c:pt>
                <c:pt idx="724">
                  <c:v>18.567434836615853</c:v>
                </c:pt>
                <c:pt idx="725">
                  <c:v>18.567434836615853</c:v>
                </c:pt>
                <c:pt idx="726">
                  <c:v>18.567434836615853</c:v>
                </c:pt>
                <c:pt idx="727">
                  <c:v>18.567434836615853</c:v>
                </c:pt>
                <c:pt idx="728">
                  <c:v>18.567434836615853</c:v>
                </c:pt>
                <c:pt idx="729">
                  <c:v>18.567434836615853</c:v>
                </c:pt>
                <c:pt idx="730">
                  <c:v>18.567434836615853</c:v>
                </c:pt>
                <c:pt idx="731">
                  <c:v>18.567434836615853</c:v>
                </c:pt>
                <c:pt idx="732">
                  <c:v>18.567434836615853</c:v>
                </c:pt>
                <c:pt idx="733">
                  <c:v>18.567434836615853</c:v>
                </c:pt>
                <c:pt idx="734">
                  <c:v>18.567434836615853</c:v>
                </c:pt>
                <c:pt idx="735">
                  <c:v>18.567434836615853</c:v>
                </c:pt>
                <c:pt idx="736">
                  <c:v>18.567434836615853</c:v>
                </c:pt>
                <c:pt idx="737">
                  <c:v>18.567434836615853</c:v>
                </c:pt>
                <c:pt idx="738">
                  <c:v>18.567434836615853</c:v>
                </c:pt>
                <c:pt idx="739">
                  <c:v>18.567434836615853</c:v>
                </c:pt>
                <c:pt idx="740">
                  <c:v>18.567434836615853</c:v>
                </c:pt>
                <c:pt idx="741">
                  <c:v>18.567434836615853</c:v>
                </c:pt>
                <c:pt idx="742">
                  <c:v>18.567434836615853</c:v>
                </c:pt>
                <c:pt idx="743">
                  <c:v>18.567434836615853</c:v>
                </c:pt>
                <c:pt idx="744">
                  <c:v>18.567434836615853</c:v>
                </c:pt>
                <c:pt idx="745">
                  <c:v>18.567434836615853</c:v>
                </c:pt>
                <c:pt idx="746">
                  <c:v>18.567434836615853</c:v>
                </c:pt>
                <c:pt idx="747">
                  <c:v>18.567434836615853</c:v>
                </c:pt>
                <c:pt idx="748">
                  <c:v>18.567434836615853</c:v>
                </c:pt>
                <c:pt idx="749">
                  <c:v>18.567434836615853</c:v>
                </c:pt>
                <c:pt idx="750">
                  <c:v>18.567434836615853</c:v>
                </c:pt>
                <c:pt idx="751">
                  <c:v>18.567434836615853</c:v>
                </c:pt>
                <c:pt idx="752">
                  <c:v>18.567434836615853</c:v>
                </c:pt>
                <c:pt idx="753">
                  <c:v>18.567434836615853</c:v>
                </c:pt>
                <c:pt idx="754">
                  <c:v>18.567434836615853</c:v>
                </c:pt>
                <c:pt idx="755">
                  <c:v>18.567434836615853</c:v>
                </c:pt>
                <c:pt idx="756">
                  <c:v>18.567434836615853</c:v>
                </c:pt>
                <c:pt idx="757">
                  <c:v>18.567434836615853</c:v>
                </c:pt>
                <c:pt idx="758">
                  <c:v>18.567434836615853</c:v>
                </c:pt>
                <c:pt idx="759">
                  <c:v>18.567434836615853</c:v>
                </c:pt>
                <c:pt idx="760">
                  <c:v>18.567434836615853</c:v>
                </c:pt>
                <c:pt idx="761">
                  <c:v>18.567434836615853</c:v>
                </c:pt>
                <c:pt idx="762">
                  <c:v>18.567434836615853</c:v>
                </c:pt>
                <c:pt idx="763">
                  <c:v>18.567434836615853</c:v>
                </c:pt>
                <c:pt idx="764">
                  <c:v>18.567434836615853</c:v>
                </c:pt>
                <c:pt idx="765">
                  <c:v>18.567434836615853</c:v>
                </c:pt>
                <c:pt idx="766">
                  <c:v>18.567434836615853</c:v>
                </c:pt>
                <c:pt idx="767">
                  <c:v>18.567434836615853</c:v>
                </c:pt>
                <c:pt idx="768">
                  <c:v>18.567434836615853</c:v>
                </c:pt>
                <c:pt idx="769">
                  <c:v>18.567434836615853</c:v>
                </c:pt>
                <c:pt idx="770">
                  <c:v>18.567434836615853</c:v>
                </c:pt>
                <c:pt idx="771">
                  <c:v>18.567434836615853</c:v>
                </c:pt>
                <c:pt idx="772">
                  <c:v>18.567434836615853</c:v>
                </c:pt>
                <c:pt idx="773">
                  <c:v>18.567434836615853</c:v>
                </c:pt>
                <c:pt idx="774">
                  <c:v>18.567434836615853</c:v>
                </c:pt>
                <c:pt idx="775">
                  <c:v>18.567434836615853</c:v>
                </c:pt>
                <c:pt idx="776">
                  <c:v>18.567434836615853</c:v>
                </c:pt>
                <c:pt idx="777">
                  <c:v>18.567434836615853</c:v>
                </c:pt>
                <c:pt idx="778">
                  <c:v>18.567434836615853</c:v>
                </c:pt>
                <c:pt idx="779">
                  <c:v>18.567434836615853</c:v>
                </c:pt>
                <c:pt idx="780">
                  <c:v>18.567434836615853</c:v>
                </c:pt>
                <c:pt idx="781">
                  <c:v>18.567434836615853</c:v>
                </c:pt>
                <c:pt idx="782">
                  <c:v>18.567434836615853</c:v>
                </c:pt>
                <c:pt idx="783">
                  <c:v>18.567434836615853</c:v>
                </c:pt>
                <c:pt idx="784">
                  <c:v>18.567434836615853</c:v>
                </c:pt>
                <c:pt idx="785">
                  <c:v>18.567434836615853</c:v>
                </c:pt>
                <c:pt idx="786">
                  <c:v>18.567434836615853</c:v>
                </c:pt>
                <c:pt idx="787">
                  <c:v>18.567434836615853</c:v>
                </c:pt>
                <c:pt idx="788">
                  <c:v>18.567434836615853</c:v>
                </c:pt>
                <c:pt idx="789">
                  <c:v>18.567434836615853</c:v>
                </c:pt>
                <c:pt idx="790">
                  <c:v>18.567434836615853</c:v>
                </c:pt>
                <c:pt idx="791">
                  <c:v>18.567434836615853</c:v>
                </c:pt>
                <c:pt idx="792">
                  <c:v>18.567434836615853</c:v>
                </c:pt>
                <c:pt idx="793">
                  <c:v>18.567434836615853</c:v>
                </c:pt>
                <c:pt idx="794">
                  <c:v>18.567434836615853</c:v>
                </c:pt>
                <c:pt idx="795">
                  <c:v>18.567434836615853</c:v>
                </c:pt>
                <c:pt idx="796">
                  <c:v>18.567434836615853</c:v>
                </c:pt>
                <c:pt idx="797">
                  <c:v>18.567434836615853</c:v>
                </c:pt>
                <c:pt idx="798">
                  <c:v>18.567434836615853</c:v>
                </c:pt>
                <c:pt idx="799">
                  <c:v>18.567434836615853</c:v>
                </c:pt>
                <c:pt idx="800">
                  <c:v>18.567434836615853</c:v>
                </c:pt>
                <c:pt idx="801">
                  <c:v>18.567434836615853</c:v>
                </c:pt>
                <c:pt idx="802">
                  <c:v>18.567434836615853</c:v>
                </c:pt>
                <c:pt idx="803">
                  <c:v>18.567434836615853</c:v>
                </c:pt>
                <c:pt idx="804">
                  <c:v>18.567434836615853</c:v>
                </c:pt>
                <c:pt idx="805">
                  <c:v>18.567434836615853</c:v>
                </c:pt>
                <c:pt idx="806">
                  <c:v>18.567434836615853</c:v>
                </c:pt>
                <c:pt idx="807">
                  <c:v>18.567434836615853</c:v>
                </c:pt>
                <c:pt idx="808">
                  <c:v>18.567434836615853</c:v>
                </c:pt>
                <c:pt idx="809">
                  <c:v>18.567434836615853</c:v>
                </c:pt>
                <c:pt idx="810">
                  <c:v>18.567434836615853</c:v>
                </c:pt>
                <c:pt idx="811">
                  <c:v>18.567434836615853</c:v>
                </c:pt>
                <c:pt idx="812">
                  <c:v>18.567434836615853</c:v>
                </c:pt>
                <c:pt idx="813">
                  <c:v>18.567434836615853</c:v>
                </c:pt>
                <c:pt idx="814">
                  <c:v>18.567434836615853</c:v>
                </c:pt>
                <c:pt idx="815">
                  <c:v>18.567434836615853</c:v>
                </c:pt>
                <c:pt idx="816">
                  <c:v>18.567434836615853</c:v>
                </c:pt>
                <c:pt idx="817">
                  <c:v>18.567434836615853</c:v>
                </c:pt>
                <c:pt idx="818">
                  <c:v>18.567434836615853</c:v>
                </c:pt>
                <c:pt idx="819">
                  <c:v>18.567434836615853</c:v>
                </c:pt>
                <c:pt idx="820">
                  <c:v>18.567434836615853</c:v>
                </c:pt>
                <c:pt idx="821">
                  <c:v>18.567434836615853</c:v>
                </c:pt>
                <c:pt idx="822">
                  <c:v>18.567434836615853</c:v>
                </c:pt>
                <c:pt idx="823">
                  <c:v>18.567434836615853</c:v>
                </c:pt>
                <c:pt idx="824">
                  <c:v>18.567434836615853</c:v>
                </c:pt>
                <c:pt idx="825">
                  <c:v>18.567434836615853</c:v>
                </c:pt>
                <c:pt idx="826">
                  <c:v>18.567434836615853</c:v>
                </c:pt>
                <c:pt idx="827">
                  <c:v>18.567434836615853</c:v>
                </c:pt>
                <c:pt idx="828">
                  <c:v>18.567434836615853</c:v>
                </c:pt>
                <c:pt idx="829">
                  <c:v>18.567434836615853</c:v>
                </c:pt>
                <c:pt idx="830">
                  <c:v>18.567434836615853</c:v>
                </c:pt>
                <c:pt idx="831">
                  <c:v>18.567434836615853</c:v>
                </c:pt>
                <c:pt idx="832">
                  <c:v>18.567434836615853</c:v>
                </c:pt>
                <c:pt idx="833">
                  <c:v>18.567434836615853</c:v>
                </c:pt>
                <c:pt idx="834">
                  <c:v>18.567434836615853</c:v>
                </c:pt>
                <c:pt idx="835">
                  <c:v>18.567434836615853</c:v>
                </c:pt>
                <c:pt idx="836">
                  <c:v>18.567434836615853</c:v>
                </c:pt>
                <c:pt idx="837">
                  <c:v>18.567434836615853</c:v>
                </c:pt>
                <c:pt idx="838">
                  <c:v>18.567434836615853</c:v>
                </c:pt>
                <c:pt idx="839">
                  <c:v>18.567434836615853</c:v>
                </c:pt>
                <c:pt idx="840">
                  <c:v>18.567434836615853</c:v>
                </c:pt>
                <c:pt idx="841">
                  <c:v>18.567434836615853</c:v>
                </c:pt>
                <c:pt idx="842">
                  <c:v>18.567434836615853</c:v>
                </c:pt>
                <c:pt idx="843">
                  <c:v>18.567434836615853</c:v>
                </c:pt>
                <c:pt idx="844">
                  <c:v>18.567434836615853</c:v>
                </c:pt>
                <c:pt idx="845">
                  <c:v>18.567434836615853</c:v>
                </c:pt>
                <c:pt idx="846">
                  <c:v>18.567434836615853</c:v>
                </c:pt>
                <c:pt idx="847">
                  <c:v>18.567434836615853</c:v>
                </c:pt>
                <c:pt idx="848">
                  <c:v>18.567434836615853</c:v>
                </c:pt>
                <c:pt idx="849">
                  <c:v>18.567434836615853</c:v>
                </c:pt>
                <c:pt idx="850">
                  <c:v>18.567434836615853</c:v>
                </c:pt>
                <c:pt idx="851">
                  <c:v>18.567434836615853</c:v>
                </c:pt>
                <c:pt idx="852">
                  <c:v>18.567434836615853</c:v>
                </c:pt>
                <c:pt idx="853">
                  <c:v>18.567434836615853</c:v>
                </c:pt>
                <c:pt idx="854">
                  <c:v>18.567434836615853</c:v>
                </c:pt>
                <c:pt idx="855">
                  <c:v>18.567434836615853</c:v>
                </c:pt>
                <c:pt idx="856">
                  <c:v>18.567434836615853</c:v>
                </c:pt>
                <c:pt idx="857">
                  <c:v>18.567434836615853</c:v>
                </c:pt>
                <c:pt idx="858">
                  <c:v>18.567434836615853</c:v>
                </c:pt>
                <c:pt idx="859">
                  <c:v>18.567434836615853</c:v>
                </c:pt>
                <c:pt idx="860">
                  <c:v>18.567434836615853</c:v>
                </c:pt>
                <c:pt idx="861">
                  <c:v>18.567434836615853</c:v>
                </c:pt>
                <c:pt idx="862">
                  <c:v>18.567434836615853</c:v>
                </c:pt>
                <c:pt idx="863">
                  <c:v>18.567434836615853</c:v>
                </c:pt>
                <c:pt idx="864">
                  <c:v>18.567434836615853</c:v>
                </c:pt>
                <c:pt idx="865">
                  <c:v>18.567434836615853</c:v>
                </c:pt>
                <c:pt idx="866">
                  <c:v>18.567434836615853</c:v>
                </c:pt>
                <c:pt idx="867">
                  <c:v>18.567434836615853</c:v>
                </c:pt>
                <c:pt idx="868">
                  <c:v>18.567434836615853</c:v>
                </c:pt>
                <c:pt idx="869">
                  <c:v>18.567434836615853</c:v>
                </c:pt>
                <c:pt idx="870">
                  <c:v>18.567434836615853</c:v>
                </c:pt>
                <c:pt idx="871">
                  <c:v>18.567434836615853</c:v>
                </c:pt>
                <c:pt idx="872">
                  <c:v>18.567434836615853</c:v>
                </c:pt>
                <c:pt idx="873">
                  <c:v>18.567434836615853</c:v>
                </c:pt>
                <c:pt idx="874">
                  <c:v>18.567434836615853</c:v>
                </c:pt>
                <c:pt idx="875">
                  <c:v>18.567434836615853</c:v>
                </c:pt>
                <c:pt idx="876">
                  <c:v>18.567434836615853</c:v>
                </c:pt>
                <c:pt idx="877">
                  <c:v>18.567434836615853</c:v>
                </c:pt>
                <c:pt idx="878">
                  <c:v>18.567434836615853</c:v>
                </c:pt>
                <c:pt idx="879">
                  <c:v>18.567434836615853</c:v>
                </c:pt>
                <c:pt idx="880">
                  <c:v>18.567434836615853</c:v>
                </c:pt>
                <c:pt idx="881">
                  <c:v>18.567434836615853</c:v>
                </c:pt>
                <c:pt idx="882">
                  <c:v>18.567434836615853</c:v>
                </c:pt>
                <c:pt idx="883">
                  <c:v>18.567434836615853</c:v>
                </c:pt>
                <c:pt idx="884">
                  <c:v>18.567434836615853</c:v>
                </c:pt>
                <c:pt idx="885">
                  <c:v>18.567434836615853</c:v>
                </c:pt>
                <c:pt idx="886">
                  <c:v>18.567434836615853</c:v>
                </c:pt>
                <c:pt idx="887">
                  <c:v>18.567434836615853</c:v>
                </c:pt>
                <c:pt idx="888">
                  <c:v>18.567434836615853</c:v>
                </c:pt>
                <c:pt idx="889">
                  <c:v>18.567434836615853</c:v>
                </c:pt>
                <c:pt idx="890">
                  <c:v>18.567434836615853</c:v>
                </c:pt>
                <c:pt idx="891">
                  <c:v>18.567434836615853</c:v>
                </c:pt>
                <c:pt idx="892">
                  <c:v>18.567434836615853</c:v>
                </c:pt>
                <c:pt idx="893">
                  <c:v>18.567434836615853</c:v>
                </c:pt>
                <c:pt idx="894">
                  <c:v>18.567434836615853</c:v>
                </c:pt>
                <c:pt idx="895">
                  <c:v>18.567434836615853</c:v>
                </c:pt>
                <c:pt idx="896">
                  <c:v>18.567434836615853</c:v>
                </c:pt>
                <c:pt idx="897">
                  <c:v>18.567434836615853</c:v>
                </c:pt>
                <c:pt idx="898">
                  <c:v>18.567434836615853</c:v>
                </c:pt>
                <c:pt idx="899">
                  <c:v>18.567434836615853</c:v>
                </c:pt>
                <c:pt idx="900">
                  <c:v>18.567434836615853</c:v>
                </c:pt>
                <c:pt idx="901">
                  <c:v>18.567434836615853</c:v>
                </c:pt>
                <c:pt idx="902">
                  <c:v>18.567434836615853</c:v>
                </c:pt>
                <c:pt idx="903">
                  <c:v>18.567434836615853</c:v>
                </c:pt>
                <c:pt idx="904">
                  <c:v>18.567434836615853</c:v>
                </c:pt>
                <c:pt idx="905">
                  <c:v>18.567434836615853</c:v>
                </c:pt>
                <c:pt idx="906">
                  <c:v>18.567434836615853</c:v>
                </c:pt>
                <c:pt idx="907">
                  <c:v>18.567434836615853</c:v>
                </c:pt>
                <c:pt idx="908">
                  <c:v>18.567434836615853</c:v>
                </c:pt>
                <c:pt idx="909">
                  <c:v>18.567434836615853</c:v>
                </c:pt>
                <c:pt idx="910">
                  <c:v>18.567434836615853</c:v>
                </c:pt>
                <c:pt idx="911">
                  <c:v>18.567434836615853</c:v>
                </c:pt>
                <c:pt idx="912">
                  <c:v>18.567434836615853</c:v>
                </c:pt>
                <c:pt idx="913">
                  <c:v>18.567434836615853</c:v>
                </c:pt>
                <c:pt idx="914">
                  <c:v>18.567434836615853</c:v>
                </c:pt>
                <c:pt idx="915">
                  <c:v>18.567434836615853</c:v>
                </c:pt>
                <c:pt idx="916">
                  <c:v>18.567434836615853</c:v>
                </c:pt>
                <c:pt idx="917">
                  <c:v>18.567434836615853</c:v>
                </c:pt>
                <c:pt idx="918">
                  <c:v>18.567434836615853</c:v>
                </c:pt>
                <c:pt idx="919">
                  <c:v>18.567434836615853</c:v>
                </c:pt>
                <c:pt idx="920">
                  <c:v>18.567434836615853</c:v>
                </c:pt>
                <c:pt idx="921">
                  <c:v>18.567434836615853</c:v>
                </c:pt>
                <c:pt idx="922">
                  <c:v>18.567434836615853</c:v>
                </c:pt>
                <c:pt idx="923">
                  <c:v>18.567434836615853</c:v>
                </c:pt>
                <c:pt idx="924">
                  <c:v>18.567434836615853</c:v>
                </c:pt>
                <c:pt idx="925">
                  <c:v>18.567434836615853</c:v>
                </c:pt>
                <c:pt idx="926">
                  <c:v>18.567434836615853</c:v>
                </c:pt>
                <c:pt idx="927">
                  <c:v>18.567434836615853</c:v>
                </c:pt>
                <c:pt idx="928">
                  <c:v>18.567434836615853</c:v>
                </c:pt>
                <c:pt idx="929">
                  <c:v>18.567434836615853</c:v>
                </c:pt>
                <c:pt idx="930">
                  <c:v>18.567434836615853</c:v>
                </c:pt>
                <c:pt idx="931">
                  <c:v>18.567434836615853</c:v>
                </c:pt>
                <c:pt idx="932">
                  <c:v>18.567434836615853</c:v>
                </c:pt>
                <c:pt idx="933">
                  <c:v>18.567434836615853</c:v>
                </c:pt>
                <c:pt idx="934">
                  <c:v>18.567434836615853</c:v>
                </c:pt>
                <c:pt idx="935">
                  <c:v>18.567434836615853</c:v>
                </c:pt>
                <c:pt idx="936">
                  <c:v>18.567434836615853</c:v>
                </c:pt>
                <c:pt idx="937">
                  <c:v>18.567434836615853</c:v>
                </c:pt>
                <c:pt idx="938">
                  <c:v>18.567434836615853</c:v>
                </c:pt>
                <c:pt idx="939">
                  <c:v>18.567434836615853</c:v>
                </c:pt>
                <c:pt idx="940">
                  <c:v>18.567434836615853</c:v>
                </c:pt>
                <c:pt idx="941">
                  <c:v>18.567434836615853</c:v>
                </c:pt>
                <c:pt idx="942">
                  <c:v>18.567434836615853</c:v>
                </c:pt>
                <c:pt idx="943">
                  <c:v>18.567434836615853</c:v>
                </c:pt>
                <c:pt idx="944">
                  <c:v>18.567434836615853</c:v>
                </c:pt>
                <c:pt idx="945">
                  <c:v>18.567434836615853</c:v>
                </c:pt>
                <c:pt idx="946">
                  <c:v>18.567434836615853</c:v>
                </c:pt>
                <c:pt idx="947">
                  <c:v>18.567434836615853</c:v>
                </c:pt>
                <c:pt idx="948">
                  <c:v>18.567434836615853</c:v>
                </c:pt>
                <c:pt idx="949">
                  <c:v>18.567434836615853</c:v>
                </c:pt>
                <c:pt idx="950">
                  <c:v>18.567434836615853</c:v>
                </c:pt>
                <c:pt idx="951">
                  <c:v>18.567434836615853</c:v>
                </c:pt>
                <c:pt idx="952">
                  <c:v>18.567434836615853</c:v>
                </c:pt>
                <c:pt idx="953">
                  <c:v>18.567434836615853</c:v>
                </c:pt>
                <c:pt idx="954">
                  <c:v>18.567434836615853</c:v>
                </c:pt>
                <c:pt idx="955">
                  <c:v>18.567434836615853</c:v>
                </c:pt>
                <c:pt idx="956">
                  <c:v>18.567434836615853</c:v>
                </c:pt>
                <c:pt idx="957">
                  <c:v>18.567434836615853</c:v>
                </c:pt>
                <c:pt idx="958">
                  <c:v>18.567434836615853</c:v>
                </c:pt>
                <c:pt idx="959">
                  <c:v>18.567434836615853</c:v>
                </c:pt>
                <c:pt idx="960">
                  <c:v>18.567434836615853</c:v>
                </c:pt>
                <c:pt idx="961">
                  <c:v>18.567434836615853</c:v>
                </c:pt>
                <c:pt idx="962">
                  <c:v>18.567434836615853</c:v>
                </c:pt>
                <c:pt idx="963">
                  <c:v>18.567434836615853</c:v>
                </c:pt>
                <c:pt idx="964">
                  <c:v>18.567434836615853</c:v>
                </c:pt>
                <c:pt idx="965">
                  <c:v>18.567434836615853</c:v>
                </c:pt>
                <c:pt idx="966">
                  <c:v>18.567434836615853</c:v>
                </c:pt>
                <c:pt idx="967">
                  <c:v>18.567434836615853</c:v>
                </c:pt>
                <c:pt idx="968">
                  <c:v>18.567434836615853</c:v>
                </c:pt>
                <c:pt idx="969">
                  <c:v>18.567434836615853</c:v>
                </c:pt>
                <c:pt idx="970">
                  <c:v>18.567434836615853</c:v>
                </c:pt>
                <c:pt idx="971">
                  <c:v>18.567434836615853</c:v>
                </c:pt>
                <c:pt idx="972">
                  <c:v>18.567434836615853</c:v>
                </c:pt>
                <c:pt idx="973">
                  <c:v>18.567434836615853</c:v>
                </c:pt>
                <c:pt idx="974">
                  <c:v>18.567434836615853</c:v>
                </c:pt>
                <c:pt idx="975">
                  <c:v>18.567434836615853</c:v>
                </c:pt>
                <c:pt idx="976">
                  <c:v>18.567434836615853</c:v>
                </c:pt>
                <c:pt idx="977">
                  <c:v>18.567434836615853</c:v>
                </c:pt>
                <c:pt idx="978">
                  <c:v>18.567434836615853</c:v>
                </c:pt>
                <c:pt idx="979">
                  <c:v>18.567434836615853</c:v>
                </c:pt>
                <c:pt idx="980">
                  <c:v>18.567434836615853</c:v>
                </c:pt>
                <c:pt idx="981">
                  <c:v>18.567434836615853</c:v>
                </c:pt>
                <c:pt idx="982">
                  <c:v>18.567434836615853</c:v>
                </c:pt>
                <c:pt idx="983">
                  <c:v>18.567434836615853</c:v>
                </c:pt>
                <c:pt idx="984">
                  <c:v>18.567434836615853</c:v>
                </c:pt>
                <c:pt idx="985">
                  <c:v>18.567434836615853</c:v>
                </c:pt>
                <c:pt idx="986">
                  <c:v>18.567434836615853</c:v>
                </c:pt>
                <c:pt idx="987">
                  <c:v>18.567434836615853</c:v>
                </c:pt>
                <c:pt idx="988">
                  <c:v>18.567434836615853</c:v>
                </c:pt>
                <c:pt idx="989">
                  <c:v>18.567434836615853</c:v>
                </c:pt>
                <c:pt idx="990">
                  <c:v>18.567434836615853</c:v>
                </c:pt>
                <c:pt idx="991">
                  <c:v>18.567434836615853</c:v>
                </c:pt>
                <c:pt idx="992">
                  <c:v>18.567434836615853</c:v>
                </c:pt>
                <c:pt idx="993">
                  <c:v>18.567434836615853</c:v>
                </c:pt>
                <c:pt idx="994">
                  <c:v>18.567434836615853</c:v>
                </c:pt>
                <c:pt idx="995">
                  <c:v>18.567434836615853</c:v>
                </c:pt>
                <c:pt idx="996">
                  <c:v>18.567434836615853</c:v>
                </c:pt>
                <c:pt idx="997">
                  <c:v>18.567434836615853</c:v>
                </c:pt>
                <c:pt idx="998">
                  <c:v>18.567434836615853</c:v>
                </c:pt>
                <c:pt idx="999">
                  <c:v>18.567434836615853</c:v>
                </c:pt>
                <c:pt idx="1000">
                  <c:v>18.567434836615853</c:v>
                </c:pt>
                <c:pt idx="1001">
                  <c:v>18.567434836615853</c:v>
                </c:pt>
                <c:pt idx="1002">
                  <c:v>18.567434836615853</c:v>
                </c:pt>
                <c:pt idx="1003">
                  <c:v>18.567434836615853</c:v>
                </c:pt>
                <c:pt idx="1004">
                  <c:v>18.567434836615853</c:v>
                </c:pt>
                <c:pt idx="1005">
                  <c:v>18.567434836615853</c:v>
                </c:pt>
                <c:pt idx="1006">
                  <c:v>18.567434836615853</c:v>
                </c:pt>
                <c:pt idx="1007">
                  <c:v>18.567434836615853</c:v>
                </c:pt>
                <c:pt idx="1008">
                  <c:v>18.567434836615853</c:v>
                </c:pt>
                <c:pt idx="1009">
                  <c:v>18.567434836615853</c:v>
                </c:pt>
                <c:pt idx="1010">
                  <c:v>18.567434836615853</c:v>
                </c:pt>
                <c:pt idx="1011">
                  <c:v>18.567434836615853</c:v>
                </c:pt>
                <c:pt idx="1012">
                  <c:v>18.567434836615853</c:v>
                </c:pt>
                <c:pt idx="1013">
                  <c:v>18.567434836615853</c:v>
                </c:pt>
                <c:pt idx="1014">
                  <c:v>18.567434836615853</c:v>
                </c:pt>
                <c:pt idx="1015">
                  <c:v>18.567434836615853</c:v>
                </c:pt>
                <c:pt idx="1016">
                  <c:v>18.567434836615853</c:v>
                </c:pt>
                <c:pt idx="1017">
                  <c:v>18.567434836615853</c:v>
                </c:pt>
                <c:pt idx="1018">
                  <c:v>18.567434836615853</c:v>
                </c:pt>
                <c:pt idx="1019">
                  <c:v>18.567434836615853</c:v>
                </c:pt>
                <c:pt idx="1020">
                  <c:v>18.567434836615853</c:v>
                </c:pt>
                <c:pt idx="1021">
                  <c:v>18.567434836615853</c:v>
                </c:pt>
                <c:pt idx="1022">
                  <c:v>18.567434836615853</c:v>
                </c:pt>
                <c:pt idx="1023">
                  <c:v>18.567434836615853</c:v>
                </c:pt>
                <c:pt idx="1024">
                  <c:v>18.567434836615853</c:v>
                </c:pt>
                <c:pt idx="1025">
                  <c:v>18.567434836615853</c:v>
                </c:pt>
                <c:pt idx="1026">
                  <c:v>18.567434836615853</c:v>
                </c:pt>
                <c:pt idx="1027">
                  <c:v>18.567434836615853</c:v>
                </c:pt>
                <c:pt idx="1028">
                  <c:v>18.567434836615853</c:v>
                </c:pt>
                <c:pt idx="1029">
                  <c:v>18.567434836615853</c:v>
                </c:pt>
                <c:pt idx="1030">
                  <c:v>18.567434836615853</c:v>
                </c:pt>
                <c:pt idx="1031">
                  <c:v>18.567434836615853</c:v>
                </c:pt>
                <c:pt idx="1032">
                  <c:v>18.567434836615853</c:v>
                </c:pt>
                <c:pt idx="1033">
                  <c:v>18.567434836615853</c:v>
                </c:pt>
                <c:pt idx="1034">
                  <c:v>18.567434836615853</c:v>
                </c:pt>
                <c:pt idx="1035">
                  <c:v>18.567434836615853</c:v>
                </c:pt>
                <c:pt idx="1036">
                  <c:v>18.567434836615853</c:v>
                </c:pt>
                <c:pt idx="1037">
                  <c:v>18.567434836615853</c:v>
                </c:pt>
                <c:pt idx="1038">
                  <c:v>18.567434836615853</c:v>
                </c:pt>
                <c:pt idx="1039">
                  <c:v>18.567434836615853</c:v>
                </c:pt>
                <c:pt idx="1040">
                  <c:v>18.567434836615853</c:v>
                </c:pt>
                <c:pt idx="1041">
                  <c:v>18.567434836615853</c:v>
                </c:pt>
                <c:pt idx="1042">
                  <c:v>18.567434836615853</c:v>
                </c:pt>
                <c:pt idx="1043">
                  <c:v>18.567434836615853</c:v>
                </c:pt>
                <c:pt idx="1044">
                  <c:v>18.567434836615853</c:v>
                </c:pt>
                <c:pt idx="1045">
                  <c:v>18.567434836615853</c:v>
                </c:pt>
                <c:pt idx="1046">
                  <c:v>18.567434836615853</c:v>
                </c:pt>
                <c:pt idx="1047">
                  <c:v>18.567434836615853</c:v>
                </c:pt>
                <c:pt idx="1048">
                  <c:v>18.567434836615853</c:v>
                </c:pt>
                <c:pt idx="1049">
                  <c:v>18.567434836615853</c:v>
                </c:pt>
                <c:pt idx="1050">
                  <c:v>18.567434836615853</c:v>
                </c:pt>
                <c:pt idx="1051">
                  <c:v>18.567434836615853</c:v>
                </c:pt>
                <c:pt idx="1052">
                  <c:v>18.567434836615853</c:v>
                </c:pt>
                <c:pt idx="1053">
                  <c:v>18.567434836615853</c:v>
                </c:pt>
                <c:pt idx="1054">
                  <c:v>18.567434836615853</c:v>
                </c:pt>
                <c:pt idx="1055">
                  <c:v>18.567434836615853</c:v>
                </c:pt>
                <c:pt idx="1056">
                  <c:v>18.567434836615853</c:v>
                </c:pt>
                <c:pt idx="1057">
                  <c:v>18.567434836615853</c:v>
                </c:pt>
                <c:pt idx="1058">
                  <c:v>18.567434836615853</c:v>
                </c:pt>
                <c:pt idx="1059">
                  <c:v>18.567434836615853</c:v>
                </c:pt>
                <c:pt idx="1060">
                  <c:v>18.567434836615853</c:v>
                </c:pt>
                <c:pt idx="1061">
                  <c:v>18.567434836615853</c:v>
                </c:pt>
                <c:pt idx="1062">
                  <c:v>18.567434836615853</c:v>
                </c:pt>
                <c:pt idx="1063">
                  <c:v>18.567434836615853</c:v>
                </c:pt>
                <c:pt idx="1064">
                  <c:v>18.567434836615853</c:v>
                </c:pt>
                <c:pt idx="1065">
                  <c:v>18.567434836615853</c:v>
                </c:pt>
                <c:pt idx="1066">
                  <c:v>18.567434836615853</c:v>
                </c:pt>
                <c:pt idx="1067">
                  <c:v>18.567434836615853</c:v>
                </c:pt>
                <c:pt idx="1068">
                  <c:v>18.567434836615853</c:v>
                </c:pt>
                <c:pt idx="1069">
                  <c:v>18.567434836615853</c:v>
                </c:pt>
                <c:pt idx="1070">
                  <c:v>18.567434836615853</c:v>
                </c:pt>
                <c:pt idx="1071">
                  <c:v>18.567434836615853</c:v>
                </c:pt>
                <c:pt idx="1072">
                  <c:v>18.567434836615853</c:v>
                </c:pt>
                <c:pt idx="1073">
                  <c:v>18.567434836615853</c:v>
                </c:pt>
                <c:pt idx="1074">
                  <c:v>18.567434836615853</c:v>
                </c:pt>
                <c:pt idx="1075">
                  <c:v>18.567434836615853</c:v>
                </c:pt>
                <c:pt idx="1076">
                  <c:v>18.567434836615853</c:v>
                </c:pt>
                <c:pt idx="1077">
                  <c:v>18.567434836615853</c:v>
                </c:pt>
                <c:pt idx="1078">
                  <c:v>18.567434836615853</c:v>
                </c:pt>
                <c:pt idx="1079">
                  <c:v>18.567434836615853</c:v>
                </c:pt>
                <c:pt idx="1080">
                  <c:v>18.567434836615853</c:v>
                </c:pt>
                <c:pt idx="1081">
                  <c:v>18.567434836615853</c:v>
                </c:pt>
                <c:pt idx="1082">
                  <c:v>18.567434836615853</c:v>
                </c:pt>
                <c:pt idx="1083">
                  <c:v>18.567434836615853</c:v>
                </c:pt>
                <c:pt idx="1084">
                  <c:v>18.567434836615853</c:v>
                </c:pt>
                <c:pt idx="1085">
                  <c:v>18.567434836615853</c:v>
                </c:pt>
                <c:pt idx="1086">
                  <c:v>18.567434836615853</c:v>
                </c:pt>
                <c:pt idx="1087">
                  <c:v>18.567434836615853</c:v>
                </c:pt>
                <c:pt idx="1088">
                  <c:v>18.567434836615853</c:v>
                </c:pt>
                <c:pt idx="1089">
                  <c:v>18.567434836615853</c:v>
                </c:pt>
                <c:pt idx="1090">
                  <c:v>18.567434836615853</c:v>
                </c:pt>
                <c:pt idx="1091">
                  <c:v>18.567434836615853</c:v>
                </c:pt>
                <c:pt idx="1092">
                  <c:v>18.567434836615853</c:v>
                </c:pt>
                <c:pt idx="1093">
                  <c:v>18.567434836615853</c:v>
                </c:pt>
                <c:pt idx="1094">
                  <c:v>18.567434836615853</c:v>
                </c:pt>
                <c:pt idx="1095">
                  <c:v>18.567434836615853</c:v>
                </c:pt>
                <c:pt idx="1096">
                  <c:v>18.567434836615853</c:v>
                </c:pt>
                <c:pt idx="1097">
                  <c:v>18.567434836615853</c:v>
                </c:pt>
                <c:pt idx="1098">
                  <c:v>18.567434836615853</c:v>
                </c:pt>
                <c:pt idx="1099">
                  <c:v>18.567434836615853</c:v>
                </c:pt>
                <c:pt idx="1100">
                  <c:v>18.567434836615853</c:v>
                </c:pt>
                <c:pt idx="1101">
                  <c:v>18.567434836615853</c:v>
                </c:pt>
                <c:pt idx="1102">
                  <c:v>18.567434836615853</c:v>
                </c:pt>
                <c:pt idx="1103">
                  <c:v>18.567434836615853</c:v>
                </c:pt>
                <c:pt idx="1104">
                  <c:v>18.567434836615853</c:v>
                </c:pt>
                <c:pt idx="1105">
                  <c:v>18.567434836615853</c:v>
                </c:pt>
                <c:pt idx="1106">
                  <c:v>18.567434836615853</c:v>
                </c:pt>
                <c:pt idx="1107">
                  <c:v>18.567434836615853</c:v>
                </c:pt>
                <c:pt idx="1108">
                  <c:v>18.567434836615853</c:v>
                </c:pt>
                <c:pt idx="1109">
                  <c:v>18.567434836615853</c:v>
                </c:pt>
                <c:pt idx="1110">
                  <c:v>18.567434836615853</c:v>
                </c:pt>
                <c:pt idx="1111">
                  <c:v>18.567434836615853</c:v>
                </c:pt>
                <c:pt idx="1112">
                  <c:v>18.567434836615853</c:v>
                </c:pt>
                <c:pt idx="1113">
                  <c:v>18.567434836615853</c:v>
                </c:pt>
                <c:pt idx="1114">
                  <c:v>18.567434836615853</c:v>
                </c:pt>
                <c:pt idx="1115">
                  <c:v>18.567434836615853</c:v>
                </c:pt>
                <c:pt idx="1116">
                  <c:v>18.567434836615853</c:v>
                </c:pt>
                <c:pt idx="1117">
                  <c:v>18.567434836615853</c:v>
                </c:pt>
                <c:pt idx="1118">
                  <c:v>18.567434836615853</c:v>
                </c:pt>
                <c:pt idx="1119">
                  <c:v>18.567434836615853</c:v>
                </c:pt>
                <c:pt idx="1120">
                  <c:v>18.567434836615853</c:v>
                </c:pt>
                <c:pt idx="1121">
                  <c:v>18.567434836615853</c:v>
                </c:pt>
                <c:pt idx="1122">
                  <c:v>18.567434836615853</c:v>
                </c:pt>
                <c:pt idx="1123">
                  <c:v>18.567434836615853</c:v>
                </c:pt>
                <c:pt idx="1124">
                  <c:v>18.567434836615853</c:v>
                </c:pt>
                <c:pt idx="1125">
                  <c:v>18.567434836615853</c:v>
                </c:pt>
                <c:pt idx="1126">
                  <c:v>18.567434836615853</c:v>
                </c:pt>
                <c:pt idx="1127">
                  <c:v>18.567434836615853</c:v>
                </c:pt>
                <c:pt idx="1128">
                  <c:v>18.567434836615853</c:v>
                </c:pt>
                <c:pt idx="1129">
                  <c:v>18.567434836615853</c:v>
                </c:pt>
                <c:pt idx="1130">
                  <c:v>18.567434836615853</c:v>
                </c:pt>
                <c:pt idx="1131">
                  <c:v>18.567434836615853</c:v>
                </c:pt>
                <c:pt idx="1132">
                  <c:v>18.567434836615853</c:v>
                </c:pt>
                <c:pt idx="1133">
                  <c:v>18.567434836615853</c:v>
                </c:pt>
                <c:pt idx="1134">
                  <c:v>18.567434836615853</c:v>
                </c:pt>
                <c:pt idx="1135">
                  <c:v>18.567434836615853</c:v>
                </c:pt>
                <c:pt idx="1136">
                  <c:v>18.567434836615853</c:v>
                </c:pt>
                <c:pt idx="1137">
                  <c:v>18.567434836615853</c:v>
                </c:pt>
                <c:pt idx="1138">
                  <c:v>18.567434836615853</c:v>
                </c:pt>
                <c:pt idx="1139">
                  <c:v>18.567434836615853</c:v>
                </c:pt>
                <c:pt idx="1140">
                  <c:v>18.567434836615853</c:v>
                </c:pt>
                <c:pt idx="1141">
                  <c:v>18.567434836615853</c:v>
                </c:pt>
                <c:pt idx="1142">
                  <c:v>18.567434836615853</c:v>
                </c:pt>
                <c:pt idx="1143">
                  <c:v>18.567434836615853</c:v>
                </c:pt>
                <c:pt idx="1144">
                  <c:v>18.567434836615853</c:v>
                </c:pt>
                <c:pt idx="1145">
                  <c:v>18.567434836615853</c:v>
                </c:pt>
                <c:pt idx="1146">
                  <c:v>18.567434836615853</c:v>
                </c:pt>
                <c:pt idx="1147">
                  <c:v>18.567434836615853</c:v>
                </c:pt>
                <c:pt idx="1148">
                  <c:v>18.567434836615853</c:v>
                </c:pt>
                <c:pt idx="1149">
                  <c:v>18.567434836615853</c:v>
                </c:pt>
                <c:pt idx="1150">
                  <c:v>18.567434836615853</c:v>
                </c:pt>
                <c:pt idx="1151">
                  <c:v>18.567434836615853</c:v>
                </c:pt>
                <c:pt idx="1152">
                  <c:v>18.567434836615853</c:v>
                </c:pt>
                <c:pt idx="1153">
                  <c:v>18.567434836615853</c:v>
                </c:pt>
                <c:pt idx="1154">
                  <c:v>18.567434836615853</c:v>
                </c:pt>
                <c:pt idx="1155">
                  <c:v>18.567434836615853</c:v>
                </c:pt>
                <c:pt idx="1156">
                  <c:v>18.567434836615853</c:v>
                </c:pt>
                <c:pt idx="1157">
                  <c:v>18.567434836615853</c:v>
                </c:pt>
                <c:pt idx="1158">
                  <c:v>18.567434836615853</c:v>
                </c:pt>
                <c:pt idx="1159">
                  <c:v>18.567434836615853</c:v>
                </c:pt>
                <c:pt idx="1160">
                  <c:v>18.567434836615853</c:v>
                </c:pt>
                <c:pt idx="1161">
                  <c:v>18.567434836615853</c:v>
                </c:pt>
                <c:pt idx="1162">
                  <c:v>18.567434836615853</c:v>
                </c:pt>
                <c:pt idx="1163">
                  <c:v>18.567434836615853</c:v>
                </c:pt>
                <c:pt idx="1164">
                  <c:v>18.567434836615853</c:v>
                </c:pt>
                <c:pt idx="1165">
                  <c:v>18.567434836615853</c:v>
                </c:pt>
                <c:pt idx="1166">
                  <c:v>18.567434836615853</c:v>
                </c:pt>
                <c:pt idx="1167">
                  <c:v>18.567434836615853</c:v>
                </c:pt>
                <c:pt idx="1168">
                  <c:v>18.567434836615853</c:v>
                </c:pt>
                <c:pt idx="1169">
                  <c:v>18.567434836615853</c:v>
                </c:pt>
                <c:pt idx="1170">
                  <c:v>18.567434836615853</c:v>
                </c:pt>
                <c:pt idx="1171">
                  <c:v>18.567434836615853</c:v>
                </c:pt>
                <c:pt idx="1172">
                  <c:v>18.567434836615853</c:v>
                </c:pt>
                <c:pt idx="1173">
                  <c:v>18.567434836615853</c:v>
                </c:pt>
                <c:pt idx="1174">
                  <c:v>18.567434836615853</c:v>
                </c:pt>
                <c:pt idx="1175">
                  <c:v>18.567434836615853</c:v>
                </c:pt>
                <c:pt idx="1176">
                  <c:v>18.567434836615853</c:v>
                </c:pt>
                <c:pt idx="1177">
                  <c:v>18.567434836615853</c:v>
                </c:pt>
                <c:pt idx="1178">
                  <c:v>18.567434836615853</c:v>
                </c:pt>
                <c:pt idx="1179">
                  <c:v>18.567434836615853</c:v>
                </c:pt>
                <c:pt idx="1180">
                  <c:v>18.567434836615853</c:v>
                </c:pt>
                <c:pt idx="1181">
                  <c:v>18.567434836615853</c:v>
                </c:pt>
                <c:pt idx="1182">
                  <c:v>18.567434836615853</c:v>
                </c:pt>
                <c:pt idx="1183">
                  <c:v>18.567434836615853</c:v>
                </c:pt>
                <c:pt idx="1184">
                  <c:v>18.567434836615853</c:v>
                </c:pt>
                <c:pt idx="1185">
                  <c:v>18.567434836615853</c:v>
                </c:pt>
                <c:pt idx="1186">
                  <c:v>18.567434836615853</c:v>
                </c:pt>
                <c:pt idx="1187">
                  <c:v>18.567434836615853</c:v>
                </c:pt>
                <c:pt idx="1188">
                  <c:v>18.567434836615853</c:v>
                </c:pt>
                <c:pt idx="1189">
                  <c:v>18.567434836615853</c:v>
                </c:pt>
                <c:pt idx="1190">
                  <c:v>18.567434836615853</c:v>
                </c:pt>
                <c:pt idx="1191">
                  <c:v>18.567434836615853</c:v>
                </c:pt>
                <c:pt idx="1192">
                  <c:v>18.567434836615853</c:v>
                </c:pt>
                <c:pt idx="1193">
                  <c:v>18.567434836615853</c:v>
                </c:pt>
                <c:pt idx="1194">
                  <c:v>18.567434836615853</c:v>
                </c:pt>
                <c:pt idx="1195">
                  <c:v>18.567434836615853</c:v>
                </c:pt>
                <c:pt idx="1196">
                  <c:v>18.567434836615853</c:v>
                </c:pt>
                <c:pt idx="1197">
                  <c:v>18.567434836615853</c:v>
                </c:pt>
                <c:pt idx="1198">
                  <c:v>18.567434836615853</c:v>
                </c:pt>
                <c:pt idx="1199">
                  <c:v>18.567434836615853</c:v>
                </c:pt>
                <c:pt idx="1200">
                  <c:v>18.567434836615853</c:v>
                </c:pt>
                <c:pt idx="1201">
                  <c:v>18.567434836615853</c:v>
                </c:pt>
                <c:pt idx="1202">
                  <c:v>18.567434836615853</c:v>
                </c:pt>
                <c:pt idx="1203">
                  <c:v>18.567434836615853</c:v>
                </c:pt>
                <c:pt idx="1204">
                  <c:v>18.567434836615853</c:v>
                </c:pt>
                <c:pt idx="1205">
                  <c:v>18.567434836615853</c:v>
                </c:pt>
                <c:pt idx="1206">
                  <c:v>18.567434836615853</c:v>
                </c:pt>
                <c:pt idx="1207">
                  <c:v>18.567434836615853</c:v>
                </c:pt>
                <c:pt idx="1208">
                  <c:v>18.567434836615853</c:v>
                </c:pt>
                <c:pt idx="1209">
                  <c:v>18.567434836615853</c:v>
                </c:pt>
                <c:pt idx="1210">
                  <c:v>18.567434836615853</c:v>
                </c:pt>
                <c:pt idx="1211">
                  <c:v>18.567434836615853</c:v>
                </c:pt>
                <c:pt idx="1212">
                  <c:v>18.567434836615853</c:v>
                </c:pt>
                <c:pt idx="1213">
                  <c:v>18.567434836615853</c:v>
                </c:pt>
                <c:pt idx="1214">
                  <c:v>18.567434836615853</c:v>
                </c:pt>
                <c:pt idx="1215">
                  <c:v>18.567434836615853</c:v>
                </c:pt>
                <c:pt idx="1216">
                  <c:v>18.567434836615853</c:v>
                </c:pt>
                <c:pt idx="1217">
                  <c:v>18.567434836615853</c:v>
                </c:pt>
                <c:pt idx="1218">
                  <c:v>18.567434836615853</c:v>
                </c:pt>
                <c:pt idx="1219">
                  <c:v>18.567434836615853</c:v>
                </c:pt>
                <c:pt idx="1220">
                  <c:v>18.567434836615853</c:v>
                </c:pt>
                <c:pt idx="1221">
                  <c:v>18.567434836615853</c:v>
                </c:pt>
                <c:pt idx="1222">
                  <c:v>18.567434836615853</c:v>
                </c:pt>
                <c:pt idx="1223">
                  <c:v>18.567434836615853</c:v>
                </c:pt>
                <c:pt idx="1224">
                  <c:v>18.567434836615853</c:v>
                </c:pt>
                <c:pt idx="1225">
                  <c:v>18.567434836615853</c:v>
                </c:pt>
                <c:pt idx="1226">
                  <c:v>18.567434836615853</c:v>
                </c:pt>
                <c:pt idx="1227">
                  <c:v>18.567434836615853</c:v>
                </c:pt>
                <c:pt idx="1228">
                  <c:v>18.567434836615853</c:v>
                </c:pt>
                <c:pt idx="1229">
                  <c:v>18.567434836615853</c:v>
                </c:pt>
                <c:pt idx="1230">
                  <c:v>18.567434836615853</c:v>
                </c:pt>
                <c:pt idx="1231">
                  <c:v>18.567434836615853</c:v>
                </c:pt>
                <c:pt idx="1232">
                  <c:v>18.567434836615853</c:v>
                </c:pt>
                <c:pt idx="1233">
                  <c:v>18.567434836615853</c:v>
                </c:pt>
                <c:pt idx="1234">
                  <c:v>18.567434836615853</c:v>
                </c:pt>
                <c:pt idx="1235">
                  <c:v>18.567434836615853</c:v>
                </c:pt>
                <c:pt idx="1236">
                  <c:v>18.567434836615853</c:v>
                </c:pt>
                <c:pt idx="1237">
                  <c:v>18.567434836615853</c:v>
                </c:pt>
                <c:pt idx="1238">
                  <c:v>18.567434836615853</c:v>
                </c:pt>
                <c:pt idx="1239">
                  <c:v>18.567434836615853</c:v>
                </c:pt>
                <c:pt idx="1240">
                  <c:v>18.567434836615853</c:v>
                </c:pt>
                <c:pt idx="1241">
                  <c:v>18.567434836615853</c:v>
                </c:pt>
                <c:pt idx="1242">
                  <c:v>18.567434836615853</c:v>
                </c:pt>
                <c:pt idx="1243">
                  <c:v>18.567434836615853</c:v>
                </c:pt>
                <c:pt idx="1244">
                  <c:v>18.567434836615853</c:v>
                </c:pt>
                <c:pt idx="1245">
                  <c:v>18.567434836615853</c:v>
                </c:pt>
                <c:pt idx="1246">
                  <c:v>18.567434836615853</c:v>
                </c:pt>
                <c:pt idx="1247">
                  <c:v>18.567434836615853</c:v>
                </c:pt>
                <c:pt idx="1248">
                  <c:v>18.567434836615853</c:v>
                </c:pt>
                <c:pt idx="1249">
                  <c:v>18.567434836615853</c:v>
                </c:pt>
                <c:pt idx="1250">
                  <c:v>18.567434836615853</c:v>
                </c:pt>
                <c:pt idx="1251">
                  <c:v>18.567434836615853</c:v>
                </c:pt>
                <c:pt idx="1252">
                  <c:v>18.567434836615853</c:v>
                </c:pt>
                <c:pt idx="1253">
                  <c:v>18.567434836615853</c:v>
                </c:pt>
                <c:pt idx="1254">
                  <c:v>18.567434836615853</c:v>
                </c:pt>
                <c:pt idx="1255">
                  <c:v>18.567434836615853</c:v>
                </c:pt>
                <c:pt idx="1256">
                  <c:v>18.567434836615853</c:v>
                </c:pt>
                <c:pt idx="1257">
                  <c:v>18.567434836615853</c:v>
                </c:pt>
                <c:pt idx="1258">
                  <c:v>18.567434836615853</c:v>
                </c:pt>
                <c:pt idx="1259">
                  <c:v>18.567434836615853</c:v>
                </c:pt>
                <c:pt idx="1260">
                  <c:v>18.567434836615853</c:v>
                </c:pt>
                <c:pt idx="1261">
                  <c:v>18.567434836615853</c:v>
                </c:pt>
                <c:pt idx="1262">
                  <c:v>18.567434836615853</c:v>
                </c:pt>
                <c:pt idx="1263">
                  <c:v>18.567434836615853</c:v>
                </c:pt>
                <c:pt idx="1264">
                  <c:v>18.567434836615853</c:v>
                </c:pt>
                <c:pt idx="1265">
                  <c:v>18.567434836615853</c:v>
                </c:pt>
                <c:pt idx="1266">
                  <c:v>18.567434836615853</c:v>
                </c:pt>
                <c:pt idx="1267">
                  <c:v>18.567434836615853</c:v>
                </c:pt>
                <c:pt idx="1268">
                  <c:v>18.567434836615853</c:v>
                </c:pt>
                <c:pt idx="1269">
                  <c:v>18.567434836615853</c:v>
                </c:pt>
                <c:pt idx="1270">
                  <c:v>18.567434836615853</c:v>
                </c:pt>
                <c:pt idx="1271">
                  <c:v>18.567434836615853</c:v>
                </c:pt>
                <c:pt idx="1272">
                  <c:v>18.567434836615853</c:v>
                </c:pt>
                <c:pt idx="1273">
                  <c:v>18.567434836615853</c:v>
                </c:pt>
                <c:pt idx="1274">
                  <c:v>18.567434836615853</c:v>
                </c:pt>
                <c:pt idx="1275">
                  <c:v>18.567434836615853</c:v>
                </c:pt>
                <c:pt idx="1276">
                  <c:v>18.567434836615853</c:v>
                </c:pt>
                <c:pt idx="1277">
                  <c:v>18.567434836615853</c:v>
                </c:pt>
                <c:pt idx="1278">
                  <c:v>18.567434836615853</c:v>
                </c:pt>
                <c:pt idx="1279">
                  <c:v>18.567434836615853</c:v>
                </c:pt>
                <c:pt idx="1280">
                  <c:v>18.567434836615853</c:v>
                </c:pt>
                <c:pt idx="1281">
                  <c:v>18.567434836615853</c:v>
                </c:pt>
                <c:pt idx="1282">
                  <c:v>18.567434836615853</c:v>
                </c:pt>
                <c:pt idx="1283">
                  <c:v>18.567434836615853</c:v>
                </c:pt>
                <c:pt idx="1284">
                  <c:v>18.567434836615853</c:v>
                </c:pt>
                <c:pt idx="1285">
                  <c:v>18.567434836615853</c:v>
                </c:pt>
                <c:pt idx="1286">
                  <c:v>18.567434836615853</c:v>
                </c:pt>
                <c:pt idx="1287">
                  <c:v>18.567434836615853</c:v>
                </c:pt>
                <c:pt idx="1288">
                  <c:v>18.567434836615853</c:v>
                </c:pt>
                <c:pt idx="1289">
                  <c:v>18.567434836615853</c:v>
                </c:pt>
                <c:pt idx="1290">
                  <c:v>18.567434836615853</c:v>
                </c:pt>
                <c:pt idx="1291">
                  <c:v>18.567434836615853</c:v>
                </c:pt>
                <c:pt idx="1292">
                  <c:v>18.567434836615853</c:v>
                </c:pt>
                <c:pt idx="1293">
                  <c:v>18.567434836615853</c:v>
                </c:pt>
                <c:pt idx="1294">
                  <c:v>18.567434836615853</c:v>
                </c:pt>
                <c:pt idx="1295">
                  <c:v>18.567434836615853</c:v>
                </c:pt>
                <c:pt idx="1296">
                  <c:v>18.567434836615853</c:v>
                </c:pt>
                <c:pt idx="1297">
                  <c:v>18.567434836615853</c:v>
                </c:pt>
                <c:pt idx="1298">
                  <c:v>18.567434836615853</c:v>
                </c:pt>
                <c:pt idx="1299">
                  <c:v>18.567434836615853</c:v>
                </c:pt>
                <c:pt idx="1300">
                  <c:v>18.567434836615853</c:v>
                </c:pt>
                <c:pt idx="1301">
                  <c:v>18.567434836615853</c:v>
                </c:pt>
                <c:pt idx="1302">
                  <c:v>18.567434836615853</c:v>
                </c:pt>
                <c:pt idx="1303">
                  <c:v>18.567434836615853</c:v>
                </c:pt>
                <c:pt idx="1304">
                  <c:v>18.567434836615853</c:v>
                </c:pt>
                <c:pt idx="1305">
                  <c:v>18.567434836615853</c:v>
                </c:pt>
                <c:pt idx="1306">
                  <c:v>18.567434836615853</c:v>
                </c:pt>
                <c:pt idx="1307">
                  <c:v>18.567434836615853</c:v>
                </c:pt>
                <c:pt idx="1308">
                  <c:v>18.567434836615853</c:v>
                </c:pt>
                <c:pt idx="1309">
                  <c:v>18.567434836615853</c:v>
                </c:pt>
                <c:pt idx="1310">
                  <c:v>18.567434836615853</c:v>
                </c:pt>
                <c:pt idx="1311">
                  <c:v>18.567434836615853</c:v>
                </c:pt>
                <c:pt idx="1312">
                  <c:v>18.567434836615853</c:v>
                </c:pt>
                <c:pt idx="1313">
                  <c:v>18.567434836615853</c:v>
                </c:pt>
                <c:pt idx="1314">
                  <c:v>18.567434836615853</c:v>
                </c:pt>
                <c:pt idx="1315">
                  <c:v>18.567434836615853</c:v>
                </c:pt>
                <c:pt idx="1316">
                  <c:v>18.567434836615853</c:v>
                </c:pt>
                <c:pt idx="1317">
                  <c:v>18.567434836615853</c:v>
                </c:pt>
                <c:pt idx="1318">
                  <c:v>18.567434836615853</c:v>
                </c:pt>
                <c:pt idx="1319">
                  <c:v>18.567434836615853</c:v>
                </c:pt>
                <c:pt idx="1320">
                  <c:v>18.567434836615853</c:v>
                </c:pt>
                <c:pt idx="1321">
                  <c:v>18.567434836615853</c:v>
                </c:pt>
                <c:pt idx="1322">
                  <c:v>18.567434836615853</c:v>
                </c:pt>
                <c:pt idx="1323">
                  <c:v>18.567434836615853</c:v>
                </c:pt>
                <c:pt idx="1324">
                  <c:v>18.567434836615853</c:v>
                </c:pt>
                <c:pt idx="1325">
                  <c:v>18.567434836615853</c:v>
                </c:pt>
                <c:pt idx="1326">
                  <c:v>18.567434836615853</c:v>
                </c:pt>
                <c:pt idx="1327">
                  <c:v>18.567434836615853</c:v>
                </c:pt>
                <c:pt idx="1328">
                  <c:v>18.567434836615853</c:v>
                </c:pt>
                <c:pt idx="1329">
                  <c:v>18.567434836615853</c:v>
                </c:pt>
                <c:pt idx="1330">
                  <c:v>18.567434836615853</c:v>
                </c:pt>
                <c:pt idx="1331">
                  <c:v>18.567434836615853</c:v>
                </c:pt>
                <c:pt idx="1332">
                  <c:v>18.567434836615853</c:v>
                </c:pt>
                <c:pt idx="1333">
                  <c:v>18.567434836615853</c:v>
                </c:pt>
                <c:pt idx="1334">
                  <c:v>18.567434836615853</c:v>
                </c:pt>
                <c:pt idx="1335">
                  <c:v>18.567434836615853</c:v>
                </c:pt>
                <c:pt idx="1336">
                  <c:v>18.567434836615853</c:v>
                </c:pt>
                <c:pt idx="1337">
                  <c:v>18.567434836615853</c:v>
                </c:pt>
                <c:pt idx="1338">
                  <c:v>18.567434836615853</c:v>
                </c:pt>
                <c:pt idx="1339">
                  <c:v>18.567434836615853</c:v>
                </c:pt>
                <c:pt idx="1340">
                  <c:v>18.567434836615853</c:v>
                </c:pt>
                <c:pt idx="1341">
                  <c:v>18.567434836615853</c:v>
                </c:pt>
                <c:pt idx="1342">
                  <c:v>18.567434836615853</c:v>
                </c:pt>
                <c:pt idx="1343">
                  <c:v>18.567434836615853</c:v>
                </c:pt>
                <c:pt idx="1344">
                  <c:v>18.567434836615853</c:v>
                </c:pt>
                <c:pt idx="1345">
                  <c:v>18.567434836615853</c:v>
                </c:pt>
                <c:pt idx="1346">
                  <c:v>18.567434836615853</c:v>
                </c:pt>
                <c:pt idx="1347">
                  <c:v>18.567434836615853</c:v>
                </c:pt>
                <c:pt idx="1348">
                  <c:v>18.567434836615853</c:v>
                </c:pt>
                <c:pt idx="1349">
                  <c:v>18.567434836615853</c:v>
                </c:pt>
                <c:pt idx="1350">
                  <c:v>18.567434836615853</c:v>
                </c:pt>
                <c:pt idx="1351">
                  <c:v>18.567434836615853</c:v>
                </c:pt>
                <c:pt idx="1352">
                  <c:v>18.567434836615853</c:v>
                </c:pt>
                <c:pt idx="1353">
                  <c:v>18.567434836615853</c:v>
                </c:pt>
                <c:pt idx="1354">
                  <c:v>18.567434836615853</c:v>
                </c:pt>
                <c:pt idx="1355">
                  <c:v>18.567434836615853</c:v>
                </c:pt>
                <c:pt idx="1356">
                  <c:v>18.567434836615853</c:v>
                </c:pt>
                <c:pt idx="1357">
                  <c:v>18.567434836615853</c:v>
                </c:pt>
                <c:pt idx="1358">
                  <c:v>18.567434836615853</c:v>
                </c:pt>
                <c:pt idx="1359">
                  <c:v>18.567434836615853</c:v>
                </c:pt>
                <c:pt idx="1360">
                  <c:v>18.567434836615853</c:v>
                </c:pt>
                <c:pt idx="1361">
                  <c:v>18.567434836615853</c:v>
                </c:pt>
                <c:pt idx="1362">
                  <c:v>18.567434836615853</c:v>
                </c:pt>
                <c:pt idx="1363">
                  <c:v>18.567434836615853</c:v>
                </c:pt>
                <c:pt idx="1364">
                  <c:v>18.567434836615853</c:v>
                </c:pt>
                <c:pt idx="1365">
                  <c:v>18.567434836615853</c:v>
                </c:pt>
                <c:pt idx="1366">
                  <c:v>18.567434836615853</c:v>
                </c:pt>
                <c:pt idx="1367">
                  <c:v>18.567434836615853</c:v>
                </c:pt>
                <c:pt idx="1368">
                  <c:v>18.567434836615853</c:v>
                </c:pt>
                <c:pt idx="1369">
                  <c:v>18.567434836615853</c:v>
                </c:pt>
                <c:pt idx="1370">
                  <c:v>18.567434836615853</c:v>
                </c:pt>
                <c:pt idx="1371">
                  <c:v>18.567434836615853</c:v>
                </c:pt>
                <c:pt idx="1372">
                  <c:v>18.567434836615853</c:v>
                </c:pt>
                <c:pt idx="1373">
                  <c:v>18.567434836615853</c:v>
                </c:pt>
                <c:pt idx="1374">
                  <c:v>18.567434836615853</c:v>
                </c:pt>
                <c:pt idx="1375">
                  <c:v>18.567434836615853</c:v>
                </c:pt>
                <c:pt idx="1376">
                  <c:v>18.567434836615853</c:v>
                </c:pt>
                <c:pt idx="1377">
                  <c:v>18.567434836615853</c:v>
                </c:pt>
                <c:pt idx="1378">
                  <c:v>18.567434836615853</c:v>
                </c:pt>
                <c:pt idx="1379">
                  <c:v>18.567434836615853</c:v>
                </c:pt>
                <c:pt idx="1380">
                  <c:v>18.567434836615853</c:v>
                </c:pt>
                <c:pt idx="1381">
                  <c:v>18.567434836615853</c:v>
                </c:pt>
                <c:pt idx="1382">
                  <c:v>18.567434836615853</c:v>
                </c:pt>
                <c:pt idx="1383">
                  <c:v>18.567434836615853</c:v>
                </c:pt>
                <c:pt idx="1384">
                  <c:v>18.567434836615853</c:v>
                </c:pt>
                <c:pt idx="1385">
                  <c:v>18.567434836615853</c:v>
                </c:pt>
                <c:pt idx="1386">
                  <c:v>18.567434836615853</c:v>
                </c:pt>
                <c:pt idx="1387">
                  <c:v>18.567434836615853</c:v>
                </c:pt>
                <c:pt idx="1388">
                  <c:v>18.567434836615853</c:v>
                </c:pt>
                <c:pt idx="1389">
                  <c:v>18.567434836615853</c:v>
                </c:pt>
                <c:pt idx="1390">
                  <c:v>18.567434836615853</c:v>
                </c:pt>
                <c:pt idx="1391">
                  <c:v>18.567434836615853</c:v>
                </c:pt>
                <c:pt idx="1392">
                  <c:v>18.567434836615853</c:v>
                </c:pt>
                <c:pt idx="1393">
                  <c:v>18.567434836615853</c:v>
                </c:pt>
                <c:pt idx="1394">
                  <c:v>18.567434836615853</c:v>
                </c:pt>
                <c:pt idx="1395">
                  <c:v>18.567434836615853</c:v>
                </c:pt>
                <c:pt idx="1396">
                  <c:v>18.567434836615853</c:v>
                </c:pt>
                <c:pt idx="1397">
                  <c:v>18.567434836615853</c:v>
                </c:pt>
                <c:pt idx="1398">
                  <c:v>18.567434836615853</c:v>
                </c:pt>
                <c:pt idx="1399">
                  <c:v>18.567434836615853</c:v>
                </c:pt>
                <c:pt idx="1400">
                  <c:v>18.567434836615853</c:v>
                </c:pt>
                <c:pt idx="1401">
                  <c:v>18.567434836615853</c:v>
                </c:pt>
                <c:pt idx="1402">
                  <c:v>18.567434836615853</c:v>
                </c:pt>
                <c:pt idx="1403">
                  <c:v>18.567434836615853</c:v>
                </c:pt>
                <c:pt idx="1404">
                  <c:v>18.567434836615853</c:v>
                </c:pt>
                <c:pt idx="1405">
                  <c:v>18.567434836615853</c:v>
                </c:pt>
                <c:pt idx="1406">
                  <c:v>18.567434836615853</c:v>
                </c:pt>
                <c:pt idx="1407">
                  <c:v>18.567434836615853</c:v>
                </c:pt>
                <c:pt idx="1408">
                  <c:v>18.567434836615853</c:v>
                </c:pt>
                <c:pt idx="1409">
                  <c:v>18.567434836615853</c:v>
                </c:pt>
                <c:pt idx="1410">
                  <c:v>18.567434836615853</c:v>
                </c:pt>
                <c:pt idx="1411">
                  <c:v>18.567434836615853</c:v>
                </c:pt>
                <c:pt idx="1412">
                  <c:v>18.567434836615853</c:v>
                </c:pt>
                <c:pt idx="1413">
                  <c:v>18.567434836615853</c:v>
                </c:pt>
                <c:pt idx="1414">
                  <c:v>18.567434836615853</c:v>
                </c:pt>
                <c:pt idx="1415">
                  <c:v>18.567434836615853</c:v>
                </c:pt>
                <c:pt idx="1416">
                  <c:v>18.567434836615853</c:v>
                </c:pt>
                <c:pt idx="1417">
                  <c:v>18.567434836615853</c:v>
                </c:pt>
                <c:pt idx="1418">
                  <c:v>18.567434836615853</c:v>
                </c:pt>
                <c:pt idx="1419">
                  <c:v>18.567434836615853</c:v>
                </c:pt>
                <c:pt idx="1420">
                  <c:v>18.567434836615853</c:v>
                </c:pt>
                <c:pt idx="1421">
                  <c:v>18.567434836615853</c:v>
                </c:pt>
                <c:pt idx="1422">
                  <c:v>18.567434836615853</c:v>
                </c:pt>
                <c:pt idx="1423">
                  <c:v>18.567434836615853</c:v>
                </c:pt>
                <c:pt idx="1424">
                  <c:v>18.567434836615853</c:v>
                </c:pt>
                <c:pt idx="1425">
                  <c:v>18.567434836615853</c:v>
                </c:pt>
                <c:pt idx="1426">
                  <c:v>18.567434836615853</c:v>
                </c:pt>
                <c:pt idx="1427">
                  <c:v>18.567434836615853</c:v>
                </c:pt>
                <c:pt idx="1428">
                  <c:v>18.567434836615853</c:v>
                </c:pt>
                <c:pt idx="1429">
                  <c:v>18.567434836615853</c:v>
                </c:pt>
                <c:pt idx="1430">
                  <c:v>18.567434836615853</c:v>
                </c:pt>
                <c:pt idx="1431">
                  <c:v>18.567434836615853</c:v>
                </c:pt>
                <c:pt idx="1432">
                  <c:v>18.567434836615853</c:v>
                </c:pt>
                <c:pt idx="1433">
                  <c:v>18.567434836615853</c:v>
                </c:pt>
                <c:pt idx="1434">
                  <c:v>18.567434836615853</c:v>
                </c:pt>
                <c:pt idx="1435">
                  <c:v>18.567434836615853</c:v>
                </c:pt>
                <c:pt idx="1436">
                  <c:v>18.567434836615853</c:v>
                </c:pt>
                <c:pt idx="1437">
                  <c:v>18.567434836615853</c:v>
                </c:pt>
                <c:pt idx="1438">
                  <c:v>18.567434836615853</c:v>
                </c:pt>
                <c:pt idx="1439">
                  <c:v>18.567434836615853</c:v>
                </c:pt>
                <c:pt idx="1440">
                  <c:v>18.567434836615853</c:v>
                </c:pt>
                <c:pt idx="1441">
                  <c:v>18.567434836615853</c:v>
                </c:pt>
                <c:pt idx="1442">
                  <c:v>18.567434836615853</c:v>
                </c:pt>
                <c:pt idx="1443">
                  <c:v>18.567434836615853</c:v>
                </c:pt>
                <c:pt idx="1444">
                  <c:v>18.567434836615853</c:v>
                </c:pt>
                <c:pt idx="1445">
                  <c:v>18.567434836615853</c:v>
                </c:pt>
                <c:pt idx="1446">
                  <c:v>18.567434836615853</c:v>
                </c:pt>
                <c:pt idx="1447">
                  <c:v>18.567434836615853</c:v>
                </c:pt>
                <c:pt idx="1448">
                  <c:v>18.567434836615853</c:v>
                </c:pt>
                <c:pt idx="1449">
                  <c:v>18.567434836615853</c:v>
                </c:pt>
                <c:pt idx="1450">
                  <c:v>18.567434836615853</c:v>
                </c:pt>
                <c:pt idx="1451">
                  <c:v>18.567434836615853</c:v>
                </c:pt>
                <c:pt idx="1452">
                  <c:v>18.567434836615853</c:v>
                </c:pt>
                <c:pt idx="1453">
                  <c:v>18.567434836615853</c:v>
                </c:pt>
                <c:pt idx="1454">
                  <c:v>18.567434836615853</c:v>
                </c:pt>
                <c:pt idx="1455">
                  <c:v>18.567434836615853</c:v>
                </c:pt>
                <c:pt idx="1456">
                  <c:v>18.567434836615853</c:v>
                </c:pt>
                <c:pt idx="1457">
                  <c:v>18.567434836615853</c:v>
                </c:pt>
                <c:pt idx="1458">
                  <c:v>18.567434836615853</c:v>
                </c:pt>
                <c:pt idx="1459">
                  <c:v>18.567434836615853</c:v>
                </c:pt>
                <c:pt idx="1460">
                  <c:v>18.567434836615853</c:v>
                </c:pt>
                <c:pt idx="1461">
                  <c:v>18.567434836615853</c:v>
                </c:pt>
                <c:pt idx="1462">
                  <c:v>18.567434836615853</c:v>
                </c:pt>
                <c:pt idx="1463">
                  <c:v>18.567434836615853</c:v>
                </c:pt>
                <c:pt idx="1464">
                  <c:v>18.567434836615853</c:v>
                </c:pt>
                <c:pt idx="1465">
                  <c:v>18.567434836615853</c:v>
                </c:pt>
                <c:pt idx="1466">
                  <c:v>18.567434836615853</c:v>
                </c:pt>
                <c:pt idx="1467">
                  <c:v>18.567434836615853</c:v>
                </c:pt>
                <c:pt idx="1468">
                  <c:v>18.567434836615853</c:v>
                </c:pt>
                <c:pt idx="1469">
                  <c:v>18.567434836615853</c:v>
                </c:pt>
                <c:pt idx="1470">
                  <c:v>18.567434836615853</c:v>
                </c:pt>
                <c:pt idx="1471">
                  <c:v>18.567434836615853</c:v>
                </c:pt>
                <c:pt idx="1472">
                  <c:v>18.567434836615853</c:v>
                </c:pt>
                <c:pt idx="1473">
                  <c:v>18.567434836615853</c:v>
                </c:pt>
                <c:pt idx="1474">
                  <c:v>18.567434836615853</c:v>
                </c:pt>
                <c:pt idx="1475">
                  <c:v>18.567434836615853</c:v>
                </c:pt>
                <c:pt idx="1476">
                  <c:v>18.567434836615853</c:v>
                </c:pt>
                <c:pt idx="1477">
                  <c:v>18.567434836615853</c:v>
                </c:pt>
                <c:pt idx="1478">
                  <c:v>18.567434836615853</c:v>
                </c:pt>
                <c:pt idx="1479">
                  <c:v>18.567434836615853</c:v>
                </c:pt>
                <c:pt idx="1480">
                  <c:v>18.567434836615853</c:v>
                </c:pt>
                <c:pt idx="1481">
                  <c:v>18.567434836615853</c:v>
                </c:pt>
                <c:pt idx="1482">
                  <c:v>18.567434836615853</c:v>
                </c:pt>
                <c:pt idx="1483">
                  <c:v>18.567434836615853</c:v>
                </c:pt>
                <c:pt idx="1484">
                  <c:v>18.567434836615853</c:v>
                </c:pt>
                <c:pt idx="1485">
                  <c:v>18.567434836615853</c:v>
                </c:pt>
                <c:pt idx="1486">
                  <c:v>18.567434836615853</c:v>
                </c:pt>
                <c:pt idx="1487">
                  <c:v>18.567434836615853</c:v>
                </c:pt>
                <c:pt idx="1488">
                  <c:v>18.567434836615853</c:v>
                </c:pt>
                <c:pt idx="1489">
                  <c:v>18.567434836615853</c:v>
                </c:pt>
                <c:pt idx="1490">
                  <c:v>18.567434836615853</c:v>
                </c:pt>
                <c:pt idx="1491">
                  <c:v>18.567434836615853</c:v>
                </c:pt>
                <c:pt idx="1492">
                  <c:v>18.567434836615853</c:v>
                </c:pt>
                <c:pt idx="1493">
                  <c:v>18.567434836615853</c:v>
                </c:pt>
                <c:pt idx="1494">
                  <c:v>18.567434836615853</c:v>
                </c:pt>
                <c:pt idx="1495">
                  <c:v>18.567434836615853</c:v>
                </c:pt>
                <c:pt idx="1496">
                  <c:v>18.567434836615853</c:v>
                </c:pt>
                <c:pt idx="1497">
                  <c:v>18.567434836615853</c:v>
                </c:pt>
                <c:pt idx="1498">
                  <c:v>18.567434836615853</c:v>
                </c:pt>
                <c:pt idx="1499">
                  <c:v>18.567434836615853</c:v>
                </c:pt>
                <c:pt idx="1500">
                  <c:v>18.567434836615853</c:v>
                </c:pt>
                <c:pt idx="1501">
                  <c:v>18.567434836615853</c:v>
                </c:pt>
                <c:pt idx="1502">
                  <c:v>18.567434836615853</c:v>
                </c:pt>
                <c:pt idx="1503">
                  <c:v>18.567434836615853</c:v>
                </c:pt>
                <c:pt idx="1504">
                  <c:v>18.567434836615853</c:v>
                </c:pt>
                <c:pt idx="1505">
                  <c:v>18.567434836615853</c:v>
                </c:pt>
                <c:pt idx="1506">
                  <c:v>18.567434836615853</c:v>
                </c:pt>
                <c:pt idx="1507">
                  <c:v>18.567434836615853</c:v>
                </c:pt>
                <c:pt idx="1508">
                  <c:v>18.567434836615853</c:v>
                </c:pt>
                <c:pt idx="1509">
                  <c:v>18.567434836615853</c:v>
                </c:pt>
                <c:pt idx="1510">
                  <c:v>18.567434836615853</c:v>
                </c:pt>
                <c:pt idx="1511">
                  <c:v>18.567434836615853</c:v>
                </c:pt>
                <c:pt idx="1512">
                  <c:v>18.567434836615853</c:v>
                </c:pt>
                <c:pt idx="1513">
                  <c:v>18.567434836615853</c:v>
                </c:pt>
                <c:pt idx="1514">
                  <c:v>18.567434836615853</c:v>
                </c:pt>
                <c:pt idx="1515">
                  <c:v>18.567434836615853</c:v>
                </c:pt>
                <c:pt idx="1516">
                  <c:v>18.567434836615853</c:v>
                </c:pt>
                <c:pt idx="1517">
                  <c:v>18.567434836615853</c:v>
                </c:pt>
                <c:pt idx="1518">
                  <c:v>18.567434836615853</c:v>
                </c:pt>
                <c:pt idx="1519">
                  <c:v>18.567434836615853</c:v>
                </c:pt>
                <c:pt idx="1520">
                  <c:v>18.567434836615853</c:v>
                </c:pt>
                <c:pt idx="1521">
                  <c:v>18.567434836615853</c:v>
                </c:pt>
                <c:pt idx="1522">
                  <c:v>18.567434836615853</c:v>
                </c:pt>
                <c:pt idx="1523">
                  <c:v>18.567434836615853</c:v>
                </c:pt>
                <c:pt idx="1524">
                  <c:v>18.567434836615853</c:v>
                </c:pt>
                <c:pt idx="1525">
                  <c:v>18.567434836615853</c:v>
                </c:pt>
                <c:pt idx="1526">
                  <c:v>18.567434836615853</c:v>
                </c:pt>
                <c:pt idx="1527">
                  <c:v>18.567434836615853</c:v>
                </c:pt>
                <c:pt idx="1528">
                  <c:v>18.567434836615853</c:v>
                </c:pt>
                <c:pt idx="1529">
                  <c:v>18.567434836615853</c:v>
                </c:pt>
                <c:pt idx="1530">
                  <c:v>18.567434836615853</c:v>
                </c:pt>
                <c:pt idx="1531">
                  <c:v>18.567434836615853</c:v>
                </c:pt>
                <c:pt idx="1532">
                  <c:v>18.567434836615853</c:v>
                </c:pt>
                <c:pt idx="1533">
                  <c:v>18.567434836615853</c:v>
                </c:pt>
                <c:pt idx="1534">
                  <c:v>18.567434836615853</c:v>
                </c:pt>
                <c:pt idx="1535">
                  <c:v>18.567434836615853</c:v>
                </c:pt>
                <c:pt idx="1536">
                  <c:v>18.567434836615853</c:v>
                </c:pt>
                <c:pt idx="1537">
                  <c:v>18.567434836615853</c:v>
                </c:pt>
                <c:pt idx="1538">
                  <c:v>18.567434836615853</c:v>
                </c:pt>
                <c:pt idx="1539">
                  <c:v>18.567434836615853</c:v>
                </c:pt>
                <c:pt idx="1540">
                  <c:v>18.567434836615853</c:v>
                </c:pt>
                <c:pt idx="1541">
                  <c:v>18.567434836615853</c:v>
                </c:pt>
                <c:pt idx="1542">
                  <c:v>18.567434836615853</c:v>
                </c:pt>
                <c:pt idx="1543">
                  <c:v>18.567434836615853</c:v>
                </c:pt>
                <c:pt idx="1544">
                  <c:v>18.567434836615853</c:v>
                </c:pt>
                <c:pt idx="1545">
                  <c:v>18.567434836615853</c:v>
                </c:pt>
                <c:pt idx="1546">
                  <c:v>18.567434836615853</c:v>
                </c:pt>
                <c:pt idx="1547">
                  <c:v>18.567434836615853</c:v>
                </c:pt>
                <c:pt idx="1548">
                  <c:v>18.567434836615853</c:v>
                </c:pt>
                <c:pt idx="1549">
                  <c:v>18.567434836615853</c:v>
                </c:pt>
                <c:pt idx="1550">
                  <c:v>18.567434836615853</c:v>
                </c:pt>
                <c:pt idx="1551">
                  <c:v>18.567434836615853</c:v>
                </c:pt>
                <c:pt idx="1552">
                  <c:v>18.567434836615853</c:v>
                </c:pt>
                <c:pt idx="1553">
                  <c:v>18.567434836615853</c:v>
                </c:pt>
                <c:pt idx="1554">
                  <c:v>18.567434836615853</c:v>
                </c:pt>
                <c:pt idx="1555">
                  <c:v>18.567434836615853</c:v>
                </c:pt>
                <c:pt idx="1556">
                  <c:v>18.567434836615853</c:v>
                </c:pt>
                <c:pt idx="1557">
                  <c:v>18.567434836615853</c:v>
                </c:pt>
                <c:pt idx="1558">
                  <c:v>18.567434836615853</c:v>
                </c:pt>
                <c:pt idx="1559">
                  <c:v>18.567434836615853</c:v>
                </c:pt>
                <c:pt idx="1560">
                  <c:v>18.567434836615853</c:v>
                </c:pt>
                <c:pt idx="1561">
                  <c:v>18.567434836615853</c:v>
                </c:pt>
                <c:pt idx="1562">
                  <c:v>18.567434836615853</c:v>
                </c:pt>
                <c:pt idx="1563">
                  <c:v>18.567434836615853</c:v>
                </c:pt>
                <c:pt idx="1564">
                  <c:v>18.567434836615853</c:v>
                </c:pt>
                <c:pt idx="1565">
                  <c:v>18.567434836615853</c:v>
                </c:pt>
                <c:pt idx="1566">
                  <c:v>18.567434836615853</c:v>
                </c:pt>
                <c:pt idx="1567">
                  <c:v>18.567434836615853</c:v>
                </c:pt>
                <c:pt idx="1568">
                  <c:v>18.567434836615853</c:v>
                </c:pt>
                <c:pt idx="1569">
                  <c:v>18.567434836615853</c:v>
                </c:pt>
                <c:pt idx="1570">
                  <c:v>18.567434836615853</c:v>
                </c:pt>
                <c:pt idx="1571">
                  <c:v>18.567434836615853</c:v>
                </c:pt>
                <c:pt idx="1572">
                  <c:v>18.567434836615853</c:v>
                </c:pt>
                <c:pt idx="1573">
                  <c:v>18.567434836615853</c:v>
                </c:pt>
                <c:pt idx="1574">
                  <c:v>18.567434836615853</c:v>
                </c:pt>
                <c:pt idx="1575">
                  <c:v>18.567434836615853</c:v>
                </c:pt>
                <c:pt idx="1576">
                  <c:v>18.567434836615853</c:v>
                </c:pt>
                <c:pt idx="1577">
                  <c:v>18.567434836615853</c:v>
                </c:pt>
                <c:pt idx="1578">
                  <c:v>18.567434836615853</c:v>
                </c:pt>
                <c:pt idx="1579">
                  <c:v>18.567434836615853</c:v>
                </c:pt>
                <c:pt idx="1580">
                  <c:v>18.567434836615853</c:v>
                </c:pt>
                <c:pt idx="1581">
                  <c:v>18.567434836615853</c:v>
                </c:pt>
                <c:pt idx="1582">
                  <c:v>18.567434836615853</c:v>
                </c:pt>
                <c:pt idx="1583">
                  <c:v>18.567434836615853</c:v>
                </c:pt>
                <c:pt idx="1584">
                  <c:v>18.567434836615853</c:v>
                </c:pt>
                <c:pt idx="1585">
                  <c:v>18.567434836615853</c:v>
                </c:pt>
                <c:pt idx="1586">
                  <c:v>18.567434836615853</c:v>
                </c:pt>
                <c:pt idx="1587">
                  <c:v>18.567434836615853</c:v>
                </c:pt>
                <c:pt idx="1588">
                  <c:v>18.567434836615853</c:v>
                </c:pt>
                <c:pt idx="1589">
                  <c:v>18.567434836615853</c:v>
                </c:pt>
                <c:pt idx="1590">
                  <c:v>18.567434836615853</c:v>
                </c:pt>
                <c:pt idx="1591">
                  <c:v>18.567434836615853</c:v>
                </c:pt>
                <c:pt idx="1592">
                  <c:v>18.567434836615853</c:v>
                </c:pt>
                <c:pt idx="1593">
                  <c:v>18.567434836615853</c:v>
                </c:pt>
                <c:pt idx="1594">
                  <c:v>18.567434836615853</c:v>
                </c:pt>
                <c:pt idx="1595">
                  <c:v>18.567434836615853</c:v>
                </c:pt>
                <c:pt idx="1596">
                  <c:v>18.567434836615853</c:v>
                </c:pt>
                <c:pt idx="1597">
                  <c:v>18.567434836615853</c:v>
                </c:pt>
                <c:pt idx="1598">
                  <c:v>18.567434836615853</c:v>
                </c:pt>
                <c:pt idx="1599">
                  <c:v>18.567434836615853</c:v>
                </c:pt>
                <c:pt idx="1600">
                  <c:v>18.567434836615853</c:v>
                </c:pt>
                <c:pt idx="1601">
                  <c:v>18.567434836615853</c:v>
                </c:pt>
                <c:pt idx="1602">
                  <c:v>18.567434836615853</c:v>
                </c:pt>
                <c:pt idx="1603">
                  <c:v>18.567434836615853</c:v>
                </c:pt>
                <c:pt idx="1604">
                  <c:v>18.567434836615853</c:v>
                </c:pt>
                <c:pt idx="1605">
                  <c:v>18.567434836615853</c:v>
                </c:pt>
                <c:pt idx="1606">
                  <c:v>18.567434836615853</c:v>
                </c:pt>
                <c:pt idx="1607">
                  <c:v>18.567434836615853</c:v>
                </c:pt>
                <c:pt idx="1608">
                  <c:v>18.567434836615853</c:v>
                </c:pt>
                <c:pt idx="1609">
                  <c:v>18.567434836615853</c:v>
                </c:pt>
                <c:pt idx="1610">
                  <c:v>18.567434836615853</c:v>
                </c:pt>
                <c:pt idx="1611">
                  <c:v>18.567434836615853</c:v>
                </c:pt>
                <c:pt idx="1612">
                  <c:v>18.567434836615853</c:v>
                </c:pt>
                <c:pt idx="1613">
                  <c:v>18.567434836615853</c:v>
                </c:pt>
                <c:pt idx="1614">
                  <c:v>18.567434836615853</c:v>
                </c:pt>
                <c:pt idx="1615">
                  <c:v>18.567434836615853</c:v>
                </c:pt>
                <c:pt idx="1616">
                  <c:v>18.567434836615853</c:v>
                </c:pt>
                <c:pt idx="1617">
                  <c:v>18.567434836615853</c:v>
                </c:pt>
                <c:pt idx="1618">
                  <c:v>18.567434836615853</c:v>
                </c:pt>
                <c:pt idx="1619">
                  <c:v>18.567434836615853</c:v>
                </c:pt>
                <c:pt idx="1620">
                  <c:v>18.567434836615853</c:v>
                </c:pt>
                <c:pt idx="1621">
                  <c:v>18.567434836615853</c:v>
                </c:pt>
                <c:pt idx="1622">
                  <c:v>18.567434836615853</c:v>
                </c:pt>
                <c:pt idx="1623">
                  <c:v>18.567434836615853</c:v>
                </c:pt>
                <c:pt idx="1624">
                  <c:v>18.567434836615853</c:v>
                </c:pt>
                <c:pt idx="1625">
                  <c:v>18.567434836615853</c:v>
                </c:pt>
                <c:pt idx="1626">
                  <c:v>18.567434836615853</c:v>
                </c:pt>
                <c:pt idx="1627">
                  <c:v>18.567434836615853</c:v>
                </c:pt>
                <c:pt idx="1628">
                  <c:v>18.567434836615853</c:v>
                </c:pt>
                <c:pt idx="1629">
                  <c:v>18.567434836615853</c:v>
                </c:pt>
                <c:pt idx="1630">
                  <c:v>18.567434836615853</c:v>
                </c:pt>
                <c:pt idx="1631">
                  <c:v>18.567434836615853</c:v>
                </c:pt>
                <c:pt idx="1632">
                  <c:v>18.567434836615853</c:v>
                </c:pt>
                <c:pt idx="1633">
                  <c:v>18.567434836615853</c:v>
                </c:pt>
                <c:pt idx="1634">
                  <c:v>18.567434836615853</c:v>
                </c:pt>
                <c:pt idx="1635">
                  <c:v>18.567434836615853</c:v>
                </c:pt>
                <c:pt idx="1636">
                  <c:v>18.567434836615853</c:v>
                </c:pt>
                <c:pt idx="1637">
                  <c:v>18.567434836615853</c:v>
                </c:pt>
                <c:pt idx="1638">
                  <c:v>18.567434836615853</c:v>
                </c:pt>
                <c:pt idx="1639">
                  <c:v>18.567434836615853</c:v>
                </c:pt>
                <c:pt idx="1640">
                  <c:v>18.567434836615853</c:v>
                </c:pt>
                <c:pt idx="1641">
                  <c:v>18.567434836615853</c:v>
                </c:pt>
                <c:pt idx="1642">
                  <c:v>18.567434836615853</c:v>
                </c:pt>
                <c:pt idx="1643">
                  <c:v>18.567434836615853</c:v>
                </c:pt>
                <c:pt idx="1644">
                  <c:v>18.567434836615853</c:v>
                </c:pt>
                <c:pt idx="1645">
                  <c:v>18.567434836615853</c:v>
                </c:pt>
                <c:pt idx="1646">
                  <c:v>18.567434836615853</c:v>
                </c:pt>
                <c:pt idx="1647">
                  <c:v>18.567434836615853</c:v>
                </c:pt>
                <c:pt idx="1648">
                  <c:v>18.567434836615853</c:v>
                </c:pt>
                <c:pt idx="1649">
                  <c:v>18.567434836615853</c:v>
                </c:pt>
                <c:pt idx="1650">
                  <c:v>18.567434836615853</c:v>
                </c:pt>
                <c:pt idx="1651">
                  <c:v>18.567434836615853</c:v>
                </c:pt>
                <c:pt idx="1652">
                  <c:v>18.567434836615853</c:v>
                </c:pt>
                <c:pt idx="1653">
                  <c:v>18.567434836615853</c:v>
                </c:pt>
                <c:pt idx="1654">
                  <c:v>18.567434836615853</c:v>
                </c:pt>
                <c:pt idx="1655">
                  <c:v>18.567434836615853</c:v>
                </c:pt>
                <c:pt idx="1656">
                  <c:v>18.567434836615853</c:v>
                </c:pt>
                <c:pt idx="1657">
                  <c:v>18.567434836615853</c:v>
                </c:pt>
                <c:pt idx="1658">
                  <c:v>18.567434836615853</c:v>
                </c:pt>
                <c:pt idx="1659">
                  <c:v>18.567434836615853</c:v>
                </c:pt>
                <c:pt idx="1660">
                  <c:v>18.567434836615853</c:v>
                </c:pt>
                <c:pt idx="1661">
                  <c:v>18.567434836615853</c:v>
                </c:pt>
                <c:pt idx="1662">
                  <c:v>18.567434836615853</c:v>
                </c:pt>
                <c:pt idx="1663">
                  <c:v>18.567434836615853</c:v>
                </c:pt>
                <c:pt idx="1664">
                  <c:v>18.567434836615853</c:v>
                </c:pt>
                <c:pt idx="1665">
                  <c:v>18.567434836615853</c:v>
                </c:pt>
                <c:pt idx="1666">
                  <c:v>18.567434836615853</c:v>
                </c:pt>
                <c:pt idx="1667">
                  <c:v>18.567434836615853</c:v>
                </c:pt>
                <c:pt idx="1668">
                  <c:v>18.567434836615853</c:v>
                </c:pt>
                <c:pt idx="1669">
                  <c:v>18.567434836615853</c:v>
                </c:pt>
                <c:pt idx="1670">
                  <c:v>18.567434836615853</c:v>
                </c:pt>
                <c:pt idx="1671">
                  <c:v>18.567434836615853</c:v>
                </c:pt>
                <c:pt idx="1672">
                  <c:v>18.567434836615853</c:v>
                </c:pt>
                <c:pt idx="1673">
                  <c:v>18.567434836615853</c:v>
                </c:pt>
                <c:pt idx="1674">
                  <c:v>18.567434836615853</c:v>
                </c:pt>
                <c:pt idx="1675">
                  <c:v>18.567434836615853</c:v>
                </c:pt>
                <c:pt idx="1676">
                  <c:v>18.567434836615853</c:v>
                </c:pt>
                <c:pt idx="1677">
                  <c:v>18.567434836615853</c:v>
                </c:pt>
                <c:pt idx="1678">
                  <c:v>18.567434836615853</c:v>
                </c:pt>
                <c:pt idx="1679">
                  <c:v>18.567434836615853</c:v>
                </c:pt>
                <c:pt idx="1680">
                  <c:v>18.567434836615853</c:v>
                </c:pt>
                <c:pt idx="1681">
                  <c:v>18.567434836615853</c:v>
                </c:pt>
                <c:pt idx="1682">
                  <c:v>18.567434836615853</c:v>
                </c:pt>
                <c:pt idx="1683">
                  <c:v>18.567434836615853</c:v>
                </c:pt>
                <c:pt idx="1684">
                  <c:v>18.567434836615853</c:v>
                </c:pt>
                <c:pt idx="1685">
                  <c:v>18.567434836615853</c:v>
                </c:pt>
                <c:pt idx="1686">
                  <c:v>18.567434836615853</c:v>
                </c:pt>
                <c:pt idx="1687">
                  <c:v>18.567434836615853</c:v>
                </c:pt>
                <c:pt idx="1688">
                  <c:v>18.567434836615853</c:v>
                </c:pt>
                <c:pt idx="1689">
                  <c:v>18.567434836615853</c:v>
                </c:pt>
                <c:pt idx="1690">
                  <c:v>18.567434836615853</c:v>
                </c:pt>
                <c:pt idx="1691">
                  <c:v>18.567434836615853</c:v>
                </c:pt>
                <c:pt idx="1692">
                  <c:v>18.567434836615853</c:v>
                </c:pt>
                <c:pt idx="1693">
                  <c:v>18.567434836615853</c:v>
                </c:pt>
                <c:pt idx="1694">
                  <c:v>18.567434836615853</c:v>
                </c:pt>
                <c:pt idx="1695">
                  <c:v>18.567434836615853</c:v>
                </c:pt>
                <c:pt idx="1696">
                  <c:v>18.567434836615853</c:v>
                </c:pt>
                <c:pt idx="1697">
                  <c:v>18.567434836615853</c:v>
                </c:pt>
                <c:pt idx="1698">
                  <c:v>18.567434836615853</c:v>
                </c:pt>
                <c:pt idx="1699">
                  <c:v>18.567434836615853</c:v>
                </c:pt>
                <c:pt idx="1700">
                  <c:v>18.567434836615853</c:v>
                </c:pt>
                <c:pt idx="1701">
                  <c:v>18.567434836615853</c:v>
                </c:pt>
                <c:pt idx="1702">
                  <c:v>18.567434836615853</c:v>
                </c:pt>
                <c:pt idx="1703">
                  <c:v>18.567434836615853</c:v>
                </c:pt>
                <c:pt idx="1704">
                  <c:v>18.567434836615853</c:v>
                </c:pt>
                <c:pt idx="1705">
                  <c:v>18.567434836615853</c:v>
                </c:pt>
                <c:pt idx="1706">
                  <c:v>18.567434836615853</c:v>
                </c:pt>
                <c:pt idx="1707">
                  <c:v>18.567434836615853</c:v>
                </c:pt>
                <c:pt idx="1708">
                  <c:v>18.567434836615853</c:v>
                </c:pt>
                <c:pt idx="1709">
                  <c:v>18.567434836615853</c:v>
                </c:pt>
                <c:pt idx="1710">
                  <c:v>18.567434836615853</c:v>
                </c:pt>
                <c:pt idx="1711">
                  <c:v>18.567434836615853</c:v>
                </c:pt>
                <c:pt idx="1712">
                  <c:v>18.567434836615853</c:v>
                </c:pt>
                <c:pt idx="1713">
                  <c:v>18.567434836615853</c:v>
                </c:pt>
                <c:pt idx="1714">
                  <c:v>18.567434836615853</c:v>
                </c:pt>
                <c:pt idx="1715">
                  <c:v>18.567434836615853</c:v>
                </c:pt>
                <c:pt idx="1716">
                  <c:v>18.567434836615853</c:v>
                </c:pt>
                <c:pt idx="1717">
                  <c:v>18.567434836615853</c:v>
                </c:pt>
                <c:pt idx="1718">
                  <c:v>18.567434836615853</c:v>
                </c:pt>
                <c:pt idx="1719">
                  <c:v>18.567434836615853</c:v>
                </c:pt>
                <c:pt idx="1720">
                  <c:v>18.567434836615853</c:v>
                </c:pt>
                <c:pt idx="1721">
                  <c:v>18.567434836615853</c:v>
                </c:pt>
                <c:pt idx="1722">
                  <c:v>18.567434836615853</c:v>
                </c:pt>
                <c:pt idx="1723">
                  <c:v>18.567434836615853</c:v>
                </c:pt>
                <c:pt idx="1724">
                  <c:v>18.567434836615853</c:v>
                </c:pt>
                <c:pt idx="1725">
                  <c:v>18.567434836615853</c:v>
                </c:pt>
                <c:pt idx="1726">
                  <c:v>18.567434836615853</c:v>
                </c:pt>
                <c:pt idx="1727">
                  <c:v>18.567434836615853</c:v>
                </c:pt>
                <c:pt idx="1728">
                  <c:v>18.567434836615853</c:v>
                </c:pt>
                <c:pt idx="1729">
                  <c:v>18.567434836615853</c:v>
                </c:pt>
                <c:pt idx="1730">
                  <c:v>18.567434836615853</c:v>
                </c:pt>
                <c:pt idx="1731">
                  <c:v>18.567434836615853</c:v>
                </c:pt>
                <c:pt idx="1732">
                  <c:v>18.567434836615853</c:v>
                </c:pt>
                <c:pt idx="1733">
                  <c:v>18.567434836615853</c:v>
                </c:pt>
                <c:pt idx="1734">
                  <c:v>18.567434836615853</c:v>
                </c:pt>
                <c:pt idx="1735">
                  <c:v>18.567434836615853</c:v>
                </c:pt>
                <c:pt idx="1736">
                  <c:v>18.567434836615853</c:v>
                </c:pt>
                <c:pt idx="1737">
                  <c:v>18.567434836615853</c:v>
                </c:pt>
                <c:pt idx="1738">
                  <c:v>18.567434836615853</c:v>
                </c:pt>
                <c:pt idx="1739">
                  <c:v>18.567434836615853</c:v>
                </c:pt>
                <c:pt idx="1740">
                  <c:v>18.567434836615853</c:v>
                </c:pt>
                <c:pt idx="1741">
                  <c:v>18.567434836615853</c:v>
                </c:pt>
                <c:pt idx="1742">
                  <c:v>18.567434836615853</c:v>
                </c:pt>
                <c:pt idx="1743">
                  <c:v>18.567434836615853</c:v>
                </c:pt>
                <c:pt idx="1744">
                  <c:v>18.567434836615853</c:v>
                </c:pt>
                <c:pt idx="1745">
                  <c:v>18.567434836615853</c:v>
                </c:pt>
                <c:pt idx="1746">
                  <c:v>18.567434836615853</c:v>
                </c:pt>
                <c:pt idx="1747">
                  <c:v>18.567434836615853</c:v>
                </c:pt>
                <c:pt idx="1748">
                  <c:v>18.567434836615853</c:v>
                </c:pt>
                <c:pt idx="1749">
                  <c:v>18.567434836615853</c:v>
                </c:pt>
                <c:pt idx="1750">
                  <c:v>18.567434836615853</c:v>
                </c:pt>
                <c:pt idx="1751">
                  <c:v>18.567434836615853</c:v>
                </c:pt>
                <c:pt idx="1752">
                  <c:v>18.567434836615853</c:v>
                </c:pt>
                <c:pt idx="1753">
                  <c:v>18.567434836615853</c:v>
                </c:pt>
                <c:pt idx="1754">
                  <c:v>18.567434836615853</c:v>
                </c:pt>
                <c:pt idx="1755">
                  <c:v>18.567434836615853</c:v>
                </c:pt>
                <c:pt idx="1756">
                  <c:v>18.567434836615853</c:v>
                </c:pt>
                <c:pt idx="1757">
                  <c:v>18.567434836615853</c:v>
                </c:pt>
                <c:pt idx="1758">
                  <c:v>18.567434836615853</c:v>
                </c:pt>
                <c:pt idx="1759">
                  <c:v>18.567434836615853</c:v>
                </c:pt>
                <c:pt idx="1760">
                  <c:v>18.567434836615853</c:v>
                </c:pt>
                <c:pt idx="1761">
                  <c:v>18.567434836615853</c:v>
                </c:pt>
                <c:pt idx="1762">
                  <c:v>18.567434836615853</c:v>
                </c:pt>
                <c:pt idx="1763">
                  <c:v>18.567434836615853</c:v>
                </c:pt>
                <c:pt idx="1764">
                  <c:v>18.567434836615853</c:v>
                </c:pt>
                <c:pt idx="1765">
                  <c:v>18.567434836615853</c:v>
                </c:pt>
                <c:pt idx="1766">
                  <c:v>18.567434836615853</c:v>
                </c:pt>
                <c:pt idx="1767">
                  <c:v>18.567434836615853</c:v>
                </c:pt>
                <c:pt idx="1768">
                  <c:v>18.567434836615853</c:v>
                </c:pt>
                <c:pt idx="1769">
                  <c:v>18.567434836615853</c:v>
                </c:pt>
                <c:pt idx="1770">
                  <c:v>18.567434836615853</c:v>
                </c:pt>
                <c:pt idx="1771">
                  <c:v>18.567434836615853</c:v>
                </c:pt>
                <c:pt idx="1772">
                  <c:v>18.567434836615853</c:v>
                </c:pt>
                <c:pt idx="1773">
                  <c:v>18.567434836615853</c:v>
                </c:pt>
                <c:pt idx="1774">
                  <c:v>18.567434836615853</c:v>
                </c:pt>
                <c:pt idx="1775">
                  <c:v>18.567434836615853</c:v>
                </c:pt>
                <c:pt idx="1776">
                  <c:v>18.567434836615853</c:v>
                </c:pt>
                <c:pt idx="1777">
                  <c:v>18.567434836615853</c:v>
                </c:pt>
                <c:pt idx="1778">
                  <c:v>18.567434836615853</c:v>
                </c:pt>
                <c:pt idx="1779">
                  <c:v>18.567434836615853</c:v>
                </c:pt>
                <c:pt idx="1780">
                  <c:v>18.567434836615853</c:v>
                </c:pt>
                <c:pt idx="1781">
                  <c:v>18.567434836615853</c:v>
                </c:pt>
                <c:pt idx="1782">
                  <c:v>18.567434836615853</c:v>
                </c:pt>
                <c:pt idx="1783">
                  <c:v>18.567434836615853</c:v>
                </c:pt>
                <c:pt idx="1784">
                  <c:v>18.567434836615853</c:v>
                </c:pt>
                <c:pt idx="1785">
                  <c:v>18.567434836615853</c:v>
                </c:pt>
                <c:pt idx="1786">
                  <c:v>18.567434836615853</c:v>
                </c:pt>
                <c:pt idx="1787">
                  <c:v>18.567434836615853</c:v>
                </c:pt>
                <c:pt idx="1788">
                  <c:v>18.567434836615853</c:v>
                </c:pt>
                <c:pt idx="1789">
                  <c:v>18.567434836615853</c:v>
                </c:pt>
                <c:pt idx="1790">
                  <c:v>18.567434836615853</c:v>
                </c:pt>
                <c:pt idx="1791">
                  <c:v>18.567434836615853</c:v>
                </c:pt>
                <c:pt idx="1792">
                  <c:v>18.567434836615853</c:v>
                </c:pt>
                <c:pt idx="1793">
                  <c:v>18.567434836615853</c:v>
                </c:pt>
                <c:pt idx="1794">
                  <c:v>18.567434836615853</c:v>
                </c:pt>
                <c:pt idx="1795">
                  <c:v>18.567434836615853</c:v>
                </c:pt>
                <c:pt idx="1796">
                  <c:v>18.567434836615853</c:v>
                </c:pt>
                <c:pt idx="1797">
                  <c:v>18.567434836615853</c:v>
                </c:pt>
                <c:pt idx="1798">
                  <c:v>18.567434836615853</c:v>
                </c:pt>
                <c:pt idx="1799">
                  <c:v>18.567434836615853</c:v>
                </c:pt>
                <c:pt idx="1800">
                  <c:v>18.567434836615853</c:v>
                </c:pt>
                <c:pt idx="1801">
                  <c:v>18.567434836615853</c:v>
                </c:pt>
                <c:pt idx="1802">
                  <c:v>18.567434836615853</c:v>
                </c:pt>
                <c:pt idx="1803">
                  <c:v>18.567434836615853</c:v>
                </c:pt>
                <c:pt idx="1804">
                  <c:v>18.567434836615853</c:v>
                </c:pt>
                <c:pt idx="1805">
                  <c:v>18.567434836615853</c:v>
                </c:pt>
                <c:pt idx="1806">
                  <c:v>18.567434836615853</c:v>
                </c:pt>
                <c:pt idx="1807">
                  <c:v>18.567434836615853</c:v>
                </c:pt>
                <c:pt idx="1808">
                  <c:v>18.567434836615853</c:v>
                </c:pt>
                <c:pt idx="1809">
                  <c:v>18.567434836615853</c:v>
                </c:pt>
                <c:pt idx="1810">
                  <c:v>18.567434836615853</c:v>
                </c:pt>
                <c:pt idx="1811">
                  <c:v>18.567434836615853</c:v>
                </c:pt>
                <c:pt idx="1812">
                  <c:v>18.567434836615853</c:v>
                </c:pt>
                <c:pt idx="1813">
                  <c:v>18.567434836615853</c:v>
                </c:pt>
                <c:pt idx="1814">
                  <c:v>18.567434836615853</c:v>
                </c:pt>
                <c:pt idx="1815">
                  <c:v>18.567434836615853</c:v>
                </c:pt>
                <c:pt idx="1816">
                  <c:v>18.567434836615853</c:v>
                </c:pt>
                <c:pt idx="1817">
                  <c:v>18.567434836615853</c:v>
                </c:pt>
                <c:pt idx="1818">
                  <c:v>18.567434836615853</c:v>
                </c:pt>
                <c:pt idx="1819">
                  <c:v>18.567434836615853</c:v>
                </c:pt>
                <c:pt idx="1820">
                  <c:v>18.567434836615853</c:v>
                </c:pt>
                <c:pt idx="1821">
                  <c:v>18.567434836615853</c:v>
                </c:pt>
                <c:pt idx="1822">
                  <c:v>18.567434836615853</c:v>
                </c:pt>
                <c:pt idx="1823">
                  <c:v>18.567434836615853</c:v>
                </c:pt>
                <c:pt idx="1824">
                  <c:v>18.567434836615853</c:v>
                </c:pt>
                <c:pt idx="1825">
                  <c:v>18.567434836615853</c:v>
                </c:pt>
                <c:pt idx="1826">
                  <c:v>18.567434836615853</c:v>
                </c:pt>
                <c:pt idx="1827">
                  <c:v>18.567434836615853</c:v>
                </c:pt>
                <c:pt idx="1828">
                  <c:v>18.567434836615853</c:v>
                </c:pt>
              </c:numCache>
            </c:numRef>
          </c:val>
          <c:smooth val="0"/>
          <c:extLst>
            <c:ext xmlns:c16="http://schemas.microsoft.com/office/drawing/2014/chart" uri="{C3380CC4-5D6E-409C-BE32-E72D297353CC}">
              <c16:uniqueId val="{00000005-81C4-4815-9680-5AA56E5DE3F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45887</c:v>
                </c:pt>
                <c:pt idx="1">
                  <c:v>45888</c:v>
                </c:pt>
                <c:pt idx="2">
                  <c:v>45889</c:v>
                </c:pt>
                <c:pt idx="3">
                  <c:v>45890</c:v>
                </c:pt>
                <c:pt idx="4">
                  <c:v>45891</c:v>
                </c:pt>
                <c:pt idx="5">
                  <c:v>45892</c:v>
                </c:pt>
                <c:pt idx="6">
                  <c:v>45893</c:v>
                </c:pt>
                <c:pt idx="7">
                  <c:v>45894</c:v>
                </c:pt>
                <c:pt idx="8">
                  <c:v>45895</c:v>
                </c:pt>
                <c:pt idx="9">
                  <c:v>45896</c:v>
                </c:pt>
                <c:pt idx="10">
                  <c:v>45897</c:v>
                </c:pt>
                <c:pt idx="11">
                  <c:v>45898</c:v>
                </c:pt>
                <c:pt idx="12">
                  <c:v>45899</c:v>
                </c:pt>
                <c:pt idx="13">
                  <c:v>45900</c:v>
                </c:pt>
                <c:pt idx="14">
                  <c:v>45901</c:v>
                </c:pt>
                <c:pt idx="15">
                  <c:v>45902</c:v>
                </c:pt>
                <c:pt idx="16">
                  <c:v>45903</c:v>
                </c:pt>
                <c:pt idx="17">
                  <c:v>45904</c:v>
                </c:pt>
                <c:pt idx="18">
                  <c:v>45905</c:v>
                </c:pt>
                <c:pt idx="19">
                  <c:v>45906</c:v>
                </c:pt>
                <c:pt idx="20">
                  <c:v>45907</c:v>
                </c:pt>
                <c:pt idx="21">
                  <c:v>45908</c:v>
                </c:pt>
                <c:pt idx="22">
                  <c:v>45909</c:v>
                </c:pt>
                <c:pt idx="23">
                  <c:v>45910</c:v>
                </c:pt>
                <c:pt idx="24">
                  <c:v>45911</c:v>
                </c:pt>
                <c:pt idx="25">
                  <c:v>45912</c:v>
                </c:pt>
                <c:pt idx="26">
                  <c:v>45913</c:v>
                </c:pt>
                <c:pt idx="27">
                  <c:v>45914</c:v>
                </c:pt>
                <c:pt idx="28">
                  <c:v>45915</c:v>
                </c:pt>
                <c:pt idx="29">
                  <c:v>45916</c:v>
                </c:pt>
                <c:pt idx="30">
                  <c:v>45917</c:v>
                </c:pt>
                <c:pt idx="31">
                  <c:v>45918</c:v>
                </c:pt>
                <c:pt idx="32">
                  <c:v>45919</c:v>
                </c:pt>
                <c:pt idx="33">
                  <c:v>45920</c:v>
                </c:pt>
                <c:pt idx="34">
                  <c:v>45921</c:v>
                </c:pt>
                <c:pt idx="35">
                  <c:v>45922</c:v>
                </c:pt>
                <c:pt idx="36">
                  <c:v>45923</c:v>
                </c:pt>
                <c:pt idx="37">
                  <c:v>45924</c:v>
                </c:pt>
                <c:pt idx="38">
                  <c:v>45925</c:v>
                </c:pt>
                <c:pt idx="39">
                  <c:v>45926</c:v>
                </c:pt>
                <c:pt idx="40">
                  <c:v>45927</c:v>
                </c:pt>
                <c:pt idx="41">
                  <c:v>45928</c:v>
                </c:pt>
                <c:pt idx="42">
                  <c:v>45929</c:v>
                </c:pt>
                <c:pt idx="43">
                  <c:v>45930</c:v>
                </c:pt>
                <c:pt idx="44">
                  <c:v>45931</c:v>
                </c:pt>
                <c:pt idx="45">
                  <c:v>45932</c:v>
                </c:pt>
                <c:pt idx="46">
                  <c:v>45933</c:v>
                </c:pt>
                <c:pt idx="47">
                  <c:v>45934</c:v>
                </c:pt>
                <c:pt idx="48">
                  <c:v>45935</c:v>
                </c:pt>
                <c:pt idx="49">
                  <c:v>45936</c:v>
                </c:pt>
                <c:pt idx="50">
                  <c:v>45937</c:v>
                </c:pt>
                <c:pt idx="51">
                  <c:v>45938</c:v>
                </c:pt>
                <c:pt idx="52">
                  <c:v>45939</c:v>
                </c:pt>
                <c:pt idx="53">
                  <c:v>45940</c:v>
                </c:pt>
                <c:pt idx="54">
                  <c:v>45941</c:v>
                </c:pt>
                <c:pt idx="55">
                  <c:v>45942</c:v>
                </c:pt>
                <c:pt idx="56">
                  <c:v>45943</c:v>
                </c:pt>
                <c:pt idx="57">
                  <c:v>45944</c:v>
                </c:pt>
                <c:pt idx="58">
                  <c:v>45945</c:v>
                </c:pt>
                <c:pt idx="59">
                  <c:v>45946</c:v>
                </c:pt>
                <c:pt idx="60">
                  <c:v>45947</c:v>
                </c:pt>
                <c:pt idx="61">
                  <c:v>45948</c:v>
                </c:pt>
                <c:pt idx="62">
                  <c:v>45949</c:v>
                </c:pt>
                <c:pt idx="63">
                  <c:v>45950</c:v>
                </c:pt>
                <c:pt idx="64">
                  <c:v>45951</c:v>
                </c:pt>
                <c:pt idx="65">
                  <c:v>45952</c:v>
                </c:pt>
                <c:pt idx="66">
                  <c:v>45953</c:v>
                </c:pt>
                <c:pt idx="67">
                  <c:v>45954</c:v>
                </c:pt>
                <c:pt idx="68">
                  <c:v>45955</c:v>
                </c:pt>
                <c:pt idx="69">
                  <c:v>45956</c:v>
                </c:pt>
                <c:pt idx="70">
                  <c:v>45957</c:v>
                </c:pt>
                <c:pt idx="71">
                  <c:v>45958</c:v>
                </c:pt>
                <c:pt idx="72">
                  <c:v>45959</c:v>
                </c:pt>
                <c:pt idx="73">
                  <c:v>45960</c:v>
                </c:pt>
                <c:pt idx="74">
                  <c:v>45961</c:v>
                </c:pt>
                <c:pt idx="75">
                  <c:v>45962</c:v>
                </c:pt>
                <c:pt idx="76">
                  <c:v>45963</c:v>
                </c:pt>
                <c:pt idx="77">
                  <c:v>45964</c:v>
                </c:pt>
                <c:pt idx="78">
                  <c:v>45965</c:v>
                </c:pt>
                <c:pt idx="79">
                  <c:v>45966</c:v>
                </c:pt>
                <c:pt idx="80">
                  <c:v>45967</c:v>
                </c:pt>
                <c:pt idx="81">
                  <c:v>45968</c:v>
                </c:pt>
                <c:pt idx="82">
                  <c:v>45969</c:v>
                </c:pt>
                <c:pt idx="83">
                  <c:v>45970</c:v>
                </c:pt>
                <c:pt idx="84">
                  <c:v>45971</c:v>
                </c:pt>
                <c:pt idx="85">
                  <c:v>45972</c:v>
                </c:pt>
                <c:pt idx="86">
                  <c:v>45973</c:v>
                </c:pt>
                <c:pt idx="87">
                  <c:v>45974</c:v>
                </c:pt>
                <c:pt idx="88">
                  <c:v>45975</c:v>
                </c:pt>
                <c:pt idx="89">
                  <c:v>45976</c:v>
                </c:pt>
                <c:pt idx="90">
                  <c:v>45977</c:v>
                </c:pt>
                <c:pt idx="91">
                  <c:v>45978</c:v>
                </c:pt>
                <c:pt idx="92">
                  <c:v>45979</c:v>
                </c:pt>
                <c:pt idx="93">
                  <c:v>45980</c:v>
                </c:pt>
                <c:pt idx="94">
                  <c:v>45981</c:v>
                </c:pt>
                <c:pt idx="95">
                  <c:v>45982</c:v>
                </c:pt>
                <c:pt idx="96">
                  <c:v>45983</c:v>
                </c:pt>
                <c:pt idx="97">
                  <c:v>45984</c:v>
                </c:pt>
                <c:pt idx="98">
                  <c:v>45985</c:v>
                </c:pt>
                <c:pt idx="99">
                  <c:v>45986</c:v>
                </c:pt>
                <c:pt idx="100">
                  <c:v>45987</c:v>
                </c:pt>
                <c:pt idx="101">
                  <c:v>45988</c:v>
                </c:pt>
                <c:pt idx="102">
                  <c:v>45989</c:v>
                </c:pt>
                <c:pt idx="103">
                  <c:v>45990</c:v>
                </c:pt>
                <c:pt idx="104">
                  <c:v>45991</c:v>
                </c:pt>
                <c:pt idx="105">
                  <c:v>45992</c:v>
                </c:pt>
                <c:pt idx="106">
                  <c:v>45993</c:v>
                </c:pt>
                <c:pt idx="107">
                  <c:v>45994</c:v>
                </c:pt>
                <c:pt idx="108">
                  <c:v>45995</c:v>
                </c:pt>
                <c:pt idx="109">
                  <c:v>45996</c:v>
                </c:pt>
                <c:pt idx="110">
                  <c:v>45997</c:v>
                </c:pt>
                <c:pt idx="111">
                  <c:v>45998</c:v>
                </c:pt>
                <c:pt idx="112">
                  <c:v>45999</c:v>
                </c:pt>
                <c:pt idx="113">
                  <c:v>46000</c:v>
                </c:pt>
                <c:pt idx="114">
                  <c:v>46001</c:v>
                </c:pt>
                <c:pt idx="115">
                  <c:v>46002</c:v>
                </c:pt>
                <c:pt idx="116">
                  <c:v>46003</c:v>
                </c:pt>
                <c:pt idx="117">
                  <c:v>46004</c:v>
                </c:pt>
                <c:pt idx="118">
                  <c:v>46005</c:v>
                </c:pt>
                <c:pt idx="119">
                  <c:v>46006</c:v>
                </c:pt>
                <c:pt idx="120">
                  <c:v>46007</c:v>
                </c:pt>
                <c:pt idx="121">
                  <c:v>46008</c:v>
                </c:pt>
                <c:pt idx="122">
                  <c:v>46009</c:v>
                </c:pt>
                <c:pt idx="123">
                  <c:v>46010</c:v>
                </c:pt>
                <c:pt idx="124">
                  <c:v>46011</c:v>
                </c:pt>
                <c:pt idx="125">
                  <c:v>46012</c:v>
                </c:pt>
                <c:pt idx="126">
                  <c:v>46013</c:v>
                </c:pt>
                <c:pt idx="127">
                  <c:v>46014</c:v>
                </c:pt>
                <c:pt idx="128">
                  <c:v>46015</c:v>
                </c:pt>
                <c:pt idx="129">
                  <c:v>46016</c:v>
                </c:pt>
                <c:pt idx="130">
                  <c:v>46017</c:v>
                </c:pt>
                <c:pt idx="131">
                  <c:v>46018</c:v>
                </c:pt>
                <c:pt idx="132">
                  <c:v>46019</c:v>
                </c:pt>
                <c:pt idx="133">
                  <c:v>46020</c:v>
                </c:pt>
                <c:pt idx="134">
                  <c:v>46021</c:v>
                </c:pt>
                <c:pt idx="135">
                  <c:v>46022</c:v>
                </c:pt>
                <c:pt idx="136">
                  <c:v>46023</c:v>
                </c:pt>
                <c:pt idx="137">
                  <c:v>46024</c:v>
                </c:pt>
                <c:pt idx="138">
                  <c:v>46025</c:v>
                </c:pt>
                <c:pt idx="139">
                  <c:v>46026</c:v>
                </c:pt>
                <c:pt idx="140">
                  <c:v>46027</c:v>
                </c:pt>
                <c:pt idx="141">
                  <c:v>46028</c:v>
                </c:pt>
                <c:pt idx="142">
                  <c:v>46029</c:v>
                </c:pt>
                <c:pt idx="143">
                  <c:v>46030</c:v>
                </c:pt>
                <c:pt idx="144">
                  <c:v>46031</c:v>
                </c:pt>
                <c:pt idx="145">
                  <c:v>46032</c:v>
                </c:pt>
                <c:pt idx="146">
                  <c:v>46033</c:v>
                </c:pt>
                <c:pt idx="147">
                  <c:v>46034</c:v>
                </c:pt>
                <c:pt idx="148">
                  <c:v>46035</c:v>
                </c:pt>
                <c:pt idx="149">
                  <c:v>46036</c:v>
                </c:pt>
                <c:pt idx="150">
                  <c:v>46037</c:v>
                </c:pt>
                <c:pt idx="151">
                  <c:v>46038</c:v>
                </c:pt>
                <c:pt idx="152">
                  <c:v>46039</c:v>
                </c:pt>
                <c:pt idx="153">
                  <c:v>46040</c:v>
                </c:pt>
                <c:pt idx="154">
                  <c:v>46041</c:v>
                </c:pt>
                <c:pt idx="155">
                  <c:v>46042</c:v>
                </c:pt>
                <c:pt idx="156">
                  <c:v>46043</c:v>
                </c:pt>
                <c:pt idx="157">
                  <c:v>46044</c:v>
                </c:pt>
                <c:pt idx="158">
                  <c:v>46045</c:v>
                </c:pt>
                <c:pt idx="159">
                  <c:v>46046</c:v>
                </c:pt>
                <c:pt idx="160">
                  <c:v>46047</c:v>
                </c:pt>
                <c:pt idx="161">
                  <c:v>46048</c:v>
                </c:pt>
                <c:pt idx="162">
                  <c:v>46049</c:v>
                </c:pt>
                <c:pt idx="163">
                  <c:v>46050</c:v>
                </c:pt>
                <c:pt idx="164">
                  <c:v>46051</c:v>
                </c:pt>
                <c:pt idx="165">
                  <c:v>46052</c:v>
                </c:pt>
                <c:pt idx="166">
                  <c:v>46053</c:v>
                </c:pt>
                <c:pt idx="167">
                  <c:v>46054</c:v>
                </c:pt>
                <c:pt idx="168">
                  <c:v>46055</c:v>
                </c:pt>
                <c:pt idx="169">
                  <c:v>46056</c:v>
                </c:pt>
                <c:pt idx="170">
                  <c:v>46057</c:v>
                </c:pt>
                <c:pt idx="171">
                  <c:v>46058</c:v>
                </c:pt>
                <c:pt idx="172">
                  <c:v>46059</c:v>
                </c:pt>
                <c:pt idx="173">
                  <c:v>46060</c:v>
                </c:pt>
                <c:pt idx="174">
                  <c:v>46061</c:v>
                </c:pt>
                <c:pt idx="175">
                  <c:v>46062</c:v>
                </c:pt>
                <c:pt idx="176">
                  <c:v>46063</c:v>
                </c:pt>
                <c:pt idx="177">
                  <c:v>46064</c:v>
                </c:pt>
                <c:pt idx="178">
                  <c:v>46065</c:v>
                </c:pt>
                <c:pt idx="179">
                  <c:v>46066</c:v>
                </c:pt>
                <c:pt idx="180">
                  <c:v>46067</c:v>
                </c:pt>
                <c:pt idx="181">
                  <c:v>46068</c:v>
                </c:pt>
                <c:pt idx="182">
                  <c:v>46069</c:v>
                </c:pt>
                <c:pt idx="183">
                  <c:v>46070</c:v>
                </c:pt>
                <c:pt idx="184">
                  <c:v>46071</c:v>
                </c:pt>
                <c:pt idx="185">
                  <c:v>46072</c:v>
                </c:pt>
                <c:pt idx="186">
                  <c:v>46073</c:v>
                </c:pt>
                <c:pt idx="187">
                  <c:v>46074</c:v>
                </c:pt>
                <c:pt idx="188">
                  <c:v>46075</c:v>
                </c:pt>
                <c:pt idx="189">
                  <c:v>46076</c:v>
                </c:pt>
                <c:pt idx="190">
                  <c:v>46077</c:v>
                </c:pt>
                <c:pt idx="191">
                  <c:v>46078</c:v>
                </c:pt>
                <c:pt idx="192">
                  <c:v>46079</c:v>
                </c:pt>
                <c:pt idx="193">
                  <c:v>46080</c:v>
                </c:pt>
                <c:pt idx="194">
                  <c:v>46081</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46095</c:v>
                </c:pt>
                <c:pt idx="209">
                  <c:v>46096</c:v>
                </c:pt>
                <c:pt idx="210">
                  <c:v>46097</c:v>
                </c:pt>
                <c:pt idx="211">
                  <c:v>46098</c:v>
                </c:pt>
                <c:pt idx="212">
                  <c:v>46099</c:v>
                </c:pt>
                <c:pt idx="213">
                  <c:v>46100</c:v>
                </c:pt>
                <c:pt idx="214">
                  <c:v>46101</c:v>
                </c:pt>
                <c:pt idx="215">
                  <c:v>46102</c:v>
                </c:pt>
                <c:pt idx="216">
                  <c:v>46103</c:v>
                </c:pt>
                <c:pt idx="217">
                  <c:v>46104</c:v>
                </c:pt>
                <c:pt idx="218">
                  <c:v>46105</c:v>
                </c:pt>
                <c:pt idx="219">
                  <c:v>46106</c:v>
                </c:pt>
                <c:pt idx="220">
                  <c:v>46107</c:v>
                </c:pt>
                <c:pt idx="221">
                  <c:v>46108</c:v>
                </c:pt>
                <c:pt idx="222">
                  <c:v>46109</c:v>
                </c:pt>
                <c:pt idx="223">
                  <c:v>46110</c:v>
                </c:pt>
                <c:pt idx="224">
                  <c:v>46111</c:v>
                </c:pt>
                <c:pt idx="225">
                  <c:v>46112</c:v>
                </c:pt>
                <c:pt idx="226">
                  <c:v>46113</c:v>
                </c:pt>
                <c:pt idx="227">
                  <c:v>46114</c:v>
                </c:pt>
                <c:pt idx="228">
                  <c:v>46115</c:v>
                </c:pt>
                <c:pt idx="229">
                  <c:v>46116</c:v>
                </c:pt>
                <c:pt idx="230">
                  <c:v>46117</c:v>
                </c:pt>
                <c:pt idx="231">
                  <c:v>46118</c:v>
                </c:pt>
                <c:pt idx="232">
                  <c:v>46119</c:v>
                </c:pt>
                <c:pt idx="233">
                  <c:v>46120</c:v>
                </c:pt>
                <c:pt idx="234">
                  <c:v>46121</c:v>
                </c:pt>
                <c:pt idx="235">
                  <c:v>46122</c:v>
                </c:pt>
                <c:pt idx="236">
                  <c:v>46123</c:v>
                </c:pt>
                <c:pt idx="237">
                  <c:v>46124</c:v>
                </c:pt>
                <c:pt idx="238">
                  <c:v>46125</c:v>
                </c:pt>
                <c:pt idx="239">
                  <c:v>46126</c:v>
                </c:pt>
                <c:pt idx="240">
                  <c:v>46127</c:v>
                </c:pt>
                <c:pt idx="241">
                  <c:v>46128</c:v>
                </c:pt>
                <c:pt idx="242">
                  <c:v>46129</c:v>
                </c:pt>
                <c:pt idx="243">
                  <c:v>46130</c:v>
                </c:pt>
                <c:pt idx="244">
                  <c:v>46131</c:v>
                </c:pt>
                <c:pt idx="245">
                  <c:v>46132</c:v>
                </c:pt>
                <c:pt idx="246">
                  <c:v>46133</c:v>
                </c:pt>
                <c:pt idx="247">
                  <c:v>46134</c:v>
                </c:pt>
                <c:pt idx="248">
                  <c:v>46135</c:v>
                </c:pt>
                <c:pt idx="249">
                  <c:v>46136</c:v>
                </c:pt>
                <c:pt idx="250">
                  <c:v>46137</c:v>
                </c:pt>
                <c:pt idx="251">
                  <c:v>46138</c:v>
                </c:pt>
                <c:pt idx="252">
                  <c:v>46139</c:v>
                </c:pt>
                <c:pt idx="253">
                  <c:v>46140</c:v>
                </c:pt>
                <c:pt idx="254">
                  <c:v>46141</c:v>
                </c:pt>
                <c:pt idx="255">
                  <c:v>46142</c:v>
                </c:pt>
                <c:pt idx="256">
                  <c:v>46143</c:v>
                </c:pt>
                <c:pt idx="257">
                  <c:v>46144</c:v>
                </c:pt>
                <c:pt idx="258">
                  <c:v>46145</c:v>
                </c:pt>
                <c:pt idx="259">
                  <c:v>46146</c:v>
                </c:pt>
                <c:pt idx="260">
                  <c:v>46147</c:v>
                </c:pt>
                <c:pt idx="261">
                  <c:v>46148</c:v>
                </c:pt>
                <c:pt idx="262">
                  <c:v>46149</c:v>
                </c:pt>
                <c:pt idx="263">
                  <c:v>46150</c:v>
                </c:pt>
                <c:pt idx="264">
                  <c:v>46151</c:v>
                </c:pt>
                <c:pt idx="265">
                  <c:v>46152</c:v>
                </c:pt>
                <c:pt idx="266">
                  <c:v>46153</c:v>
                </c:pt>
                <c:pt idx="267">
                  <c:v>46154</c:v>
                </c:pt>
                <c:pt idx="268">
                  <c:v>46155</c:v>
                </c:pt>
                <c:pt idx="269">
                  <c:v>46156</c:v>
                </c:pt>
                <c:pt idx="270">
                  <c:v>46157</c:v>
                </c:pt>
                <c:pt idx="271">
                  <c:v>46158</c:v>
                </c:pt>
                <c:pt idx="272">
                  <c:v>46159</c:v>
                </c:pt>
                <c:pt idx="273">
                  <c:v>46160</c:v>
                </c:pt>
                <c:pt idx="274">
                  <c:v>46161</c:v>
                </c:pt>
                <c:pt idx="275">
                  <c:v>46162</c:v>
                </c:pt>
                <c:pt idx="276">
                  <c:v>46163</c:v>
                </c:pt>
                <c:pt idx="277">
                  <c:v>46164</c:v>
                </c:pt>
                <c:pt idx="278">
                  <c:v>46165</c:v>
                </c:pt>
                <c:pt idx="279">
                  <c:v>46166</c:v>
                </c:pt>
                <c:pt idx="280">
                  <c:v>46167</c:v>
                </c:pt>
                <c:pt idx="281">
                  <c:v>46168</c:v>
                </c:pt>
                <c:pt idx="282">
                  <c:v>46169</c:v>
                </c:pt>
                <c:pt idx="283">
                  <c:v>46170</c:v>
                </c:pt>
                <c:pt idx="284">
                  <c:v>46171</c:v>
                </c:pt>
                <c:pt idx="285">
                  <c:v>46172</c:v>
                </c:pt>
                <c:pt idx="286">
                  <c:v>46173</c:v>
                </c:pt>
                <c:pt idx="287">
                  <c:v>46174</c:v>
                </c:pt>
                <c:pt idx="288">
                  <c:v>46175</c:v>
                </c:pt>
                <c:pt idx="289">
                  <c:v>46176</c:v>
                </c:pt>
                <c:pt idx="290">
                  <c:v>46177</c:v>
                </c:pt>
                <c:pt idx="291">
                  <c:v>46178</c:v>
                </c:pt>
                <c:pt idx="292">
                  <c:v>46179</c:v>
                </c:pt>
                <c:pt idx="293">
                  <c:v>46180</c:v>
                </c:pt>
                <c:pt idx="294">
                  <c:v>46181</c:v>
                </c:pt>
                <c:pt idx="295">
                  <c:v>46182</c:v>
                </c:pt>
                <c:pt idx="296">
                  <c:v>46183</c:v>
                </c:pt>
                <c:pt idx="297">
                  <c:v>46184</c:v>
                </c:pt>
                <c:pt idx="298">
                  <c:v>46185</c:v>
                </c:pt>
                <c:pt idx="299">
                  <c:v>46186</c:v>
                </c:pt>
                <c:pt idx="300">
                  <c:v>46187</c:v>
                </c:pt>
                <c:pt idx="301">
                  <c:v>46188</c:v>
                </c:pt>
                <c:pt idx="302">
                  <c:v>46189</c:v>
                </c:pt>
                <c:pt idx="303">
                  <c:v>46190</c:v>
                </c:pt>
                <c:pt idx="304">
                  <c:v>46191</c:v>
                </c:pt>
                <c:pt idx="305">
                  <c:v>46192</c:v>
                </c:pt>
                <c:pt idx="306">
                  <c:v>46193</c:v>
                </c:pt>
                <c:pt idx="307">
                  <c:v>46194</c:v>
                </c:pt>
                <c:pt idx="308">
                  <c:v>46195</c:v>
                </c:pt>
                <c:pt idx="309">
                  <c:v>46196</c:v>
                </c:pt>
                <c:pt idx="310">
                  <c:v>46197</c:v>
                </c:pt>
                <c:pt idx="311">
                  <c:v>46198</c:v>
                </c:pt>
                <c:pt idx="312">
                  <c:v>46199</c:v>
                </c:pt>
                <c:pt idx="313">
                  <c:v>46200</c:v>
                </c:pt>
                <c:pt idx="314">
                  <c:v>46201</c:v>
                </c:pt>
                <c:pt idx="315">
                  <c:v>46202</c:v>
                </c:pt>
                <c:pt idx="316">
                  <c:v>46203</c:v>
                </c:pt>
                <c:pt idx="317">
                  <c:v>46204</c:v>
                </c:pt>
                <c:pt idx="318">
                  <c:v>46205</c:v>
                </c:pt>
                <c:pt idx="319">
                  <c:v>46206</c:v>
                </c:pt>
                <c:pt idx="320">
                  <c:v>46207</c:v>
                </c:pt>
                <c:pt idx="321">
                  <c:v>46208</c:v>
                </c:pt>
                <c:pt idx="322">
                  <c:v>46209</c:v>
                </c:pt>
                <c:pt idx="323">
                  <c:v>46210</c:v>
                </c:pt>
                <c:pt idx="324">
                  <c:v>46211</c:v>
                </c:pt>
                <c:pt idx="325">
                  <c:v>46212</c:v>
                </c:pt>
                <c:pt idx="326">
                  <c:v>46213</c:v>
                </c:pt>
                <c:pt idx="327">
                  <c:v>46214</c:v>
                </c:pt>
                <c:pt idx="328">
                  <c:v>46215</c:v>
                </c:pt>
                <c:pt idx="329">
                  <c:v>46216</c:v>
                </c:pt>
                <c:pt idx="330">
                  <c:v>46217</c:v>
                </c:pt>
                <c:pt idx="331">
                  <c:v>46218</c:v>
                </c:pt>
                <c:pt idx="332">
                  <c:v>46219</c:v>
                </c:pt>
                <c:pt idx="333">
                  <c:v>46220</c:v>
                </c:pt>
                <c:pt idx="334">
                  <c:v>46221</c:v>
                </c:pt>
                <c:pt idx="335">
                  <c:v>46222</c:v>
                </c:pt>
                <c:pt idx="336">
                  <c:v>46223</c:v>
                </c:pt>
                <c:pt idx="337">
                  <c:v>46224</c:v>
                </c:pt>
                <c:pt idx="338">
                  <c:v>46225</c:v>
                </c:pt>
                <c:pt idx="339">
                  <c:v>46226</c:v>
                </c:pt>
                <c:pt idx="340">
                  <c:v>46227</c:v>
                </c:pt>
                <c:pt idx="341">
                  <c:v>46228</c:v>
                </c:pt>
                <c:pt idx="342">
                  <c:v>46229</c:v>
                </c:pt>
                <c:pt idx="343">
                  <c:v>46230</c:v>
                </c:pt>
                <c:pt idx="344">
                  <c:v>46231</c:v>
                </c:pt>
                <c:pt idx="345">
                  <c:v>46232</c:v>
                </c:pt>
                <c:pt idx="346">
                  <c:v>46233</c:v>
                </c:pt>
                <c:pt idx="347">
                  <c:v>46234</c:v>
                </c:pt>
                <c:pt idx="348">
                  <c:v>46235</c:v>
                </c:pt>
                <c:pt idx="349">
                  <c:v>46236</c:v>
                </c:pt>
                <c:pt idx="350">
                  <c:v>46237</c:v>
                </c:pt>
                <c:pt idx="351">
                  <c:v>46238</c:v>
                </c:pt>
                <c:pt idx="352">
                  <c:v>46239</c:v>
                </c:pt>
                <c:pt idx="353">
                  <c:v>46240</c:v>
                </c:pt>
                <c:pt idx="354">
                  <c:v>46241</c:v>
                </c:pt>
                <c:pt idx="355">
                  <c:v>46242</c:v>
                </c:pt>
                <c:pt idx="356">
                  <c:v>46243</c:v>
                </c:pt>
                <c:pt idx="357">
                  <c:v>46244</c:v>
                </c:pt>
                <c:pt idx="358">
                  <c:v>46245</c:v>
                </c:pt>
                <c:pt idx="359">
                  <c:v>46246</c:v>
                </c:pt>
                <c:pt idx="360">
                  <c:v>46247</c:v>
                </c:pt>
                <c:pt idx="361">
                  <c:v>46248</c:v>
                </c:pt>
                <c:pt idx="362">
                  <c:v>46249</c:v>
                </c:pt>
                <c:pt idx="363">
                  <c:v>46250</c:v>
                </c:pt>
                <c:pt idx="364">
                  <c:v>46251</c:v>
                </c:pt>
                <c:pt idx="365">
                  <c:v>46252</c:v>
                </c:pt>
                <c:pt idx="366">
                  <c:v>46253</c:v>
                </c:pt>
              </c:numCache>
            </c:numRef>
          </c:cat>
          <c:val>
            <c:numRef>
              <c:f>Source!$AI$4:$AI$373</c:f>
              <c:numCache>
                <c:formatCode>General</c:formatCode>
                <c:ptCount val="370"/>
                <c:pt idx="0">
                  <c:v>1636.37</c:v>
                </c:pt>
                <c:pt idx="1">
                  <c:v>1654.2</c:v>
                </c:pt>
                <c:pt idx="2">
                  <c:v>1664.36</c:v>
                </c:pt>
                <c:pt idx="3">
                  <c:v>1688</c:v>
                </c:pt>
                <c:pt idx="4">
                  <c:v>1645.47</c:v>
                </c:pt>
                <c:pt idx="5">
                  <c:v>1645.47</c:v>
                </c:pt>
                <c:pt idx="6">
                  <c:v>1645.47</c:v>
                </c:pt>
                <c:pt idx="7">
                  <c:v>1614.03</c:v>
                </c:pt>
                <c:pt idx="8">
                  <c:v>1667.63</c:v>
                </c:pt>
                <c:pt idx="9">
                  <c:v>1672.78</c:v>
                </c:pt>
                <c:pt idx="10">
                  <c:v>1680.86</c:v>
                </c:pt>
                <c:pt idx="11">
                  <c:v>1682.21</c:v>
                </c:pt>
                <c:pt idx="12">
                  <c:v>1682.21</c:v>
                </c:pt>
                <c:pt idx="13">
                  <c:v>1682.21</c:v>
                </c:pt>
                <c:pt idx="14">
                  <c:v>1682.21</c:v>
                </c:pt>
                <c:pt idx="15">
                  <c:v>1682.21</c:v>
                </c:pt>
                <c:pt idx="16">
                  <c:v>1681.3</c:v>
                </c:pt>
                <c:pt idx="17">
                  <c:v>1696.29</c:v>
                </c:pt>
                <c:pt idx="18">
                  <c:v>1666.97</c:v>
                </c:pt>
                <c:pt idx="19">
                  <c:v>1666.97</c:v>
                </c:pt>
                <c:pt idx="20">
                  <c:v>1666.97</c:v>
                </c:pt>
                <c:pt idx="21">
                  <c:v>1624.53</c:v>
                </c:pt>
                <c:pt idx="22">
                  <c:v>1637.32</c:v>
                </c:pt>
                <c:pt idx="23">
                  <c:v>1643.26</c:v>
                </c:pt>
                <c:pt idx="24">
                  <c:v>1657.75</c:v>
                </c:pt>
                <c:pt idx="25">
                  <c:v>1667.26</c:v>
                </c:pt>
                <c:pt idx="26">
                  <c:v>1667.26</c:v>
                </c:pt>
                <c:pt idx="27">
                  <c:v>1667.26</c:v>
                </c:pt>
                <c:pt idx="28">
                  <c:v>1684.9</c:v>
                </c:pt>
                <c:pt idx="29">
                  <c:v>1680.9</c:v>
                </c:pt>
                <c:pt idx="30">
                  <c:v>1670.97</c:v>
                </c:pt>
                <c:pt idx="31">
                  <c:v>1665.18</c:v>
                </c:pt>
                <c:pt idx="32">
                  <c:v>1658.62</c:v>
                </c:pt>
                <c:pt idx="33">
                  <c:v>1658.62</c:v>
                </c:pt>
                <c:pt idx="34">
                  <c:v>1658.62</c:v>
                </c:pt>
                <c:pt idx="35">
                  <c:v>1634.45</c:v>
                </c:pt>
                <c:pt idx="36">
                  <c:v>1635.26</c:v>
                </c:pt>
                <c:pt idx="37">
                  <c:v>1657.46</c:v>
                </c:pt>
                <c:pt idx="38">
                  <c:v>1666.09</c:v>
                </c:pt>
                <c:pt idx="39">
                  <c:v>1660.7</c:v>
                </c:pt>
                <c:pt idx="40">
                  <c:v>1660.7</c:v>
                </c:pt>
                <c:pt idx="41">
                  <c:v>1660.7</c:v>
                </c:pt>
                <c:pt idx="42">
                  <c:v>1666.48</c:v>
                </c:pt>
                <c:pt idx="43">
                  <c:v>1661.7</c:v>
                </c:pt>
                <c:pt idx="44">
                  <c:v>1665.05</c:v>
                </c:pt>
                <c:pt idx="45">
                  <c:v>1652.71</c:v>
                </c:pt>
                <c:pt idx="46">
                  <c:v>1645.82</c:v>
                </c:pt>
                <c:pt idx="47">
                  <c:v>1645.82</c:v>
                </c:pt>
                <c:pt idx="48">
                  <c:v>1645.82</c:v>
                </c:pt>
                <c:pt idx="49">
                  <c:v>1695.5</c:v>
                </c:pt>
                <c:pt idx="50">
                  <c:v>1685.3</c:v>
                </c:pt>
                <c:pt idx="51">
                  <c:v>1697.83</c:v>
                </c:pt>
                <c:pt idx="52">
                  <c:v>1716.47</c:v>
                </c:pt>
                <c:pt idx="53">
                  <c:v>1747.55</c:v>
                </c:pt>
                <c:pt idx="54">
                  <c:v>1747.55</c:v>
                </c:pt>
                <c:pt idx="55">
                  <c:v>1747.55</c:v>
                </c:pt>
                <c:pt idx="56">
                  <c:v>1765.12</c:v>
                </c:pt>
                <c:pt idx="57">
                  <c:v>1761.06</c:v>
                </c:pt>
                <c:pt idx="58">
                  <c:v>1757.95</c:v>
                </c:pt>
                <c:pt idx="59">
                  <c:v>1766.85</c:v>
                </c:pt>
                <c:pt idx="60">
                  <c:v>1731.19</c:v>
                </c:pt>
                <c:pt idx="61">
                  <c:v>1731.19</c:v>
                </c:pt>
                <c:pt idx="62">
                  <c:v>1731.19</c:v>
                </c:pt>
                <c:pt idx="63">
                  <c:v>1636.43</c:v>
                </c:pt>
                <c:pt idx="64">
                  <c:v>1663.43</c:v>
                </c:pt>
                <c:pt idx="65">
                  <c:v>1678.5</c:v>
                </c:pt>
                <c:pt idx="66">
                  <c:v>1687.06</c:v>
                </c:pt>
                <c:pt idx="67">
                  <c:v>1683.18</c:v>
                </c:pt>
                <c:pt idx="68">
                  <c:v>1683.18</c:v>
                </c:pt>
                <c:pt idx="69">
                  <c:v>1683.18</c:v>
                </c:pt>
                <c:pt idx="70">
                  <c:v>1652.54</c:v>
                </c:pt>
                <c:pt idx="71">
                  <c:v>1680.5</c:v>
                </c:pt>
                <c:pt idx="72">
                  <c:v>1685.83</c:v>
                </c:pt>
                <c:pt idx="73">
                  <c:v>1669.57</c:v>
                </c:pt>
                <c:pt idx="74">
                  <c:v>1639.65</c:v>
                </c:pt>
                <c:pt idx="75">
                  <c:v>1639.65</c:v>
                </c:pt>
                <c:pt idx="76">
                  <c:v>1639.65</c:v>
                </c:pt>
                <c:pt idx="77">
                  <c:v>1617</c:v>
                </c:pt>
                <c:pt idx="78">
                  <c:v>1651.98</c:v>
                </c:pt>
                <c:pt idx="79">
                  <c:v>1654.89</c:v>
                </c:pt>
                <c:pt idx="80">
                  <c:v>1642.64</c:v>
                </c:pt>
                <c:pt idx="81">
                  <c:v>1599.1</c:v>
                </c:pt>
                <c:pt idx="82">
                  <c:v>1599.1</c:v>
                </c:pt>
                <c:pt idx="83">
                  <c:v>1599.1</c:v>
                </c:pt>
                <c:pt idx="84">
                  <c:v>1580.54</c:v>
                </c:pt>
                <c:pt idx="85">
                  <c:v>1593.61</c:v>
                </c:pt>
                <c:pt idx="86">
                  <c:v>1631.86</c:v>
                </c:pt>
                <c:pt idx="87">
                  <c:v>1631.44</c:v>
                </c:pt>
                <c:pt idx="88">
                  <c:v>1635.46</c:v>
                </c:pt>
                <c:pt idx="89">
                  <c:v>1635.46</c:v>
                </c:pt>
                <c:pt idx="90">
                  <c:v>1635.46</c:v>
                </c:pt>
                <c:pt idx="91">
                  <c:v>1654.42</c:v>
                </c:pt>
                <c:pt idx="92">
                  <c:v>1659.92</c:v>
                </c:pt>
                <c:pt idx="93">
                  <c:v>1649</c:v>
                </c:pt>
                <c:pt idx="94">
                  <c:v>1655.99</c:v>
                </c:pt>
                <c:pt idx="95">
                  <c:v>1654.93</c:v>
                </c:pt>
                <c:pt idx="96">
                  <c:v>1654.93</c:v>
                </c:pt>
                <c:pt idx="97">
                  <c:v>1654.93</c:v>
                </c:pt>
                <c:pt idx="98">
                  <c:v>1667.98</c:v>
                </c:pt>
                <c:pt idx="99">
                  <c:v>1660.36</c:v>
                </c:pt>
                <c:pt idx="100">
                  <c:v>1680.36</c:v>
                </c:pt>
                <c:pt idx="101">
                  <c:v>1684.32</c:v>
                </c:pt>
                <c:pt idx="102">
                  <c:v>1690.99</c:v>
                </c:pt>
                <c:pt idx="103">
                  <c:v>1690.99</c:v>
                </c:pt>
                <c:pt idx="104">
                  <c:v>1690.99</c:v>
                </c:pt>
                <c:pt idx="105">
                  <c:v>1701.67</c:v>
                </c:pt>
                <c:pt idx="106">
                  <c:v>1717.06</c:v>
                </c:pt>
                <c:pt idx="107">
                  <c:v>1731.77</c:v>
                </c:pt>
                <c:pt idx="108">
                  <c:v>1737.24</c:v>
                </c:pt>
                <c:pt idx="109">
                  <c:v>1741.32</c:v>
                </c:pt>
                <c:pt idx="110">
                  <c:v>1741.32</c:v>
                </c:pt>
                <c:pt idx="111">
                  <c:v>1741.32</c:v>
                </c:pt>
                <c:pt idx="112">
                  <c:v>1753.74</c:v>
                </c:pt>
                <c:pt idx="113">
                  <c:v>1747.17</c:v>
                </c:pt>
                <c:pt idx="114">
                  <c:v>1718.98</c:v>
                </c:pt>
                <c:pt idx="115">
                  <c:v>1698.9</c:v>
                </c:pt>
                <c:pt idx="116">
                  <c:v>1646.89</c:v>
                </c:pt>
                <c:pt idx="117">
                  <c:v>1646.89</c:v>
                </c:pt>
                <c:pt idx="118">
                  <c:v>1646.89</c:v>
                </c:pt>
                <c:pt idx="119">
                  <c:v>1646.01</c:v>
                </c:pt>
                <c:pt idx="120">
                  <c:v>1679.18</c:v>
                </c:pt>
                <c:pt idx="121">
                  <c:v>1673.66</c:v>
                </c:pt>
                <c:pt idx="122">
                  <c:v>1676.98</c:v>
                </c:pt>
                <c:pt idx="123">
                  <c:v>1704.31</c:v>
                </c:pt>
                <c:pt idx="124">
                  <c:v>1704.31</c:v>
                </c:pt>
                <c:pt idx="125">
                  <c:v>1704.31</c:v>
                </c:pt>
                <c:pt idx="126">
                  <c:v>1751.03</c:v>
                </c:pt>
                <c:pt idx="127">
                  <c:v>1772.15</c:v>
                </c:pt>
                <c:pt idx="128">
                  <c:v>1782.82</c:v>
                </c:pt>
                <c:pt idx="129">
                  <c:v>1742.85</c:v>
                </c:pt>
                <c:pt idx="130">
                  <c:v>1729.8</c:v>
                </c:pt>
                <c:pt idx="131">
                  <c:v>1729.8</c:v>
                </c:pt>
                <c:pt idx="132">
                  <c:v>1729.8</c:v>
                </c:pt>
                <c:pt idx="133">
                  <c:v>1754.84</c:v>
                </c:pt>
                <c:pt idx="134">
                  <c:v>1766.9</c:v>
                </c:pt>
                <c:pt idx="135">
                  <c:v>1784.49</c:v>
                </c:pt>
                <c:pt idx="136">
                  <c:v>1784.49</c:v>
                </c:pt>
                <c:pt idx="137">
                  <c:v>1784.49</c:v>
                </c:pt>
                <c:pt idx="138">
                  <c:v>1784.49</c:v>
                </c:pt>
                <c:pt idx="139">
                  <c:v>1784.49</c:v>
                </c:pt>
                <c:pt idx="140">
                  <c:v>1788.4</c:v>
                </c:pt>
                <c:pt idx="141">
                  <c:v>1816.27</c:v>
                </c:pt>
                <c:pt idx="142">
                  <c:v>1861.58</c:v>
                </c:pt>
                <c:pt idx="143">
                  <c:v>1855.56</c:v>
                </c:pt>
                <c:pt idx="144">
                  <c:v>1867.9</c:v>
                </c:pt>
                <c:pt idx="145">
                  <c:v>1867.9</c:v>
                </c:pt>
                <c:pt idx="146">
                  <c:v>1867.9</c:v>
                </c:pt>
                <c:pt idx="147">
                  <c:v>1877.33</c:v>
                </c:pt>
                <c:pt idx="148">
                  <c:v>1902.93</c:v>
                </c:pt>
                <c:pt idx="149">
                  <c:v>1894.44</c:v>
                </c:pt>
                <c:pt idx="150">
                  <c:v>1864.8</c:v>
                </c:pt>
                <c:pt idx="151">
                  <c:v>1879.13</c:v>
                </c:pt>
                <c:pt idx="152">
                  <c:v>1879.13</c:v>
                </c:pt>
                <c:pt idx="153">
                  <c:v>1879.13</c:v>
                </c:pt>
                <c:pt idx="154">
                  <c:v>1896.59</c:v>
                </c:pt>
                <c:pt idx="155">
                  <c:v>1893.78</c:v>
                </c:pt>
                <c:pt idx="156">
                  <c:v>1885.44</c:v>
                </c:pt>
                <c:pt idx="157">
                  <c:v>1882.73</c:v>
                </c:pt>
                <c:pt idx="158">
                  <c:v>1870.79</c:v>
                </c:pt>
                <c:pt idx="159">
                  <c:v>1870.79</c:v>
                </c:pt>
                <c:pt idx="160">
                  <c:v>1870.79</c:v>
                </c:pt>
                <c:pt idx="161">
                  <c:v>1843.72</c:v>
                </c:pt>
                <c:pt idx="162">
                  <c:v>1830.5</c:v>
                </c:pt>
                <c:pt idx="163">
                  <c:v>1802.91</c:v>
                </c:pt>
                <c:pt idx="164">
                  <c:v>1814.98</c:v>
                </c:pt>
                <c:pt idx="165">
                  <c:v>1829.04</c:v>
                </c:pt>
                <c:pt idx="166">
                  <c:v>1829.04</c:v>
                </c:pt>
                <c:pt idx="167">
                  <c:v>1829.04</c:v>
                </c:pt>
                <c:pt idx="168">
                  <c:v>1806.5</c:v>
                </c:pt>
                <c:pt idx="169">
                  <c:v>1813.4</c:v>
                </c:pt>
                <c:pt idx="170">
                  <c:v>1791.43</c:v>
                </c:pt>
                <c:pt idx="171">
                  <c:v>1782.56</c:v>
                </c:pt>
                <c:pt idx="172">
                  <c:v>1755.49</c:v>
                </c:pt>
                <c:pt idx="173">
                  <c:v>1755.49</c:v>
                </c:pt>
                <c:pt idx="174">
                  <c:v>1755.49</c:v>
                </c:pt>
                <c:pt idx="175">
                  <c:v>1754.82</c:v>
                </c:pt>
                <c:pt idx="176">
                  <c:v>1754.03</c:v>
                </c:pt>
                <c:pt idx="177">
                  <c:v>1796.85</c:v>
                </c:pt>
                <c:pt idx="178">
                  <c:v>1814.09</c:v>
                </c:pt>
                <c:pt idx="179">
                  <c:v>1824.09</c:v>
                </c:pt>
                <c:pt idx="180">
                  <c:v>1824.09</c:v>
                </c:pt>
                <c:pt idx="181">
                  <c:v>1824.09</c:v>
                </c:pt>
                <c:pt idx="182">
                  <c:v>1824.09</c:v>
                </c:pt>
                <c:pt idx="183">
                  <c:v>1824.09</c:v>
                </c:pt>
                <c:pt idx="184">
                  <c:v>1824.09</c:v>
                </c:pt>
                <c:pt idx="185">
                  <c:v>1824.09</c:v>
                </c:pt>
                <c:pt idx="186">
                  <c:v>1824.09</c:v>
                </c:pt>
                <c:pt idx="187">
                  <c:v>1824.09</c:v>
                </c:pt>
                <c:pt idx="188">
                  <c:v>1824.09</c:v>
                </c:pt>
                <c:pt idx="189">
                  <c:v>1860.14</c:v>
                </c:pt>
                <c:pt idx="190">
                  <c:v>1867.62</c:v>
                </c:pt>
                <c:pt idx="191">
                  <c:v>1860.91</c:v>
                </c:pt>
                <c:pt idx="192">
                  <c:v>1879.64</c:v>
                </c:pt>
                <c:pt idx="193">
                  <c:v>1880.33</c:v>
                </c:pt>
                <c:pt idx="194">
                  <c:v>1880.33</c:v>
                </c:pt>
                <c:pt idx="195">
                  <c:v>1880.33</c:v>
                </c:pt>
                <c:pt idx="196">
                  <c:v>1846.1</c:v>
                </c:pt>
                <c:pt idx="197">
                  <c:v>1813.14</c:v>
                </c:pt>
                <c:pt idx="198">
                  <c:v>1818.27</c:v>
                </c:pt>
                <c:pt idx="199">
                  <c:v>1808.51</c:v>
                </c:pt>
                <c:pt idx="200">
                  <c:v>1767.84</c:v>
                </c:pt>
                <c:pt idx="201">
                  <c:v>1767.84</c:v>
                </c:pt>
                <c:pt idx="202">
                  <c:v>1767.84</c:v>
                </c:pt>
                <c:pt idx="203">
                  <c:v>1652.79</c:v>
                </c:pt>
                <c:pt idx="204">
                  <c:v>1676.73</c:v>
                </c:pt>
                <c:pt idx="205">
                  <c:v>1728.34</c:v>
                </c:pt>
                <c:pt idx="206">
                  <c:v>1709.61</c:v>
                </c:pt>
                <c:pt idx="207">
                  <c:v>1696.24</c:v>
                </c:pt>
                <c:pt idx="208">
                  <c:v>1696.24</c:v>
                </c:pt>
                <c:pt idx="209">
                  <c:v>1696.24</c:v>
                </c:pt>
                <c:pt idx="210">
                  <c:v>1693.21</c:v>
                </c:pt>
                <c:pt idx="211">
                  <c:v>1710.29</c:v>
                </c:pt>
                <c:pt idx="212">
                  <c:v>1713.83</c:v>
                </c:pt>
                <c:pt idx="213">
                  <c:v>1699.13</c:v>
                </c:pt>
                <c:pt idx="214">
                  <c:v>1647.81</c:v>
                </c:pt>
                <c:pt idx="215">
                  <c:v>1647.81</c:v>
                </c:pt>
                <c:pt idx="216">
                  <c:v>1647.81</c:v>
                </c:pt>
                <c:pt idx="217">
                  <c:v>1591.17</c:v>
                </c:pt>
                <c:pt idx="218">
                  <c:v>1614.77</c:v>
                </c:pt>
                <c:pt idx="219">
                  <c:v>1658.19</c:v>
                </c:pt>
                <c:pt idx="220">
                  <c:v>1644.63</c:v>
                </c:pt>
                <c:pt idx="221">
                  <c:v>1672.8</c:v>
                </c:pt>
                <c:pt idx="222">
                  <c:v>1672.8</c:v>
                </c:pt>
                <c:pt idx="223">
                  <c:v>1672.8</c:v>
                </c:pt>
                <c:pt idx="224">
                  <c:v>1662.54</c:v>
                </c:pt>
                <c:pt idx="225">
                  <c:v>1674.49</c:v>
                </c:pt>
                <c:pt idx="226">
                  <c:v>1702.93</c:v>
                </c:pt>
                <c:pt idx="227">
                  <c:v>1694.82</c:v>
                </c:pt>
                <c:pt idx="228">
                  <c:v>1684.04</c:v>
                </c:pt>
                <c:pt idx="229">
                  <c:v>1684.04</c:v>
                </c:pt>
                <c:pt idx="230">
                  <c:v>1684.04</c:v>
                </c:pt>
                <c:pt idx="231">
                  <c:v>1674.99</c:v>
                </c:pt>
                <c:pt idx="232">
                  <c:v>1677.54</c:v>
                </c:pt>
                <c:pt idx="233">
                  <c:v>1756.55</c:v>
                </c:pt>
                <c:pt idx="234">
                  <c:v>1736.68</c:v>
                </c:pt>
                <c:pt idx="235">
                  <c:v>1750</c:v>
                </c:pt>
                <c:pt idx="236">
                  <c:v>1750</c:v>
                </c:pt>
                <c:pt idx="237">
                  <c:v>1750</c:v>
                </c:pt>
                <c:pt idx="238">
                  <c:v>1758.96</c:v>
                </c:pt>
                <c:pt idx="239">
                  <c:v>1775.65</c:v>
                </c:pt>
                <c:pt idx="240">
                  <c:v>1800.65</c:v>
                </c:pt>
                <c:pt idx="241">
                  <c:v>1819.83</c:v>
                </c:pt>
                <c:pt idx="242">
                  <c:v>1817.17</c:v>
                </c:pt>
                <c:pt idx="243">
                  <c:v>1817.17</c:v>
                </c:pt>
                <c:pt idx="244">
                  <c:v>1817.17</c:v>
                </c:pt>
                <c:pt idx="245">
                  <c:v>1837.11</c:v>
                </c:pt>
                <c:pt idx="246">
                  <c:v>1833.48</c:v>
                </c:pt>
                <c:pt idx="247">
                  <c:v>1857.3</c:v>
                </c:pt>
                <c:pt idx="248">
                  <c:v>1870.36</c:v>
                </c:pt>
                <c:pt idx="249">
                  <c:v>1853.29</c:v>
                </c:pt>
                <c:pt idx="250">
                  <c:v>1853.29</c:v>
                </c:pt>
                <c:pt idx="251">
                  <c:v>1853.29</c:v>
                </c:pt>
                <c:pt idx="252">
                  <c:v>1853.29</c:v>
                </c:pt>
                <c:pt idx="253">
                  <c:v>1875.84</c:v>
                </c:pt>
                <c:pt idx="254">
                  <c:v>1854.1</c:v>
                </c:pt>
                <c:pt idx="255">
                  <c:v>1854.1</c:v>
                </c:pt>
                <c:pt idx="256">
                  <c:v>1854.1</c:v>
                </c:pt>
                <c:pt idx="257">
                  <c:v>1854.1</c:v>
                </c:pt>
                <c:pt idx="258">
                  <c:v>1854.1</c:v>
                </c:pt>
                <c:pt idx="259">
                  <c:v>1854.06</c:v>
                </c:pt>
                <c:pt idx="260">
                  <c:v>1874.85</c:v>
                </c:pt>
                <c:pt idx="261">
                  <c:v>1891.2</c:v>
                </c:pt>
                <c:pt idx="262">
                  <c:v>1909.01</c:v>
                </c:pt>
                <c:pt idx="263">
                  <c:v>1915.37</c:v>
                </c:pt>
                <c:pt idx="264">
                  <c:v>1915.37</c:v>
                </c:pt>
                <c:pt idx="265">
                  <c:v>1915.37</c:v>
                </c:pt>
                <c:pt idx="266">
                  <c:v>1895.5</c:v>
                </c:pt>
                <c:pt idx="267">
                  <c:v>1901.1</c:v>
                </c:pt>
                <c:pt idx="268">
                  <c:v>1898.37</c:v>
                </c:pt>
                <c:pt idx="269">
                  <c:v>1925.46</c:v>
                </c:pt>
                <c:pt idx="270">
                  <c:v>1921.6</c:v>
                </c:pt>
                <c:pt idx="271">
                  <c:v>1921.6</c:v>
                </c:pt>
                <c:pt idx="272">
                  <c:v>1921.6</c:v>
                </c:pt>
                <c:pt idx="273">
                  <c:v>1927.94</c:v>
                </c:pt>
                <c:pt idx="274">
                  <c:v>1912.93</c:v>
                </c:pt>
                <c:pt idx="275">
                  <c:v>1913.23</c:v>
                </c:pt>
                <c:pt idx="276">
                  <c:v>1896.89</c:v>
                </c:pt>
                <c:pt idx="277">
                  <c:v>1877.13</c:v>
                </c:pt>
                <c:pt idx="278">
                  <c:v>1877.13</c:v>
                </c:pt>
                <c:pt idx="279">
                  <c:v>1877.13</c:v>
                </c:pt>
                <c:pt idx="280">
                  <c:v>1886.03</c:v>
                </c:pt>
                <c:pt idx="281">
                  <c:v>1884.18</c:v>
                </c:pt>
                <c:pt idx="282">
                  <c:v>1874.43</c:v>
                </c:pt>
                <c:pt idx="283">
                  <c:v>1863.67</c:v>
                </c:pt>
                <c:pt idx="284">
                  <c:v>1863.49</c:v>
                </c:pt>
                <c:pt idx="285">
                  <c:v>1863.49</c:v>
                </c:pt>
                <c:pt idx="286">
                  <c:v>1863.49</c:v>
                </c:pt>
                <c:pt idx="287">
                  <c:v>1844.54</c:v>
                </c:pt>
                <c:pt idx="288">
                  <c:v>1826.47</c:v>
                </c:pt>
                <c:pt idx="289">
                  <c:v>1819.01</c:v>
                </c:pt>
                <c:pt idx="290">
                  <c:v>1831.55</c:v>
                </c:pt>
                <c:pt idx="291">
                  <c:v>1838.9</c:v>
                </c:pt>
                <c:pt idx="292">
                  <c:v>1838.9</c:v>
                </c:pt>
                <c:pt idx="293">
                  <c:v>1838.9</c:v>
                </c:pt>
                <c:pt idx="294">
                  <c:v>1790.53</c:v>
                </c:pt>
                <c:pt idx="295">
                  <c:v>1793.05</c:v>
                </c:pt>
                <c:pt idx="296">
                  <c:v>1803.71</c:v>
                </c:pt>
                <c:pt idx="297">
                  <c:v>1798.61</c:v>
                </c:pt>
                <c:pt idx="298">
                  <c:v>1791.65</c:v>
                </c:pt>
                <c:pt idx="299">
                  <c:v>1791.65</c:v>
                </c:pt>
                <c:pt idx="300">
                  <c:v>1791.65</c:v>
                </c:pt>
                <c:pt idx="301">
                  <c:v>1799.31</c:v>
                </c:pt>
                <c:pt idx="302">
                  <c:v>1807.94</c:v>
                </c:pt>
                <c:pt idx="303">
                  <c:v>1806.2</c:v>
                </c:pt>
                <c:pt idx="304">
                  <c:v>1830.47</c:v>
                </c:pt>
                <c:pt idx="305">
                  <c:v>1824.53</c:v>
                </c:pt>
                <c:pt idx="306">
                  <c:v>1824.53</c:v>
                </c:pt>
                <c:pt idx="307">
                  <c:v>1824.53</c:v>
                </c:pt>
                <c:pt idx="308">
                  <c:v>1857.91</c:v>
                </c:pt>
                <c:pt idx="309">
                  <c:v>1869.04</c:v>
                </c:pt>
                <c:pt idx="310">
                  <c:v>1878.02</c:v>
                </c:pt>
                <c:pt idx="311">
                  <c:v>1863.07</c:v>
                </c:pt>
                <c:pt idx="312">
                  <c:v>1871.91</c:v>
                </c:pt>
                <c:pt idx="313">
                  <c:v>1871.91</c:v>
                </c:pt>
                <c:pt idx="314">
                  <c:v>1871.91</c:v>
                </c:pt>
                <c:pt idx="315">
                  <c:v>1854.97</c:v>
                </c:pt>
                <c:pt idx="316">
                  <c:v>1860.01</c:v>
                </c:pt>
                <c:pt idx="317">
                  <c:v>1867.21</c:v>
                </c:pt>
                <c:pt idx="318">
                  <c:v>1866.35</c:v>
                </c:pt>
                <c:pt idx="319">
                  <c:v>1862.08</c:v>
                </c:pt>
                <c:pt idx="320">
                  <c:v>1862.08</c:v>
                </c:pt>
                <c:pt idx="321">
                  <c:v>1862.08</c:v>
                </c:pt>
                <c:pt idx="322">
                  <c:v>1843.5</c:v>
                </c:pt>
                <c:pt idx="323">
                  <c:v>1848.25</c:v>
                </c:pt>
                <c:pt idx="324">
                  <c:v>1853.7</c:v>
                </c:pt>
                <c:pt idx="325">
                  <c:v>1840.7</c:v>
                </c:pt>
                <c:pt idx="326">
                  <c:v>1828.34</c:v>
                </c:pt>
                <c:pt idx="327">
                  <c:v>1828.34</c:v>
                </c:pt>
                <c:pt idx="328">
                  <c:v>1828.34</c:v>
                </c:pt>
                <c:pt idx="329">
                  <c:v>1800.54</c:v>
                </c:pt>
                <c:pt idx="330">
                  <c:v>1806.63</c:v>
                </c:pt>
                <c:pt idx="331">
                  <c:v>1782.12</c:v>
                </c:pt>
                <c:pt idx="332">
                  <c:v>1804.24</c:v>
                </c:pt>
                <c:pt idx="333">
                  <c:v>1787.45</c:v>
                </c:pt>
                <c:pt idx="334">
                  <c:v>1787.45</c:v>
                </c:pt>
                <c:pt idx="335">
                  <c:v>1787.45</c:v>
                </c:pt>
                <c:pt idx="336">
                  <c:v>1743.51</c:v>
                </c:pt>
                <c:pt idx="337">
                  <c:v>1730.56</c:v>
                </c:pt>
                <c:pt idx="338">
                  <c:v>1668.53</c:v>
                </c:pt>
                <c:pt idx="339">
                  <c:v>1699.38</c:v>
                </c:pt>
                <c:pt idx="340">
                  <c:v>1686.11</c:v>
                </c:pt>
                <c:pt idx="341">
                  <c:v>1686.11</c:v>
                </c:pt>
                <c:pt idx="342">
                  <c:v>1686.11</c:v>
                </c:pt>
                <c:pt idx="343">
                  <c:v>1669.01</c:v>
                </c:pt>
                <c:pt idx="344">
                  <c:v>1680.62</c:v>
                </c:pt>
                <c:pt idx="345">
                  <c:v>1704.68</c:v>
                </c:pt>
                <c:pt idx="346">
                  <c:v>1744.66</c:v>
                </c:pt>
                <c:pt idx="347">
                  <c:v>1735.78</c:v>
                </c:pt>
                <c:pt idx="348">
                  <c:v>1735.78</c:v>
                </c:pt>
                <c:pt idx="349">
                  <c:v>1735.78</c:v>
                </c:pt>
                <c:pt idx="350">
                  <c:v>1762.84</c:v>
                </c:pt>
                <c:pt idx="351">
                  <c:v>1777.23</c:v>
                </c:pt>
                <c:pt idx="352">
                  <c:v>1776.46</c:v>
                </c:pt>
                <c:pt idx="353">
                  <c:v>1764.78</c:v>
                </c:pt>
                <c:pt idx="354">
                  <c:v>1768.06</c:v>
                </c:pt>
                <c:pt idx="355">
                  <c:v>1768.06</c:v>
                </c:pt>
                <c:pt idx="356">
                  <c:v>1768.06</c:v>
                </c:pt>
                <c:pt idx="357">
                  <c:v>1776.77</c:v>
                </c:pt>
                <c:pt idx="358">
                  <c:v>1773.41</c:v>
                </c:pt>
                <c:pt idx="359">
                  <c:v>1793.18</c:v>
                </c:pt>
                <c:pt idx="360">
                  <c:v>1765.63</c:v>
                </c:pt>
                <c:pt idx="361">
                  <c:v>1729.08</c:v>
                </c:pt>
                <c:pt idx="362">
                  <c:v>1729.08</c:v>
                </c:pt>
                <c:pt idx="363">
                  <c:v>1729.08</c:v>
                </c:pt>
                <c:pt idx="364">
                  <c:v>1727.46</c:v>
                </c:pt>
                <c:pt idx="365">
                  <c:v>1732.02</c:v>
                </c:pt>
                <c:pt idx="366">
                  <c:v>1726.69</c:v>
                </c:pt>
              </c:numCache>
            </c:numRef>
          </c:val>
          <c:smooth val="1"/>
          <c:extLst>
            <c:ext xmlns:c16="http://schemas.microsoft.com/office/drawing/2014/chart" uri="{C3380CC4-5D6E-409C-BE32-E72D297353CC}">
              <c16:uniqueId val="{00000000-FCA6-468E-B209-C5E330CCD4E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45887</c:v>
                </c:pt>
                <c:pt idx="1">
                  <c:v>45888</c:v>
                </c:pt>
                <c:pt idx="2">
                  <c:v>45889</c:v>
                </c:pt>
                <c:pt idx="3">
                  <c:v>45890</c:v>
                </c:pt>
                <c:pt idx="4">
                  <c:v>45891</c:v>
                </c:pt>
                <c:pt idx="5">
                  <c:v>45892</c:v>
                </c:pt>
                <c:pt idx="6">
                  <c:v>45893</c:v>
                </c:pt>
                <c:pt idx="7">
                  <c:v>45894</c:v>
                </c:pt>
                <c:pt idx="8">
                  <c:v>45895</c:v>
                </c:pt>
                <c:pt idx="9">
                  <c:v>45896</c:v>
                </c:pt>
                <c:pt idx="10">
                  <c:v>45897</c:v>
                </c:pt>
                <c:pt idx="11">
                  <c:v>45898</c:v>
                </c:pt>
                <c:pt idx="12">
                  <c:v>45899</c:v>
                </c:pt>
                <c:pt idx="13">
                  <c:v>45900</c:v>
                </c:pt>
                <c:pt idx="14">
                  <c:v>45901</c:v>
                </c:pt>
                <c:pt idx="15">
                  <c:v>45902</c:v>
                </c:pt>
                <c:pt idx="16">
                  <c:v>45903</c:v>
                </c:pt>
                <c:pt idx="17">
                  <c:v>45904</c:v>
                </c:pt>
                <c:pt idx="18">
                  <c:v>45905</c:v>
                </c:pt>
                <c:pt idx="19">
                  <c:v>45906</c:v>
                </c:pt>
                <c:pt idx="20">
                  <c:v>45907</c:v>
                </c:pt>
                <c:pt idx="21">
                  <c:v>45908</c:v>
                </c:pt>
                <c:pt idx="22">
                  <c:v>45909</c:v>
                </c:pt>
                <c:pt idx="23">
                  <c:v>45910</c:v>
                </c:pt>
                <c:pt idx="24">
                  <c:v>45911</c:v>
                </c:pt>
                <c:pt idx="25">
                  <c:v>45912</c:v>
                </c:pt>
                <c:pt idx="26">
                  <c:v>45913</c:v>
                </c:pt>
                <c:pt idx="27">
                  <c:v>45914</c:v>
                </c:pt>
                <c:pt idx="28">
                  <c:v>45915</c:v>
                </c:pt>
                <c:pt idx="29">
                  <c:v>45916</c:v>
                </c:pt>
                <c:pt idx="30">
                  <c:v>45917</c:v>
                </c:pt>
                <c:pt idx="31">
                  <c:v>45918</c:v>
                </c:pt>
                <c:pt idx="32">
                  <c:v>45919</c:v>
                </c:pt>
                <c:pt idx="33">
                  <c:v>45920</c:v>
                </c:pt>
                <c:pt idx="34">
                  <c:v>45921</c:v>
                </c:pt>
                <c:pt idx="35">
                  <c:v>45922</c:v>
                </c:pt>
                <c:pt idx="36">
                  <c:v>45923</c:v>
                </c:pt>
                <c:pt idx="37">
                  <c:v>45924</c:v>
                </c:pt>
                <c:pt idx="38">
                  <c:v>45925</c:v>
                </c:pt>
                <c:pt idx="39">
                  <c:v>45926</c:v>
                </c:pt>
                <c:pt idx="40">
                  <c:v>45927</c:v>
                </c:pt>
                <c:pt idx="41">
                  <c:v>45928</c:v>
                </c:pt>
                <c:pt idx="42">
                  <c:v>45929</c:v>
                </c:pt>
                <c:pt idx="43">
                  <c:v>45930</c:v>
                </c:pt>
                <c:pt idx="44">
                  <c:v>45931</c:v>
                </c:pt>
                <c:pt idx="45">
                  <c:v>45932</c:v>
                </c:pt>
                <c:pt idx="46">
                  <c:v>45933</c:v>
                </c:pt>
                <c:pt idx="47">
                  <c:v>45934</c:v>
                </c:pt>
                <c:pt idx="48">
                  <c:v>45935</c:v>
                </c:pt>
                <c:pt idx="49">
                  <c:v>45936</c:v>
                </c:pt>
                <c:pt idx="50">
                  <c:v>45937</c:v>
                </c:pt>
                <c:pt idx="51">
                  <c:v>45938</c:v>
                </c:pt>
                <c:pt idx="52">
                  <c:v>45939</c:v>
                </c:pt>
                <c:pt idx="53">
                  <c:v>45940</c:v>
                </c:pt>
                <c:pt idx="54">
                  <c:v>45941</c:v>
                </c:pt>
                <c:pt idx="55">
                  <c:v>45942</c:v>
                </c:pt>
                <c:pt idx="56">
                  <c:v>45943</c:v>
                </c:pt>
                <c:pt idx="57">
                  <c:v>45944</c:v>
                </c:pt>
                <c:pt idx="58">
                  <c:v>45945</c:v>
                </c:pt>
                <c:pt idx="59">
                  <c:v>45946</c:v>
                </c:pt>
                <c:pt idx="60">
                  <c:v>45947</c:v>
                </c:pt>
                <c:pt idx="61">
                  <c:v>45948</c:v>
                </c:pt>
                <c:pt idx="62">
                  <c:v>45949</c:v>
                </c:pt>
                <c:pt idx="63">
                  <c:v>45950</c:v>
                </c:pt>
                <c:pt idx="64">
                  <c:v>45951</c:v>
                </c:pt>
                <c:pt idx="65">
                  <c:v>45952</c:v>
                </c:pt>
                <c:pt idx="66">
                  <c:v>45953</c:v>
                </c:pt>
                <c:pt idx="67">
                  <c:v>45954</c:v>
                </c:pt>
                <c:pt idx="68">
                  <c:v>45955</c:v>
                </c:pt>
                <c:pt idx="69">
                  <c:v>45956</c:v>
                </c:pt>
                <c:pt idx="70">
                  <c:v>45957</c:v>
                </c:pt>
                <c:pt idx="71">
                  <c:v>45958</c:v>
                </c:pt>
                <c:pt idx="72">
                  <c:v>45959</c:v>
                </c:pt>
                <c:pt idx="73">
                  <c:v>45960</c:v>
                </c:pt>
                <c:pt idx="74">
                  <c:v>45961</c:v>
                </c:pt>
                <c:pt idx="75">
                  <c:v>45962</c:v>
                </c:pt>
                <c:pt idx="76">
                  <c:v>45963</c:v>
                </c:pt>
                <c:pt idx="77">
                  <c:v>45964</c:v>
                </c:pt>
                <c:pt idx="78">
                  <c:v>45965</c:v>
                </c:pt>
                <c:pt idx="79">
                  <c:v>45966</c:v>
                </c:pt>
                <c:pt idx="80">
                  <c:v>45967</c:v>
                </c:pt>
                <c:pt idx="81">
                  <c:v>45968</c:v>
                </c:pt>
                <c:pt idx="82">
                  <c:v>45969</c:v>
                </c:pt>
                <c:pt idx="83">
                  <c:v>45970</c:v>
                </c:pt>
                <c:pt idx="84">
                  <c:v>45971</c:v>
                </c:pt>
                <c:pt idx="85">
                  <c:v>45972</c:v>
                </c:pt>
                <c:pt idx="86">
                  <c:v>45973</c:v>
                </c:pt>
                <c:pt idx="87">
                  <c:v>45974</c:v>
                </c:pt>
                <c:pt idx="88">
                  <c:v>45975</c:v>
                </c:pt>
                <c:pt idx="89">
                  <c:v>45976</c:v>
                </c:pt>
                <c:pt idx="90">
                  <c:v>45977</c:v>
                </c:pt>
                <c:pt idx="91">
                  <c:v>45978</c:v>
                </c:pt>
                <c:pt idx="92">
                  <c:v>45979</c:v>
                </c:pt>
                <c:pt idx="93">
                  <c:v>45980</c:v>
                </c:pt>
                <c:pt idx="94">
                  <c:v>45981</c:v>
                </c:pt>
                <c:pt idx="95">
                  <c:v>45982</c:v>
                </c:pt>
                <c:pt idx="96">
                  <c:v>45983</c:v>
                </c:pt>
                <c:pt idx="97">
                  <c:v>45984</c:v>
                </c:pt>
                <c:pt idx="98">
                  <c:v>45985</c:v>
                </c:pt>
                <c:pt idx="99">
                  <c:v>45986</c:v>
                </c:pt>
                <c:pt idx="100">
                  <c:v>45987</c:v>
                </c:pt>
                <c:pt idx="101">
                  <c:v>45988</c:v>
                </c:pt>
                <c:pt idx="102">
                  <c:v>45989</c:v>
                </c:pt>
                <c:pt idx="103">
                  <c:v>45990</c:v>
                </c:pt>
                <c:pt idx="104">
                  <c:v>45991</c:v>
                </c:pt>
                <c:pt idx="105">
                  <c:v>45992</c:v>
                </c:pt>
                <c:pt idx="106">
                  <c:v>45993</c:v>
                </c:pt>
                <c:pt idx="107">
                  <c:v>45994</c:v>
                </c:pt>
                <c:pt idx="108">
                  <c:v>45995</c:v>
                </c:pt>
                <c:pt idx="109">
                  <c:v>45996</c:v>
                </c:pt>
                <c:pt idx="110">
                  <c:v>45997</c:v>
                </c:pt>
                <c:pt idx="111">
                  <c:v>45998</c:v>
                </c:pt>
                <c:pt idx="112">
                  <c:v>45999</c:v>
                </c:pt>
                <c:pt idx="113">
                  <c:v>46000</c:v>
                </c:pt>
                <c:pt idx="114">
                  <c:v>46001</c:v>
                </c:pt>
                <c:pt idx="115">
                  <c:v>46002</c:v>
                </c:pt>
                <c:pt idx="116">
                  <c:v>46003</c:v>
                </c:pt>
                <c:pt idx="117">
                  <c:v>46004</c:v>
                </c:pt>
                <c:pt idx="118">
                  <c:v>46005</c:v>
                </c:pt>
                <c:pt idx="119">
                  <c:v>46006</c:v>
                </c:pt>
                <c:pt idx="120">
                  <c:v>46007</c:v>
                </c:pt>
                <c:pt idx="121">
                  <c:v>46008</c:v>
                </c:pt>
                <c:pt idx="122">
                  <c:v>46009</c:v>
                </c:pt>
                <c:pt idx="123">
                  <c:v>46010</c:v>
                </c:pt>
                <c:pt idx="124">
                  <c:v>46011</c:v>
                </c:pt>
                <c:pt idx="125">
                  <c:v>46012</c:v>
                </c:pt>
                <c:pt idx="126">
                  <c:v>46013</c:v>
                </c:pt>
                <c:pt idx="127">
                  <c:v>46014</c:v>
                </c:pt>
                <c:pt idx="128">
                  <c:v>46015</c:v>
                </c:pt>
                <c:pt idx="129">
                  <c:v>46016</c:v>
                </c:pt>
                <c:pt idx="130">
                  <c:v>46017</c:v>
                </c:pt>
                <c:pt idx="131">
                  <c:v>46018</c:v>
                </c:pt>
                <c:pt idx="132">
                  <c:v>46019</c:v>
                </c:pt>
                <c:pt idx="133">
                  <c:v>46020</c:v>
                </c:pt>
                <c:pt idx="134">
                  <c:v>46021</c:v>
                </c:pt>
                <c:pt idx="135">
                  <c:v>46022</c:v>
                </c:pt>
                <c:pt idx="136">
                  <c:v>46023</c:v>
                </c:pt>
                <c:pt idx="137">
                  <c:v>46024</c:v>
                </c:pt>
                <c:pt idx="138">
                  <c:v>46025</c:v>
                </c:pt>
                <c:pt idx="139">
                  <c:v>46026</c:v>
                </c:pt>
                <c:pt idx="140">
                  <c:v>46027</c:v>
                </c:pt>
                <c:pt idx="141">
                  <c:v>46028</c:v>
                </c:pt>
                <c:pt idx="142">
                  <c:v>46029</c:v>
                </c:pt>
                <c:pt idx="143">
                  <c:v>46030</c:v>
                </c:pt>
                <c:pt idx="144">
                  <c:v>46031</c:v>
                </c:pt>
                <c:pt idx="145">
                  <c:v>46032</c:v>
                </c:pt>
                <c:pt idx="146">
                  <c:v>46033</c:v>
                </c:pt>
                <c:pt idx="147">
                  <c:v>46034</c:v>
                </c:pt>
                <c:pt idx="148">
                  <c:v>46035</c:v>
                </c:pt>
                <c:pt idx="149">
                  <c:v>46036</c:v>
                </c:pt>
                <c:pt idx="150">
                  <c:v>46037</c:v>
                </c:pt>
                <c:pt idx="151">
                  <c:v>46038</c:v>
                </c:pt>
                <c:pt idx="152">
                  <c:v>46039</c:v>
                </c:pt>
                <c:pt idx="153">
                  <c:v>46040</c:v>
                </c:pt>
                <c:pt idx="154">
                  <c:v>46041</c:v>
                </c:pt>
                <c:pt idx="155">
                  <c:v>46042</c:v>
                </c:pt>
                <c:pt idx="156">
                  <c:v>46043</c:v>
                </c:pt>
                <c:pt idx="157">
                  <c:v>46044</c:v>
                </c:pt>
                <c:pt idx="158">
                  <c:v>46045</c:v>
                </c:pt>
                <c:pt idx="159">
                  <c:v>46046</c:v>
                </c:pt>
                <c:pt idx="160">
                  <c:v>46047</c:v>
                </c:pt>
                <c:pt idx="161">
                  <c:v>46048</c:v>
                </c:pt>
                <c:pt idx="162">
                  <c:v>46049</c:v>
                </c:pt>
                <c:pt idx="163">
                  <c:v>46050</c:v>
                </c:pt>
                <c:pt idx="164">
                  <c:v>46051</c:v>
                </c:pt>
                <c:pt idx="165">
                  <c:v>46052</c:v>
                </c:pt>
                <c:pt idx="166">
                  <c:v>46053</c:v>
                </c:pt>
                <c:pt idx="167">
                  <c:v>46054</c:v>
                </c:pt>
                <c:pt idx="168">
                  <c:v>46055</c:v>
                </c:pt>
                <c:pt idx="169">
                  <c:v>46056</c:v>
                </c:pt>
                <c:pt idx="170">
                  <c:v>46057</c:v>
                </c:pt>
                <c:pt idx="171">
                  <c:v>46058</c:v>
                </c:pt>
                <c:pt idx="172">
                  <c:v>46059</c:v>
                </c:pt>
                <c:pt idx="173">
                  <c:v>46060</c:v>
                </c:pt>
                <c:pt idx="174">
                  <c:v>46061</c:v>
                </c:pt>
                <c:pt idx="175">
                  <c:v>46062</c:v>
                </c:pt>
                <c:pt idx="176">
                  <c:v>46063</c:v>
                </c:pt>
                <c:pt idx="177">
                  <c:v>46064</c:v>
                </c:pt>
                <c:pt idx="178">
                  <c:v>46065</c:v>
                </c:pt>
                <c:pt idx="179">
                  <c:v>46066</c:v>
                </c:pt>
                <c:pt idx="180">
                  <c:v>46067</c:v>
                </c:pt>
                <c:pt idx="181">
                  <c:v>46068</c:v>
                </c:pt>
                <c:pt idx="182">
                  <c:v>46069</c:v>
                </c:pt>
                <c:pt idx="183">
                  <c:v>46070</c:v>
                </c:pt>
                <c:pt idx="184">
                  <c:v>46071</c:v>
                </c:pt>
                <c:pt idx="185">
                  <c:v>46072</c:v>
                </c:pt>
                <c:pt idx="186">
                  <c:v>46073</c:v>
                </c:pt>
                <c:pt idx="187">
                  <c:v>46074</c:v>
                </c:pt>
                <c:pt idx="188">
                  <c:v>46075</c:v>
                </c:pt>
                <c:pt idx="189">
                  <c:v>46076</c:v>
                </c:pt>
                <c:pt idx="190">
                  <c:v>46077</c:v>
                </c:pt>
                <c:pt idx="191">
                  <c:v>46078</c:v>
                </c:pt>
                <c:pt idx="192">
                  <c:v>46079</c:v>
                </c:pt>
                <c:pt idx="193">
                  <c:v>46080</c:v>
                </c:pt>
                <c:pt idx="194">
                  <c:v>46081</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46095</c:v>
                </c:pt>
                <c:pt idx="209">
                  <c:v>46096</c:v>
                </c:pt>
                <c:pt idx="210">
                  <c:v>46097</c:v>
                </c:pt>
                <c:pt idx="211">
                  <c:v>46098</c:v>
                </c:pt>
                <c:pt idx="212">
                  <c:v>46099</c:v>
                </c:pt>
                <c:pt idx="213">
                  <c:v>46100</c:v>
                </c:pt>
                <c:pt idx="214">
                  <c:v>46101</c:v>
                </c:pt>
                <c:pt idx="215">
                  <c:v>46102</c:v>
                </c:pt>
                <c:pt idx="216">
                  <c:v>46103</c:v>
                </c:pt>
                <c:pt idx="217">
                  <c:v>46104</c:v>
                </c:pt>
                <c:pt idx="218">
                  <c:v>46105</c:v>
                </c:pt>
                <c:pt idx="219">
                  <c:v>46106</c:v>
                </c:pt>
                <c:pt idx="220">
                  <c:v>46107</c:v>
                </c:pt>
                <c:pt idx="221">
                  <c:v>46108</c:v>
                </c:pt>
                <c:pt idx="222">
                  <c:v>46109</c:v>
                </c:pt>
                <c:pt idx="223">
                  <c:v>46110</c:v>
                </c:pt>
                <c:pt idx="224">
                  <c:v>46111</c:v>
                </c:pt>
                <c:pt idx="225">
                  <c:v>46112</c:v>
                </c:pt>
                <c:pt idx="226">
                  <c:v>46113</c:v>
                </c:pt>
                <c:pt idx="227">
                  <c:v>46114</c:v>
                </c:pt>
                <c:pt idx="228">
                  <c:v>46115</c:v>
                </c:pt>
                <c:pt idx="229">
                  <c:v>46116</c:v>
                </c:pt>
                <c:pt idx="230">
                  <c:v>46117</c:v>
                </c:pt>
                <c:pt idx="231">
                  <c:v>46118</c:v>
                </c:pt>
                <c:pt idx="232">
                  <c:v>46119</c:v>
                </c:pt>
                <c:pt idx="233">
                  <c:v>46120</c:v>
                </c:pt>
                <c:pt idx="234">
                  <c:v>46121</c:v>
                </c:pt>
                <c:pt idx="235">
                  <c:v>46122</c:v>
                </c:pt>
                <c:pt idx="236">
                  <c:v>46123</c:v>
                </c:pt>
                <c:pt idx="237">
                  <c:v>46124</c:v>
                </c:pt>
                <c:pt idx="238">
                  <c:v>46125</c:v>
                </c:pt>
                <c:pt idx="239">
                  <c:v>46126</c:v>
                </c:pt>
                <c:pt idx="240">
                  <c:v>46127</c:v>
                </c:pt>
                <c:pt idx="241">
                  <c:v>46128</c:v>
                </c:pt>
                <c:pt idx="242">
                  <c:v>46129</c:v>
                </c:pt>
                <c:pt idx="243">
                  <c:v>46130</c:v>
                </c:pt>
                <c:pt idx="244">
                  <c:v>46131</c:v>
                </c:pt>
                <c:pt idx="245">
                  <c:v>46132</c:v>
                </c:pt>
                <c:pt idx="246">
                  <c:v>46133</c:v>
                </c:pt>
                <c:pt idx="247">
                  <c:v>46134</c:v>
                </c:pt>
                <c:pt idx="248">
                  <c:v>46135</c:v>
                </c:pt>
                <c:pt idx="249">
                  <c:v>46136</c:v>
                </c:pt>
                <c:pt idx="250">
                  <c:v>46137</c:v>
                </c:pt>
                <c:pt idx="251">
                  <c:v>46138</c:v>
                </c:pt>
                <c:pt idx="252">
                  <c:v>46139</c:v>
                </c:pt>
                <c:pt idx="253">
                  <c:v>46140</c:v>
                </c:pt>
                <c:pt idx="254">
                  <c:v>46141</c:v>
                </c:pt>
                <c:pt idx="255">
                  <c:v>46142</c:v>
                </c:pt>
                <c:pt idx="256">
                  <c:v>46143</c:v>
                </c:pt>
                <c:pt idx="257">
                  <c:v>46144</c:v>
                </c:pt>
                <c:pt idx="258">
                  <c:v>46145</c:v>
                </c:pt>
                <c:pt idx="259">
                  <c:v>46146</c:v>
                </c:pt>
                <c:pt idx="260">
                  <c:v>46147</c:v>
                </c:pt>
                <c:pt idx="261">
                  <c:v>46148</c:v>
                </c:pt>
                <c:pt idx="262">
                  <c:v>46149</c:v>
                </c:pt>
                <c:pt idx="263">
                  <c:v>46150</c:v>
                </c:pt>
                <c:pt idx="264">
                  <c:v>46151</c:v>
                </c:pt>
                <c:pt idx="265">
                  <c:v>46152</c:v>
                </c:pt>
                <c:pt idx="266">
                  <c:v>46153</c:v>
                </c:pt>
                <c:pt idx="267">
                  <c:v>46154</c:v>
                </c:pt>
                <c:pt idx="268">
                  <c:v>46155</c:v>
                </c:pt>
                <c:pt idx="269">
                  <c:v>46156</c:v>
                </c:pt>
                <c:pt idx="270">
                  <c:v>46157</c:v>
                </c:pt>
                <c:pt idx="271">
                  <c:v>46158</c:v>
                </c:pt>
                <c:pt idx="272">
                  <c:v>46159</c:v>
                </c:pt>
                <c:pt idx="273">
                  <c:v>46160</c:v>
                </c:pt>
                <c:pt idx="274">
                  <c:v>46161</c:v>
                </c:pt>
                <c:pt idx="275">
                  <c:v>46162</c:v>
                </c:pt>
                <c:pt idx="276">
                  <c:v>46163</c:v>
                </c:pt>
                <c:pt idx="277">
                  <c:v>46164</c:v>
                </c:pt>
                <c:pt idx="278">
                  <c:v>46165</c:v>
                </c:pt>
                <c:pt idx="279">
                  <c:v>46166</c:v>
                </c:pt>
                <c:pt idx="280">
                  <c:v>46167</c:v>
                </c:pt>
                <c:pt idx="281">
                  <c:v>46168</c:v>
                </c:pt>
                <c:pt idx="282">
                  <c:v>46169</c:v>
                </c:pt>
                <c:pt idx="283">
                  <c:v>46170</c:v>
                </c:pt>
                <c:pt idx="284">
                  <c:v>46171</c:v>
                </c:pt>
                <c:pt idx="285">
                  <c:v>46172</c:v>
                </c:pt>
                <c:pt idx="286">
                  <c:v>46173</c:v>
                </c:pt>
                <c:pt idx="287">
                  <c:v>46174</c:v>
                </c:pt>
                <c:pt idx="288">
                  <c:v>46175</c:v>
                </c:pt>
                <c:pt idx="289">
                  <c:v>46176</c:v>
                </c:pt>
                <c:pt idx="290">
                  <c:v>46177</c:v>
                </c:pt>
                <c:pt idx="291">
                  <c:v>46178</c:v>
                </c:pt>
                <c:pt idx="292">
                  <c:v>46179</c:v>
                </c:pt>
                <c:pt idx="293">
                  <c:v>46180</c:v>
                </c:pt>
                <c:pt idx="294">
                  <c:v>46181</c:v>
                </c:pt>
                <c:pt idx="295">
                  <c:v>46182</c:v>
                </c:pt>
                <c:pt idx="296">
                  <c:v>46183</c:v>
                </c:pt>
                <c:pt idx="297">
                  <c:v>46184</c:v>
                </c:pt>
                <c:pt idx="298">
                  <c:v>46185</c:v>
                </c:pt>
                <c:pt idx="299">
                  <c:v>46186</c:v>
                </c:pt>
                <c:pt idx="300">
                  <c:v>46187</c:v>
                </c:pt>
                <c:pt idx="301">
                  <c:v>46188</c:v>
                </c:pt>
                <c:pt idx="302">
                  <c:v>46189</c:v>
                </c:pt>
                <c:pt idx="303">
                  <c:v>46190</c:v>
                </c:pt>
                <c:pt idx="304">
                  <c:v>46191</c:v>
                </c:pt>
                <c:pt idx="305">
                  <c:v>46192</c:v>
                </c:pt>
                <c:pt idx="306">
                  <c:v>46193</c:v>
                </c:pt>
                <c:pt idx="307">
                  <c:v>46194</c:v>
                </c:pt>
                <c:pt idx="308">
                  <c:v>46195</c:v>
                </c:pt>
                <c:pt idx="309">
                  <c:v>46196</c:v>
                </c:pt>
                <c:pt idx="310">
                  <c:v>46197</c:v>
                </c:pt>
                <c:pt idx="311">
                  <c:v>46198</c:v>
                </c:pt>
                <c:pt idx="312">
                  <c:v>46199</c:v>
                </c:pt>
                <c:pt idx="313">
                  <c:v>46200</c:v>
                </c:pt>
                <c:pt idx="314">
                  <c:v>46201</c:v>
                </c:pt>
                <c:pt idx="315">
                  <c:v>46202</c:v>
                </c:pt>
                <c:pt idx="316">
                  <c:v>46203</c:v>
                </c:pt>
                <c:pt idx="317">
                  <c:v>46204</c:v>
                </c:pt>
                <c:pt idx="318">
                  <c:v>46205</c:v>
                </c:pt>
                <c:pt idx="319">
                  <c:v>46206</c:v>
                </c:pt>
                <c:pt idx="320">
                  <c:v>46207</c:v>
                </c:pt>
                <c:pt idx="321">
                  <c:v>46208</c:v>
                </c:pt>
                <c:pt idx="322">
                  <c:v>46209</c:v>
                </c:pt>
                <c:pt idx="323">
                  <c:v>46210</c:v>
                </c:pt>
                <c:pt idx="324">
                  <c:v>46211</c:v>
                </c:pt>
                <c:pt idx="325">
                  <c:v>46212</c:v>
                </c:pt>
                <c:pt idx="326">
                  <c:v>46213</c:v>
                </c:pt>
                <c:pt idx="327">
                  <c:v>46214</c:v>
                </c:pt>
                <c:pt idx="328">
                  <c:v>46215</c:v>
                </c:pt>
                <c:pt idx="329">
                  <c:v>46216</c:v>
                </c:pt>
                <c:pt idx="330">
                  <c:v>46217</c:v>
                </c:pt>
                <c:pt idx="331">
                  <c:v>46218</c:v>
                </c:pt>
                <c:pt idx="332">
                  <c:v>46219</c:v>
                </c:pt>
                <c:pt idx="333">
                  <c:v>46220</c:v>
                </c:pt>
                <c:pt idx="334">
                  <c:v>46221</c:v>
                </c:pt>
                <c:pt idx="335">
                  <c:v>46222</c:v>
                </c:pt>
                <c:pt idx="336">
                  <c:v>46223</c:v>
                </c:pt>
                <c:pt idx="337">
                  <c:v>46224</c:v>
                </c:pt>
                <c:pt idx="338">
                  <c:v>46225</c:v>
                </c:pt>
                <c:pt idx="339">
                  <c:v>46226</c:v>
                </c:pt>
                <c:pt idx="340">
                  <c:v>46227</c:v>
                </c:pt>
                <c:pt idx="341">
                  <c:v>46228</c:v>
                </c:pt>
                <c:pt idx="342">
                  <c:v>46229</c:v>
                </c:pt>
                <c:pt idx="343">
                  <c:v>46230</c:v>
                </c:pt>
                <c:pt idx="344">
                  <c:v>46231</c:v>
                </c:pt>
                <c:pt idx="345">
                  <c:v>46232</c:v>
                </c:pt>
                <c:pt idx="346">
                  <c:v>46233</c:v>
                </c:pt>
                <c:pt idx="347">
                  <c:v>46234</c:v>
                </c:pt>
                <c:pt idx="348">
                  <c:v>46235</c:v>
                </c:pt>
                <c:pt idx="349">
                  <c:v>46236</c:v>
                </c:pt>
                <c:pt idx="350">
                  <c:v>46237</c:v>
                </c:pt>
                <c:pt idx="351">
                  <c:v>46238</c:v>
                </c:pt>
                <c:pt idx="352">
                  <c:v>46239</c:v>
                </c:pt>
                <c:pt idx="353">
                  <c:v>46240</c:v>
                </c:pt>
                <c:pt idx="354">
                  <c:v>46241</c:v>
                </c:pt>
                <c:pt idx="355">
                  <c:v>46242</c:v>
                </c:pt>
                <c:pt idx="356">
                  <c:v>46243</c:v>
                </c:pt>
                <c:pt idx="357">
                  <c:v>46244</c:v>
                </c:pt>
                <c:pt idx="358">
                  <c:v>46245</c:v>
                </c:pt>
                <c:pt idx="359">
                  <c:v>46246</c:v>
                </c:pt>
                <c:pt idx="360">
                  <c:v>46247</c:v>
                </c:pt>
                <c:pt idx="361">
                  <c:v>46248</c:v>
                </c:pt>
                <c:pt idx="362">
                  <c:v>46249</c:v>
                </c:pt>
                <c:pt idx="363">
                  <c:v>46250</c:v>
                </c:pt>
                <c:pt idx="364">
                  <c:v>46251</c:v>
                </c:pt>
                <c:pt idx="365">
                  <c:v>46252</c:v>
                </c:pt>
                <c:pt idx="366">
                  <c:v>46253</c:v>
                </c:pt>
              </c:numCache>
            </c:numRef>
          </c:cat>
          <c:val>
            <c:numRef>
              <c:f>Source!$AK$4:$AK$373</c:f>
              <c:numCache>
                <c:formatCode>General</c:formatCode>
                <c:ptCount val="370"/>
                <c:pt idx="0">
                  <c:v>26293</c:v>
                </c:pt>
                <c:pt idx="1">
                  <c:v>26313</c:v>
                </c:pt>
                <c:pt idx="2">
                  <c:v>26373</c:v>
                </c:pt>
                <c:pt idx="3">
                  <c:v>26429</c:v>
                </c:pt>
                <c:pt idx="4">
                  <c:v>26358</c:v>
                </c:pt>
                <c:pt idx="5">
                  <c:v>26358</c:v>
                </c:pt>
                <c:pt idx="6">
                  <c:v>26358</c:v>
                </c:pt>
                <c:pt idx="7">
                  <c:v>26306</c:v>
                </c:pt>
                <c:pt idx="8">
                  <c:v>26353</c:v>
                </c:pt>
                <c:pt idx="9">
                  <c:v>26367</c:v>
                </c:pt>
                <c:pt idx="10">
                  <c:v>26358</c:v>
                </c:pt>
                <c:pt idx="11">
                  <c:v>26345</c:v>
                </c:pt>
                <c:pt idx="12">
                  <c:v>26345</c:v>
                </c:pt>
                <c:pt idx="13">
                  <c:v>26345</c:v>
                </c:pt>
                <c:pt idx="14">
                  <c:v>26343</c:v>
                </c:pt>
                <c:pt idx="15">
                  <c:v>26341</c:v>
                </c:pt>
                <c:pt idx="16">
                  <c:v>26388</c:v>
                </c:pt>
                <c:pt idx="17">
                  <c:v>26387</c:v>
                </c:pt>
                <c:pt idx="18">
                  <c:v>26398</c:v>
                </c:pt>
                <c:pt idx="19">
                  <c:v>26398</c:v>
                </c:pt>
                <c:pt idx="20">
                  <c:v>26398</c:v>
                </c:pt>
                <c:pt idx="21">
                  <c:v>26409</c:v>
                </c:pt>
                <c:pt idx="22">
                  <c:v>26385</c:v>
                </c:pt>
                <c:pt idx="23">
                  <c:v>26392</c:v>
                </c:pt>
                <c:pt idx="24">
                  <c:v>26396</c:v>
                </c:pt>
                <c:pt idx="25">
                  <c:v>26391</c:v>
                </c:pt>
                <c:pt idx="26">
                  <c:v>26391</c:v>
                </c:pt>
                <c:pt idx="27">
                  <c:v>26391</c:v>
                </c:pt>
                <c:pt idx="28">
                  <c:v>26384</c:v>
                </c:pt>
                <c:pt idx="29">
                  <c:v>26382</c:v>
                </c:pt>
                <c:pt idx="30">
                  <c:v>26372</c:v>
                </c:pt>
                <c:pt idx="31">
                  <c:v>26380</c:v>
                </c:pt>
                <c:pt idx="32">
                  <c:v>26382</c:v>
                </c:pt>
                <c:pt idx="33">
                  <c:v>26382</c:v>
                </c:pt>
                <c:pt idx="34">
                  <c:v>26382</c:v>
                </c:pt>
                <c:pt idx="35">
                  <c:v>26413</c:v>
                </c:pt>
                <c:pt idx="36">
                  <c:v>26414</c:v>
                </c:pt>
                <c:pt idx="37">
                  <c:v>26418</c:v>
                </c:pt>
                <c:pt idx="38">
                  <c:v>26400</c:v>
                </c:pt>
                <c:pt idx="39">
                  <c:v>26403</c:v>
                </c:pt>
                <c:pt idx="40">
                  <c:v>26403</c:v>
                </c:pt>
                <c:pt idx="41">
                  <c:v>26403</c:v>
                </c:pt>
                <c:pt idx="42">
                  <c:v>26420</c:v>
                </c:pt>
                <c:pt idx="43">
                  <c:v>26424</c:v>
                </c:pt>
                <c:pt idx="44">
                  <c:v>26416</c:v>
                </c:pt>
                <c:pt idx="45">
                  <c:v>26398</c:v>
                </c:pt>
                <c:pt idx="46">
                  <c:v>26376</c:v>
                </c:pt>
                <c:pt idx="47">
                  <c:v>26376</c:v>
                </c:pt>
                <c:pt idx="48">
                  <c:v>26376</c:v>
                </c:pt>
                <c:pt idx="49">
                  <c:v>26365</c:v>
                </c:pt>
                <c:pt idx="50">
                  <c:v>26365</c:v>
                </c:pt>
                <c:pt idx="51">
                  <c:v>26361</c:v>
                </c:pt>
                <c:pt idx="52">
                  <c:v>26348</c:v>
                </c:pt>
                <c:pt idx="53">
                  <c:v>26340</c:v>
                </c:pt>
                <c:pt idx="54">
                  <c:v>26340</c:v>
                </c:pt>
                <c:pt idx="55">
                  <c:v>26340</c:v>
                </c:pt>
                <c:pt idx="56">
                  <c:v>26344</c:v>
                </c:pt>
                <c:pt idx="57">
                  <c:v>26355</c:v>
                </c:pt>
                <c:pt idx="58">
                  <c:v>26342</c:v>
                </c:pt>
                <c:pt idx="59">
                  <c:v>26336</c:v>
                </c:pt>
                <c:pt idx="60">
                  <c:v>26342</c:v>
                </c:pt>
                <c:pt idx="61">
                  <c:v>26342</c:v>
                </c:pt>
                <c:pt idx="62">
                  <c:v>26342</c:v>
                </c:pt>
                <c:pt idx="63">
                  <c:v>26342</c:v>
                </c:pt>
                <c:pt idx="64">
                  <c:v>26343</c:v>
                </c:pt>
                <c:pt idx="65">
                  <c:v>26348</c:v>
                </c:pt>
                <c:pt idx="66">
                  <c:v>26333</c:v>
                </c:pt>
                <c:pt idx="67">
                  <c:v>26309</c:v>
                </c:pt>
                <c:pt idx="68">
                  <c:v>26309</c:v>
                </c:pt>
                <c:pt idx="69">
                  <c:v>26309</c:v>
                </c:pt>
                <c:pt idx="70">
                  <c:v>26302</c:v>
                </c:pt>
                <c:pt idx="71">
                  <c:v>26320</c:v>
                </c:pt>
                <c:pt idx="72">
                  <c:v>26334</c:v>
                </c:pt>
                <c:pt idx="73">
                  <c:v>26331</c:v>
                </c:pt>
                <c:pt idx="74">
                  <c:v>26314</c:v>
                </c:pt>
                <c:pt idx="75">
                  <c:v>26314</c:v>
                </c:pt>
                <c:pt idx="76">
                  <c:v>26314</c:v>
                </c:pt>
                <c:pt idx="77">
                  <c:v>26310</c:v>
                </c:pt>
                <c:pt idx="78">
                  <c:v>26319</c:v>
                </c:pt>
                <c:pt idx="79">
                  <c:v>26322</c:v>
                </c:pt>
                <c:pt idx="80">
                  <c:v>26315</c:v>
                </c:pt>
                <c:pt idx="81">
                  <c:v>26310</c:v>
                </c:pt>
                <c:pt idx="82">
                  <c:v>26310</c:v>
                </c:pt>
                <c:pt idx="83">
                  <c:v>26310</c:v>
                </c:pt>
                <c:pt idx="84">
                  <c:v>26300</c:v>
                </c:pt>
                <c:pt idx="85">
                  <c:v>26312</c:v>
                </c:pt>
                <c:pt idx="86">
                  <c:v>26350</c:v>
                </c:pt>
                <c:pt idx="87">
                  <c:v>26345</c:v>
                </c:pt>
                <c:pt idx="88">
                  <c:v>26350</c:v>
                </c:pt>
                <c:pt idx="89">
                  <c:v>26350</c:v>
                </c:pt>
                <c:pt idx="90">
                  <c:v>26350</c:v>
                </c:pt>
                <c:pt idx="91">
                  <c:v>26353</c:v>
                </c:pt>
                <c:pt idx="92">
                  <c:v>26380</c:v>
                </c:pt>
                <c:pt idx="93">
                  <c:v>26377</c:v>
                </c:pt>
                <c:pt idx="94">
                  <c:v>26379</c:v>
                </c:pt>
                <c:pt idx="95">
                  <c:v>26362</c:v>
                </c:pt>
                <c:pt idx="96">
                  <c:v>26362</c:v>
                </c:pt>
                <c:pt idx="97">
                  <c:v>26362</c:v>
                </c:pt>
                <c:pt idx="98">
                  <c:v>26366</c:v>
                </c:pt>
                <c:pt idx="99">
                  <c:v>26371</c:v>
                </c:pt>
                <c:pt idx="100">
                  <c:v>26374</c:v>
                </c:pt>
                <c:pt idx="101">
                  <c:v>26375</c:v>
                </c:pt>
                <c:pt idx="102">
                  <c:v>26365</c:v>
                </c:pt>
                <c:pt idx="103">
                  <c:v>26365</c:v>
                </c:pt>
                <c:pt idx="104">
                  <c:v>26365</c:v>
                </c:pt>
                <c:pt idx="105">
                  <c:v>26369</c:v>
                </c:pt>
                <c:pt idx="106">
                  <c:v>26375</c:v>
                </c:pt>
                <c:pt idx="107">
                  <c:v>26373</c:v>
                </c:pt>
                <c:pt idx="108">
                  <c:v>26370</c:v>
                </c:pt>
                <c:pt idx="109">
                  <c:v>26363</c:v>
                </c:pt>
                <c:pt idx="110">
                  <c:v>26363</c:v>
                </c:pt>
                <c:pt idx="111">
                  <c:v>26363</c:v>
                </c:pt>
                <c:pt idx="112">
                  <c:v>26360</c:v>
                </c:pt>
                <c:pt idx="113">
                  <c:v>26370</c:v>
                </c:pt>
                <c:pt idx="114">
                  <c:v>26357</c:v>
                </c:pt>
                <c:pt idx="115">
                  <c:v>26326</c:v>
                </c:pt>
                <c:pt idx="116">
                  <c:v>26307</c:v>
                </c:pt>
                <c:pt idx="117">
                  <c:v>26307</c:v>
                </c:pt>
                <c:pt idx="118">
                  <c:v>26307</c:v>
                </c:pt>
                <c:pt idx="119">
                  <c:v>26316</c:v>
                </c:pt>
                <c:pt idx="120">
                  <c:v>26340</c:v>
                </c:pt>
                <c:pt idx="121">
                  <c:v>26334</c:v>
                </c:pt>
                <c:pt idx="122">
                  <c:v>26326</c:v>
                </c:pt>
                <c:pt idx="123">
                  <c:v>26315</c:v>
                </c:pt>
                <c:pt idx="124">
                  <c:v>26315</c:v>
                </c:pt>
                <c:pt idx="125">
                  <c:v>26315</c:v>
                </c:pt>
                <c:pt idx="126">
                  <c:v>26334</c:v>
                </c:pt>
                <c:pt idx="127">
                  <c:v>26331</c:v>
                </c:pt>
                <c:pt idx="128">
                  <c:v>26320</c:v>
                </c:pt>
                <c:pt idx="129">
                  <c:v>26282</c:v>
                </c:pt>
                <c:pt idx="130">
                  <c:v>26292</c:v>
                </c:pt>
                <c:pt idx="131">
                  <c:v>26292</c:v>
                </c:pt>
                <c:pt idx="132">
                  <c:v>26292</c:v>
                </c:pt>
                <c:pt idx="133">
                  <c:v>26285</c:v>
                </c:pt>
                <c:pt idx="134">
                  <c:v>26270</c:v>
                </c:pt>
                <c:pt idx="135">
                  <c:v>26298</c:v>
                </c:pt>
                <c:pt idx="136">
                  <c:v>26274</c:v>
                </c:pt>
                <c:pt idx="137">
                  <c:v>26288</c:v>
                </c:pt>
                <c:pt idx="138">
                  <c:v>26288</c:v>
                </c:pt>
                <c:pt idx="139">
                  <c:v>26288</c:v>
                </c:pt>
                <c:pt idx="140">
                  <c:v>26271</c:v>
                </c:pt>
                <c:pt idx="141">
                  <c:v>26276</c:v>
                </c:pt>
                <c:pt idx="142">
                  <c:v>26274</c:v>
                </c:pt>
                <c:pt idx="143">
                  <c:v>26270</c:v>
                </c:pt>
                <c:pt idx="144">
                  <c:v>26266</c:v>
                </c:pt>
                <c:pt idx="145">
                  <c:v>26266</c:v>
                </c:pt>
                <c:pt idx="146">
                  <c:v>26266</c:v>
                </c:pt>
                <c:pt idx="147">
                  <c:v>26272</c:v>
                </c:pt>
                <c:pt idx="148">
                  <c:v>26281</c:v>
                </c:pt>
                <c:pt idx="149">
                  <c:v>26277</c:v>
                </c:pt>
                <c:pt idx="150">
                  <c:v>26270</c:v>
                </c:pt>
                <c:pt idx="151">
                  <c:v>26272</c:v>
                </c:pt>
                <c:pt idx="152">
                  <c:v>26272</c:v>
                </c:pt>
                <c:pt idx="153">
                  <c:v>26272</c:v>
                </c:pt>
                <c:pt idx="154">
                  <c:v>26265</c:v>
                </c:pt>
                <c:pt idx="155">
                  <c:v>26265</c:v>
                </c:pt>
                <c:pt idx="156">
                  <c:v>26265</c:v>
                </c:pt>
                <c:pt idx="157">
                  <c:v>26271</c:v>
                </c:pt>
                <c:pt idx="158">
                  <c:v>26243</c:v>
                </c:pt>
                <c:pt idx="159">
                  <c:v>26243</c:v>
                </c:pt>
                <c:pt idx="160">
                  <c:v>26243</c:v>
                </c:pt>
                <c:pt idx="161">
                  <c:v>26194</c:v>
                </c:pt>
                <c:pt idx="162">
                  <c:v>26139</c:v>
                </c:pt>
                <c:pt idx="163">
                  <c:v>26076</c:v>
                </c:pt>
                <c:pt idx="164">
                  <c:v>26020</c:v>
                </c:pt>
                <c:pt idx="165">
                  <c:v>25949</c:v>
                </c:pt>
                <c:pt idx="166">
                  <c:v>25949</c:v>
                </c:pt>
                <c:pt idx="167">
                  <c:v>25949</c:v>
                </c:pt>
                <c:pt idx="168">
                  <c:v>26016</c:v>
                </c:pt>
                <c:pt idx="169">
                  <c:v>26002</c:v>
                </c:pt>
                <c:pt idx="170">
                  <c:v>25984</c:v>
                </c:pt>
                <c:pt idx="171">
                  <c:v>25965</c:v>
                </c:pt>
                <c:pt idx="172">
                  <c:v>25966</c:v>
                </c:pt>
                <c:pt idx="173">
                  <c:v>25966</c:v>
                </c:pt>
                <c:pt idx="174">
                  <c:v>25966</c:v>
                </c:pt>
                <c:pt idx="175">
                  <c:v>25914</c:v>
                </c:pt>
                <c:pt idx="176">
                  <c:v>25889</c:v>
                </c:pt>
                <c:pt idx="177">
                  <c:v>26000</c:v>
                </c:pt>
                <c:pt idx="178">
                  <c:v>25965</c:v>
                </c:pt>
                <c:pt idx="179">
                  <c:v>25970</c:v>
                </c:pt>
                <c:pt idx="180">
                  <c:v>25970</c:v>
                </c:pt>
                <c:pt idx="181">
                  <c:v>25970</c:v>
                </c:pt>
                <c:pt idx="182">
                  <c:v>25969</c:v>
                </c:pt>
                <c:pt idx="183">
                  <c:v>25970</c:v>
                </c:pt>
                <c:pt idx="184">
                  <c:v>25969</c:v>
                </c:pt>
                <c:pt idx="185">
                  <c:v>25965</c:v>
                </c:pt>
                <c:pt idx="186">
                  <c:v>25969</c:v>
                </c:pt>
                <c:pt idx="187">
                  <c:v>25969</c:v>
                </c:pt>
                <c:pt idx="188">
                  <c:v>25969</c:v>
                </c:pt>
                <c:pt idx="189">
                  <c:v>26068</c:v>
                </c:pt>
                <c:pt idx="190">
                  <c:v>26188</c:v>
                </c:pt>
                <c:pt idx="191">
                  <c:v>26108</c:v>
                </c:pt>
                <c:pt idx="192">
                  <c:v>26073</c:v>
                </c:pt>
                <c:pt idx="193">
                  <c:v>26058</c:v>
                </c:pt>
                <c:pt idx="194">
                  <c:v>26058</c:v>
                </c:pt>
                <c:pt idx="195">
                  <c:v>26058</c:v>
                </c:pt>
                <c:pt idx="196">
                  <c:v>26171</c:v>
                </c:pt>
                <c:pt idx="197">
                  <c:v>26183</c:v>
                </c:pt>
                <c:pt idx="198">
                  <c:v>26202</c:v>
                </c:pt>
                <c:pt idx="199">
                  <c:v>26189</c:v>
                </c:pt>
                <c:pt idx="200">
                  <c:v>26214</c:v>
                </c:pt>
                <c:pt idx="201">
                  <c:v>26214</c:v>
                </c:pt>
                <c:pt idx="202">
                  <c:v>26214</c:v>
                </c:pt>
                <c:pt idx="203">
                  <c:v>26275</c:v>
                </c:pt>
                <c:pt idx="204">
                  <c:v>26240</c:v>
                </c:pt>
                <c:pt idx="205">
                  <c:v>26251</c:v>
                </c:pt>
                <c:pt idx="206">
                  <c:v>26275</c:v>
                </c:pt>
                <c:pt idx="207">
                  <c:v>26286</c:v>
                </c:pt>
                <c:pt idx="208">
                  <c:v>26286</c:v>
                </c:pt>
                <c:pt idx="209">
                  <c:v>26286</c:v>
                </c:pt>
                <c:pt idx="210">
                  <c:v>26286</c:v>
                </c:pt>
                <c:pt idx="211">
                  <c:v>26288</c:v>
                </c:pt>
                <c:pt idx="212">
                  <c:v>26300</c:v>
                </c:pt>
                <c:pt idx="213">
                  <c:v>26290</c:v>
                </c:pt>
                <c:pt idx="214">
                  <c:v>26300</c:v>
                </c:pt>
                <c:pt idx="215">
                  <c:v>26300</c:v>
                </c:pt>
                <c:pt idx="216">
                  <c:v>26300</c:v>
                </c:pt>
                <c:pt idx="217">
                  <c:v>26331</c:v>
                </c:pt>
                <c:pt idx="218">
                  <c:v>26349</c:v>
                </c:pt>
                <c:pt idx="219">
                  <c:v>26346</c:v>
                </c:pt>
                <c:pt idx="220">
                  <c:v>26344</c:v>
                </c:pt>
                <c:pt idx="221">
                  <c:v>26336</c:v>
                </c:pt>
                <c:pt idx="222">
                  <c:v>26336</c:v>
                </c:pt>
                <c:pt idx="223">
                  <c:v>26336</c:v>
                </c:pt>
                <c:pt idx="224">
                  <c:v>26339</c:v>
                </c:pt>
                <c:pt idx="225">
                  <c:v>26340</c:v>
                </c:pt>
                <c:pt idx="226">
                  <c:v>26337</c:v>
                </c:pt>
                <c:pt idx="227">
                  <c:v>26337</c:v>
                </c:pt>
                <c:pt idx="228">
                  <c:v>26339</c:v>
                </c:pt>
                <c:pt idx="229">
                  <c:v>26339</c:v>
                </c:pt>
                <c:pt idx="230">
                  <c:v>26339</c:v>
                </c:pt>
                <c:pt idx="231">
                  <c:v>26337</c:v>
                </c:pt>
                <c:pt idx="232">
                  <c:v>26335</c:v>
                </c:pt>
                <c:pt idx="233">
                  <c:v>26335</c:v>
                </c:pt>
                <c:pt idx="234">
                  <c:v>26325</c:v>
                </c:pt>
                <c:pt idx="235">
                  <c:v>26331</c:v>
                </c:pt>
                <c:pt idx="236">
                  <c:v>26331</c:v>
                </c:pt>
                <c:pt idx="237">
                  <c:v>26331</c:v>
                </c:pt>
                <c:pt idx="238">
                  <c:v>26341</c:v>
                </c:pt>
                <c:pt idx="239">
                  <c:v>26338</c:v>
                </c:pt>
                <c:pt idx="240">
                  <c:v>26334</c:v>
                </c:pt>
                <c:pt idx="241">
                  <c:v>26334</c:v>
                </c:pt>
                <c:pt idx="242">
                  <c:v>26337</c:v>
                </c:pt>
                <c:pt idx="243">
                  <c:v>26337</c:v>
                </c:pt>
                <c:pt idx="244">
                  <c:v>26337</c:v>
                </c:pt>
                <c:pt idx="245">
                  <c:v>26332</c:v>
                </c:pt>
                <c:pt idx="246">
                  <c:v>26329</c:v>
                </c:pt>
                <c:pt idx="247">
                  <c:v>26328</c:v>
                </c:pt>
                <c:pt idx="248">
                  <c:v>26327</c:v>
                </c:pt>
                <c:pt idx="249">
                  <c:v>26344</c:v>
                </c:pt>
                <c:pt idx="250">
                  <c:v>26344</c:v>
                </c:pt>
                <c:pt idx="251">
                  <c:v>26344</c:v>
                </c:pt>
                <c:pt idx="252">
                  <c:v>26347</c:v>
                </c:pt>
                <c:pt idx="253">
                  <c:v>26346</c:v>
                </c:pt>
                <c:pt idx="254">
                  <c:v>26351</c:v>
                </c:pt>
                <c:pt idx="255">
                  <c:v>26348</c:v>
                </c:pt>
                <c:pt idx="256">
                  <c:v>26356</c:v>
                </c:pt>
                <c:pt idx="257">
                  <c:v>26356</c:v>
                </c:pt>
                <c:pt idx="258">
                  <c:v>26356</c:v>
                </c:pt>
                <c:pt idx="259">
                  <c:v>26341</c:v>
                </c:pt>
                <c:pt idx="260">
                  <c:v>26331</c:v>
                </c:pt>
                <c:pt idx="261">
                  <c:v>26326</c:v>
                </c:pt>
                <c:pt idx="262">
                  <c:v>26310</c:v>
                </c:pt>
                <c:pt idx="263">
                  <c:v>26309</c:v>
                </c:pt>
                <c:pt idx="264">
                  <c:v>26309</c:v>
                </c:pt>
                <c:pt idx="265">
                  <c:v>26309</c:v>
                </c:pt>
                <c:pt idx="266">
                  <c:v>26324</c:v>
                </c:pt>
                <c:pt idx="267">
                  <c:v>26334</c:v>
                </c:pt>
                <c:pt idx="268">
                  <c:v>26348</c:v>
                </c:pt>
                <c:pt idx="269">
                  <c:v>26345</c:v>
                </c:pt>
                <c:pt idx="270">
                  <c:v>26352</c:v>
                </c:pt>
                <c:pt idx="271">
                  <c:v>26352</c:v>
                </c:pt>
                <c:pt idx="272">
                  <c:v>26352</c:v>
                </c:pt>
                <c:pt idx="273">
                  <c:v>26357</c:v>
                </c:pt>
                <c:pt idx="274">
                  <c:v>26357</c:v>
                </c:pt>
                <c:pt idx="275">
                  <c:v>26368</c:v>
                </c:pt>
                <c:pt idx="276">
                  <c:v>26355</c:v>
                </c:pt>
                <c:pt idx="277">
                  <c:v>26356</c:v>
                </c:pt>
                <c:pt idx="278">
                  <c:v>26356</c:v>
                </c:pt>
                <c:pt idx="279">
                  <c:v>26356</c:v>
                </c:pt>
                <c:pt idx="280">
                  <c:v>26356</c:v>
                </c:pt>
                <c:pt idx="281">
                  <c:v>26344</c:v>
                </c:pt>
                <c:pt idx="282">
                  <c:v>26334</c:v>
                </c:pt>
                <c:pt idx="283">
                  <c:v>26328</c:v>
                </c:pt>
                <c:pt idx="284">
                  <c:v>26313</c:v>
                </c:pt>
                <c:pt idx="285">
                  <c:v>26313</c:v>
                </c:pt>
                <c:pt idx="286">
                  <c:v>26313</c:v>
                </c:pt>
                <c:pt idx="287">
                  <c:v>26319</c:v>
                </c:pt>
                <c:pt idx="288">
                  <c:v>26331</c:v>
                </c:pt>
                <c:pt idx="289">
                  <c:v>26343</c:v>
                </c:pt>
                <c:pt idx="290">
                  <c:v>26335</c:v>
                </c:pt>
                <c:pt idx="291">
                  <c:v>26329</c:v>
                </c:pt>
                <c:pt idx="292">
                  <c:v>26329</c:v>
                </c:pt>
                <c:pt idx="293">
                  <c:v>26329</c:v>
                </c:pt>
                <c:pt idx="294">
                  <c:v>26338</c:v>
                </c:pt>
                <c:pt idx="295">
                  <c:v>26330</c:v>
                </c:pt>
                <c:pt idx="296">
                  <c:v>26321</c:v>
                </c:pt>
                <c:pt idx="297">
                  <c:v>26325</c:v>
                </c:pt>
                <c:pt idx="298">
                  <c:v>26310</c:v>
                </c:pt>
                <c:pt idx="299">
                  <c:v>26310</c:v>
                </c:pt>
                <c:pt idx="300">
                  <c:v>26310</c:v>
                </c:pt>
                <c:pt idx="301">
                  <c:v>26290</c:v>
                </c:pt>
                <c:pt idx="302">
                  <c:v>26298</c:v>
                </c:pt>
                <c:pt idx="303">
                  <c:v>26323</c:v>
                </c:pt>
                <c:pt idx="304">
                  <c:v>26326</c:v>
                </c:pt>
                <c:pt idx="305">
                  <c:v>26318</c:v>
                </c:pt>
                <c:pt idx="306">
                  <c:v>26318</c:v>
                </c:pt>
                <c:pt idx="307">
                  <c:v>26318</c:v>
                </c:pt>
                <c:pt idx="308">
                  <c:v>26319</c:v>
                </c:pt>
                <c:pt idx="309">
                  <c:v>26323</c:v>
                </c:pt>
                <c:pt idx="310">
                  <c:v>26332</c:v>
                </c:pt>
                <c:pt idx="311">
                  <c:v>26320</c:v>
                </c:pt>
                <c:pt idx="312">
                  <c:v>26298</c:v>
                </c:pt>
                <c:pt idx="313">
                  <c:v>26298</c:v>
                </c:pt>
                <c:pt idx="314">
                  <c:v>26298</c:v>
                </c:pt>
                <c:pt idx="315">
                  <c:v>26290</c:v>
                </c:pt>
                <c:pt idx="316">
                  <c:v>26310</c:v>
                </c:pt>
                <c:pt idx="317">
                  <c:v>26302</c:v>
                </c:pt>
                <c:pt idx="318">
                  <c:v>26291</c:v>
                </c:pt>
                <c:pt idx="319">
                  <c:v>26297</c:v>
                </c:pt>
                <c:pt idx="320">
                  <c:v>26297</c:v>
                </c:pt>
                <c:pt idx="321">
                  <c:v>26297</c:v>
                </c:pt>
                <c:pt idx="322">
                  <c:v>26300</c:v>
                </c:pt>
                <c:pt idx="323">
                  <c:v>26294</c:v>
                </c:pt>
                <c:pt idx="324">
                  <c:v>26295</c:v>
                </c:pt>
                <c:pt idx="325">
                  <c:v>26294</c:v>
                </c:pt>
                <c:pt idx="326">
                  <c:v>26269</c:v>
                </c:pt>
                <c:pt idx="327">
                  <c:v>26269</c:v>
                </c:pt>
                <c:pt idx="328">
                  <c:v>26269</c:v>
                </c:pt>
                <c:pt idx="329">
                  <c:v>26256</c:v>
                </c:pt>
                <c:pt idx="330">
                  <c:v>26261</c:v>
                </c:pt>
                <c:pt idx="331">
                  <c:v>26256</c:v>
                </c:pt>
                <c:pt idx="332">
                  <c:v>26254</c:v>
                </c:pt>
                <c:pt idx="333">
                  <c:v>26290</c:v>
                </c:pt>
                <c:pt idx="334">
                  <c:v>26290</c:v>
                </c:pt>
                <c:pt idx="335">
                  <c:v>26290</c:v>
                </c:pt>
                <c:pt idx="336">
                  <c:v>26292</c:v>
                </c:pt>
                <c:pt idx="337">
                  <c:v>26315</c:v>
                </c:pt>
                <c:pt idx="338">
                  <c:v>26315</c:v>
                </c:pt>
                <c:pt idx="339">
                  <c:v>26314</c:v>
                </c:pt>
                <c:pt idx="340">
                  <c:v>26324</c:v>
                </c:pt>
                <c:pt idx="341">
                  <c:v>26324</c:v>
                </c:pt>
                <c:pt idx="342">
                  <c:v>26324</c:v>
                </c:pt>
                <c:pt idx="343">
                  <c:v>26315</c:v>
                </c:pt>
                <c:pt idx="344">
                  <c:v>26335</c:v>
                </c:pt>
                <c:pt idx="345">
                  <c:v>26323</c:v>
                </c:pt>
                <c:pt idx="346">
                  <c:v>26281</c:v>
                </c:pt>
                <c:pt idx="347">
                  <c:v>26296</c:v>
                </c:pt>
                <c:pt idx="348">
                  <c:v>26296</c:v>
                </c:pt>
                <c:pt idx="349">
                  <c:v>26296</c:v>
                </c:pt>
                <c:pt idx="350">
                  <c:v>26282</c:v>
                </c:pt>
                <c:pt idx="351">
                  <c:v>26278</c:v>
                </c:pt>
                <c:pt idx="352">
                  <c:v>26268</c:v>
                </c:pt>
                <c:pt idx="353">
                  <c:v>26250</c:v>
                </c:pt>
                <c:pt idx="354">
                  <c:v>26205</c:v>
                </c:pt>
                <c:pt idx="355">
                  <c:v>26205</c:v>
                </c:pt>
                <c:pt idx="356">
                  <c:v>26205</c:v>
                </c:pt>
                <c:pt idx="357">
                  <c:v>26161</c:v>
                </c:pt>
                <c:pt idx="358">
                  <c:v>26137</c:v>
                </c:pt>
                <c:pt idx="359">
                  <c:v>26125</c:v>
                </c:pt>
                <c:pt idx="360">
                  <c:v>26072</c:v>
                </c:pt>
                <c:pt idx="361">
                  <c:v>26144</c:v>
                </c:pt>
                <c:pt idx="362">
                  <c:v>26144</c:v>
                </c:pt>
                <c:pt idx="363">
                  <c:v>26144</c:v>
                </c:pt>
                <c:pt idx="364">
                  <c:v>26204</c:v>
                </c:pt>
                <c:pt idx="365">
                  <c:v>26177</c:v>
                </c:pt>
                <c:pt idx="366">
                  <c:v>26177</c:v>
                </c:pt>
              </c:numCache>
            </c:numRef>
          </c:val>
          <c:smooth val="1"/>
          <c:extLst>
            <c:ext xmlns:c16="http://schemas.microsoft.com/office/drawing/2014/chart" uri="{C3380CC4-5D6E-409C-BE32-E72D297353CC}">
              <c16:uniqueId val="{00000001-FCA6-468E-B209-C5E330CCD4E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45887</c:v>
                </c:pt>
                <c:pt idx="1">
                  <c:v>45888</c:v>
                </c:pt>
                <c:pt idx="2">
                  <c:v>45889</c:v>
                </c:pt>
                <c:pt idx="3">
                  <c:v>45890</c:v>
                </c:pt>
                <c:pt idx="4">
                  <c:v>45891</c:v>
                </c:pt>
                <c:pt idx="5">
                  <c:v>45892</c:v>
                </c:pt>
                <c:pt idx="6">
                  <c:v>45893</c:v>
                </c:pt>
                <c:pt idx="7">
                  <c:v>45894</c:v>
                </c:pt>
                <c:pt idx="8">
                  <c:v>45895</c:v>
                </c:pt>
                <c:pt idx="9">
                  <c:v>45896</c:v>
                </c:pt>
                <c:pt idx="10">
                  <c:v>45897</c:v>
                </c:pt>
                <c:pt idx="11">
                  <c:v>45898</c:v>
                </c:pt>
                <c:pt idx="12">
                  <c:v>45899</c:v>
                </c:pt>
                <c:pt idx="13">
                  <c:v>45900</c:v>
                </c:pt>
                <c:pt idx="14">
                  <c:v>45901</c:v>
                </c:pt>
                <c:pt idx="15">
                  <c:v>45902</c:v>
                </c:pt>
                <c:pt idx="16">
                  <c:v>45903</c:v>
                </c:pt>
                <c:pt idx="17">
                  <c:v>45904</c:v>
                </c:pt>
                <c:pt idx="18">
                  <c:v>45905</c:v>
                </c:pt>
                <c:pt idx="19">
                  <c:v>45906</c:v>
                </c:pt>
                <c:pt idx="20">
                  <c:v>45907</c:v>
                </c:pt>
                <c:pt idx="21">
                  <c:v>45908</c:v>
                </c:pt>
                <c:pt idx="22">
                  <c:v>45909</c:v>
                </c:pt>
                <c:pt idx="23">
                  <c:v>45910</c:v>
                </c:pt>
                <c:pt idx="24">
                  <c:v>45911</c:v>
                </c:pt>
                <c:pt idx="25">
                  <c:v>45912</c:v>
                </c:pt>
                <c:pt idx="26">
                  <c:v>45913</c:v>
                </c:pt>
                <c:pt idx="27">
                  <c:v>45914</c:v>
                </c:pt>
                <c:pt idx="28">
                  <c:v>45915</c:v>
                </c:pt>
                <c:pt idx="29">
                  <c:v>45916</c:v>
                </c:pt>
                <c:pt idx="30">
                  <c:v>45917</c:v>
                </c:pt>
                <c:pt idx="31">
                  <c:v>45918</c:v>
                </c:pt>
                <c:pt idx="32">
                  <c:v>45919</c:v>
                </c:pt>
                <c:pt idx="33">
                  <c:v>45920</c:v>
                </c:pt>
                <c:pt idx="34">
                  <c:v>45921</c:v>
                </c:pt>
                <c:pt idx="35">
                  <c:v>45922</c:v>
                </c:pt>
                <c:pt idx="36">
                  <c:v>45923</c:v>
                </c:pt>
                <c:pt idx="37">
                  <c:v>45924</c:v>
                </c:pt>
                <c:pt idx="38">
                  <c:v>45925</c:v>
                </c:pt>
                <c:pt idx="39">
                  <c:v>45926</c:v>
                </c:pt>
                <c:pt idx="40">
                  <c:v>45927</c:v>
                </c:pt>
                <c:pt idx="41">
                  <c:v>45928</c:v>
                </c:pt>
                <c:pt idx="42">
                  <c:v>45929</c:v>
                </c:pt>
                <c:pt idx="43">
                  <c:v>45930</c:v>
                </c:pt>
                <c:pt idx="44">
                  <c:v>45931</c:v>
                </c:pt>
                <c:pt idx="45">
                  <c:v>45932</c:v>
                </c:pt>
                <c:pt idx="46">
                  <c:v>45933</c:v>
                </c:pt>
                <c:pt idx="47">
                  <c:v>45934</c:v>
                </c:pt>
                <c:pt idx="48">
                  <c:v>45935</c:v>
                </c:pt>
                <c:pt idx="49">
                  <c:v>45936</c:v>
                </c:pt>
                <c:pt idx="50">
                  <c:v>45937</c:v>
                </c:pt>
                <c:pt idx="51">
                  <c:v>45938</c:v>
                </c:pt>
                <c:pt idx="52">
                  <c:v>45939</c:v>
                </c:pt>
                <c:pt idx="53">
                  <c:v>45940</c:v>
                </c:pt>
                <c:pt idx="54">
                  <c:v>45941</c:v>
                </c:pt>
                <c:pt idx="55">
                  <c:v>45942</c:v>
                </c:pt>
                <c:pt idx="56">
                  <c:v>45943</c:v>
                </c:pt>
                <c:pt idx="57">
                  <c:v>45944</c:v>
                </c:pt>
                <c:pt idx="58">
                  <c:v>45945</c:v>
                </c:pt>
                <c:pt idx="59">
                  <c:v>45946</c:v>
                </c:pt>
                <c:pt idx="60">
                  <c:v>45947</c:v>
                </c:pt>
                <c:pt idx="61">
                  <c:v>45948</c:v>
                </c:pt>
                <c:pt idx="62">
                  <c:v>45949</c:v>
                </c:pt>
                <c:pt idx="63">
                  <c:v>45950</c:v>
                </c:pt>
                <c:pt idx="64">
                  <c:v>45951</c:v>
                </c:pt>
                <c:pt idx="65">
                  <c:v>45952</c:v>
                </c:pt>
                <c:pt idx="66">
                  <c:v>45953</c:v>
                </c:pt>
                <c:pt idx="67">
                  <c:v>45954</c:v>
                </c:pt>
                <c:pt idx="68">
                  <c:v>45955</c:v>
                </c:pt>
                <c:pt idx="69">
                  <c:v>45956</c:v>
                </c:pt>
                <c:pt idx="70">
                  <c:v>45957</c:v>
                </c:pt>
                <c:pt idx="71">
                  <c:v>45958</c:v>
                </c:pt>
                <c:pt idx="72">
                  <c:v>45959</c:v>
                </c:pt>
                <c:pt idx="73">
                  <c:v>45960</c:v>
                </c:pt>
                <c:pt idx="74">
                  <c:v>45961</c:v>
                </c:pt>
                <c:pt idx="75">
                  <c:v>45962</c:v>
                </c:pt>
                <c:pt idx="76">
                  <c:v>45963</c:v>
                </c:pt>
                <c:pt idx="77">
                  <c:v>45964</c:v>
                </c:pt>
                <c:pt idx="78">
                  <c:v>45965</c:v>
                </c:pt>
                <c:pt idx="79">
                  <c:v>45966</c:v>
                </c:pt>
                <c:pt idx="80">
                  <c:v>45967</c:v>
                </c:pt>
                <c:pt idx="81">
                  <c:v>45968</c:v>
                </c:pt>
                <c:pt idx="82">
                  <c:v>45969</c:v>
                </c:pt>
                <c:pt idx="83">
                  <c:v>45970</c:v>
                </c:pt>
                <c:pt idx="84">
                  <c:v>45971</c:v>
                </c:pt>
                <c:pt idx="85">
                  <c:v>45972</c:v>
                </c:pt>
                <c:pt idx="86">
                  <c:v>45973</c:v>
                </c:pt>
                <c:pt idx="87">
                  <c:v>45974</c:v>
                </c:pt>
                <c:pt idx="88">
                  <c:v>45975</c:v>
                </c:pt>
                <c:pt idx="89">
                  <c:v>45976</c:v>
                </c:pt>
                <c:pt idx="90">
                  <c:v>45977</c:v>
                </c:pt>
                <c:pt idx="91">
                  <c:v>45978</c:v>
                </c:pt>
                <c:pt idx="92">
                  <c:v>45979</c:v>
                </c:pt>
                <c:pt idx="93">
                  <c:v>45980</c:v>
                </c:pt>
                <c:pt idx="94">
                  <c:v>45981</c:v>
                </c:pt>
                <c:pt idx="95">
                  <c:v>45982</c:v>
                </c:pt>
                <c:pt idx="96">
                  <c:v>45983</c:v>
                </c:pt>
                <c:pt idx="97">
                  <c:v>45984</c:v>
                </c:pt>
                <c:pt idx="98">
                  <c:v>45985</c:v>
                </c:pt>
                <c:pt idx="99">
                  <c:v>45986</c:v>
                </c:pt>
                <c:pt idx="100">
                  <c:v>45987</c:v>
                </c:pt>
                <c:pt idx="101">
                  <c:v>45988</c:v>
                </c:pt>
                <c:pt idx="102">
                  <c:v>45989</c:v>
                </c:pt>
                <c:pt idx="103">
                  <c:v>45990</c:v>
                </c:pt>
                <c:pt idx="104">
                  <c:v>45991</c:v>
                </c:pt>
                <c:pt idx="105">
                  <c:v>45992</c:v>
                </c:pt>
                <c:pt idx="106">
                  <c:v>45993</c:v>
                </c:pt>
                <c:pt idx="107">
                  <c:v>45994</c:v>
                </c:pt>
                <c:pt idx="108">
                  <c:v>45995</c:v>
                </c:pt>
                <c:pt idx="109">
                  <c:v>45996</c:v>
                </c:pt>
                <c:pt idx="110">
                  <c:v>45997</c:v>
                </c:pt>
                <c:pt idx="111">
                  <c:v>45998</c:v>
                </c:pt>
                <c:pt idx="112">
                  <c:v>45999</c:v>
                </c:pt>
                <c:pt idx="113">
                  <c:v>46000</c:v>
                </c:pt>
                <c:pt idx="114">
                  <c:v>46001</c:v>
                </c:pt>
                <c:pt idx="115">
                  <c:v>46002</c:v>
                </c:pt>
                <c:pt idx="116">
                  <c:v>46003</c:v>
                </c:pt>
                <c:pt idx="117">
                  <c:v>46004</c:v>
                </c:pt>
                <c:pt idx="118">
                  <c:v>46005</c:v>
                </c:pt>
                <c:pt idx="119">
                  <c:v>46006</c:v>
                </c:pt>
                <c:pt idx="120">
                  <c:v>46007</c:v>
                </c:pt>
                <c:pt idx="121">
                  <c:v>46008</c:v>
                </c:pt>
                <c:pt idx="122">
                  <c:v>46009</c:v>
                </c:pt>
                <c:pt idx="123">
                  <c:v>46010</c:v>
                </c:pt>
                <c:pt idx="124">
                  <c:v>46011</c:v>
                </c:pt>
                <c:pt idx="125">
                  <c:v>46012</c:v>
                </c:pt>
                <c:pt idx="126">
                  <c:v>46013</c:v>
                </c:pt>
                <c:pt idx="127">
                  <c:v>46014</c:v>
                </c:pt>
                <c:pt idx="128">
                  <c:v>46015</c:v>
                </c:pt>
                <c:pt idx="129">
                  <c:v>46016</c:v>
                </c:pt>
                <c:pt idx="130">
                  <c:v>46017</c:v>
                </c:pt>
                <c:pt idx="131">
                  <c:v>46018</c:v>
                </c:pt>
                <c:pt idx="132">
                  <c:v>46019</c:v>
                </c:pt>
                <c:pt idx="133">
                  <c:v>46020</c:v>
                </c:pt>
                <c:pt idx="134">
                  <c:v>46021</c:v>
                </c:pt>
                <c:pt idx="135">
                  <c:v>46022</c:v>
                </c:pt>
                <c:pt idx="136">
                  <c:v>46023</c:v>
                </c:pt>
                <c:pt idx="137">
                  <c:v>46024</c:v>
                </c:pt>
                <c:pt idx="138">
                  <c:v>46025</c:v>
                </c:pt>
                <c:pt idx="139">
                  <c:v>46026</c:v>
                </c:pt>
                <c:pt idx="140">
                  <c:v>46027</c:v>
                </c:pt>
                <c:pt idx="141">
                  <c:v>46028</c:v>
                </c:pt>
                <c:pt idx="142">
                  <c:v>46029</c:v>
                </c:pt>
                <c:pt idx="143">
                  <c:v>46030</c:v>
                </c:pt>
                <c:pt idx="144">
                  <c:v>46031</c:v>
                </c:pt>
                <c:pt idx="145">
                  <c:v>46032</c:v>
                </c:pt>
                <c:pt idx="146">
                  <c:v>46033</c:v>
                </c:pt>
                <c:pt idx="147">
                  <c:v>46034</c:v>
                </c:pt>
                <c:pt idx="148">
                  <c:v>46035</c:v>
                </c:pt>
                <c:pt idx="149">
                  <c:v>46036</c:v>
                </c:pt>
                <c:pt idx="150">
                  <c:v>46037</c:v>
                </c:pt>
                <c:pt idx="151">
                  <c:v>46038</c:v>
                </c:pt>
                <c:pt idx="152">
                  <c:v>46039</c:v>
                </c:pt>
                <c:pt idx="153">
                  <c:v>46040</c:v>
                </c:pt>
                <c:pt idx="154">
                  <c:v>46041</c:v>
                </c:pt>
                <c:pt idx="155">
                  <c:v>46042</c:v>
                </c:pt>
                <c:pt idx="156">
                  <c:v>46043</c:v>
                </c:pt>
                <c:pt idx="157">
                  <c:v>46044</c:v>
                </c:pt>
                <c:pt idx="158">
                  <c:v>46045</c:v>
                </c:pt>
                <c:pt idx="159">
                  <c:v>46046</c:v>
                </c:pt>
                <c:pt idx="160">
                  <c:v>46047</c:v>
                </c:pt>
                <c:pt idx="161">
                  <c:v>46048</c:v>
                </c:pt>
                <c:pt idx="162">
                  <c:v>46049</c:v>
                </c:pt>
                <c:pt idx="163">
                  <c:v>46050</c:v>
                </c:pt>
                <c:pt idx="164">
                  <c:v>46051</c:v>
                </c:pt>
                <c:pt idx="165">
                  <c:v>46052</c:v>
                </c:pt>
                <c:pt idx="166">
                  <c:v>46053</c:v>
                </c:pt>
                <c:pt idx="167">
                  <c:v>46054</c:v>
                </c:pt>
                <c:pt idx="168">
                  <c:v>46055</c:v>
                </c:pt>
                <c:pt idx="169">
                  <c:v>46056</c:v>
                </c:pt>
                <c:pt idx="170">
                  <c:v>46057</c:v>
                </c:pt>
                <c:pt idx="171">
                  <c:v>46058</c:v>
                </c:pt>
                <c:pt idx="172">
                  <c:v>46059</c:v>
                </c:pt>
                <c:pt idx="173">
                  <c:v>46060</c:v>
                </c:pt>
                <c:pt idx="174">
                  <c:v>46061</c:v>
                </c:pt>
                <c:pt idx="175">
                  <c:v>46062</c:v>
                </c:pt>
                <c:pt idx="176">
                  <c:v>46063</c:v>
                </c:pt>
                <c:pt idx="177">
                  <c:v>46064</c:v>
                </c:pt>
                <c:pt idx="178">
                  <c:v>46065</c:v>
                </c:pt>
                <c:pt idx="179">
                  <c:v>46066</c:v>
                </c:pt>
                <c:pt idx="180">
                  <c:v>46067</c:v>
                </c:pt>
                <c:pt idx="181">
                  <c:v>46068</c:v>
                </c:pt>
                <c:pt idx="182">
                  <c:v>46069</c:v>
                </c:pt>
                <c:pt idx="183">
                  <c:v>46070</c:v>
                </c:pt>
                <c:pt idx="184">
                  <c:v>46071</c:v>
                </c:pt>
                <c:pt idx="185">
                  <c:v>46072</c:v>
                </c:pt>
                <c:pt idx="186">
                  <c:v>46073</c:v>
                </c:pt>
                <c:pt idx="187">
                  <c:v>46074</c:v>
                </c:pt>
                <c:pt idx="188">
                  <c:v>46075</c:v>
                </c:pt>
                <c:pt idx="189">
                  <c:v>46076</c:v>
                </c:pt>
                <c:pt idx="190">
                  <c:v>46077</c:v>
                </c:pt>
                <c:pt idx="191">
                  <c:v>46078</c:v>
                </c:pt>
                <c:pt idx="192">
                  <c:v>46079</c:v>
                </c:pt>
                <c:pt idx="193">
                  <c:v>46080</c:v>
                </c:pt>
                <c:pt idx="194">
                  <c:v>46081</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46095</c:v>
                </c:pt>
                <c:pt idx="209">
                  <c:v>46096</c:v>
                </c:pt>
                <c:pt idx="210">
                  <c:v>46097</c:v>
                </c:pt>
                <c:pt idx="211">
                  <c:v>46098</c:v>
                </c:pt>
                <c:pt idx="212">
                  <c:v>46099</c:v>
                </c:pt>
                <c:pt idx="213">
                  <c:v>46100</c:v>
                </c:pt>
                <c:pt idx="214">
                  <c:v>46101</c:v>
                </c:pt>
                <c:pt idx="215">
                  <c:v>46102</c:v>
                </c:pt>
                <c:pt idx="216">
                  <c:v>46103</c:v>
                </c:pt>
                <c:pt idx="217">
                  <c:v>46104</c:v>
                </c:pt>
                <c:pt idx="218">
                  <c:v>46105</c:v>
                </c:pt>
                <c:pt idx="219">
                  <c:v>46106</c:v>
                </c:pt>
                <c:pt idx="220">
                  <c:v>46107</c:v>
                </c:pt>
                <c:pt idx="221">
                  <c:v>46108</c:v>
                </c:pt>
                <c:pt idx="222">
                  <c:v>46109</c:v>
                </c:pt>
                <c:pt idx="223">
                  <c:v>46110</c:v>
                </c:pt>
                <c:pt idx="224">
                  <c:v>46111</c:v>
                </c:pt>
                <c:pt idx="225">
                  <c:v>46112</c:v>
                </c:pt>
                <c:pt idx="226">
                  <c:v>46113</c:v>
                </c:pt>
                <c:pt idx="227">
                  <c:v>46114</c:v>
                </c:pt>
                <c:pt idx="228">
                  <c:v>46115</c:v>
                </c:pt>
                <c:pt idx="229">
                  <c:v>46116</c:v>
                </c:pt>
                <c:pt idx="230">
                  <c:v>46117</c:v>
                </c:pt>
                <c:pt idx="231">
                  <c:v>46118</c:v>
                </c:pt>
                <c:pt idx="232">
                  <c:v>46119</c:v>
                </c:pt>
                <c:pt idx="233">
                  <c:v>46120</c:v>
                </c:pt>
                <c:pt idx="234">
                  <c:v>46121</c:v>
                </c:pt>
                <c:pt idx="235">
                  <c:v>46122</c:v>
                </c:pt>
                <c:pt idx="236">
                  <c:v>46123</c:v>
                </c:pt>
                <c:pt idx="237">
                  <c:v>46124</c:v>
                </c:pt>
                <c:pt idx="238">
                  <c:v>46125</c:v>
                </c:pt>
                <c:pt idx="239">
                  <c:v>46126</c:v>
                </c:pt>
                <c:pt idx="240">
                  <c:v>46127</c:v>
                </c:pt>
                <c:pt idx="241">
                  <c:v>46128</c:v>
                </c:pt>
                <c:pt idx="242">
                  <c:v>46129</c:v>
                </c:pt>
                <c:pt idx="243">
                  <c:v>46130</c:v>
                </c:pt>
                <c:pt idx="244">
                  <c:v>46131</c:v>
                </c:pt>
                <c:pt idx="245">
                  <c:v>46132</c:v>
                </c:pt>
                <c:pt idx="246">
                  <c:v>46133</c:v>
                </c:pt>
                <c:pt idx="247">
                  <c:v>46134</c:v>
                </c:pt>
                <c:pt idx="248">
                  <c:v>46135</c:v>
                </c:pt>
                <c:pt idx="249">
                  <c:v>46136</c:v>
                </c:pt>
                <c:pt idx="250">
                  <c:v>46137</c:v>
                </c:pt>
                <c:pt idx="251">
                  <c:v>46138</c:v>
                </c:pt>
                <c:pt idx="252">
                  <c:v>46139</c:v>
                </c:pt>
                <c:pt idx="253">
                  <c:v>46140</c:v>
                </c:pt>
                <c:pt idx="254">
                  <c:v>46141</c:v>
                </c:pt>
                <c:pt idx="255">
                  <c:v>46142</c:v>
                </c:pt>
                <c:pt idx="256">
                  <c:v>46143</c:v>
                </c:pt>
                <c:pt idx="257">
                  <c:v>46144</c:v>
                </c:pt>
                <c:pt idx="258">
                  <c:v>46145</c:v>
                </c:pt>
                <c:pt idx="259">
                  <c:v>46146</c:v>
                </c:pt>
                <c:pt idx="260">
                  <c:v>46147</c:v>
                </c:pt>
                <c:pt idx="261">
                  <c:v>46148</c:v>
                </c:pt>
                <c:pt idx="262">
                  <c:v>46149</c:v>
                </c:pt>
                <c:pt idx="263">
                  <c:v>46150</c:v>
                </c:pt>
                <c:pt idx="264">
                  <c:v>46151</c:v>
                </c:pt>
                <c:pt idx="265">
                  <c:v>46152</c:v>
                </c:pt>
                <c:pt idx="266">
                  <c:v>46153</c:v>
                </c:pt>
                <c:pt idx="267">
                  <c:v>46154</c:v>
                </c:pt>
                <c:pt idx="268">
                  <c:v>46155</c:v>
                </c:pt>
                <c:pt idx="269">
                  <c:v>46156</c:v>
                </c:pt>
                <c:pt idx="270">
                  <c:v>46157</c:v>
                </c:pt>
                <c:pt idx="271">
                  <c:v>46158</c:v>
                </c:pt>
                <c:pt idx="272">
                  <c:v>46159</c:v>
                </c:pt>
                <c:pt idx="273">
                  <c:v>46160</c:v>
                </c:pt>
                <c:pt idx="274">
                  <c:v>46161</c:v>
                </c:pt>
                <c:pt idx="275">
                  <c:v>46162</c:v>
                </c:pt>
                <c:pt idx="276">
                  <c:v>46163</c:v>
                </c:pt>
                <c:pt idx="277">
                  <c:v>46164</c:v>
                </c:pt>
                <c:pt idx="278">
                  <c:v>46165</c:v>
                </c:pt>
                <c:pt idx="279">
                  <c:v>46166</c:v>
                </c:pt>
                <c:pt idx="280">
                  <c:v>46167</c:v>
                </c:pt>
                <c:pt idx="281">
                  <c:v>46168</c:v>
                </c:pt>
                <c:pt idx="282">
                  <c:v>46169</c:v>
                </c:pt>
                <c:pt idx="283">
                  <c:v>46170</c:v>
                </c:pt>
                <c:pt idx="284">
                  <c:v>46171</c:v>
                </c:pt>
                <c:pt idx="285">
                  <c:v>46172</c:v>
                </c:pt>
                <c:pt idx="286">
                  <c:v>46173</c:v>
                </c:pt>
                <c:pt idx="287">
                  <c:v>46174</c:v>
                </c:pt>
                <c:pt idx="288">
                  <c:v>46175</c:v>
                </c:pt>
                <c:pt idx="289">
                  <c:v>46176</c:v>
                </c:pt>
                <c:pt idx="290">
                  <c:v>46177</c:v>
                </c:pt>
                <c:pt idx="291">
                  <c:v>46178</c:v>
                </c:pt>
                <c:pt idx="292">
                  <c:v>46179</c:v>
                </c:pt>
                <c:pt idx="293">
                  <c:v>46180</c:v>
                </c:pt>
                <c:pt idx="294">
                  <c:v>46181</c:v>
                </c:pt>
                <c:pt idx="295">
                  <c:v>46182</c:v>
                </c:pt>
                <c:pt idx="296">
                  <c:v>46183</c:v>
                </c:pt>
                <c:pt idx="297">
                  <c:v>46184</c:v>
                </c:pt>
                <c:pt idx="298">
                  <c:v>46185</c:v>
                </c:pt>
                <c:pt idx="299">
                  <c:v>46186</c:v>
                </c:pt>
                <c:pt idx="300">
                  <c:v>46187</c:v>
                </c:pt>
                <c:pt idx="301">
                  <c:v>46188</c:v>
                </c:pt>
                <c:pt idx="302">
                  <c:v>46189</c:v>
                </c:pt>
                <c:pt idx="303">
                  <c:v>46190</c:v>
                </c:pt>
                <c:pt idx="304">
                  <c:v>46191</c:v>
                </c:pt>
                <c:pt idx="305">
                  <c:v>46192</c:v>
                </c:pt>
                <c:pt idx="306">
                  <c:v>46193</c:v>
                </c:pt>
                <c:pt idx="307">
                  <c:v>46194</c:v>
                </c:pt>
                <c:pt idx="308">
                  <c:v>46195</c:v>
                </c:pt>
                <c:pt idx="309">
                  <c:v>46196</c:v>
                </c:pt>
                <c:pt idx="310">
                  <c:v>46197</c:v>
                </c:pt>
                <c:pt idx="311">
                  <c:v>46198</c:v>
                </c:pt>
                <c:pt idx="312">
                  <c:v>46199</c:v>
                </c:pt>
                <c:pt idx="313">
                  <c:v>46200</c:v>
                </c:pt>
                <c:pt idx="314">
                  <c:v>46201</c:v>
                </c:pt>
                <c:pt idx="315">
                  <c:v>46202</c:v>
                </c:pt>
                <c:pt idx="316">
                  <c:v>46203</c:v>
                </c:pt>
                <c:pt idx="317">
                  <c:v>46204</c:v>
                </c:pt>
                <c:pt idx="318">
                  <c:v>46205</c:v>
                </c:pt>
                <c:pt idx="319">
                  <c:v>46206</c:v>
                </c:pt>
                <c:pt idx="320">
                  <c:v>46207</c:v>
                </c:pt>
                <c:pt idx="321">
                  <c:v>46208</c:v>
                </c:pt>
                <c:pt idx="322">
                  <c:v>46209</c:v>
                </c:pt>
                <c:pt idx="323">
                  <c:v>46210</c:v>
                </c:pt>
                <c:pt idx="324">
                  <c:v>46211</c:v>
                </c:pt>
                <c:pt idx="325">
                  <c:v>46212</c:v>
                </c:pt>
                <c:pt idx="326">
                  <c:v>46213</c:v>
                </c:pt>
                <c:pt idx="327">
                  <c:v>46214</c:v>
                </c:pt>
                <c:pt idx="328">
                  <c:v>46215</c:v>
                </c:pt>
                <c:pt idx="329">
                  <c:v>46216</c:v>
                </c:pt>
                <c:pt idx="330">
                  <c:v>46217</c:v>
                </c:pt>
                <c:pt idx="331">
                  <c:v>46218</c:v>
                </c:pt>
                <c:pt idx="332">
                  <c:v>46219</c:v>
                </c:pt>
                <c:pt idx="333">
                  <c:v>46220</c:v>
                </c:pt>
                <c:pt idx="334">
                  <c:v>46221</c:v>
                </c:pt>
                <c:pt idx="335">
                  <c:v>46222</c:v>
                </c:pt>
                <c:pt idx="336">
                  <c:v>46223</c:v>
                </c:pt>
                <c:pt idx="337">
                  <c:v>46224</c:v>
                </c:pt>
                <c:pt idx="338">
                  <c:v>46225</c:v>
                </c:pt>
                <c:pt idx="339">
                  <c:v>46226</c:v>
                </c:pt>
                <c:pt idx="340">
                  <c:v>46227</c:v>
                </c:pt>
                <c:pt idx="341">
                  <c:v>46228</c:v>
                </c:pt>
                <c:pt idx="342">
                  <c:v>46229</c:v>
                </c:pt>
                <c:pt idx="343">
                  <c:v>46230</c:v>
                </c:pt>
                <c:pt idx="344">
                  <c:v>46231</c:v>
                </c:pt>
                <c:pt idx="345">
                  <c:v>46232</c:v>
                </c:pt>
                <c:pt idx="346">
                  <c:v>46233</c:v>
                </c:pt>
                <c:pt idx="347">
                  <c:v>46234</c:v>
                </c:pt>
                <c:pt idx="348">
                  <c:v>46235</c:v>
                </c:pt>
                <c:pt idx="349">
                  <c:v>46236</c:v>
                </c:pt>
                <c:pt idx="350">
                  <c:v>46237</c:v>
                </c:pt>
                <c:pt idx="351">
                  <c:v>46238</c:v>
                </c:pt>
                <c:pt idx="352">
                  <c:v>46239</c:v>
                </c:pt>
                <c:pt idx="353">
                  <c:v>46240</c:v>
                </c:pt>
                <c:pt idx="354">
                  <c:v>46241</c:v>
                </c:pt>
                <c:pt idx="355">
                  <c:v>46242</c:v>
                </c:pt>
                <c:pt idx="356">
                  <c:v>46243</c:v>
                </c:pt>
                <c:pt idx="357">
                  <c:v>46244</c:v>
                </c:pt>
                <c:pt idx="358">
                  <c:v>46245</c:v>
                </c:pt>
                <c:pt idx="359">
                  <c:v>46246</c:v>
                </c:pt>
                <c:pt idx="360">
                  <c:v>46247</c:v>
                </c:pt>
                <c:pt idx="361">
                  <c:v>46248</c:v>
                </c:pt>
                <c:pt idx="362">
                  <c:v>46249</c:v>
                </c:pt>
                <c:pt idx="363">
                  <c:v>46250</c:v>
                </c:pt>
                <c:pt idx="364">
                  <c:v>46251</c:v>
                </c:pt>
                <c:pt idx="365">
                  <c:v>46252</c:v>
                </c:pt>
                <c:pt idx="366">
                  <c:v>46253</c:v>
                </c:pt>
              </c:numCache>
            </c:numRef>
          </c:cat>
          <c:val>
            <c:numRef>
              <c:f>Source!$AN$4:$AN$373</c:f>
              <c:numCache>
                <c:formatCode>General</c:formatCode>
                <c:ptCount val="370"/>
                <c:pt idx="0">
                  <c:v>2.5379999999999998</c:v>
                </c:pt>
                <c:pt idx="1">
                  <c:v>2.5419999999999998</c:v>
                </c:pt>
                <c:pt idx="2">
                  <c:v>2.5499999999999998</c:v>
                </c:pt>
                <c:pt idx="3">
                  <c:v>2.5830000000000002</c:v>
                </c:pt>
                <c:pt idx="4">
                  <c:v>2.5830000000000002</c:v>
                </c:pt>
                <c:pt idx="5">
                  <c:v>2.5830000000000002</c:v>
                </c:pt>
                <c:pt idx="6">
                  <c:v>2.5830000000000002</c:v>
                </c:pt>
                <c:pt idx="7">
                  <c:v>2.621</c:v>
                </c:pt>
                <c:pt idx="8">
                  <c:v>2.65</c:v>
                </c:pt>
                <c:pt idx="9">
                  <c:v>2.6539999999999999</c:v>
                </c:pt>
                <c:pt idx="10">
                  <c:v>2.6629999999999998</c:v>
                </c:pt>
                <c:pt idx="11">
                  <c:v>2.673</c:v>
                </c:pt>
                <c:pt idx="12">
                  <c:v>2.673</c:v>
                </c:pt>
                <c:pt idx="13">
                  <c:v>2.673</c:v>
                </c:pt>
                <c:pt idx="14">
                  <c:v>2.673</c:v>
                </c:pt>
                <c:pt idx="15">
                  <c:v>2.673</c:v>
                </c:pt>
                <c:pt idx="16">
                  <c:v>2.673</c:v>
                </c:pt>
                <c:pt idx="17">
                  <c:v>2.69</c:v>
                </c:pt>
                <c:pt idx="18">
                  <c:v>2.69</c:v>
                </c:pt>
                <c:pt idx="19">
                  <c:v>2.69</c:v>
                </c:pt>
                <c:pt idx="20">
                  <c:v>2.69</c:v>
                </c:pt>
                <c:pt idx="21">
                  <c:v>2.69</c:v>
                </c:pt>
                <c:pt idx="22">
                  <c:v>2.698</c:v>
                </c:pt>
                <c:pt idx="23">
                  <c:v>2.698</c:v>
                </c:pt>
                <c:pt idx="24">
                  <c:v>2.702</c:v>
                </c:pt>
                <c:pt idx="25">
                  <c:v>2.702</c:v>
                </c:pt>
                <c:pt idx="26">
                  <c:v>2.702</c:v>
                </c:pt>
                <c:pt idx="27">
                  <c:v>2.702</c:v>
                </c:pt>
                <c:pt idx="28">
                  <c:v>2.7090000000000001</c:v>
                </c:pt>
                <c:pt idx="29">
                  <c:v>2.7040000000000002</c:v>
                </c:pt>
                <c:pt idx="30">
                  <c:v>2.7040000000000002</c:v>
                </c:pt>
                <c:pt idx="31">
                  <c:v>2.71</c:v>
                </c:pt>
                <c:pt idx="32">
                  <c:v>2.71</c:v>
                </c:pt>
                <c:pt idx="33">
                  <c:v>2.71</c:v>
                </c:pt>
                <c:pt idx="34">
                  <c:v>2.71</c:v>
                </c:pt>
                <c:pt idx="35">
                  <c:v>2.7229999999999999</c:v>
                </c:pt>
                <c:pt idx="36">
                  <c:v>2.7229999999999999</c:v>
                </c:pt>
                <c:pt idx="37">
                  <c:v>2.7229999999999999</c:v>
                </c:pt>
                <c:pt idx="38">
                  <c:v>2.738</c:v>
                </c:pt>
                <c:pt idx="39">
                  <c:v>2.738</c:v>
                </c:pt>
                <c:pt idx="40">
                  <c:v>2.738</c:v>
                </c:pt>
                <c:pt idx="41">
                  <c:v>2.738</c:v>
                </c:pt>
                <c:pt idx="42">
                  <c:v>2.738</c:v>
                </c:pt>
                <c:pt idx="43">
                  <c:v>2.738</c:v>
                </c:pt>
                <c:pt idx="44">
                  <c:v>2.738</c:v>
                </c:pt>
                <c:pt idx="45">
                  <c:v>2.7629999999999999</c:v>
                </c:pt>
                <c:pt idx="46">
                  <c:v>2.7629999999999999</c:v>
                </c:pt>
                <c:pt idx="47">
                  <c:v>2.7629999999999999</c:v>
                </c:pt>
                <c:pt idx="48">
                  <c:v>2.7629999999999999</c:v>
                </c:pt>
                <c:pt idx="49">
                  <c:v>2.7629999999999999</c:v>
                </c:pt>
                <c:pt idx="50">
                  <c:v>2.7749999999999999</c:v>
                </c:pt>
                <c:pt idx="51">
                  <c:v>2.7629999999999999</c:v>
                </c:pt>
                <c:pt idx="52">
                  <c:v>2.7730000000000001</c:v>
                </c:pt>
                <c:pt idx="53">
                  <c:v>2.7730000000000001</c:v>
                </c:pt>
                <c:pt idx="54">
                  <c:v>2.7730000000000001</c:v>
                </c:pt>
                <c:pt idx="55">
                  <c:v>2.7730000000000001</c:v>
                </c:pt>
                <c:pt idx="56">
                  <c:v>2.7730000000000001</c:v>
                </c:pt>
                <c:pt idx="57">
                  <c:v>2.7730000000000001</c:v>
                </c:pt>
                <c:pt idx="58">
                  <c:v>2.7730000000000001</c:v>
                </c:pt>
                <c:pt idx="59">
                  <c:v>2.79</c:v>
                </c:pt>
                <c:pt idx="60">
                  <c:v>2.7959999999999998</c:v>
                </c:pt>
                <c:pt idx="61">
                  <c:v>2.7959999999999998</c:v>
                </c:pt>
                <c:pt idx="62">
                  <c:v>2.7959999999999998</c:v>
                </c:pt>
                <c:pt idx="63">
                  <c:v>2.8130000000000002</c:v>
                </c:pt>
                <c:pt idx="64">
                  <c:v>2.8130000000000002</c:v>
                </c:pt>
                <c:pt idx="65">
                  <c:v>2.8290000000000002</c:v>
                </c:pt>
                <c:pt idx="66">
                  <c:v>2.8290000000000002</c:v>
                </c:pt>
                <c:pt idx="67">
                  <c:v>2.8380000000000001</c:v>
                </c:pt>
                <c:pt idx="68">
                  <c:v>2.8380000000000001</c:v>
                </c:pt>
                <c:pt idx="69">
                  <c:v>2.8380000000000001</c:v>
                </c:pt>
                <c:pt idx="70">
                  <c:v>2.8380000000000001</c:v>
                </c:pt>
                <c:pt idx="71">
                  <c:v>2.8380000000000001</c:v>
                </c:pt>
                <c:pt idx="72">
                  <c:v>2.8380000000000001</c:v>
                </c:pt>
                <c:pt idx="73">
                  <c:v>2.8380000000000001</c:v>
                </c:pt>
                <c:pt idx="74">
                  <c:v>2.8380000000000001</c:v>
                </c:pt>
                <c:pt idx="75">
                  <c:v>2.8380000000000001</c:v>
                </c:pt>
                <c:pt idx="76">
                  <c:v>2.8380000000000001</c:v>
                </c:pt>
                <c:pt idx="77">
                  <c:v>2.8380000000000001</c:v>
                </c:pt>
                <c:pt idx="78">
                  <c:v>2.8380000000000001</c:v>
                </c:pt>
                <c:pt idx="79">
                  <c:v>2.8380000000000001</c:v>
                </c:pt>
                <c:pt idx="80">
                  <c:v>2.8380000000000001</c:v>
                </c:pt>
                <c:pt idx="81">
                  <c:v>2.84</c:v>
                </c:pt>
                <c:pt idx="82">
                  <c:v>2.84</c:v>
                </c:pt>
                <c:pt idx="83">
                  <c:v>2.84</c:v>
                </c:pt>
                <c:pt idx="84">
                  <c:v>2.8730000000000002</c:v>
                </c:pt>
                <c:pt idx="85">
                  <c:v>2.8730000000000002</c:v>
                </c:pt>
                <c:pt idx="86">
                  <c:v>2.8730000000000002</c:v>
                </c:pt>
                <c:pt idx="87">
                  <c:v>2.8769999999999998</c:v>
                </c:pt>
                <c:pt idx="88">
                  <c:v>2.8769999999999998</c:v>
                </c:pt>
                <c:pt idx="89">
                  <c:v>2.8769999999999998</c:v>
                </c:pt>
                <c:pt idx="90">
                  <c:v>2.8769999999999998</c:v>
                </c:pt>
                <c:pt idx="91">
                  <c:v>2.8769999999999998</c:v>
                </c:pt>
                <c:pt idx="92">
                  <c:v>2.8769999999999998</c:v>
                </c:pt>
                <c:pt idx="93">
                  <c:v>2.8769999999999998</c:v>
                </c:pt>
                <c:pt idx="94">
                  <c:v>2.8940000000000001</c:v>
                </c:pt>
                <c:pt idx="95">
                  <c:v>2.8980000000000001</c:v>
                </c:pt>
                <c:pt idx="96">
                  <c:v>2.8980000000000001</c:v>
                </c:pt>
                <c:pt idx="97">
                  <c:v>2.8980000000000001</c:v>
                </c:pt>
                <c:pt idx="98">
                  <c:v>2.8980000000000001</c:v>
                </c:pt>
                <c:pt idx="99">
                  <c:v>2.8980000000000001</c:v>
                </c:pt>
                <c:pt idx="100">
                  <c:v>2.8980000000000001</c:v>
                </c:pt>
                <c:pt idx="101">
                  <c:v>2.8980000000000001</c:v>
                </c:pt>
                <c:pt idx="102">
                  <c:v>2.8980000000000001</c:v>
                </c:pt>
                <c:pt idx="103">
                  <c:v>2.8980000000000001</c:v>
                </c:pt>
                <c:pt idx="104">
                  <c:v>2.8980000000000001</c:v>
                </c:pt>
                <c:pt idx="105">
                  <c:v>2.9020000000000001</c:v>
                </c:pt>
                <c:pt idx="106">
                  <c:v>2.91</c:v>
                </c:pt>
                <c:pt idx="107">
                  <c:v>2.915</c:v>
                </c:pt>
                <c:pt idx="108">
                  <c:v>2.923</c:v>
                </c:pt>
                <c:pt idx="109">
                  <c:v>2.948</c:v>
                </c:pt>
                <c:pt idx="110">
                  <c:v>2.948</c:v>
                </c:pt>
                <c:pt idx="111">
                  <c:v>2.948</c:v>
                </c:pt>
                <c:pt idx="112">
                  <c:v>2.9580000000000002</c:v>
                </c:pt>
                <c:pt idx="113">
                  <c:v>2.9580000000000002</c:v>
                </c:pt>
                <c:pt idx="114">
                  <c:v>2.9580000000000002</c:v>
                </c:pt>
                <c:pt idx="115">
                  <c:v>2.9580000000000002</c:v>
                </c:pt>
                <c:pt idx="116">
                  <c:v>2.9580000000000002</c:v>
                </c:pt>
                <c:pt idx="117">
                  <c:v>2.9580000000000002</c:v>
                </c:pt>
                <c:pt idx="118">
                  <c:v>2.9580000000000002</c:v>
                </c:pt>
                <c:pt idx="119">
                  <c:v>2.95</c:v>
                </c:pt>
                <c:pt idx="120">
                  <c:v>2.9580000000000002</c:v>
                </c:pt>
                <c:pt idx="121">
                  <c:v>2.9580000000000002</c:v>
                </c:pt>
                <c:pt idx="122">
                  <c:v>2.9670000000000001</c:v>
                </c:pt>
                <c:pt idx="123">
                  <c:v>2.9710000000000001</c:v>
                </c:pt>
                <c:pt idx="124">
                  <c:v>2.9710000000000001</c:v>
                </c:pt>
                <c:pt idx="125">
                  <c:v>2.9710000000000001</c:v>
                </c:pt>
                <c:pt idx="126">
                  <c:v>2.9710000000000001</c:v>
                </c:pt>
                <c:pt idx="127">
                  <c:v>2.9710000000000001</c:v>
                </c:pt>
                <c:pt idx="128">
                  <c:v>2.9710000000000001</c:v>
                </c:pt>
                <c:pt idx="129">
                  <c:v>2.9710000000000001</c:v>
                </c:pt>
                <c:pt idx="130">
                  <c:v>2.9670000000000001</c:v>
                </c:pt>
                <c:pt idx="131">
                  <c:v>2.9670000000000001</c:v>
                </c:pt>
                <c:pt idx="132">
                  <c:v>2.9670000000000001</c:v>
                </c:pt>
                <c:pt idx="133">
                  <c:v>2.9710000000000001</c:v>
                </c:pt>
                <c:pt idx="134">
                  <c:v>2.9710000000000001</c:v>
                </c:pt>
                <c:pt idx="135">
                  <c:v>2.9710000000000001</c:v>
                </c:pt>
                <c:pt idx="136">
                  <c:v>2.9710000000000001</c:v>
                </c:pt>
                <c:pt idx="137">
                  <c:v>2.9710000000000001</c:v>
                </c:pt>
                <c:pt idx="138">
                  <c:v>2.9710000000000001</c:v>
                </c:pt>
                <c:pt idx="139">
                  <c:v>2.9710000000000001</c:v>
                </c:pt>
                <c:pt idx="140">
                  <c:v>2.996</c:v>
                </c:pt>
                <c:pt idx="141">
                  <c:v>2.996</c:v>
                </c:pt>
                <c:pt idx="142">
                  <c:v>2.996</c:v>
                </c:pt>
                <c:pt idx="143">
                  <c:v>3.0539999999999998</c:v>
                </c:pt>
                <c:pt idx="144">
                  <c:v>3.11</c:v>
                </c:pt>
                <c:pt idx="145">
                  <c:v>3.11</c:v>
                </c:pt>
                <c:pt idx="146">
                  <c:v>3.11</c:v>
                </c:pt>
                <c:pt idx="147">
                  <c:v>3.085</c:v>
                </c:pt>
                <c:pt idx="148">
                  <c:v>3.077</c:v>
                </c:pt>
                <c:pt idx="149">
                  <c:v>3.0960000000000001</c:v>
                </c:pt>
                <c:pt idx="150">
                  <c:v>3.129</c:v>
                </c:pt>
                <c:pt idx="151">
                  <c:v>3.1040000000000001</c:v>
                </c:pt>
                <c:pt idx="152">
                  <c:v>3.1040000000000001</c:v>
                </c:pt>
                <c:pt idx="153">
                  <c:v>3.1040000000000001</c:v>
                </c:pt>
                <c:pt idx="154">
                  <c:v>3.1040000000000001</c:v>
                </c:pt>
                <c:pt idx="155">
                  <c:v>3.11</c:v>
                </c:pt>
                <c:pt idx="156">
                  <c:v>3.11</c:v>
                </c:pt>
                <c:pt idx="157">
                  <c:v>3.11</c:v>
                </c:pt>
                <c:pt idx="158">
                  <c:v>3.11</c:v>
                </c:pt>
                <c:pt idx="159">
                  <c:v>3.11</c:v>
                </c:pt>
                <c:pt idx="160">
                  <c:v>3.11</c:v>
                </c:pt>
                <c:pt idx="161">
                  <c:v>3.11</c:v>
                </c:pt>
                <c:pt idx="162">
                  <c:v>3.11</c:v>
                </c:pt>
                <c:pt idx="163">
                  <c:v>3.1190000000000002</c:v>
                </c:pt>
                <c:pt idx="164">
                  <c:v>3.1190000000000002</c:v>
                </c:pt>
                <c:pt idx="165">
                  <c:v>3.1190000000000002</c:v>
                </c:pt>
                <c:pt idx="166">
                  <c:v>3.1190000000000002</c:v>
                </c:pt>
                <c:pt idx="167">
                  <c:v>3.1190000000000002</c:v>
                </c:pt>
                <c:pt idx="168">
                  <c:v>3.1339999999999999</c:v>
                </c:pt>
                <c:pt idx="169">
                  <c:v>3.1190000000000002</c:v>
                </c:pt>
                <c:pt idx="170">
                  <c:v>3.1269999999999998</c:v>
                </c:pt>
                <c:pt idx="171">
                  <c:v>3.1269999999999998</c:v>
                </c:pt>
                <c:pt idx="172">
                  <c:v>3.1269999999999998</c:v>
                </c:pt>
                <c:pt idx="173">
                  <c:v>3.1269999999999998</c:v>
                </c:pt>
                <c:pt idx="174">
                  <c:v>3.1269999999999998</c:v>
                </c:pt>
                <c:pt idx="175">
                  <c:v>3.1269999999999998</c:v>
                </c:pt>
                <c:pt idx="176">
                  <c:v>3.1480000000000001</c:v>
                </c:pt>
                <c:pt idx="177">
                  <c:v>3.1480000000000001</c:v>
                </c:pt>
                <c:pt idx="178">
                  <c:v>3.1480000000000001</c:v>
                </c:pt>
                <c:pt idx="179">
                  <c:v>3.1480000000000001</c:v>
                </c:pt>
                <c:pt idx="180">
                  <c:v>3.1480000000000001</c:v>
                </c:pt>
                <c:pt idx="181">
                  <c:v>3.1480000000000001</c:v>
                </c:pt>
                <c:pt idx="182">
                  <c:v>3.1480000000000001</c:v>
                </c:pt>
                <c:pt idx="183">
                  <c:v>3.1480000000000001</c:v>
                </c:pt>
                <c:pt idx="184">
                  <c:v>3.1480000000000001</c:v>
                </c:pt>
                <c:pt idx="185">
                  <c:v>3.1480000000000001</c:v>
                </c:pt>
                <c:pt idx="186">
                  <c:v>3.1480000000000001</c:v>
                </c:pt>
                <c:pt idx="187">
                  <c:v>3.1480000000000001</c:v>
                </c:pt>
                <c:pt idx="188">
                  <c:v>3.1480000000000001</c:v>
                </c:pt>
                <c:pt idx="189">
                  <c:v>3.1480000000000001</c:v>
                </c:pt>
                <c:pt idx="190">
                  <c:v>3.15</c:v>
                </c:pt>
                <c:pt idx="191">
                  <c:v>3.15</c:v>
                </c:pt>
                <c:pt idx="192">
                  <c:v>3.15</c:v>
                </c:pt>
                <c:pt idx="193">
                  <c:v>3.15</c:v>
                </c:pt>
                <c:pt idx="194">
                  <c:v>3.15</c:v>
                </c:pt>
                <c:pt idx="195">
                  <c:v>3.15</c:v>
                </c:pt>
                <c:pt idx="196">
                  <c:v>3.1579999999999999</c:v>
                </c:pt>
                <c:pt idx="197">
                  <c:v>3.1709999999999998</c:v>
                </c:pt>
                <c:pt idx="198">
                  <c:v>3.1709999999999998</c:v>
                </c:pt>
                <c:pt idx="199">
                  <c:v>3.1709999999999998</c:v>
                </c:pt>
                <c:pt idx="200">
                  <c:v>3.1709999999999998</c:v>
                </c:pt>
                <c:pt idx="201">
                  <c:v>3.1709999999999998</c:v>
                </c:pt>
                <c:pt idx="202">
                  <c:v>3.1709999999999998</c:v>
                </c:pt>
                <c:pt idx="203">
                  <c:v>3.1880000000000002</c:v>
                </c:pt>
                <c:pt idx="204">
                  <c:v>3.2</c:v>
                </c:pt>
                <c:pt idx="205">
                  <c:v>3.2</c:v>
                </c:pt>
                <c:pt idx="206">
                  <c:v>3.2210000000000001</c:v>
                </c:pt>
                <c:pt idx="207">
                  <c:v>3.242</c:v>
                </c:pt>
                <c:pt idx="208">
                  <c:v>3.242</c:v>
                </c:pt>
                <c:pt idx="209">
                  <c:v>3.242</c:v>
                </c:pt>
                <c:pt idx="210">
                  <c:v>3.242</c:v>
                </c:pt>
                <c:pt idx="211">
                  <c:v>3.2829999999999999</c:v>
                </c:pt>
                <c:pt idx="212">
                  <c:v>3.2829999999999999</c:v>
                </c:pt>
                <c:pt idx="213">
                  <c:v>3.2829999999999999</c:v>
                </c:pt>
                <c:pt idx="214">
                  <c:v>3.2829999999999999</c:v>
                </c:pt>
                <c:pt idx="215">
                  <c:v>3.2829999999999999</c:v>
                </c:pt>
                <c:pt idx="216">
                  <c:v>3.2829999999999999</c:v>
                </c:pt>
                <c:pt idx="217">
                  <c:v>3.2879999999999998</c:v>
                </c:pt>
                <c:pt idx="218">
                  <c:v>3.3</c:v>
                </c:pt>
                <c:pt idx="219">
                  <c:v>3.3</c:v>
                </c:pt>
                <c:pt idx="220">
                  <c:v>3.3</c:v>
                </c:pt>
                <c:pt idx="221">
                  <c:v>3.3</c:v>
                </c:pt>
                <c:pt idx="222">
                  <c:v>3.3</c:v>
                </c:pt>
                <c:pt idx="223">
                  <c:v>3.3</c:v>
                </c:pt>
                <c:pt idx="224">
                  <c:v>3.3</c:v>
                </c:pt>
                <c:pt idx="225">
                  <c:v>3.3</c:v>
                </c:pt>
                <c:pt idx="226">
                  <c:v>3.3</c:v>
                </c:pt>
                <c:pt idx="227">
                  <c:v>3.3</c:v>
                </c:pt>
                <c:pt idx="228">
                  <c:v>3.3</c:v>
                </c:pt>
                <c:pt idx="229">
                  <c:v>3.3</c:v>
                </c:pt>
                <c:pt idx="230">
                  <c:v>3.3</c:v>
                </c:pt>
                <c:pt idx="231">
                  <c:v>3.3079999999999998</c:v>
                </c:pt>
                <c:pt idx="232">
                  <c:v>3.3079999999999998</c:v>
                </c:pt>
                <c:pt idx="233">
                  <c:v>3.3079999999999998</c:v>
                </c:pt>
                <c:pt idx="234">
                  <c:v>3.3079999999999998</c:v>
                </c:pt>
                <c:pt idx="235">
                  <c:v>3.3079999999999998</c:v>
                </c:pt>
                <c:pt idx="236">
                  <c:v>3.3079999999999998</c:v>
                </c:pt>
                <c:pt idx="237">
                  <c:v>3.3079999999999998</c:v>
                </c:pt>
                <c:pt idx="238">
                  <c:v>3.3079999999999998</c:v>
                </c:pt>
                <c:pt idx="239">
                  <c:v>3.3079999999999998</c:v>
                </c:pt>
                <c:pt idx="240">
                  <c:v>3.3079999999999998</c:v>
                </c:pt>
                <c:pt idx="241">
                  <c:v>3.3130000000000002</c:v>
                </c:pt>
                <c:pt idx="242">
                  <c:v>3.3130000000000002</c:v>
                </c:pt>
                <c:pt idx="243">
                  <c:v>3.3130000000000002</c:v>
                </c:pt>
                <c:pt idx="244">
                  <c:v>3.3130000000000002</c:v>
                </c:pt>
                <c:pt idx="245">
                  <c:v>3.3540000000000001</c:v>
                </c:pt>
                <c:pt idx="246">
                  <c:v>3.3130000000000002</c:v>
                </c:pt>
                <c:pt idx="247">
                  <c:v>3.3540000000000001</c:v>
                </c:pt>
                <c:pt idx="248">
                  <c:v>3.3580000000000001</c:v>
                </c:pt>
                <c:pt idx="249">
                  <c:v>3.3580000000000001</c:v>
                </c:pt>
                <c:pt idx="250">
                  <c:v>3.3580000000000001</c:v>
                </c:pt>
                <c:pt idx="251">
                  <c:v>3.3580000000000001</c:v>
                </c:pt>
                <c:pt idx="252">
                  <c:v>3.3580000000000001</c:v>
                </c:pt>
                <c:pt idx="253">
                  <c:v>3.3580000000000001</c:v>
                </c:pt>
                <c:pt idx="254">
                  <c:v>3.3580000000000001</c:v>
                </c:pt>
                <c:pt idx="255">
                  <c:v>3.3580000000000001</c:v>
                </c:pt>
                <c:pt idx="256">
                  <c:v>3.3580000000000001</c:v>
                </c:pt>
                <c:pt idx="257">
                  <c:v>3.3580000000000001</c:v>
                </c:pt>
                <c:pt idx="258">
                  <c:v>3.3580000000000001</c:v>
                </c:pt>
                <c:pt idx="259">
                  <c:v>3.3580000000000001</c:v>
                </c:pt>
                <c:pt idx="260">
                  <c:v>3.367</c:v>
                </c:pt>
                <c:pt idx="261">
                  <c:v>3.367</c:v>
                </c:pt>
                <c:pt idx="262">
                  <c:v>3.367</c:v>
                </c:pt>
                <c:pt idx="263">
                  <c:v>3.3690000000000002</c:v>
                </c:pt>
                <c:pt idx="264">
                  <c:v>3.3690000000000002</c:v>
                </c:pt>
                <c:pt idx="265">
                  <c:v>3.3690000000000002</c:v>
                </c:pt>
                <c:pt idx="266">
                  <c:v>3.3690000000000002</c:v>
                </c:pt>
                <c:pt idx="267">
                  <c:v>3.3690000000000002</c:v>
                </c:pt>
                <c:pt idx="268">
                  <c:v>3.3690000000000002</c:v>
                </c:pt>
                <c:pt idx="269">
                  <c:v>3.3690000000000002</c:v>
                </c:pt>
                <c:pt idx="270">
                  <c:v>3.3690000000000002</c:v>
                </c:pt>
                <c:pt idx="271">
                  <c:v>3.3690000000000002</c:v>
                </c:pt>
                <c:pt idx="272">
                  <c:v>3.3690000000000002</c:v>
                </c:pt>
                <c:pt idx="273">
                  <c:v>3.3690000000000002</c:v>
                </c:pt>
                <c:pt idx="274">
                  <c:v>3.3690000000000002</c:v>
                </c:pt>
                <c:pt idx="275">
                  <c:v>3.3690000000000002</c:v>
                </c:pt>
                <c:pt idx="276">
                  <c:v>3.3690000000000002</c:v>
                </c:pt>
                <c:pt idx="277">
                  <c:v>3.3690000000000002</c:v>
                </c:pt>
                <c:pt idx="278">
                  <c:v>3.3690000000000002</c:v>
                </c:pt>
                <c:pt idx="279">
                  <c:v>3.3690000000000002</c:v>
                </c:pt>
                <c:pt idx="280">
                  <c:v>3.3690000000000002</c:v>
                </c:pt>
                <c:pt idx="281">
                  <c:v>3.3690000000000002</c:v>
                </c:pt>
                <c:pt idx="282">
                  <c:v>3.3690000000000002</c:v>
                </c:pt>
                <c:pt idx="283">
                  <c:v>3.3849999999999998</c:v>
                </c:pt>
                <c:pt idx="284">
                  <c:v>3.3980000000000001</c:v>
                </c:pt>
                <c:pt idx="285">
                  <c:v>3.3980000000000001</c:v>
                </c:pt>
                <c:pt idx="286">
                  <c:v>3.3980000000000001</c:v>
                </c:pt>
                <c:pt idx="287">
                  <c:v>3.3980000000000001</c:v>
                </c:pt>
                <c:pt idx="288">
                  <c:v>3.4060000000000001</c:v>
                </c:pt>
                <c:pt idx="289">
                  <c:v>3.423</c:v>
                </c:pt>
                <c:pt idx="290">
                  <c:v>3.431</c:v>
                </c:pt>
                <c:pt idx="291">
                  <c:v>3.4350000000000001</c:v>
                </c:pt>
                <c:pt idx="292">
                  <c:v>3.4350000000000001</c:v>
                </c:pt>
                <c:pt idx="293">
                  <c:v>3.4350000000000001</c:v>
                </c:pt>
                <c:pt idx="294">
                  <c:v>3.44</c:v>
                </c:pt>
                <c:pt idx="295">
                  <c:v>3.44</c:v>
                </c:pt>
                <c:pt idx="296">
                  <c:v>3.4420000000000002</c:v>
                </c:pt>
                <c:pt idx="297">
                  <c:v>3.4540000000000002</c:v>
                </c:pt>
                <c:pt idx="298">
                  <c:v>3.4580000000000002</c:v>
                </c:pt>
                <c:pt idx="299">
                  <c:v>3.4580000000000002</c:v>
                </c:pt>
                <c:pt idx="300">
                  <c:v>3.4580000000000002</c:v>
                </c:pt>
                <c:pt idx="301">
                  <c:v>3.4580000000000002</c:v>
                </c:pt>
                <c:pt idx="302">
                  <c:v>3.4580000000000002</c:v>
                </c:pt>
                <c:pt idx="303">
                  <c:v>3.4580000000000002</c:v>
                </c:pt>
                <c:pt idx="304">
                  <c:v>3.4670000000000001</c:v>
                </c:pt>
                <c:pt idx="305">
                  <c:v>3.4710000000000001</c:v>
                </c:pt>
                <c:pt idx="306">
                  <c:v>3.4710000000000001</c:v>
                </c:pt>
                <c:pt idx="307">
                  <c:v>3.4710000000000001</c:v>
                </c:pt>
                <c:pt idx="308">
                  <c:v>3.4710000000000001</c:v>
                </c:pt>
                <c:pt idx="309">
                  <c:v>3.4710000000000001</c:v>
                </c:pt>
                <c:pt idx="310">
                  <c:v>3.4710000000000001</c:v>
                </c:pt>
                <c:pt idx="311">
                  <c:v>3.4710000000000001</c:v>
                </c:pt>
                <c:pt idx="312">
                  <c:v>3.496</c:v>
                </c:pt>
                <c:pt idx="313">
                  <c:v>3.496</c:v>
                </c:pt>
                <c:pt idx="314">
                  <c:v>3.496</c:v>
                </c:pt>
                <c:pt idx="315">
                  <c:v>3.496</c:v>
                </c:pt>
                <c:pt idx="316">
                  <c:v>3.5</c:v>
                </c:pt>
                <c:pt idx="317">
                  <c:v>3.5</c:v>
                </c:pt>
                <c:pt idx="318">
                  <c:v>3.5</c:v>
                </c:pt>
                <c:pt idx="319">
                  <c:v>3.5</c:v>
                </c:pt>
                <c:pt idx="320">
                  <c:v>3.5</c:v>
                </c:pt>
                <c:pt idx="321">
                  <c:v>3.5</c:v>
                </c:pt>
                <c:pt idx="322">
                  <c:v>3.5</c:v>
                </c:pt>
                <c:pt idx="323">
                  <c:v>3.5</c:v>
                </c:pt>
                <c:pt idx="324">
                  <c:v>3.5</c:v>
                </c:pt>
                <c:pt idx="325">
                  <c:v>3.5</c:v>
                </c:pt>
                <c:pt idx="326">
                  <c:v>3.5</c:v>
                </c:pt>
                <c:pt idx="327">
                  <c:v>3.5</c:v>
                </c:pt>
                <c:pt idx="328">
                  <c:v>3.5</c:v>
                </c:pt>
                <c:pt idx="329">
                  <c:v>3.5</c:v>
                </c:pt>
                <c:pt idx="330">
                  <c:v>3.5</c:v>
                </c:pt>
                <c:pt idx="331">
                  <c:v>3.5</c:v>
                </c:pt>
                <c:pt idx="332">
                  <c:v>3.5</c:v>
                </c:pt>
                <c:pt idx="333">
                  <c:v>3.508</c:v>
                </c:pt>
                <c:pt idx="334">
                  <c:v>3.508</c:v>
                </c:pt>
                <c:pt idx="335">
                  <c:v>3.508</c:v>
                </c:pt>
                <c:pt idx="336">
                  <c:v>3.508</c:v>
                </c:pt>
                <c:pt idx="337">
                  <c:v>3.5379999999999998</c:v>
                </c:pt>
                <c:pt idx="338">
                  <c:v>3.5710000000000002</c:v>
                </c:pt>
                <c:pt idx="339">
                  <c:v>3.5710000000000002</c:v>
                </c:pt>
                <c:pt idx="340">
                  <c:v>3.5710000000000002</c:v>
                </c:pt>
                <c:pt idx="341">
                  <c:v>3.5710000000000002</c:v>
                </c:pt>
                <c:pt idx="342">
                  <c:v>3.5710000000000002</c:v>
                </c:pt>
                <c:pt idx="343">
                  <c:v>3.5710000000000002</c:v>
                </c:pt>
                <c:pt idx="344">
                  <c:v>3.5710000000000002</c:v>
                </c:pt>
                <c:pt idx="345">
                  <c:v>3.5710000000000002</c:v>
                </c:pt>
                <c:pt idx="346">
                  <c:v>3.5710000000000002</c:v>
                </c:pt>
                <c:pt idx="347">
                  <c:v>3.5710000000000002</c:v>
                </c:pt>
                <c:pt idx="348">
                  <c:v>3.5710000000000002</c:v>
                </c:pt>
                <c:pt idx="349">
                  <c:v>3.5710000000000002</c:v>
                </c:pt>
                <c:pt idx="350">
                  <c:v>3.613</c:v>
                </c:pt>
                <c:pt idx="351">
                  <c:v>3.613</c:v>
                </c:pt>
                <c:pt idx="352">
                  <c:v>3.613</c:v>
                </c:pt>
                <c:pt idx="353">
                  <c:v>3.621</c:v>
                </c:pt>
                <c:pt idx="354">
                  <c:v>3.621</c:v>
                </c:pt>
                <c:pt idx="355">
                  <c:v>3.621</c:v>
                </c:pt>
                <c:pt idx="356">
                  <c:v>3.621</c:v>
                </c:pt>
                <c:pt idx="357">
                  <c:v>3.621</c:v>
                </c:pt>
                <c:pt idx="358">
                  <c:v>3.621</c:v>
                </c:pt>
                <c:pt idx="359">
                  <c:v>3.633</c:v>
                </c:pt>
                <c:pt idx="360">
                  <c:v>3.633</c:v>
                </c:pt>
                <c:pt idx="361">
                  <c:v>3.633</c:v>
                </c:pt>
                <c:pt idx="362">
                  <c:v>3.633</c:v>
                </c:pt>
                <c:pt idx="363">
                  <c:v>3.633</c:v>
                </c:pt>
                <c:pt idx="364">
                  <c:v>3.633</c:v>
                </c:pt>
                <c:pt idx="365">
                  <c:v>3.633</c:v>
                </c:pt>
                <c:pt idx="366">
                  <c:v>3.633</c:v>
                </c:pt>
              </c:numCache>
            </c:numRef>
          </c:val>
          <c:smooth val="1"/>
          <c:extLst>
            <c:ext xmlns:c16="http://schemas.microsoft.com/office/drawing/2014/chart" uri="{C3380CC4-5D6E-409C-BE32-E72D297353CC}">
              <c16:uniqueId val="{00000000-FB17-4A31-97F2-606CAB86D6DD}"/>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45887</c:v>
                </c:pt>
                <c:pt idx="1">
                  <c:v>45888</c:v>
                </c:pt>
                <c:pt idx="2">
                  <c:v>45889</c:v>
                </c:pt>
                <c:pt idx="3">
                  <c:v>45890</c:v>
                </c:pt>
                <c:pt idx="4">
                  <c:v>45891</c:v>
                </c:pt>
                <c:pt idx="5">
                  <c:v>45892</c:v>
                </c:pt>
                <c:pt idx="6">
                  <c:v>45893</c:v>
                </c:pt>
                <c:pt idx="7">
                  <c:v>45894</c:v>
                </c:pt>
                <c:pt idx="8">
                  <c:v>45895</c:v>
                </c:pt>
                <c:pt idx="9">
                  <c:v>45896</c:v>
                </c:pt>
                <c:pt idx="10">
                  <c:v>45897</c:v>
                </c:pt>
                <c:pt idx="11">
                  <c:v>45898</c:v>
                </c:pt>
                <c:pt idx="12">
                  <c:v>45899</c:v>
                </c:pt>
                <c:pt idx="13">
                  <c:v>45900</c:v>
                </c:pt>
                <c:pt idx="14">
                  <c:v>45901</c:v>
                </c:pt>
                <c:pt idx="15">
                  <c:v>45902</c:v>
                </c:pt>
                <c:pt idx="16">
                  <c:v>45903</c:v>
                </c:pt>
                <c:pt idx="17">
                  <c:v>45904</c:v>
                </c:pt>
                <c:pt idx="18">
                  <c:v>45905</c:v>
                </c:pt>
                <c:pt idx="19">
                  <c:v>45906</c:v>
                </c:pt>
                <c:pt idx="20">
                  <c:v>45907</c:v>
                </c:pt>
                <c:pt idx="21">
                  <c:v>45908</c:v>
                </c:pt>
                <c:pt idx="22">
                  <c:v>45909</c:v>
                </c:pt>
                <c:pt idx="23">
                  <c:v>45910</c:v>
                </c:pt>
                <c:pt idx="24">
                  <c:v>45911</c:v>
                </c:pt>
                <c:pt idx="25">
                  <c:v>45912</c:v>
                </c:pt>
                <c:pt idx="26">
                  <c:v>45913</c:v>
                </c:pt>
                <c:pt idx="27">
                  <c:v>45914</c:v>
                </c:pt>
                <c:pt idx="28">
                  <c:v>45915</c:v>
                </c:pt>
                <c:pt idx="29">
                  <c:v>45916</c:v>
                </c:pt>
                <c:pt idx="30">
                  <c:v>45917</c:v>
                </c:pt>
                <c:pt idx="31">
                  <c:v>45918</c:v>
                </c:pt>
                <c:pt idx="32">
                  <c:v>45919</c:v>
                </c:pt>
                <c:pt idx="33">
                  <c:v>45920</c:v>
                </c:pt>
                <c:pt idx="34">
                  <c:v>45921</c:v>
                </c:pt>
                <c:pt idx="35">
                  <c:v>45922</c:v>
                </c:pt>
                <c:pt idx="36">
                  <c:v>45923</c:v>
                </c:pt>
                <c:pt idx="37">
                  <c:v>45924</c:v>
                </c:pt>
                <c:pt idx="38">
                  <c:v>45925</c:v>
                </c:pt>
                <c:pt idx="39">
                  <c:v>45926</c:v>
                </c:pt>
                <c:pt idx="40">
                  <c:v>45927</c:v>
                </c:pt>
                <c:pt idx="41">
                  <c:v>45928</c:v>
                </c:pt>
                <c:pt idx="42">
                  <c:v>45929</c:v>
                </c:pt>
                <c:pt idx="43">
                  <c:v>45930</c:v>
                </c:pt>
                <c:pt idx="44">
                  <c:v>45931</c:v>
                </c:pt>
                <c:pt idx="45">
                  <c:v>45932</c:v>
                </c:pt>
                <c:pt idx="46">
                  <c:v>45933</c:v>
                </c:pt>
                <c:pt idx="47">
                  <c:v>45934</c:v>
                </c:pt>
                <c:pt idx="48">
                  <c:v>45935</c:v>
                </c:pt>
                <c:pt idx="49">
                  <c:v>45936</c:v>
                </c:pt>
                <c:pt idx="50">
                  <c:v>45937</c:v>
                </c:pt>
                <c:pt idx="51">
                  <c:v>45938</c:v>
                </c:pt>
                <c:pt idx="52">
                  <c:v>45939</c:v>
                </c:pt>
                <c:pt idx="53">
                  <c:v>45940</c:v>
                </c:pt>
                <c:pt idx="54">
                  <c:v>45941</c:v>
                </c:pt>
                <c:pt idx="55">
                  <c:v>45942</c:v>
                </c:pt>
                <c:pt idx="56">
                  <c:v>45943</c:v>
                </c:pt>
                <c:pt idx="57">
                  <c:v>45944</c:v>
                </c:pt>
                <c:pt idx="58">
                  <c:v>45945</c:v>
                </c:pt>
                <c:pt idx="59">
                  <c:v>45946</c:v>
                </c:pt>
                <c:pt idx="60">
                  <c:v>45947</c:v>
                </c:pt>
                <c:pt idx="61">
                  <c:v>45948</c:v>
                </c:pt>
                <c:pt idx="62">
                  <c:v>45949</c:v>
                </c:pt>
                <c:pt idx="63">
                  <c:v>45950</c:v>
                </c:pt>
                <c:pt idx="64">
                  <c:v>45951</c:v>
                </c:pt>
                <c:pt idx="65">
                  <c:v>45952</c:v>
                </c:pt>
                <c:pt idx="66">
                  <c:v>45953</c:v>
                </c:pt>
                <c:pt idx="67">
                  <c:v>45954</c:v>
                </c:pt>
                <c:pt idx="68">
                  <c:v>45955</c:v>
                </c:pt>
                <c:pt idx="69">
                  <c:v>45956</c:v>
                </c:pt>
                <c:pt idx="70">
                  <c:v>45957</c:v>
                </c:pt>
                <c:pt idx="71">
                  <c:v>45958</c:v>
                </c:pt>
                <c:pt idx="72">
                  <c:v>45959</c:v>
                </c:pt>
                <c:pt idx="73">
                  <c:v>45960</c:v>
                </c:pt>
                <c:pt idx="74">
                  <c:v>45961</c:v>
                </c:pt>
                <c:pt idx="75">
                  <c:v>45962</c:v>
                </c:pt>
                <c:pt idx="76">
                  <c:v>45963</c:v>
                </c:pt>
                <c:pt idx="77">
                  <c:v>45964</c:v>
                </c:pt>
                <c:pt idx="78">
                  <c:v>45965</c:v>
                </c:pt>
                <c:pt idx="79">
                  <c:v>45966</c:v>
                </c:pt>
                <c:pt idx="80">
                  <c:v>45967</c:v>
                </c:pt>
                <c:pt idx="81">
                  <c:v>45968</c:v>
                </c:pt>
                <c:pt idx="82">
                  <c:v>45969</c:v>
                </c:pt>
                <c:pt idx="83">
                  <c:v>45970</c:v>
                </c:pt>
                <c:pt idx="84">
                  <c:v>45971</c:v>
                </c:pt>
                <c:pt idx="85">
                  <c:v>45972</c:v>
                </c:pt>
                <c:pt idx="86">
                  <c:v>45973</c:v>
                </c:pt>
                <c:pt idx="87">
                  <c:v>45974</c:v>
                </c:pt>
                <c:pt idx="88">
                  <c:v>45975</c:v>
                </c:pt>
                <c:pt idx="89">
                  <c:v>45976</c:v>
                </c:pt>
                <c:pt idx="90">
                  <c:v>45977</c:v>
                </c:pt>
                <c:pt idx="91">
                  <c:v>45978</c:v>
                </c:pt>
                <c:pt idx="92">
                  <c:v>45979</c:v>
                </c:pt>
                <c:pt idx="93">
                  <c:v>45980</c:v>
                </c:pt>
                <c:pt idx="94">
                  <c:v>45981</c:v>
                </c:pt>
                <c:pt idx="95">
                  <c:v>45982</c:v>
                </c:pt>
                <c:pt idx="96">
                  <c:v>45983</c:v>
                </c:pt>
                <c:pt idx="97">
                  <c:v>45984</c:v>
                </c:pt>
                <c:pt idx="98">
                  <c:v>45985</c:v>
                </c:pt>
                <c:pt idx="99">
                  <c:v>45986</c:v>
                </c:pt>
                <c:pt idx="100">
                  <c:v>45987</c:v>
                </c:pt>
                <c:pt idx="101">
                  <c:v>45988</c:v>
                </c:pt>
                <c:pt idx="102">
                  <c:v>45989</c:v>
                </c:pt>
                <c:pt idx="103">
                  <c:v>45990</c:v>
                </c:pt>
                <c:pt idx="104">
                  <c:v>45991</c:v>
                </c:pt>
                <c:pt idx="105">
                  <c:v>45992</c:v>
                </c:pt>
                <c:pt idx="106">
                  <c:v>45993</c:v>
                </c:pt>
                <c:pt idx="107">
                  <c:v>45994</c:v>
                </c:pt>
                <c:pt idx="108">
                  <c:v>45995</c:v>
                </c:pt>
                <c:pt idx="109">
                  <c:v>45996</c:v>
                </c:pt>
                <c:pt idx="110">
                  <c:v>45997</c:v>
                </c:pt>
                <c:pt idx="111">
                  <c:v>45998</c:v>
                </c:pt>
                <c:pt idx="112">
                  <c:v>45999</c:v>
                </c:pt>
                <c:pt idx="113">
                  <c:v>46000</c:v>
                </c:pt>
                <c:pt idx="114">
                  <c:v>46001</c:v>
                </c:pt>
                <c:pt idx="115">
                  <c:v>46002</c:v>
                </c:pt>
                <c:pt idx="116">
                  <c:v>46003</c:v>
                </c:pt>
                <c:pt idx="117">
                  <c:v>46004</c:v>
                </c:pt>
                <c:pt idx="118">
                  <c:v>46005</c:v>
                </c:pt>
                <c:pt idx="119">
                  <c:v>46006</c:v>
                </c:pt>
                <c:pt idx="120">
                  <c:v>46007</c:v>
                </c:pt>
                <c:pt idx="121">
                  <c:v>46008</c:v>
                </c:pt>
                <c:pt idx="122">
                  <c:v>46009</c:v>
                </c:pt>
                <c:pt idx="123">
                  <c:v>46010</c:v>
                </c:pt>
                <c:pt idx="124">
                  <c:v>46011</c:v>
                </c:pt>
                <c:pt idx="125">
                  <c:v>46012</c:v>
                </c:pt>
                <c:pt idx="126">
                  <c:v>46013</c:v>
                </c:pt>
                <c:pt idx="127">
                  <c:v>46014</c:v>
                </c:pt>
                <c:pt idx="128">
                  <c:v>46015</c:v>
                </c:pt>
                <c:pt idx="129">
                  <c:v>46016</c:v>
                </c:pt>
                <c:pt idx="130">
                  <c:v>46017</c:v>
                </c:pt>
                <c:pt idx="131">
                  <c:v>46018</c:v>
                </c:pt>
                <c:pt idx="132">
                  <c:v>46019</c:v>
                </c:pt>
                <c:pt idx="133">
                  <c:v>46020</c:v>
                </c:pt>
                <c:pt idx="134">
                  <c:v>46021</c:v>
                </c:pt>
                <c:pt idx="135">
                  <c:v>46022</c:v>
                </c:pt>
                <c:pt idx="136">
                  <c:v>46023</c:v>
                </c:pt>
                <c:pt idx="137">
                  <c:v>46024</c:v>
                </c:pt>
                <c:pt idx="138">
                  <c:v>46025</c:v>
                </c:pt>
                <c:pt idx="139">
                  <c:v>46026</c:v>
                </c:pt>
                <c:pt idx="140">
                  <c:v>46027</c:v>
                </c:pt>
                <c:pt idx="141">
                  <c:v>46028</c:v>
                </c:pt>
                <c:pt idx="142">
                  <c:v>46029</c:v>
                </c:pt>
                <c:pt idx="143">
                  <c:v>46030</c:v>
                </c:pt>
                <c:pt idx="144">
                  <c:v>46031</c:v>
                </c:pt>
                <c:pt idx="145">
                  <c:v>46032</c:v>
                </c:pt>
                <c:pt idx="146">
                  <c:v>46033</c:v>
                </c:pt>
                <c:pt idx="147">
                  <c:v>46034</c:v>
                </c:pt>
                <c:pt idx="148">
                  <c:v>46035</c:v>
                </c:pt>
                <c:pt idx="149">
                  <c:v>46036</c:v>
                </c:pt>
                <c:pt idx="150">
                  <c:v>46037</c:v>
                </c:pt>
                <c:pt idx="151">
                  <c:v>46038</c:v>
                </c:pt>
                <c:pt idx="152">
                  <c:v>46039</c:v>
                </c:pt>
                <c:pt idx="153">
                  <c:v>46040</c:v>
                </c:pt>
                <c:pt idx="154">
                  <c:v>46041</c:v>
                </c:pt>
                <c:pt idx="155">
                  <c:v>46042</c:v>
                </c:pt>
                <c:pt idx="156">
                  <c:v>46043</c:v>
                </c:pt>
                <c:pt idx="157">
                  <c:v>46044</c:v>
                </c:pt>
                <c:pt idx="158">
                  <c:v>46045</c:v>
                </c:pt>
                <c:pt idx="159">
                  <c:v>46046</c:v>
                </c:pt>
                <c:pt idx="160">
                  <c:v>46047</c:v>
                </c:pt>
                <c:pt idx="161">
                  <c:v>46048</c:v>
                </c:pt>
                <c:pt idx="162">
                  <c:v>46049</c:v>
                </c:pt>
                <c:pt idx="163">
                  <c:v>46050</c:v>
                </c:pt>
                <c:pt idx="164">
                  <c:v>46051</c:v>
                </c:pt>
                <c:pt idx="165">
                  <c:v>46052</c:v>
                </c:pt>
                <c:pt idx="166">
                  <c:v>46053</c:v>
                </c:pt>
                <c:pt idx="167">
                  <c:v>46054</c:v>
                </c:pt>
                <c:pt idx="168">
                  <c:v>46055</c:v>
                </c:pt>
                <c:pt idx="169">
                  <c:v>46056</c:v>
                </c:pt>
                <c:pt idx="170">
                  <c:v>46057</c:v>
                </c:pt>
                <c:pt idx="171">
                  <c:v>46058</c:v>
                </c:pt>
                <c:pt idx="172">
                  <c:v>46059</c:v>
                </c:pt>
                <c:pt idx="173">
                  <c:v>46060</c:v>
                </c:pt>
                <c:pt idx="174">
                  <c:v>46061</c:v>
                </c:pt>
                <c:pt idx="175">
                  <c:v>46062</c:v>
                </c:pt>
                <c:pt idx="176">
                  <c:v>46063</c:v>
                </c:pt>
                <c:pt idx="177">
                  <c:v>46064</c:v>
                </c:pt>
                <c:pt idx="178">
                  <c:v>46065</c:v>
                </c:pt>
                <c:pt idx="179">
                  <c:v>46066</c:v>
                </c:pt>
                <c:pt idx="180">
                  <c:v>46067</c:v>
                </c:pt>
                <c:pt idx="181">
                  <c:v>46068</c:v>
                </c:pt>
                <c:pt idx="182">
                  <c:v>46069</c:v>
                </c:pt>
                <c:pt idx="183">
                  <c:v>46070</c:v>
                </c:pt>
                <c:pt idx="184">
                  <c:v>46071</c:v>
                </c:pt>
                <c:pt idx="185">
                  <c:v>46072</c:v>
                </c:pt>
                <c:pt idx="186">
                  <c:v>46073</c:v>
                </c:pt>
                <c:pt idx="187">
                  <c:v>46074</c:v>
                </c:pt>
                <c:pt idx="188">
                  <c:v>46075</c:v>
                </c:pt>
                <c:pt idx="189">
                  <c:v>46076</c:v>
                </c:pt>
                <c:pt idx="190">
                  <c:v>46077</c:v>
                </c:pt>
                <c:pt idx="191">
                  <c:v>46078</c:v>
                </c:pt>
                <c:pt idx="192">
                  <c:v>46079</c:v>
                </c:pt>
                <c:pt idx="193">
                  <c:v>46080</c:v>
                </c:pt>
                <c:pt idx="194">
                  <c:v>46081</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46095</c:v>
                </c:pt>
                <c:pt idx="209">
                  <c:v>46096</c:v>
                </c:pt>
                <c:pt idx="210">
                  <c:v>46097</c:v>
                </c:pt>
                <c:pt idx="211">
                  <c:v>46098</c:v>
                </c:pt>
                <c:pt idx="212">
                  <c:v>46099</c:v>
                </c:pt>
                <c:pt idx="213">
                  <c:v>46100</c:v>
                </c:pt>
                <c:pt idx="214">
                  <c:v>46101</c:v>
                </c:pt>
                <c:pt idx="215">
                  <c:v>46102</c:v>
                </c:pt>
                <c:pt idx="216">
                  <c:v>46103</c:v>
                </c:pt>
                <c:pt idx="217">
                  <c:v>46104</c:v>
                </c:pt>
                <c:pt idx="218">
                  <c:v>46105</c:v>
                </c:pt>
                <c:pt idx="219">
                  <c:v>46106</c:v>
                </c:pt>
                <c:pt idx="220">
                  <c:v>46107</c:v>
                </c:pt>
                <c:pt idx="221">
                  <c:v>46108</c:v>
                </c:pt>
                <c:pt idx="222">
                  <c:v>46109</c:v>
                </c:pt>
                <c:pt idx="223">
                  <c:v>46110</c:v>
                </c:pt>
                <c:pt idx="224">
                  <c:v>46111</c:v>
                </c:pt>
                <c:pt idx="225">
                  <c:v>46112</c:v>
                </c:pt>
                <c:pt idx="226">
                  <c:v>46113</c:v>
                </c:pt>
                <c:pt idx="227">
                  <c:v>46114</c:v>
                </c:pt>
                <c:pt idx="228">
                  <c:v>46115</c:v>
                </c:pt>
                <c:pt idx="229">
                  <c:v>46116</c:v>
                </c:pt>
                <c:pt idx="230">
                  <c:v>46117</c:v>
                </c:pt>
                <c:pt idx="231">
                  <c:v>46118</c:v>
                </c:pt>
                <c:pt idx="232">
                  <c:v>46119</c:v>
                </c:pt>
                <c:pt idx="233">
                  <c:v>46120</c:v>
                </c:pt>
                <c:pt idx="234">
                  <c:v>46121</c:v>
                </c:pt>
                <c:pt idx="235">
                  <c:v>46122</c:v>
                </c:pt>
                <c:pt idx="236">
                  <c:v>46123</c:v>
                </c:pt>
                <c:pt idx="237">
                  <c:v>46124</c:v>
                </c:pt>
                <c:pt idx="238">
                  <c:v>46125</c:v>
                </c:pt>
                <c:pt idx="239">
                  <c:v>46126</c:v>
                </c:pt>
                <c:pt idx="240">
                  <c:v>46127</c:v>
                </c:pt>
                <c:pt idx="241">
                  <c:v>46128</c:v>
                </c:pt>
                <c:pt idx="242">
                  <c:v>46129</c:v>
                </c:pt>
                <c:pt idx="243">
                  <c:v>46130</c:v>
                </c:pt>
                <c:pt idx="244">
                  <c:v>46131</c:v>
                </c:pt>
                <c:pt idx="245">
                  <c:v>46132</c:v>
                </c:pt>
                <c:pt idx="246">
                  <c:v>46133</c:v>
                </c:pt>
                <c:pt idx="247">
                  <c:v>46134</c:v>
                </c:pt>
                <c:pt idx="248">
                  <c:v>46135</c:v>
                </c:pt>
                <c:pt idx="249">
                  <c:v>46136</c:v>
                </c:pt>
                <c:pt idx="250">
                  <c:v>46137</c:v>
                </c:pt>
                <c:pt idx="251">
                  <c:v>46138</c:v>
                </c:pt>
                <c:pt idx="252">
                  <c:v>46139</c:v>
                </c:pt>
                <c:pt idx="253">
                  <c:v>46140</c:v>
                </c:pt>
                <c:pt idx="254">
                  <c:v>46141</c:v>
                </c:pt>
                <c:pt idx="255">
                  <c:v>46142</c:v>
                </c:pt>
                <c:pt idx="256">
                  <c:v>46143</c:v>
                </c:pt>
                <c:pt idx="257">
                  <c:v>46144</c:v>
                </c:pt>
                <c:pt idx="258">
                  <c:v>46145</c:v>
                </c:pt>
                <c:pt idx="259">
                  <c:v>46146</c:v>
                </c:pt>
                <c:pt idx="260">
                  <c:v>46147</c:v>
                </c:pt>
                <c:pt idx="261">
                  <c:v>46148</c:v>
                </c:pt>
                <c:pt idx="262">
                  <c:v>46149</c:v>
                </c:pt>
                <c:pt idx="263">
                  <c:v>46150</c:v>
                </c:pt>
                <c:pt idx="264">
                  <c:v>46151</c:v>
                </c:pt>
                <c:pt idx="265">
                  <c:v>46152</c:v>
                </c:pt>
                <c:pt idx="266">
                  <c:v>46153</c:v>
                </c:pt>
                <c:pt idx="267">
                  <c:v>46154</c:v>
                </c:pt>
                <c:pt idx="268">
                  <c:v>46155</c:v>
                </c:pt>
                <c:pt idx="269">
                  <c:v>46156</c:v>
                </c:pt>
                <c:pt idx="270">
                  <c:v>46157</c:v>
                </c:pt>
                <c:pt idx="271">
                  <c:v>46158</c:v>
                </c:pt>
                <c:pt idx="272">
                  <c:v>46159</c:v>
                </c:pt>
                <c:pt idx="273">
                  <c:v>46160</c:v>
                </c:pt>
                <c:pt idx="274">
                  <c:v>46161</c:v>
                </c:pt>
                <c:pt idx="275">
                  <c:v>46162</c:v>
                </c:pt>
                <c:pt idx="276">
                  <c:v>46163</c:v>
                </c:pt>
                <c:pt idx="277">
                  <c:v>46164</c:v>
                </c:pt>
                <c:pt idx="278">
                  <c:v>46165</c:v>
                </c:pt>
                <c:pt idx="279">
                  <c:v>46166</c:v>
                </c:pt>
                <c:pt idx="280">
                  <c:v>46167</c:v>
                </c:pt>
                <c:pt idx="281">
                  <c:v>46168</c:v>
                </c:pt>
                <c:pt idx="282">
                  <c:v>46169</c:v>
                </c:pt>
                <c:pt idx="283">
                  <c:v>46170</c:v>
                </c:pt>
                <c:pt idx="284">
                  <c:v>46171</c:v>
                </c:pt>
                <c:pt idx="285">
                  <c:v>46172</c:v>
                </c:pt>
                <c:pt idx="286">
                  <c:v>46173</c:v>
                </c:pt>
                <c:pt idx="287">
                  <c:v>46174</c:v>
                </c:pt>
                <c:pt idx="288">
                  <c:v>46175</c:v>
                </c:pt>
                <c:pt idx="289">
                  <c:v>46176</c:v>
                </c:pt>
                <c:pt idx="290">
                  <c:v>46177</c:v>
                </c:pt>
                <c:pt idx="291">
                  <c:v>46178</c:v>
                </c:pt>
                <c:pt idx="292">
                  <c:v>46179</c:v>
                </c:pt>
                <c:pt idx="293">
                  <c:v>46180</c:v>
                </c:pt>
                <c:pt idx="294">
                  <c:v>46181</c:v>
                </c:pt>
                <c:pt idx="295">
                  <c:v>46182</c:v>
                </c:pt>
                <c:pt idx="296">
                  <c:v>46183</c:v>
                </c:pt>
                <c:pt idx="297">
                  <c:v>46184</c:v>
                </c:pt>
                <c:pt idx="298">
                  <c:v>46185</c:v>
                </c:pt>
                <c:pt idx="299">
                  <c:v>46186</c:v>
                </c:pt>
                <c:pt idx="300">
                  <c:v>46187</c:v>
                </c:pt>
                <c:pt idx="301">
                  <c:v>46188</c:v>
                </c:pt>
                <c:pt idx="302">
                  <c:v>46189</c:v>
                </c:pt>
                <c:pt idx="303">
                  <c:v>46190</c:v>
                </c:pt>
                <c:pt idx="304">
                  <c:v>46191</c:v>
                </c:pt>
                <c:pt idx="305">
                  <c:v>46192</c:v>
                </c:pt>
                <c:pt idx="306">
                  <c:v>46193</c:v>
                </c:pt>
                <c:pt idx="307">
                  <c:v>46194</c:v>
                </c:pt>
                <c:pt idx="308">
                  <c:v>46195</c:v>
                </c:pt>
                <c:pt idx="309">
                  <c:v>46196</c:v>
                </c:pt>
                <c:pt idx="310">
                  <c:v>46197</c:v>
                </c:pt>
                <c:pt idx="311">
                  <c:v>46198</c:v>
                </c:pt>
                <c:pt idx="312">
                  <c:v>46199</c:v>
                </c:pt>
                <c:pt idx="313">
                  <c:v>46200</c:v>
                </c:pt>
                <c:pt idx="314">
                  <c:v>46201</c:v>
                </c:pt>
                <c:pt idx="315">
                  <c:v>46202</c:v>
                </c:pt>
                <c:pt idx="316">
                  <c:v>46203</c:v>
                </c:pt>
                <c:pt idx="317">
                  <c:v>46204</c:v>
                </c:pt>
                <c:pt idx="318">
                  <c:v>46205</c:v>
                </c:pt>
                <c:pt idx="319">
                  <c:v>46206</c:v>
                </c:pt>
                <c:pt idx="320">
                  <c:v>46207</c:v>
                </c:pt>
                <c:pt idx="321">
                  <c:v>46208</c:v>
                </c:pt>
                <c:pt idx="322">
                  <c:v>46209</c:v>
                </c:pt>
                <c:pt idx="323">
                  <c:v>46210</c:v>
                </c:pt>
                <c:pt idx="324">
                  <c:v>46211</c:v>
                </c:pt>
                <c:pt idx="325">
                  <c:v>46212</c:v>
                </c:pt>
                <c:pt idx="326">
                  <c:v>46213</c:v>
                </c:pt>
                <c:pt idx="327">
                  <c:v>46214</c:v>
                </c:pt>
                <c:pt idx="328">
                  <c:v>46215</c:v>
                </c:pt>
                <c:pt idx="329">
                  <c:v>46216</c:v>
                </c:pt>
                <c:pt idx="330">
                  <c:v>46217</c:v>
                </c:pt>
                <c:pt idx="331">
                  <c:v>46218</c:v>
                </c:pt>
                <c:pt idx="332">
                  <c:v>46219</c:v>
                </c:pt>
                <c:pt idx="333">
                  <c:v>46220</c:v>
                </c:pt>
                <c:pt idx="334">
                  <c:v>46221</c:v>
                </c:pt>
                <c:pt idx="335">
                  <c:v>46222</c:v>
                </c:pt>
                <c:pt idx="336">
                  <c:v>46223</c:v>
                </c:pt>
                <c:pt idx="337">
                  <c:v>46224</c:v>
                </c:pt>
                <c:pt idx="338">
                  <c:v>46225</c:v>
                </c:pt>
                <c:pt idx="339">
                  <c:v>46226</c:v>
                </c:pt>
                <c:pt idx="340">
                  <c:v>46227</c:v>
                </c:pt>
                <c:pt idx="341">
                  <c:v>46228</c:v>
                </c:pt>
                <c:pt idx="342">
                  <c:v>46229</c:v>
                </c:pt>
                <c:pt idx="343">
                  <c:v>46230</c:v>
                </c:pt>
                <c:pt idx="344">
                  <c:v>46231</c:v>
                </c:pt>
                <c:pt idx="345">
                  <c:v>46232</c:v>
                </c:pt>
                <c:pt idx="346">
                  <c:v>46233</c:v>
                </c:pt>
                <c:pt idx="347">
                  <c:v>46234</c:v>
                </c:pt>
                <c:pt idx="348">
                  <c:v>46235</c:v>
                </c:pt>
                <c:pt idx="349">
                  <c:v>46236</c:v>
                </c:pt>
                <c:pt idx="350">
                  <c:v>46237</c:v>
                </c:pt>
                <c:pt idx="351">
                  <c:v>46238</c:v>
                </c:pt>
                <c:pt idx="352">
                  <c:v>46239</c:v>
                </c:pt>
                <c:pt idx="353">
                  <c:v>46240</c:v>
                </c:pt>
                <c:pt idx="354">
                  <c:v>46241</c:v>
                </c:pt>
                <c:pt idx="355">
                  <c:v>46242</c:v>
                </c:pt>
                <c:pt idx="356">
                  <c:v>46243</c:v>
                </c:pt>
                <c:pt idx="357">
                  <c:v>46244</c:v>
                </c:pt>
                <c:pt idx="358">
                  <c:v>46245</c:v>
                </c:pt>
                <c:pt idx="359">
                  <c:v>46246</c:v>
                </c:pt>
                <c:pt idx="360">
                  <c:v>46247</c:v>
                </c:pt>
                <c:pt idx="361">
                  <c:v>46248</c:v>
                </c:pt>
                <c:pt idx="362">
                  <c:v>46249</c:v>
                </c:pt>
                <c:pt idx="363">
                  <c:v>46250</c:v>
                </c:pt>
                <c:pt idx="364">
                  <c:v>46251</c:v>
                </c:pt>
                <c:pt idx="365">
                  <c:v>46252</c:v>
                </c:pt>
                <c:pt idx="366">
                  <c:v>46253</c:v>
                </c:pt>
              </c:numCache>
            </c:numRef>
          </c:cat>
          <c:val>
            <c:numRef>
              <c:f>Source!$AO$4:$AO$373</c:f>
              <c:numCache>
                <c:formatCode>General</c:formatCode>
                <c:ptCount val="370"/>
                <c:pt idx="0">
                  <c:v>2.83</c:v>
                </c:pt>
                <c:pt idx="1">
                  <c:v>2.823</c:v>
                </c:pt>
                <c:pt idx="2">
                  <c:v>2.831</c:v>
                </c:pt>
                <c:pt idx="3">
                  <c:v>2.855</c:v>
                </c:pt>
                <c:pt idx="4">
                  <c:v>2.9289999999999998</c:v>
                </c:pt>
                <c:pt idx="5">
                  <c:v>2.9289999999999998</c:v>
                </c:pt>
                <c:pt idx="6">
                  <c:v>2.9289999999999998</c:v>
                </c:pt>
                <c:pt idx="7">
                  <c:v>2.996</c:v>
                </c:pt>
                <c:pt idx="8">
                  <c:v>3.01</c:v>
                </c:pt>
                <c:pt idx="9">
                  <c:v>3.0139999999999998</c:v>
                </c:pt>
                <c:pt idx="10">
                  <c:v>3.01</c:v>
                </c:pt>
                <c:pt idx="11">
                  <c:v>3.01</c:v>
                </c:pt>
                <c:pt idx="12">
                  <c:v>3.01</c:v>
                </c:pt>
                <c:pt idx="13">
                  <c:v>3.01</c:v>
                </c:pt>
                <c:pt idx="14">
                  <c:v>3.01</c:v>
                </c:pt>
                <c:pt idx="15">
                  <c:v>3.01</c:v>
                </c:pt>
                <c:pt idx="16">
                  <c:v>3.0070000000000001</c:v>
                </c:pt>
                <c:pt idx="17">
                  <c:v>3.0070000000000001</c:v>
                </c:pt>
                <c:pt idx="18">
                  <c:v>3.0070000000000001</c:v>
                </c:pt>
                <c:pt idx="19">
                  <c:v>3.0070000000000001</c:v>
                </c:pt>
                <c:pt idx="20">
                  <c:v>3.0070000000000001</c:v>
                </c:pt>
                <c:pt idx="21">
                  <c:v>3.0070000000000001</c:v>
                </c:pt>
                <c:pt idx="22">
                  <c:v>3.0070000000000001</c:v>
                </c:pt>
                <c:pt idx="23">
                  <c:v>3.0179999999999998</c:v>
                </c:pt>
                <c:pt idx="24">
                  <c:v>3.01</c:v>
                </c:pt>
                <c:pt idx="25">
                  <c:v>3.0169999999999999</c:v>
                </c:pt>
                <c:pt idx="26">
                  <c:v>3.0169999999999999</c:v>
                </c:pt>
                <c:pt idx="27">
                  <c:v>3.0169999999999999</c:v>
                </c:pt>
                <c:pt idx="28">
                  <c:v>3.0209999999999999</c:v>
                </c:pt>
                <c:pt idx="29">
                  <c:v>3.0059999999999998</c:v>
                </c:pt>
                <c:pt idx="30">
                  <c:v>3.0059999999999998</c:v>
                </c:pt>
                <c:pt idx="31">
                  <c:v>3.0169999999999999</c:v>
                </c:pt>
                <c:pt idx="32">
                  <c:v>3.024</c:v>
                </c:pt>
                <c:pt idx="33">
                  <c:v>3.024</c:v>
                </c:pt>
                <c:pt idx="34">
                  <c:v>3.024</c:v>
                </c:pt>
                <c:pt idx="35">
                  <c:v>3.024</c:v>
                </c:pt>
                <c:pt idx="36">
                  <c:v>3.0310000000000001</c:v>
                </c:pt>
                <c:pt idx="37">
                  <c:v>3.0390000000000001</c:v>
                </c:pt>
                <c:pt idx="38">
                  <c:v>3.036</c:v>
                </c:pt>
                <c:pt idx="39">
                  <c:v>3.0590000000000002</c:v>
                </c:pt>
                <c:pt idx="40">
                  <c:v>3.0590000000000002</c:v>
                </c:pt>
                <c:pt idx="41">
                  <c:v>3.0590000000000002</c:v>
                </c:pt>
                <c:pt idx="42">
                  <c:v>3.0590000000000002</c:v>
                </c:pt>
                <c:pt idx="43">
                  <c:v>3.0569999999999999</c:v>
                </c:pt>
                <c:pt idx="44">
                  <c:v>3.0609999999999999</c:v>
                </c:pt>
                <c:pt idx="45">
                  <c:v>3.0859999999999999</c:v>
                </c:pt>
                <c:pt idx="46">
                  <c:v>3.0859999999999999</c:v>
                </c:pt>
                <c:pt idx="47">
                  <c:v>3.0859999999999999</c:v>
                </c:pt>
                <c:pt idx="48">
                  <c:v>3.0859999999999999</c:v>
                </c:pt>
                <c:pt idx="49">
                  <c:v>3.0859999999999999</c:v>
                </c:pt>
                <c:pt idx="50">
                  <c:v>3.09</c:v>
                </c:pt>
                <c:pt idx="51">
                  <c:v>3.0859999999999999</c:v>
                </c:pt>
                <c:pt idx="52">
                  <c:v>3.1240000000000001</c:v>
                </c:pt>
                <c:pt idx="53">
                  <c:v>3.129</c:v>
                </c:pt>
                <c:pt idx="54">
                  <c:v>3.129</c:v>
                </c:pt>
                <c:pt idx="55">
                  <c:v>3.129</c:v>
                </c:pt>
                <c:pt idx="56">
                  <c:v>3.129</c:v>
                </c:pt>
                <c:pt idx="57">
                  <c:v>3.129</c:v>
                </c:pt>
                <c:pt idx="58">
                  <c:v>3.129</c:v>
                </c:pt>
                <c:pt idx="59">
                  <c:v>3.1509999999999998</c:v>
                </c:pt>
                <c:pt idx="60">
                  <c:v>3.1509999999999998</c:v>
                </c:pt>
                <c:pt idx="61">
                  <c:v>3.1509999999999998</c:v>
                </c:pt>
                <c:pt idx="62">
                  <c:v>3.1509999999999998</c:v>
                </c:pt>
                <c:pt idx="63">
                  <c:v>3.1509999999999998</c:v>
                </c:pt>
                <c:pt idx="64">
                  <c:v>3.1509999999999998</c:v>
                </c:pt>
                <c:pt idx="65">
                  <c:v>3.16</c:v>
                </c:pt>
                <c:pt idx="66">
                  <c:v>3.16</c:v>
                </c:pt>
                <c:pt idx="67">
                  <c:v>3.1640000000000001</c:v>
                </c:pt>
                <c:pt idx="68">
                  <c:v>3.1640000000000001</c:v>
                </c:pt>
                <c:pt idx="69">
                  <c:v>3.1640000000000001</c:v>
                </c:pt>
                <c:pt idx="70">
                  <c:v>3.1640000000000001</c:v>
                </c:pt>
                <c:pt idx="71">
                  <c:v>3.1640000000000001</c:v>
                </c:pt>
                <c:pt idx="72">
                  <c:v>3.1640000000000001</c:v>
                </c:pt>
                <c:pt idx="73">
                  <c:v>3.1640000000000001</c:v>
                </c:pt>
                <c:pt idx="74">
                  <c:v>3.1640000000000001</c:v>
                </c:pt>
                <c:pt idx="75">
                  <c:v>3.1640000000000001</c:v>
                </c:pt>
                <c:pt idx="76">
                  <c:v>3.1640000000000001</c:v>
                </c:pt>
                <c:pt idx="77">
                  <c:v>3.1640000000000001</c:v>
                </c:pt>
                <c:pt idx="78">
                  <c:v>3.1640000000000001</c:v>
                </c:pt>
                <c:pt idx="79">
                  <c:v>3.1640000000000001</c:v>
                </c:pt>
                <c:pt idx="80">
                  <c:v>3.1680000000000001</c:v>
                </c:pt>
                <c:pt idx="81">
                  <c:v>3.1680000000000001</c:v>
                </c:pt>
                <c:pt idx="82">
                  <c:v>3.1680000000000001</c:v>
                </c:pt>
                <c:pt idx="83">
                  <c:v>3.1680000000000001</c:v>
                </c:pt>
                <c:pt idx="84">
                  <c:v>3.1720000000000002</c:v>
                </c:pt>
                <c:pt idx="85">
                  <c:v>3.1760000000000002</c:v>
                </c:pt>
                <c:pt idx="86">
                  <c:v>3.1760000000000002</c:v>
                </c:pt>
                <c:pt idx="87">
                  <c:v>3.18</c:v>
                </c:pt>
                <c:pt idx="88">
                  <c:v>3.18</c:v>
                </c:pt>
                <c:pt idx="89">
                  <c:v>3.18</c:v>
                </c:pt>
                <c:pt idx="90">
                  <c:v>3.18</c:v>
                </c:pt>
                <c:pt idx="91">
                  <c:v>3.1829999999999998</c:v>
                </c:pt>
                <c:pt idx="92">
                  <c:v>3.1829999999999998</c:v>
                </c:pt>
                <c:pt idx="93">
                  <c:v>3.1829999999999998</c:v>
                </c:pt>
                <c:pt idx="94">
                  <c:v>3.1859999999999999</c:v>
                </c:pt>
                <c:pt idx="95">
                  <c:v>3.1859999999999999</c:v>
                </c:pt>
                <c:pt idx="96">
                  <c:v>3.1859999999999999</c:v>
                </c:pt>
                <c:pt idx="97">
                  <c:v>3.1859999999999999</c:v>
                </c:pt>
                <c:pt idx="98">
                  <c:v>3.1859999999999999</c:v>
                </c:pt>
                <c:pt idx="99">
                  <c:v>3.1859999999999999</c:v>
                </c:pt>
                <c:pt idx="100">
                  <c:v>3.1859999999999999</c:v>
                </c:pt>
                <c:pt idx="101">
                  <c:v>3.1859999999999999</c:v>
                </c:pt>
                <c:pt idx="102">
                  <c:v>3.1859999999999999</c:v>
                </c:pt>
                <c:pt idx="103">
                  <c:v>3.1859999999999999</c:v>
                </c:pt>
                <c:pt idx="104">
                  <c:v>3.1859999999999999</c:v>
                </c:pt>
                <c:pt idx="105">
                  <c:v>3.1859999999999999</c:v>
                </c:pt>
                <c:pt idx="106">
                  <c:v>3.1930000000000001</c:v>
                </c:pt>
                <c:pt idx="107">
                  <c:v>3.1930000000000001</c:v>
                </c:pt>
                <c:pt idx="108">
                  <c:v>3.2</c:v>
                </c:pt>
                <c:pt idx="109">
                  <c:v>3.2</c:v>
                </c:pt>
                <c:pt idx="110">
                  <c:v>3.2</c:v>
                </c:pt>
                <c:pt idx="111">
                  <c:v>3.2</c:v>
                </c:pt>
                <c:pt idx="112">
                  <c:v>3.2040000000000002</c:v>
                </c:pt>
                <c:pt idx="113">
                  <c:v>3.2040000000000002</c:v>
                </c:pt>
                <c:pt idx="114">
                  <c:v>3.2040000000000002</c:v>
                </c:pt>
                <c:pt idx="115">
                  <c:v>3.214</c:v>
                </c:pt>
                <c:pt idx="116">
                  <c:v>3.214</c:v>
                </c:pt>
                <c:pt idx="117">
                  <c:v>3.214</c:v>
                </c:pt>
                <c:pt idx="118">
                  <c:v>3.214</c:v>
                </c:pt>
                <c:pt idx="119">
                  <c:v>3.214</c:v>
                </c:pt>
                <c:pt idx="120">
                  <c:v>3.2280000000000002</c:v>
                </c:pt>
                <c:pt idx="121">
                  <c:v>3.2210000000000001</c:v>
                </c:pt>
                <c:pt idx="122">
                  <c:v>3.2210000000000001</c:v>
                </c:pt>
                <c:pt idx="123">
                  <c:v>3.2280000000000002</c:v>
                </c:pt>
                <c:pt idx="124">
                  <c:v>3.2280000000000002</c:v>
                </c:pt>
                <c:pt idx="125">
                  <c:v>3.2280000000000002</c:v>
                </c:pt>
                <c:pt idx="126">
                  <c:v>3.2280000000000002</c:v>
                </c:pt>
                <c:pt idx="127">
                  <c:v>3.2349999999999999</c:v>
                </c:pt>
                <c:pt idx="128">
                  <c:v>3.2349999999999999</c:v>
                </c:pt>
                <c:pt idx="129">
                  <c:v>3.2349999999999999</c:v>
                </c:pt>
                <c:pt idx="130">
                  <c:v>3.2389999999999999</c:v>
                </c:pt>
                <c:pt idx="131">
                  <c:v>3.2389999999999999</c:v>
                </c:pt>
                <c:pt idx="132">
                  <c:v>3.2389999999999999</c:v>
                </c:pt>
                <c:pt idx="133">
                  <c:v>3.246</c:v>
                </c:pt>
                <c:pt idx="134">
                  <c:v>3.246</c:v>
                </c:pt>
                <c:pt idx="135">
                  <c:v>3.254</c:v>
                </c:pt>
                <c:pt idx="136">
                  <c:v>3.254</c:v>
                </c:pt>
                <c:pt idx="137">
                  <c:v>3.254</c:v>
                </c:pt>
                <c:pt idx="138">
                  <c:v>3.254</c:v>
                </c:pt>
                <c:pt idx="139">
                  <c:v>3.254</c:v>
                </c:pt>
                <c:pt idx="140">
                  <c:v>3.2509999999999999</c:v>
                </c:pt>
                <c:pt idx="141">
                  <c:v>3.2509999999999999</c:v>
                </c:pt>
                <c:pt idx="142">
                  <c:v>3.3260000000000001</c:v>
                </c:pt>
                <c:pt idx="143">
                  <c:v>3.468</c:v>
                </c:pt>
                <c:pt idx="144">
                  <c:v>3.536</c:v>
                </c:pt>
                <c:pt idx="145">
                  <c:v>3.536</c:v>
                </c:pt>
                <c:pt idx="146">
                  <c:v>3.536</c:v>
                </c:pt>
                <c:pt idx="147">
                  <c:v>3.5390000000000001</c:v>
                </c:pt>
                <c:pt idx="148">
                  <c:v>3.5470000000000002</c:v>
                </c:pt>
                <c:pt idx="149">
                  <c:v>3.6070000000000002</c:v>
                </c:pt>
                <c:pt idx="150">
                  <c:v>3.6040000000000001</c:v>
                </c:pt>
                <c:pt idx="151">
                  <c:v>3.6</c:v>
                </c:pt>
                <c:pt idx="152">
                  <c:v>3.6</c:v>
                </c:pt>
                <c:pt idx="153">
                  <c:v>3.6</c:v>
                </c:pt>
                <c:pt idx="154">
                  <c:v>3.6429999999999998</c:v>
                </c:pt>
                <c:pt idx="155">
                  <c:v>3.6179999999999999</c:v>
                </c:pt>
                <c:pt idx="156">
                  <c:v>3.6059999999999999</c:v>
                </c:pt>
                <c:pt idx="157">
                  <c:v>3.6110000000000002</c:v>
                </c:pt>
                <c:pt idx="158">
                  <c:v>3.6139999999999999</c:v>
                </c:pt>
                <c:pt idx="159">
                  <c:v>3.6139999999999999</c:v>
                </c:pt>
                <c:pt idx="160">
                  <c:v>3.6139999999999999</c:v>
                </c:pt>
                <c:pt idx="161">
                  <c:v>3.6190000000000002</c:v>
                </c:pt>
                <c:pt idx="162">
                  <c:v>3.6160000000000001</c:v>
                </c:pt>
                <c:pt idx="163">
                  <c:v>3.6179999999999999</c:v>
                </c:pt>
                <c:pt idx="164">
                  <c:v>3.6070000000000002</c:v>
                </c:pt>
                <c:pt idx="165">
                  <c:v>3.6110000000000002</c:v>
                </c:pt>
                <c:pt idx="166">
                  <c:v>3.6110000000000002</c:v>
                </c:pt>
                <c:pt idx="167">
                  <c:v>3.6110000000000002</c:v>
                </c:pt>
                <c:pt idx="168">
                  <c:v>3.641</c:v>
                </c:pt>
                <c:pt idx="169">
                  <c:v>3.6429999999999998</c:v>
                </c:pt>
                <c:pt idx="170">
                  <c:v>3.6680000000000001</c:v>
                </c:pt>
                <c:pt idx="171">
                  <c:v>3.665</c:v>
                </c:pt>
                <c:pt idx="172">
                  <c:v>3.669</c:v>
                </c:pt>
                <c:pt idx="173">
                  <c:v>3.669</c:v>
                </c:pt>
                <c:pt idx="174">
                  <c:v>3.669</c:v>
                </c:pt>
                <c:pt idx="175">
                  <c:v>3.718</c:v>
                </c:pt>
                <c:pt idx="176">
                  <c:v>3.7469999999999999</c:v>
                </c:pt>
                <c:pt idx="177">
                  <c:v>3.7509999999999999</c:v>
                </c:pt>
                <c:pt idx="178">
                  <c:v>3.758</c:v>
                </c:pt>
                <c:pt idx="179">
                  <c:v>3.754</c:v>
                </c:pt>
                <c:pt idx="180">
                  <c:v>3.754</c:v>
                </c:pt>
                <c:pt idx="181">
                  <c:v>3.754</c:v>
                </c:pt>
                <c:pt idx="182">
                  <c:v>3.754</c:v>
                </c:pt>
                <c:pt idx="183">
                  <c:v>3.754</c:v>
                </c:pt>
                <c:pt idx="184">
                  <c:v>3.754</c:v>
                </c:pt>
                <c:pt idx="185">
                  <c:v>3.754</c:v>
                </c:pt>
                <c:pt idx="186">
                  <c:v>3.754</c:v>
                </c:pt>
                <c:pt idx="187">
                  <c:v>3.754</c:v>
                </c:pt>
                <c:pt idx="188">
                  <c:v>3.754</c:v>
                </c:pt>
                <c:pt idx="189">
                  <c:v>3.754</c:v>
                </c:pt>
                <c:pt idx="190">
                  <c:v>3.75</c:v>
                </c:pt>
                <c:pt idx="191">
                  <c:v>3.746</c:v>
                </c:pt>
                <c:pt idx="192">
                  <c:v>3.754</c:v>
                </c:pt>
                <c:pt idx="193">
                  <c:v>3.754</c:v>
                </c:pt>
                <c:pt idx="194">
                  <c:v>3.754</c:v>
                </c:pt>
                <c:pt idx="195">
                  <c:v>3.754</c:v>
                </c:pt>
                <c:pt idx="196">
                  <c:v>3.8210000000000002</c:v>
                </c:pt>
                <c:pt idx="197">
                  <c:v>3.8109999999999999</c:v>
                </c:pt>
                <c:pt idx="198">
                  <c:v>3.8109999999999999</c:v>
                </c:pt>
                <c:pt idx="199">
                  <c:v>3.8220000000000001</c:v>
                </c:pt>
                <c:pt idx="200">
                  <c:v>3.8220000000000001</c:v>
                </c:pt>
                <c:pt idx="201">
                  <c:v>3.8220000000000001</c:v>
                </c:pt>
                <c:pt idx="202">
                  <c:v>3.8220000000000001</c:v>
                </c:pt>
                <c:pt idx="203">
                  <c:v>3.8319999999999999</c:v>
                </c:pt>
                <c:pt idx="204">
                  <c:v>3.85</c:v>
                </c:pt>
                <c:pt idx="205">
                  <c:v>3.8540000000000001</c:v>
                </c:pt>
                <c:pt idx="206">
                  <c:v>4.0039999999999996</c:v>
                </c:pt>
                <c:pt idx="207">
                  <c:v>4.0289999999999999</c:v>
                </c:pt>
                <c:pt idx="208">
                  <c:v>4.0289999999999999</c:v>
                </c:pt>
                <c:pt idx="209">
                  <c:v>4.0289999999999999</c:v>
                </c:pt>
                <c:pt idx="210">
                  <c:v>4.0430000000000001</c:v>
                </c:pt>
                <c:pt idx="211">
                  <c:v>4.05</c:v>
                </c:pt>
                <c:pt idx="212">
                  <c:v>4.0540000000000003</c:v>
                </c:pt>
                <c:pt idx="213">
                  <c:v>4.0460000000000003</c:v>
                </c:pt>
                <c:pt idx="214">
                  <c:v>4.0410000000000004</c:v>
                </c:pt>
                <c:pt idx="215">
                  <c:v>4.0410000000000004</c:v>
                </c:pt>
                <c:pt idx="216">
                  <c:v>4.0410000000000004</c:v>
                </c:pt>
                <c:pt idx="217">
                  <c:v>4.0460000000000003</c:v>
                </c:pt>
                <c:pt idx="218">
                  <c:v>4.0540000000000003</c:v>
                </c:pt>
                <c:pt idx="219">
                  <c:v>4.0609999999999999</c:v>
                </c:pt>
                <c:pt idx="220">
                  <c:v>4.0709999999999997</c:v>
                </c:pt>
                <c:pt idx="221">
                  <c:v>4.0640000000000001</c:v>
                </c:pt>
                <c:pt idx="222">
                  <c:v>4.0640000000000001</c:v>
                </c:pt>
                <c:pt idx="223">
                  <c:v>4.0640000000000001</c:v>
                </c:pt>
                <c:pt idx="224">
                  <c:v>4.0640000000000001</c:v>
                </c:pt>
                <c:pt idx="225">
                  <c:v>4.0609999999999999</c:v>
                </c:pt>
                <c:pt idx="226">
                  <c:v>4.0570000000000004</c:v>
                </c:pt>
                <c:pt idx="227">
                  <c:v>4.0640000000000001</c:v>
                </c:pt>
                <c:pt idx="228">
                  <c:v>4.0640000000000001</c:v>
                </c:pt>
                <c:pt idx="229">
                  <c:v>4.0640000000000001</c:v>
                </c:pt>
                <c:pt idx="230">
                  <c:v>4.0640000000000001</c:v>
                </c:pt>
                <c:pt idx="231">
                  <c:v>4.0640000000000001</c:v>
                </c:pt>
                <c:pt idx="232">
                  <c:v>4.0679999999999996</c:v>
                </c:pt>
                <c:pt idx="233">
                  <c:v>4.0640000000000001</c:v>
                </c:pt>
                <c:pt idx="234">
                  <c:v>4.0709999999999997</c:v>
                </c:pt>
                <c:pt idx="235">
                  <c:v>4.0750000000000002</c:v>
                </c:pt>
                <c:pt idx="236">
                  <c:v>4.0750000000000002</c:v>
                </c:pt>
                <c:pt idx="237">
                  <c:v>4.0750000000000002</c:v>
                </c:pt>
                <c:pt idx="238">
                  <c:v>4.0670000000000002</c:v>
                </c:pt>
                <c:pt idx="239">
                  <c:v>4.069</c:v>
                </c:pt>
                <c:pt idx="240">
                  <c:v>4.0670000000000002</c:v>
                </c:pt>
                <c:pt idx="241">
                  <c:v>4.0570000000000004</c:v>
                </c:pt>
                <c:pt idx="242">
                  <c:v>4.069</c:v>
                </c:pt>
                <c:pt idx="243">
                  <c:v>4.069</c:v>
                </c:pt>
                <c:pt idx="244">
                  <c:v>4.069</c:v>
                </c:pt>
                <c:pt idx="245">
                  <c:v>4.0709999999999997</c:v>
                </c:pt>
                <c:pt idx="246">
                  <c:v>4.0640000000000001</c:v>
                </c:pt>
                <c:pt idx="247">
                  <c:v>4.0590000000000002</c:v>
                </c:pt>
                <c:pt idx="248">
                  <c:v>4.0609999999999999</c:v>
                </c:pt>
                <c:pt idx="249">
                  <c:v>4.0570000000000004</c:v>
                </c:pt>
                <c:pt idx="250">
                  <c:v>4.0570000000000004</c:v>
                </c:pt>
                <c:pt idx="251">
                  <c:v>4.0570000000000004</c:v>
                </c:pt>
                <c:pt idx="252">
                  <c:v>4.0570000000000004</c:v>
                </c:pt>
                <c:pt idx="253">
                  <c:v>4.0570000000000004</c:v>
                </c:pt>
                <c:pt idx="254">
                  <c:v>4.0570000000000004</c:v>
                </c:pt>
                <c:pt idx="255">
                  <c:v>4.0570000000000004</c:v>
                </c:pt>
                <c:pt idx="256">
                  <c:v>4.0570000000000004</c:v>
                </c:pt>
                <c:pt idx="257">
                  <c:v>4.0570000000000004</c:v>
                </c:pt>
                <c:pt idx="258">
                  <c:v>4.0570000000000004</c:v>
                </c:pt>
                <c:pt idx="259">
                  <c:v>4.0540000000000003</c:v>
                </c:pt>
                <c:pt idx="260">
                  <c:v>4.05</c:v>
                </c:pt>
                <c:pt idx="261">
                  <c:v>4.0570000000000004</c:v>
                </c:pt>
                <c:pt idx="262">
                  <c:v>4.05</c:v>
                </c:pt>
                <c:pt idx="263">
                  <c:v>4.05</c:v>
                </c:pt>
                <c:pt idx="264">
                  <c:v>4.05</c:v>
                </c:pt>
                <c:pt idx="265">
                  <c:v>4.05</c:v>
                </c:pt>
                <c:pt idx="266">
                  <c:v>4.0460000000000003</c:v>
                </c:pt>
                <c:pt idx="267">
                  <c:v>4.05</c:v>
                </c:pt>
                <c:pt idx="268">
                  <c:v>4.0430000000000001</c:v>
                </c:pt>
                <c:pt idx="269">
                  <c:v>4.0439999999999996</c:v>
                </c:pt>
                <c:pt idx="270">
                  <c:v>4.05</c:v>
                </c:pt>
                <c:pt idx="271">
                  <c:v>4.05</c:v>
                </c:pt>
                <c:pt idx="272">
                  <c:v>4.05</c:v>
                </c:pt>
                <c:pt idx="273">
                  <c:v>4.0460000000000003</c:v>
                </c:pt>
                <c:pt idx="274">
                  <c:v>4.05</c:v>
                </c:pt>
                <c:pt idx="275">
                  <c:v>4.0590000000000002</c:v>
                </c:pt>
                <c:pt idx="276">
                  <c:v>4.0609999999999999</c:v>
                </c:pt>
                <c:pt idx="277">
                  <c:v>4.0609999999999999</c:v>
                </c:pt>
                <c:pt idx="278">
                  <c:v>4.0609999999999999</c:v>
                </c:pt>
                <c:pt idx="279">
                  <c:v>4.0609999999999999</c:v>
                </c:pt>
                <c:pt idx="280">
                  <c:v>4.0659999999999998</c:v>
                </c:pt>
                <c:pt idx="281">
                  <c:v>4.0659999999999998</c:v>
                </c:pt>
                <c:pt idx="282">
                  <c:v>4.07</c:v>
                </c:pt>
                <c:pt idx="283">
                  <c:v>4.1280000000000001</c:v>
                </c:pt>
                <c:pt idx="284">
                  <c:v>4.1219999999999999</c:v>
                </c:pt>
                <c:pt idx="285">
                  <c:v>4.1219999999999999</c:v>
                </c:pt>
                <c:pt idx="286">
                  <c:v>4.1219999999999999</c:v>
                </c:pt>
                <c:pt idx="287">
                  <c:v>4.1239999999999997</c:v>
                </c:pt>
                <c:pt idx="288">
                  <c:v>4.125</c:v>
                </c:pt>
                <c:pt idx="289">
                  <c:v>4.125</c:v>
                </c:pt>
                <c:pt idx="290">
                  <c:v>4.1280000000000001</c:v>
                </c:pt>
                <c:pt idx="291">
                  <c:v>4.1280000000000001</c:v>
                </c:pt>
                <c:pt idx="292">
                  <c:v>4.1280000000000001</c:v>
                </c:pt>
                <c:pt idx="293">
                  <c:v>4.1280000000000001</c:v>
                </c:pt>
                <c:pt idx="294">
                  <c:v>4.1289999999999996</c:v>
                </c:pt>
                <c:pt idx="295">
                  <c:v>4.1289999999999996</c:v>
                </c:pt>
                <c:pt idx="296">
                  <c:v>4.1289999999999996</c:v>
                </c:pt>
                <c:pt idx="297">
                  <c:v>4.1459999999999999</c:v>
                </c:pt>
                <c:pt idx="298">
                  <c:v>4.1459999999999999</c:v>
                </c:pt>
                <c:pt idx="299">
                  <c:v>4.1459999999999999</c:v>
                </c:pt>
                <c:pt idx="300">
                  <c:v>4.1459999999999999</c:v>
                </c:pt>
                <c:pt idx="301">
                  <c:v>4.1459999999999999</c:v>
                </c:pt>
                <c:pt idx="302">
                  <c:v>4.1539999999999999</c:v>
                </c:pt>
                <c:pt idx="303">
                  <c:v>4.1539999999999999</c:v>
                </c:pt>
                <c:pt idx="304">
                  <c:v>4.1820000000000004</c:v>
                </c:pt>
                <c:pt idx="305">
                  <c:v>4.1890000000000001</c:v>
                </c:pt>
                <c:pt idx="306">
                  <c:v>4.1890000000000001</c:v>
                </c:pt>
                <c:pt idx="307">
                  <c:v>4.1890000000000001</c:v>
                </c:pt>
                <c:pt idx="308">
                  <c:v>4.1779999999999999</c:v>
                </c:pt>
                <c:pt idx="309">
                  <c:v>4.1849999999999996</c:v>
                </c:pt>
                <c:pt idx="310">
                  <c:v>4.1849999999999996</c:v>
                </c:pt>
                <c:pt idx="311">
                  <c:v>4.1849999999999996</c:v>
                </c:pt>
                <c:pt idx="312">
                  <c:v>4.1920000000000002</c:v>
                </c:pt>
                <c:pt idx="313">
                  <c:v>4.1920000000000002</c:v>
                </c:pt>
                <c:pt idx="314">
                  <c:v>4.1920000000000002</c:v>
                </c:pt>
                <c:pt idx="315">
                  <c:v>4.1929999999999996</c:v>
                </c:pt>
                <c:pt idx="316">
                  <c:v>4.1980000000000004</c:v>
                </c:pt>
                <c:pt idx="317">
                  <c:v>4.2009999999999996</c:v>
                </c:pt>
                <c:pt idx="318">
                  <c:v>4.1970000000000001</c:v>
                </c:pt>
                <c:pt idx="319">
                  <c:v>4.1970000000000001</c:v>
                </c:pt>
                <c:pt idx="320">
                  <c:v>4.1970000000000001</c:v>
                </c:pt>
                <c:pt idx="321">
                  <c:v>4.1970000000000001</c:v>
                </c:pt>
                <c:pt idx="322">
                  <c:v>4.1970000000000001</c:v>
                </c:pt>
                <c:pt idx="323">
                  <c:v>4.1970000000000001</c:v>
                </c:pt>
                <c:pt idx="324">
                  <c:v>4.1989999999999998</c:v>
                </c:pt>
                <c:pt idx="325">
                  <c:v>4.2060000000000004</c:v>
                </c:pt>
                <c:pt idx="326">
                  <c:v>4.2060000000000004</c:v>
                </c:pt>
                <c:pt idx="327">
                  <c:v>4.2060000000000004</c:v>
                </c:pt>
                <c:pt idx="328">
                  <c:v>4.2060000000000004</c:v>
                </c:pt>
                <c:pt idx="329">
                  <c:v>4.2060000000000004</c:v>
                </c:pt>
                <c:pt idx="330">
                  <c:v>4.2060000000000004</c:v>
                </c:pt>
                <c:pt idx="331">
                  <c:v>4.2060000000000004</c:v>
                </c:pt>
                <c:pt idx="332">
                  <c:v>4.2149999999999999</c:v>
                </c:pt>
                <c:pt idx="333">
                  <c:v>4.2069999999999999</c:v>
                </c:pt>
                <c:pt idx="334">
                  <c:v>4.2069999999999999</c:v>
                </c:pt>
                <c:pt idx="335">
                  <c:v>4.2069999999999999</c:v>
                </c:pt>
                <c:pt idx="336">
                  <c:v>4.2089999999999996</c:v>
                </c:pt>
                <c:pt idx="337">
                  <c:v>4.2110000000000003</c:v>
                </c:pt>
                <c:pt idx="338">
                  <c:v>4.2140000000000004</c:v>
                </c:pt>
                <c:pt idx="339">
                  <c:v>4.2110000000000003</c:v>
                </c:pt>
                <c:pt idx="340">
                  <c:v>4.2089999999999996</c:v>
                </c:pt>
                <c:pt idx="341">
                  <c:v>4.2089999999999996</c:v>
                </c:pt>
                <c:pt idx="342">
                  <c:v>4.2089999999999996</c:v>
                </c:pt>
                <c:pt idx="343">
                  <c:v>4.2130000000000001</c:v>
                </c:pt>
                <c:pt idx="344">
                  <c:v>4.2110000000000003</c:v>
                </c:pt>
                <c:pt idx="345">
                  <c:v>4.2140000000000004</c:v>
                </c:pt>
                <c:pt idx="346">
                  <c:v>4.218</c:v>
                </c:pt>
                <c:pt idx="347">
                  <c:v>4.2140000000000004</c:v>
                </c:pt>
                <c:pt idx="348">
                  <c:v>4.2140000000000004</c:v>
                </c:pt>
                <c:pt idx="349">
                  <c:v>4.2140000000000004</c:v>
                </c:pt>
                <c:pt idx="350">
                  <c:v>4.2169999999999996</c:v>
                </c:pt>
                <c:pt idx="351">
                  <c:v>4.2220000000000004</c:v>
                </c:pt>
                <c:pt idx="352">
                  <c:v>4.218</c:v>
                </c:pt>
                <c:pt idx="353">
                  <c:v>4.22</c:v>
                </c:pt>
                <c:pt idx="354">
                  <c:v>4.2229999999999999</c:v>
                </c:pt>
                <c:pt idx="355">
                  <c:v>4.2229999999999999</c:v>
                </c:pt>
                <c:pt idx="356">
                  <c:v>4.2229999999999999</c:v>
                </c:pt>
                <c:pt idx="357">
                  <c:v>4.2329999999999997</c:v>
                </c:pt>
                <c:pt idx="358">
                  <c:v>4.2329999999999997</c:v>
                </c:pt>
                <c:pt idx="359">
                  <c:v>4.234</c:v>
                </c:pt>
                <c:pt idx="360">
                  <c:v>4.2480000000000002</c:v>
                </c:pt>
                <c:pt idx="361">
                  <c:v>4.2370000000000001</c:v>
                </c:pt>
                <c:pt idx="362">
                  <c:v>4.2370000000000001</c:v>
                </c:pt>
                <c:pt idx="363">
                  <c:v>4.2370000000000001</c:v>
                </c:pt>
                <c:pt idx="364">
                  <c:v>4.2480000000000002</c:v>
                </c:pt>
                <c:pt idx="365">
                  <c:v>4.2380000000000004</c:v>
                </c:pt>
                <c:pt idx="366">
                  <c:v>4.2539999999999996</c:v>
                </c:pt>
              </c:numCache>
            </c:numRef>
          </c:val>
          <c:smooth val="1"/>
          <c:extLst>
            <c:ext xmlns:c16="http://schemas.microsoft.com/office/drawing/2014/chart" uri="{C3380CC4-5D6E-409C-BE32-E72D297353CC}">
              <c16:uniqueId val="{00000001-FB17-4A31-97F2-606CAB86D6DD}"/>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45887</c:v>
                </c:pt>
                <c:pt idx="1">
                  <c:v>45888</c:v>
                </c:pt>
                <c:pt idx="2">
                  <c:v>45889</c:v>
                </c:pt>
                <c:pt idx="3">
                  <c:v>45890</c:v>
                </c:pt>
                <c:pt idx="4">
                  <c:v>45891</c:v>
                </c:pt>
                <c:pt idx="5">
                  <c:v>45892</c:v>
                </c:pt>
                <c:pt idx="6">
                  <c:v>45893</c:v>
                </c:pt>
                <c:pt idx="7">
                  <c:v>45894</c:v>
                </c:pt>
                <c:pt idx="8">
                  <c:v>45895</c:v>
                </c:pt>
                <c:pt idx="9">
                  <c:v>45896</c:v>
                </c:pt>
                <c:pt idx="10">
                  <c:v>45897</c:v>
                </c:pt>
                <c:pt idx="11">
                  <c:v>45898</c:v>
                </c:pt>
                <c:pt idx="12">
                  <c:v>45899</c:v>
                </c:pt>
                <c:pt idx="13">
                  <c:v>45900</c:v>
                </c:pt>
                <c:pt idx="14">
                  <c:v>45901</c:v>
                </c:pt>
                <c:pt idx="15">
                  <c:v>45902</c:v>
                </c:pt>
                <c:pt idx="16">
                  <c:v>45903</c:v>
                </c:pt>
                <c:pt idx="17">
                  <c:v>45904</c:v>
                </c:pt>
                <c:pt idx="18">
                  <c:v>45905</c:v>
                </c:pt>
                <c:pt idx="19">
                  <c:v>45906</c:v>
                </c:pt>
                <c:pt idx="20">
                  <c:v>45907</c:v>
                </c:pt>
                <c:pt idx="21">
                  <c:v>45908</c:v>
                </c:pt>
                <c:pt idx="22">
                  <c:v>45909</c:v>
                </c:pt>
                <c:pt idx="23">
                  <c:v>45910</c:v>
                </c:pt>
                <c:pt idx="24">
                  <c:v>45911</c:v>
                </c:pt>
                <c:pt idx="25">
                  <c:v>45912</c:v>
                </c:pt>
                <c:pt idx="26">
                  <c:v>45913</c:v>
                </c:pt>
                <c:pt idx="27">
                  <c:v>45914</c:v>
                </c:pt>
                <c:pt idx="28">
                  <c:v>45915</c:v>
                </c:pt>
                <c:pt idx="29">
                  <c:v>45916</c:v>
                </c:pt>
                <c:pt idx="30">
                  <c:v>45917</c:v>
                </c:pt>
                <c:pt idx="31">
                  <c:v>45918</c:v>
                </c:pt>
                <c:pt idx="32">
                  <c:v>45919</c:v>
                </c:pt>
                <c:pt idx="33">
                  <c:v>45920</c:v>
                </c:pt>
                <c:pt idx="34">
                  <c:v>45921</c:v>
                </c:pt>
                <c:pt idx="35">
                  <c:v>45922</c:v>
                </c:pt>
                <c:pt idx="36">
                  <c:v>45923</c:v>
                </c:pt>
                <c:pt idx="37">
                  <c:v>45924</c:v>
                </c:pt>
                <c:pt idx="38">
                  <c:v>45925</c:v>
                </c:pt>
                <c:pt idx="39">
                  <c:v>45926</c:v>
                </c:pt>
                <c:pt idx="40">
                  <c:v>45927</c:v>
                </c:pt>
                <c:pt idx="41">
                  <c:v>45928</c:v>
                </c:pt>
                <c:pt idx="42">
                  <c:v>45929</c:v>
                </c:pt>
                <c:pt idx="43">
                  <c:v>45930</c:v>
                </c:pt>
                <c:pt idx="44">
                  <c:v>45931</c:v>
                </c:pt>
                <c:pt idx="45">
                  <c:v>45932</c:v>
                </c:pt>
                <c:pt idx="46">
                  <c:v>45933</c:v>
                </c:pt>
                <c:pt idx="47">
                  <c:v>45934</c:v>
                </c:pt>
                <c:pt idx="48">
                  <c:v>45935</c:v>
                </c:pt>
                <c:pt idx="49">
                  <c:v>45936</c:v>
                </c:pt>
                <c:pt idx="50">
                  <c:v>45937</c:v>
                </c:pt>
                <c:pt idx="51">
                  <c:v>45938</c:v>
                </c:pt>
                <c:pt idx="52">
                  <c:v>45939</c:v>
                </c:pt>
                <c:pt idx="53">
                  <c:v>45940</c:v>
                </c:pt>
                <c:pt idx="54">
                  <c:v>45941</c:v>
                </c:pt>
                <c:pt idx="55">
                  <c:v>45942</c:v>
                </c:pt>
                <c:pt idx="56">
                  <c:v>45943</c:v>
                </c:pt>
                <c:pt idx="57">
                  <c:v>45944</c:v>
                </c:pt>
                <c:pt idx="58">
                  <c:v>45945</c:v>
                </c:pt>
                <c:pt idx="59">
                  <c:v>45946</c:v>
                </c:pt>
                <c:pt idx="60">
                  <c:v>45947</c:v>
                </c:pt>
                <c:pt idx="61">
                  <c:v>45948</c:v>
                </c:pt>
                <c:pt idx="62">
                  <c:v>45949</c:v>
                </c:pt>
                <c:pt idx="63">
                  <c:v>45950</c:v>
                </c:pt>
                <c:pt idx="64">
                  <c:v>45951</c:v>
                </c:pt>
                <c:pt idx="65">
                  <c:v>45952</c:v>
                </c:pt>
                <c:pt idx="66">
                  <c:v>45953</c:v>
                </c:pt>
                <c:pt idx="67">
                  <c:v>45954</c:v>
                </c:pt>
                <c:pt idx="68">
                  <c:v>45955</c:v>
                </c:pt>
                <c:pt idx="69">
                  <c:v>45956</c:v>
                </c:pt>
                <c:pt idx="70">
                  <c:v>45957</c:v>
                </c:pt>
                <c:pt idx="71">
                  <c:v>45958</c:v>
                </c:pt>
                <c:pt idx="72">
                  <c:v>45959</c:v>
                </c:pt>
                <c:pt idx="73">
                  <c:v>45960</c:v>
                </c:pt>
                <c:pt idx="74">
                  <c:v>45961</c:v>
                </c:pt>
                <c:pt idx="75">
                  <c:v>45962</c:v>
                </c:pt>
                <c:pt idx="76">
                  <c:v>45963</c:v>
                </c:pt>
                <c:pt idx="77">
                  <c:v>45964</c:v>
                </c:pt>
                <c:pt idx="78">
                  <c:v>45965</c:v>
                </c:pt>
                <c:pt idx="79">
                  <c:v>45966</c:v>
                </c:pt>
                <c:pt idx="80">
                  <c:v>45967</c:v>
                </c:pt>
                <c:pt idx="81">
                  <c:v>45968</c:v>
                </c:pt>
                <c:pt idx="82">
                  <c:v>45969</c:v>
                </c:pt>
                <c:pt idx="83">
                  <c:v>45970</c:v>
                </c:pt>
                <c:pt idx="84">
                  <c:v>45971</c:v>
                </c:pt>
                <c:pt idx="85">
                  <c:v>45972</c:v>
                </c:pt>
                <c:pt idx="86">
                  <c:v>45973</c:v>
                </c:pt>
                <c:pt idx="87">
                  <c:v>45974</c:v>
                </c:pt>
                <c:pt idx="88">
                  <c:v>45975</c:v>
                </c:pt>
                <c:pt idx="89">
                  <c:v>45976</c:v>
                </c:pt>
                <c:pt idx="90">
                  <c:v>45977</c:v>
                </c:pt>
                <c:pt idx="91">
                  <c:v>45978</c:v>
                </c:pt>
                <c:pt idx="92">
                  <c:v>45979</c:v>
                </c:pt>
                <c:pt idx="93">
                  <c:v>45980</c:v>
                </c:pt>
                <c:pt idx="94">
                  <c:v>45981</c:v>
                </c:pt>
                <c:pt idx="95">
                  <c:v>45982</c:v>
                </c:pt>
                <c:pt idx="96">
                  <c:v>45983</c:v>
                </c:pt>
                <c:pt idx="97">
                  <c:v>45984</c:v>
                </c:pt>
                <c:pt idx="98">
                  <c:v>45985</c:v>
                </c:pt>
                <c:pt idx="99">
                  <c:v>45986</c:v>
                </c:pt>
                <c:pt idx="100">
                  <c:v>45987</c:v>
                </c:pt>
                <c:pt idx="101">
                  <c:v>45988</c:v>
                </c:pt>
                <c:pt idx="102">
                  <c:v>45989</c:v>
                </c:pt>
                <c:pt idx="103">
                  <c:v>45990</c:v>
                </c:pt>
                <c:pt idx="104">
                  <c:v>45991</c:v>
                </c:pt>
                <c:pt idx="105">
                  <c:v>45992</c:v>
                </c:pt>
                <c:pt idx="106">
                  <c:v>45993</c:v>
                </c:pt>
                <c:pt idx="107">
                  <c:v>45994</c:v>
                </c:pt>
                <c:pt idx="108">
                  <c:v>45995</c:v>
                </c:pt>
                <c:pt idx="109">
                  <c:v>45996</c:v>
                </c:pt>
                <c:pt idx="110">
                  <c:v>45997</c:v>
                </c:pt>
                <c:pt idx="111">
                  <c:v>45998</c:v>
                </c:pt>
                <c:pt idx="112">
                  <c:v>45999</c:v>
                </c:pt>
                <c:pt idx="113">
                  <c:v>46000</c:v>
                </c:pt>
                <c:pt idx="114">
                  <c:v>46001</c:v>
                </c:pt>
                <c:pt idx="115">
                  <c:v>46002</c:v>
                </c:pt>
                <c:pt idx="116">
                  <c:v>46003</c:v>
                </c:pt>
                <c:pt idx="117">
                  <c:v>46004</c:v>
                </c:pt>
                <c:pt idx="118">
                  <c:v>46005</c:v>
                </c:pt>
                <c:pt idx="119">
                  <c:v>46006</c:v>
                </c:pt>
                <c:pt idx="120">
                  <c:v>46007</c:v>
                </c:pt>
                <c:pt idx="121">
                  <c:v>46008</c:v>
                </c:pt>
                <c:pt idx="122">
                  <c:v>46009</c:v>
                </c:pt>
                <c:pt idx="123">
                  <c:v>46010</c:v>
                </c:pt>
                <c:pt idx="124">
                  <c:v>46011</c:v>
                </c:pt>
                <c:pt idx="125">
                  <c:v>46012</c:v>
                </c:pt>
                <c:pt idx="126">
                  <c:v>46013</c:v>
                </c:pt>
                <c:pt idx="127">
                  <c:v>46014</c:v>
                </c:pt>
                <c:pt idx="128">
                  <c:v>46015</c:v>
                </c:pt>
                <c:pt idx="129">
                  <c:v>46016</c:v>
                </c:pt>
                <c:pt idx="130">
                  <c:v>46017</c:v>
                </c:pt>
                <c:pt idx="131">
                  <c:v>46018</c:v>
                </c:pt>
                <c:pt idx="132">
                  <c:v>46019</c:v>
                </c:pt>
                <c:pt idx="133">
                  <c:v>46020</c:v>
                </c:pt>
                <c:pt idx="134">
                  <c:v>46021</c:v>
                </c:pt>
                <c:pt idx="135">
                  <c:v>46022</c:v>
                </c:pt>
                <c:pt idx="136">
                  <c:v>46023</c:v>
                </c:pt>
                <c:pt idx="137">
                  <c:v>46024</c:v>
                </c:pt>
                <c:pt idx="138">
                  <c:v>46025</c:v>
                </c:pt>
                <c:pt idx="139">
                  <c:v>46026</c:v>
                </c:pt>
                <c:pt idx="140">
                  <c:v>46027</c:v>
                </c:pt>
                <c:pt idx="141">
                  <c:v>46028</c:v>
                </c:pt>
                <c:pt idx="142">
                  <c:v>46029</c:v>
                </c:pt>
                <c:pt idx="143">
                  <c:v>46030</c:v>
                </c:pt>
                <c:pt idx="144">
                  <c:v>46031</c:v>
                </c:pt>
                <c:pt idx="145">
                  <c:v>46032</c:v>
                </c:pt>
                <c:pt idx="146">
                  <c:v>46033</c:v>
                </c:pt>
                <c:pt idx="147">
                  <c:v>46034</c:v>
                </c:pt>
                <c:pt idx="148">
                  <c:v>46035</c:v>
                </c:pt>
                <c:pt idx="149">
                  <c:v>46036</c:v>
                </c:pt>
                <c:pt idx="150">
                  <c:v>46037</c:v>
                </c:pt>
                <c:pt idx="151">
                  <c:v>46038</c:v>
                </c:pt>
                <c:pt idx="152">
                  <c:v>46039</c:v>
                </c:pt>
                <c:pt idx="153">
                  <c:v>46040</c:v>
                </c:pt>
                <c:pt idx="154">
                  <c:v>46041</c:v>
                </c:pt>
                <c:pt idx="155">
                  <c:v>46042</c:v>
                </c:pt>
                <c:pt idx="156">
                  <c:v>46043</c:v>
                </c:pt>
                <c:pt idx="157">
                  <c:v>46044</c:v>
                </c:pt>
                <c:pt idx="158">
                  <c:v>46045</c:v>
                </c:pt>
                <c:pt idx="159">
                  <c:v>46046</c:v>
                </c:pt>
                <c:pt idx="160">
                  <c:v>46047</c:v>
                </c:pt>
                <c:pt idx="161">
                  <c:v>46048</c:v>
                </c:pt>
                <c:pt idx="162">
                  <c:v>46049</c:v>
                </c:pt>
                <c:pt idx="163">
                  <c:v>46050</c:v>
                </c:pt>
                <c:pt idx="164">
                  <c:v>46051</c:v>
                </c:pt>
                <c:pt idx="165">
                  <c:v>46052</c:v>
                </c:pt>
                <c:pt idx="166">
                  <c:v>46053</c:v>
                </c:pt>
                <c:pt idx="167">
                  <c:v>46054</c:v>
                </c:pt>
                <c:pt idx="168">
                  <c:v>46055</c:v>
                </c:pt>
                <c:pt idx="169">
                  <c:v>46056</c:v>
                </c:pt>
                <c:pt idx="170">
                  <c:v>46057</c:v>
                </c:pt>
                <c:pt idx="171">
                  <c:v>46058</c:v>
                </c:pt>
                <c:pt idx="172">
                  <c:v>46059</c:v>
                </c:pt>
                <c:pt idx="173">
                  <c:v>46060</c:v>
                </c:pt>
                <c:pt idx="174">
                  <c:v>46061</c:v>
                </c:pt>
                <c:pt idx="175">
                  <c:v>46062</c:v>
                </c:pt>
                <c:pt idx="176">
                  <c:v>46063</c:v>
                </c:pt>
                <c:pt idx="177">
                  <c:v>46064</c:v>
                </c:pt>
                <c:pt idx="178">
                  <c:v>46065</c:v>
                </c:pt>
                <c:pt idx="179">
                  <c:v>46066</c:v>
                </c:pt>
                <c:pt idx="180">
                  <c:v>46067</c:v>
                </c:pt>
                <c:pt idx="181">
                  <c:v>46068</c:v>
                </c:pt>
                <c:pt idx="182">
                  <c:v>46069</c:v>
                </c:pt>
                <c:pt idx="183">
                  <c:v>46070</c:v>
                </c:pt>
                <c:pt idx="184">
                  <c:v>46071</c:v>
                </c:pt>
                <c:pt idx="185">
                  <c:v>46072</c:v>
                </c:pt>
                <c:pt idx="186">
                  <c:v>46073</c:v>
                </c:pt>
                <c:pt idx="187">
                  <c:v>46074</c:v>
                </c:pt>
                <c:pt idx="188">
                  <c:v>46075</c:v>
                </c:pt>
                <c:pt idx="189">
                  <c:v>46076</c:v>
                </c:pt>
                <c:pt idx="190">
                  <c:v>46077</c:v>
                </c:pt>
                <c:pt idx="191">
                  <c:v>46078</c:v>
                </c:pt>
                <c:pt idx="192">
                  <c:v>46079</c:v>
                </c:pt>
                <c:pt idx="193">
                  <c:v>46080</c:v>
                </c:pt>
                <c:pt idx="194">
                  <c:v>46081</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46095</c:v>
                </c:pt>
                <c:pt idx="209">
                  <c:v>46096</c:v>
                </c:pt>
                <c:pt idx="210">
                  <c:v>46097</c:v>
                </c:pt>
                <c:pt idx="211">
                  <c:v>46098</c:v>
                </c:pt>
                <c:pt idx="212">
                  <c:v>46099</c:v>
                </c:pt>
                <c:pt idx="213">
                  <c:v>46100</c:v>
                </c:pt>
                <c:pt idx="214">
                  <c:v>46101</c:v>
                </c:pt>
                <c:pt idx="215">
                  <c:v>46102</c:v>
                </c:pt>
                <c:pt idx="216">
                  <c:v>46103</c:v>
                </c:pt>
                <c:pt idx="217">
                  <c:v>46104</c:v>
                </c:pt>
                <c:pt idx="218">
                  <c:v>46105</c:v>
                </c:pt>
                <c:pt idx="219">
                  <c:v>46106</c:v>
                </c:pt>
                <c:pt idx="220">
                  <c:v>46107</c:v>
                </c:pt>
                <c:pt idx="221">
                  <c:v>46108</c:v>
                </c:pt>
                <c:pt idx="222">
                  <c:v>46109</c:v>
                </c:pt>
                <c:pt idx="223">
                  <c:v>46110</c:v>
                </c:pt>
                <c:pt idx="224">
                  <c:v>46111</c:v>
                </c:pt>
                <c:pt idx="225">
                  <c:v>46112</c:v>
                </c:pt>
                <c:pt idx="226">
                  <c:v>46113</c:v>
                </c:pt>
                <c:pt idx="227">
                  <c:v>46114</c:v>
                </c:pt>
                <c:pt idx="228">
                  <c:v>46115</c:v>
                </c:pt>
                <c:pt idx="229">
                  <c:v>46116</c:v>
                </c:pt>
                <c:pt idx="230">
                  <c:v>46117</c:v>
                </c:pt>
                <c:pt idx="231">
                  <c:v>46118</c:v>
                </c:pt>
                <c:pt idx="232">
                  <c:v>46119</c:v>
                </c:pt>
                <c:pt idx="233">
                  <c:v>46120</c:v>
                </c:pt>
                <c:pt idx="234">
                  <c:v>46121</c:v>
                </c:pt>
                <c:pt idx="235">
                  <c:v>46122</c:v>
                </c:pt>
                <c:pt idx="236">
                  <c:v>46123</c:v>
                </c:pt>
                <c:pt idx="237">
                  <c:v>46124</c:v>
                </c:pt>
                <c:pt idx="238">
                  <c:v>46125</c:v>
                </c:pt>
                <c:pt idx="239">
                  <c:v>46126</c:v>
                </c:pt>
                <c:pt idx="240">
                  <c:v>46127</c:v>
                </c:pt>
                <c:pt idx="241">
                  <c:v>46128</c:v>
                </c:pt>
                <c:pt idx="242">
                  <c:v>46129</c:v>
                </c:pt>
                <c:pt idx="243">
                  <c:v>46130</c:v>
                </c:pt>
                <c:pt idx="244">
                  <c:v>46131</c:v>
                </c:pt>
                <c:pt idx="245">
                  <c:v>46132</c:v>
                </c:pt>
                <c:pt idx="246">
                  <c:v>46133</c:v>
                </c:pt>
                <c:pt idx="247">
                  <c:v>46134</c:v>
                </c:pt>
                <c:pt idx="248">
                  <c:v>46135</c:v>
                </c:pt>
                <c:pt idx="249">
                  <c:v>46136</c:v>
                </c:pt>
                <c:pt idx="250">
                  <c:v>46137</c:v>
                </c:pt>
                <c:pt idx="251">
                  <c:v>46138</c:v>
                </c:pt>
                <c:pt idx="252">
                  <c:v>46139</c:v>
                </c:pt>
                <c:pt idx="253">
                  <c:v>46140</c:v>
                </c:pt>
                <c:pt idx="254">
                  <c:v>46141</c:v>
                </c:pt>
                <c:pt idx="255">
                  <c:v>46142</c:v>
                </c:pt>
                <c:pt idx="256">
                  <c:v>46143</c:v>
                </c:pt>
                <c:pt idx="257">
                  <c:v>46144</c:v>
                </c:pt>
                <c:pt idx="258">
                  <c:v>46145</c:v>
                </c:pt>
                <c:pt idx="259">
                  <c:v>46146</c:v>
                </c:pt>
                <c:pt idx="260">
                  <c:v>46147</c:v>
                </c:pt>
                <c:pt idx="261">
                  <c:v>46148</c:v>
                </c:pt>
                <c:pt idx="262">
                  <c:v>46149</c:v>
                </c:pt>
                <c:pt idx="263">
                  <c:v>46150</c:v>
                </c:pt>
                <c:pt idx="264">
                  <c:v>46151</c:v>
                </c:pt>
                <c:pt idx="265">
                  <c:v>46152</c:v>
                </c:pt>
                <c:pt idx="266">
                  <c:v>46153</c:v>
                </c:pt>
                <c:pt idx="267">
                  <c:v>46154</c:v>
                </c:pt>
                <c:pt idx="268">
                  <c:v>46155</c:v>
                </c:pt>
                <c:pt idx="269">
                  <c:v>46156</c:v>
                </c:pt>
                <c:pt idx="270">
                  <c:v>46157</c:v>
                </c:pt>
                <c:pt idx="271">
                  <c:v>46158</c:v>
                </c:pt>
                <c:pt idx="272">
                  <c:v>46159</c:v>
                </c:pt>
                <c:pt idx="273">
                  <c:v>46160</c:v>
                </c:pt>
                <c:pt idx="274">
                  <c:v>46161</c:v>
                </c:pt>
                <c:pt idx="275">
                  <c:v>46162</c:v>
                </c:pt>
                <c:pt idx="276">
                  <c:v>46163</c:v>
                </c:pt>
                <c:pt idx="277">
                  <c:v>46164</c:v>
                </c:pt>
                <c:pt idx="278">
                  <c:v>46165</c:v>
                </c:pt>
                <c:pt idx="279">
                  <c:v>46166</c:v>
                </c:pt>
                <c:pt idx="280">
                  <c:v>46167</c:v>
                </c:pt>
                <c:pt idx="281">
                  <c:v>46168</c:v>
                </c:pt>
                <c:pt idx="282">
                  <c:v>46169</c:v>
                </c:pt>
                <c:pt idx="283">
                  <c:v>46170</c:v>
                </c:pt>
                <c:pt idx="284">
                  <c:v>46171</c:v>
                </c:pt>
                <c:pt idx="285">
                  <c:v>46172</c:v>
                </c:pt>
                <c:pt idx="286">
                  <c:v>46173</c:v>
                </c:pt>
                <c:pt idx="287">
                  <c:v>46174</c:v>
                </c:pt>
                <c:pt idx="288">
                  <c:v>46175</c:v>
                </c:pt>
                <c:pt idx="289">
                  <c:v>46176</c:v>
                </c:pt>
                <c:pt idx="290">
                  <c:v>46177</c:v>
                </c:pt>
                <c:pt idx="291">
                  <c:v>46178</c:v>
                </c:pt>
                <c:pt idx="292">
                  <c:v>46179</c:v>
                </c:pt>
                <c:pt idx="293">
                  <c:v>46180</c:v>
                </c:pt>
                <c:pt idx="294">
                  <c:v>46181</c:v>
                </c:pt>
                <c:pt idx="295">
                  <c:v>46182</c:v>
                </c:pt>
                <c:pt idx="296">
                  <c:v>46183</c:v>
                </c:pt>
                <c:pt idx="297">
                  <c:v>46184</c:v>
                </c:pt>
                <c:pt idx="298">
                  <c:v>46185</c:v>
                </c:pt>
                <c:pt idx="299">
                  <c:v>46186</c:v>
                </c:pt>
                <c:pt idx="300">
                  <c:v>46187</c:v>
                </c:pt>
                <c:pt idx="301">
                  <c:v>46188</c:v>
                </c:pt>
                <c:pt idx="302">
                  <c:v>46189</c:v>
                </c:pt>
                <c:pt idx="303">
                  <c:v>46190</c:v>
                </c:pt>
                <c:pt idx="304">
                  <c:v>46191</c:v>
                </c:pt>
                <c:pt idx="305">
                  <c:v>46192</c:v>
                </c:pt>
                <c:pt idx="306">
                  <c:v>46193</c:v>
                </c:pt>
                <c:pt idx="307">
                  <c:v>46194</c:v>
                </c:pt>
                <c:pt idx="308">
                  <c:v>46195</c:v>
                </c:pt>
                <c:pt idx="309">
                  <c:v>46196</c:v>
                </c:pt>
                <c:pt idx="310">
                  <c:v>46197</c:v>
                </c:pt>
                <c:pt idx="311">
                  <c:v>46198</c:v>
                </c:pt>
                <c:pt idx="312">
                  <c:v>46199</c:v>
                </c:pt>
                <c:pt idx="313">
                  <c:v>46200</c:v>
                </c:pt>
                <c:pt idx="314">
                  <c:v>46201</c:v>
                </c:pt>
                <c:pt idx="315">
                  <c:v>46202</c:v>
                </c:pt>
                <c:pt idx="316">
                  <c:v>46203</c:v>
                </c:pt>
                <c:pt idx="317">
                  <c:v>46204</c:v>
                </c:pt>
                <c:pt idx="318">
                  <c:v>46205</c:v>
                </c:pt>
                <c:pt idx="319">
                  <c:v>46206</c:v>
                </c:pt>
                <c:pt idx="320">
                  <c:v>46207</c:v>
                </c:pt>
                <c:pt idx="321">
                  <c:v>46208</c:v>
                </c:pt>
                <c:pt idx="322">
                  <c:v>46209</c:v>
                </c:pt>
                <c:pt idx="323">
                  <c:v>46210</c:v>
                </c:pt>
                <c:pt idx="324">
                  <c:v>46211</c:v>
                </c:pt>
                <c:pt idx="325">
                  <c:v>46212</c:v>
                </c:pt>
                <c:pt idx="326">
                  <c:v>46213</c:v>
                </c:pt>
                <c:pt idx="327">
                  <c:v>46214</c:v>
                </c:pt>
                <c:pt idx="328">
                  <c:v>46215</c:v>
                </c:pt>
                <c:pt idx="329">
                  <c:v>46216</c:v>
                </c:pt>
                <c:pt idx="330">
                  <c:v>46217</c:v>
                </c:pt>
                <c:pt idx="331">
                  <c:v>46218</c:v>
                </c:pt>
                <c:pt idx="332">
                  <c:v>46219</c:v>
                </c:pt>
                <c:pt idx="333">
                  <c:v>46220</c:v>
                </c:pt>
                <c:pt idx="334">
                  <c:v>46221</c:v>
                </c:pt>
                <c:pt idx="335">
                  <c:v>46222</c:v>
                </c:pt>
                <c:pt idx="336">
                  <c:v>46223</c:v>
                </c:pt>
                <c:pt idx="337">
                  <c:v>46224</c:v>
                </c:pt>
                <c:pt idx="338">
                  <c:v>46225</c:v>
                </c:pt>
                <c:pt idx="339">
                  <c:v>46226</c:v>
                </c:pt>
                <c:pt idx="340">
                  <c:v>46227</c:v>
                </c:pt>
                <c:pt idx="341">
                  <c:v>46228</c:v>
                </c:pt>
                <c:pt idx="342">
                  <c:v>46229</c:v>
                </c:pt>
                <c:pt idx="343">
                  <c:v>46230</c:v>
                </c:pt>
                <c:pt idx="344">
                  <c:v>46231</c:v>
                </c:pt>
                <c:pt idx="345">
                  <c:v>46232</c:v>
                </c:pt>
                <c:pt idx="346">
                  <c:v>46233</c:v>
                </c:pt>
                <c:pt idx="347">
                  <c:v>46234</c:v>
                </c:pt>
                <c:pt idx="348">
                  <c:v>46235</c:v>
                </c:pt>
                <c:pt idx="349">
                  <c:v>46236</c:v>
                </c:pt>
                <c:pt idx="350">
                  <c:v>46237</c:v>
                </c:pt>
                <c:pt idx="351">
                  <c:v>46238</c:v>
                </c:pt>
                <c:pt idx="352">
                  <c:v>46239</c:v>
                </c:pt>
                <c:pt idx="353">
                  <c:v>46240</c:v>
                </c:pt>
                <c:pt idx="354">
                  <c:v>46241</c:v>
                </c:pt>
                <c:pt idx="355">
                  <c:v>46242</c:v>
                </c:pt>
                <c:pt idx="356">
                  <c:v>46243</c:v>
                </c:pt>
                <c:pt idx="357">
                  <c:v>46244</c:v>
                </c:pt>
                <c:pt idx="358">
                  <c:v>46245</c:v>
                </c:pt>
                <c:pt idx="359">
                  <c:v>46246</c:v>
                </c:pt>
                <c:pt idx="360">
                  <c:v>46247</c:v>
                </c:pt>
                <c:pt idx="361">
                  <c:v>46248</c:v>
                </c:pt>
                <c:pt idx="362">
                  <c:v>46249</c:v>
                </c:pt>
                <c:pt idx="363">
                  <c:v>46250</c:v>
                </c:pt>
                <c:pt idx="364">
                  <c:v>46251</c:v>
                </c:pt>
                <c:pt idx="365">
                  <c:v>46252</c:v>
                </c:pt>
                <c:pt idx="366">
                  <c:v>46253</c:v>
                </c:pt>
              </c:numCache>
            </c:numRef>
          </c:cat>
          <c:val>
            <c:numRef>
              <c:f>Source!$AP$4:$AP$373</c:f>
              <c:numCache>
                <c:formatCode>General</c:formatCode>
                <c:ptCount val="370"/>
                <c:pt idx="0">
                  <c:v>3.11</c:v>
                </c:pt>
                <c:pt idx="1">
                  <c:v>3.1030000000000002</c:v>
                </c:pt>
                <c:pt idx="2">
                  <c:v>3.113</c:v>
                </c:pt>
                <c:pt idx="3">
                  <c:v>3.1480000000000001</c:v>
                </c:pt>
                <c:pt idx="4">
                  <c:v>3.2530000000000001</c:v>
                </c:pt>
                <c:pt idx="5">
                  <c:v>3.2530000000000001</c:v>
                </c:pt>
                <c:pt idx="6">
                  <c:v>3.2530000000000001</c:v>
                </c:pt>
                <c:pt idx="7">
                  <c:v>3.3359999999999999</c:v>
                </c:pt>
                <c:pt idx="8">
                  <c:v>3.3780000000000001</c:v>
                </c:pt>
                <c:pt idx="9">
                  <c:v>3.383</c:v>
                </c:pt>
                <c:pt idx="10">
                  <c:v>3.383</c:v>
                </c:pt>
                <c:pt idx="11">
                  <c:v>3.3919999999999999</c:v>
                </c:pt>
                <c:pt idx="12">
                  <c:v>3.3919999999999999</c:v>
                </c:pt>
                <c:pt idx="13">
                  <c:v>3.3919999999999999</c:v>
                </c:pt>
                <c:pt idx="14">
                  <c:v>3.3919999999999999</c:v>
                </c:pt>
                <c:pt idx="15">
                  <c:v>3.3919999999999999</c:v>
                </c:pt>
                <c:pt idx="16">
                  <c:v>3.3860000000000001</c:v>
                </c:pt>
                <c:pt idx="17">
                  <c:v>3.3780000000000001</c:v>
                </c:pt>
                <c:pt idx="18">
                  <c:v>3.3610000000000002</c:v>
                </c:pt>
                <c:pt idx="19">
                  <c:v>3.3610000000000002</c:v>
                </c:pt>
                <c:pt idx="20">
                  <c:v>3.3610000000000002</c:v>
                </c:pt>
                <c:pt idx="21">
                  <c:v>3.3620000000000001</c:v>
                </c:pt>
                <c:pt idx="22">
                  <c:v>3.3610000000000002</c:v>
                </c:pt>
                <c:pt idx="23">
                  <c:v>3.3620000000000001</c:v>
                </c:pt>
                <c:pt idx="24">
                  <c:v>3.3690000000000002</c:v>
                </c:pt>
                <c:pt idx="25">
                  <c:v>3.3719999999999999</c:v>
                </c:pt>
                <c:pt idx="26">
                  <c:v>3.3719999999999999</c:v>
                </c:pt>
                <c:pt idx="27">
                  <c:v>3.3719999999999999</c:v>
                </c:pt>
                <c:pt idx="28">
                  <c:v>3.3610000000000002</c:v>
                </c:pt>
                <c:pt idx="29">
                  <c:v>3.3580000000000001</c:v>
                </c:pt>
                <c:pt idx="30">
                  <c:v>3.3580000000000001</c:v>
                </c:pt>
                <c:pt idx="31">
                  <c:v>3.367</c:v>
                </c:pt>
                <c:pt idx="32">
                  <c:v>3.3639999999999999</c:v>
                </c:pt>
                <c:pt idx="33">
                  <c:v>3.3639999999999999</c:v>
                </c:pt>
                <c:pt idx="34">
                  <c:v>3.3639999999999999</c:v>
                </c:pt>
                <c:pt idx="35">
                  <c:v>3.3690000000000002</c:v>
                </c:pt>
                <c:pt idx="36">
                  <c:v>3.3690000000000002</c:v>
                </c:pt>
                <c:pt idx="37">
                  <c:v>3.3690000000000002</c:v>
                </c:pt>
                <c:pt idx="38">
                  <c:v>3.375</c:v>
                </c:pt>
                <c:pt idx="39">
                  <c:v>3.3740000000000001</c:v>
                </c:pt>
                <c:pt idx="40">
                  <c:v>3.3740000000000001</c:v>
                </c:pt>
                <c:pt idx="41">
                  <c:v>3.3740000000000001</c:v>
                </c:pt>
                <c:pt idx="42">
                  <c:v>3.3740000000000001</c:v>
                </c:pt>
                <c:pt idx="43">
                  <c:v>3.3740000000000001</c:v>
                </c:pt>
                <c:pt idx="44">
                  <c:v>3.379</c:v>
                </c:pt>
                <c:pt idx="45">
                  <c:v>3.4</c:v>
                </c:pt>
                <c:pt idx="46">
                  <c:v>3.4020000000000001</c:v>
                </c:pt>
                <c:pt idx="47">
                  <c:v>3.4020000000000001</c:v>
                </c:pt>
                <c:pt idx="48">
                  <c:v>3.4020000000000001</c:v>
                </c:pt>
                <c:pt idx="49">
                  <c:v>3.395</c:v>
                </c:pt>
                <c:pt idx="50">
                  <c:v>3.3929999999999998</c:v>
                </c:pt>
                <c:pt idx="51">
                  <c:v>3.395</c:v>
                </c:pt>
                <c:pt idx="52">
                  <c:v>3.4089999999999998</c:v>
                </c:pt>
                <c:pt idx="53">
                  <c:v>3.4369999999999998</c:v>
                </c:pt>
                <c:pt idx="54">
                  <c:v>3.4369999999999998</c:v>
                </c:pt>
                <c:pt idx="55">
                  <c:v>3.4369999999999998</c:v>
                </c:pt>
                <c:pt idx="56">
                  <c:v>3.4060000000000001</c:v>
                </c:pt>
                <c:pt idx="57">
                  <c:v>3.4020000000000001</c:v>
                </c:pt>
                <c:pt idx="58">
                  <c:v>3.403</c:v>
                </c:pt>
                <c:pt idx="59">
                  <c:v>3.4279999999999999</c:v>
                </c:pt>
                <c:pt idx="60">
                  <c:v>3.4249999999999998</c:v>
                </c:pt>
                <c:pt idx="61">
                  <c:v>3.4249999999999998</c:v>
                </c:pt>
                <c:pt idx="62">
                  <c:v>3.4249999999999998</c:v>
                </c:pt>
                <c:pt idx="63">
                  <c:v>3.4279999999999999</c:v>
                </c:pt>
                <c:pt idx="64">
                  <c:v>3.4249999999999998</c:v>
                </c:pt>
                <c:pt idx="65">
                  <c:v>3.4260000000000002</c:v>
                </c:pt>
                <c:pt idx="66">
                  <c:v>3.4239999999999999</c:v>
                </c:pt>
                <c:pt idx="67">
                  <c:v>3.4220000000000002</c:v>
                </c:pt>
                <c:pt idx="68">
                  <c:v>3.4220000000000002</c:v>
                </c:pt>
                <c:pt idx="69">
                  <c:v>3.4220000000000002</c:v>
                </c:pt>
                <c:pt idx="70">
                  <c:v>3.4249999999999998</c:v>
                </c:pt>
                <c:pt idx="71">
                  <c:v>3.423</c:v>
                </c:pt>
                <c:pt idx="72">
                  <c:v>3.423</c:v>
                </c:pt>
                <c:pt idx="73">
                  <c:v>3.423</c:v>
                </c:pt>
                <c:pt idx="74">
                  <c:v>3.423</c:v>
                </c:pt>
                <c:pt idx="75">
                  <c:v>3.423</c:v>
                </c:pt>
                <c:pt idx="76">
                  <c:v>3.423</c:v>
                </c:pt>
                <c:pt idx="77">
                  <c:v>3.423</c:v>
                </c:pt>
                <c:pt idx="78">
                  <c:v>3.423</c:v>
                </c:pt>
                <c:pt idx="79">
                  <c:v>3.423</c:v>
                </c:pt>
                <c:pt idx="80">
                  <c:v>3.4279999999999999</c:v>
                </c:pt>
                <c:pt idx="81">
                  <c:v>3.4340000000000002</c:v>
                </c:pt>
                <c:pt idx="82">
                  <c:v>3.4340000000000002</c:v>
                </c:pt>
                <c:pt idx="83">
                  <c:v>3.4340000000000002</c:v>
                </c:pt>
                <c:pt idx="84">
                  <c:v>3.4390000000000001</c:v>
                </c:pt>
                <c:pt idx="85">
                  <c:v>3.4390000000000001</c:v>
                </c:pt>
                <c:pt idx="86">
                  <c:v>3.4390000000000001</c:v>
                </c:pt>
                <c:pt idx="87">
                  <c:v>3.4390000000000001</c:v>
                </c:pt>
                <c:pt idx="88">
                  <c:v>3.4390000000000001</c:v>
                </c:pt>
                <c:pt idx="89">
                  <c:v>3.4390000000000001</c:v>
                </c:pt>
                <c:pt idx="90">
                  <c:v>3.4390000000000001</c:v>
                </c:pt>
                <c:pt idx="91">
                  <c:v>3.4390000000000001</c:v>
                </c:pt>
                <c:pt idx="92">
                  <c:v>3.4390000000000001</c:v>
                </c:pt>
                <c:pt idx="93">
                  <c:v>3.4390000000000001</c:v>
                </c:pt>
                <c:pt idx="94">
                  <c:v>3.4359999999999999</c:v>
                </c:pt>
                <c:pt idx="95">
                  <c:v>3.4359999999999999</c:v>
                </c:pt>
                <c:pt idx="96">
                  <c:v>3.4359999999999999</c:v>
                </c:pt>
                <c:pt idx="97">
                  <c:v>3.4359999999999999</c:v>
                </c:pt>
                <c:pt idx="98">
                  <c:v>3.4359999999999999</c:v>
                </c:pt>
                <c:pt idx="99">
                  <c:v>3.4359999999999999</c:v>
                </c:pt>
                <c:pt idx="100">
                  <c:v>3.4359999999999999</c:v>
                </c:pt>
                <c:pt idx="101">
                  <c:v>3.4359999999999999</c:v>
                </c:pt>
                <c:pt idx="102">
                  <c:v>3.4359999999999999</c:v>
                </c:pt>
                <c:pt idx="103">
                  <c:v>3.4359999999999999</c:v>
                </c:pt>
                <c:pt idx="104">
                  <c:v>3.4359999999999999</c:v>
                </c:pt>
                <c:pt idx="105">
                  <c:v>3.4420000000000002</c:v>
                </c:pt>
                <c:pt idx="106">
                  <c:v>3.4420000000000002</c:v>
                </c:pt>
                <c:pt idx="107">
                  <c:v>3.4449999999999998</c:v>
                </c:pt>
                <c:pt idx="108">
                  <c:v>3.4449999999999998</c:v>
                </c:pt>
                <c:pt idx="109">
                  <c:v>3.464</c:v>
                </c:pt>
                <c:pt idx="110">
                  <c:v>3.464</c:v>
                </c:pt>
                <c:pt idx="111">
                  <c:v>3.464</c:v>
                </c:pt>
                <c:pt idx="112">
                  <c:v>3.4660000000000002</c:v>
                </c:pt>
                <c:pt idx="113">
                  <c:v>3.4660000000000002</c:v>
                </c:pt>
                <c:pt idx="114">
                  <c:v>3.4660000000000002</c:v>
                </c:pt>
                <c:pt idx="115">
                  <c:v>3.472</c:v>
                </c:pt>
                <c:pt idx="116">
                  <c:v>3.4740000000000002</c:v>
                </c:pt>
                <c:pt idx="117">
                  <c:v>3.4740000000000002</c:v>
                </c:pt>
                <c:pt idx="118">
                  <c:v>3.4740000000000002</c:v>
                </c:pt>
                <c:pt idx="119">
                  <c:v>3.4790000000000001</c:v>
                </c:pt>
                <c:pt idx="120">
                  <c:v>3.4849999999999999</c:v>
                </c:pt>
                <c:pt idx="121">
                  <c:v>3.4809999999999999</c:v>
                </c:pt>
                <c:pt idx="122">
                  <c:v>3.4860000000000002</c:v>
                </c:pt>
                <c:pt idx="123">
                  <c:v>3.492</c:v>
                </c:pt>
                <c:pt idx="124">
                  <c:v>3.492</c:v>
                </c:pt>
                <c:pt idx="125">
                  <c:v>3.492</c:v>
                </c:pt>
                <c:pt idx="126">
                  <c:v>3.492</c:v>
                </c:pt>
                <c:pt idx="127">
                  <c:v>3.492</c:v>
                </c:pt>
                <c:pt idx="128">
                  <c:v>3.492</c:v>
                </c:pt>
                <c:pt idx="129">
                  <c:v>3.4950000000000001</c:v>
                </c:pt>
                <c:pt idx="130">
                  <c:v>3.4950000000000001</c:v>
                </c:pt>
                <c:pt idx="131">
                  <c:v>3.4950000000000001</c:v>
                </c:pt>
                <c:pt idx="132">
                  <c:v>3.4950000000000001</c:v>
                </c:pt>
                <c:pt idx="133">
                  <c:v>3.4950000000000001</c:v>
                </c:pt>
                <c:pt idx="134">
                  <c:v>3.4950000000000001</c:v>
                </c:pt>
                <c:pt idx="135">
                  <c:v>3.4950000000000001</c:v>
                </c:pt>
                <c:pt idx="136">
                  <c:v>3.4950000000000001</c:v>
                </c:pt>
                <c:pt idx="137">
                  <c:v>3.4950000000000001</c:v>
                </c:pt>
                <c:pt idx="138">
                  <c:v>3.4950000000000001</c:v>
                </c:pt>
                <c:pt idx="139">
                  <c:v>3.4950000000000001</c:v>
                </c:pt>
                <c:pt idx="140">
                  <c:v>3.492</c:v>
                </c:pt>
                <c:pt idx="141">
                  <c:v>3.492</c:v>
                </c:pt>
                <c:pt idx="142">
                  <c:v>3.5310000000000001</c:v>
                </c:pt>
                <c:pt idx="143">
                  <c:v>3.6030000000000002</c:v>
                </c:pt>
                <c:pt idx="144">
                  <c:v>3.6219999999999999</c:v>
                </c:pt>
                <c:pt idx="145">
                  <c:v>3.6219999999999999</c:v>
                </c:pt>
                <c:pt idx="146">
                  <c:v>3.6219999999999999</c:v>
                </c:pt>
                <c:pt idx="147">
                  <c:v>3.6280000000000001</c:v>
                </c:pt>
                <c:pt idx="148">
                  <c:v>3.6280000000000001</c:v>
                </c:pt>
                <c:pt idx="149">
                  <c:v>3.65</c:v>
                </c:pt>
                <c:pt idx="150">
                  <c:v>3.6669999999999998</c:v>
                </c:pt>
                <c:pt idx="151">
                  <c:v>3.6749999999999998</c:v>
                </c:pt>
                <c:pt idx="152">
                  <c:v>3.6749999999999998</c:v>
                </c:pt>
                <c:pt idx="153">
                  <c:v>3.6749999999999998</c:v>
                </c:pt>
                <c:pt idx="154">
                  <c:v>3.75</c:v>
                </c:pt>
                <c:pt idx="155">
                  <c:v>3.669</c:v>
                </c:pt>
                <c:pt idx="156">
                  <c:v>3.6920000000000002</c:v>
                </c:pt>
                <c:pt idx="157">
                  <c:v>3.6970000000000001</c:v>
                </c:pt>
                <c:pt idx="158">
                  <c:v>3.7080000000000002</c:v>
                </c:pt>
                <c:pt idx="159">
                  <c:v>3.7080000000000002</c:v>
                </c:pt>
                <c:pt idx="160">
                  <c:v>3.7080000000000002</c:v>
                </c:pt>
                <c:pt idx="161">
                  <c:v>3.7029999999999998</c:v>
                </c:pt>
                <c:pt idx="162">
                  <c:v>3.7029999999999998</c:v>
                </c:pt>
                <c:pt idx="163">
                  <c:v>3.7029999999999998</c:v>
                </c:pt>
                <c:pt idx="164">
                  <c:v>3.7029999999999998</c:v>
                </c:pt>
                <c:pt idx="165">
                  <c:v>3.7029999999999998</c:v>
                </c:pt>
                <c:pt idx="166">
                  <c:v>3.7029999999999998</c:v>
                </c:pt>
                <c:pt idx="167">
                  <c:v>3.7029999999999998</c:v>
                </c:pt>
                <c:pt idx="168">
                  <c:v>3.7469999999999999</c:v>
                </c:pt>
                <c:pt idx="169">
                  <c:v>3.75</c:v>
                </c:pt>
                <c:pt idx="170">
                  <c:v>3.75</c:v>
                </c:pt>
                <c:pt idx="171">
                  <c:v>3.75</c:v>
                </c:pt>
                <c:pt idx="172">
                  <c:v>3.75</c:v>
                </c:pt>
                <c:pt idx="173">
                  <c:v>3.75</c:v>
                </c:pt>
                <c:pt idx="174">
                  <c:v>3.75</c:v>
                </c:pt>
                <c:pt idx="175">
                  <c:v>3.794</c:v>
                </c:pt>
                <c:pt idx="176">
                  <c:v>3.7970000000000002</c:v>
                </c:pt>
                <c:pt idx="177">
                  <c:v>3.8079999999999998</c:v>
                </c:pt>
                <c:pt idx="178">
                  <c:v>3.8079999999999998</c:v>
                </c:pt>
                <c:pt idx="179">
                  <c:v>3.8079999999999998</c:v>
                </c:pt>
                <c:pt idx="180">
                  <c:v>3.8079999999999998</c:v>
                </c:pt>
                <c:pt idx="181">
                  <c:v>3.8079999999999998</c:v>
                </c:pt>
                <c:pt idx="182">
                  <c:v>3.8079999999999998</c:v>
                </c:pt>
                <c:pt idx="183">
                  <c:v>3.8079999999999998</c:v>
                </c:pt>
                <c:pt idx="184">
                  <c:v>3.8079999999999998</c:v>
                </c:pt>
                <c:pt idx="185">
                  <c:v>3.8079999999999998</c:v>
                </c:pt>
                <c:pt idx="186">
                  <c:v>3.8079999999999998</c:v>
                </c:pt>
                <c:pt idx="187">
                  <c:v>3.8079999999999998</c:v>
                </c:pt>
                <c:pt idx="188">
                  <c:v>3.8079999999999998</c:v>
                </c:pt>
                <c:pt idx="189">
                  <c:v>3.8079999999999998</c:v>
                </c:pt>
                <c:pt idx="190">
                  <c:v>3.8079999999999998</c:v>
                </c:pt>
                <c:pt idx="191">
                  <c:v>3.8079999999999998</c:v>
                </c:pt>
                <c:pt idx="192">
                  <c:v>3.8119999999999998</c:v>
                </c:pt>
                <c:pt idx="193">
                  <c:v>3.8149999999999999</c:v>
                </c:pt>
                <c:pt idx="194">
                  <c:v>3.8149999999999999</c:v>
                </c:pt>
                <c:pt idx="195">
                  <c:v>3.8149999999999999</c:v>
                </c:pt>
                <c:pt idx="196">
                  <c:v>3.8450000000000002</c:v>
                </c:pt>
                <c:pt idx="197">
                  <c:v>3.8450000000000002</c:v>
                </c:pt>
                <c:pt idx="198">
                  <c:v>3.8450000000000002</c:v>
                </c:pt>
                <c:pt idx="199">
                  <c:v>3.847</c:v>
                </c:pt>
                <c:pt idx="200">
                  <c:v>3.847</c:v>
                </c:pt>
                <c:pt idx="201">
                  <c:v>3.847</c:v>
                </c:pt>
                <c:pt idx="202">
                  <c:v>3.847</c:v>
                </c:pt>
                <c:pt idx="203">
                  <c:v>3.8690000000000002</c:v>
                </c:pt>
                <c:pt idx="204">
                  <c:v>3.8690000000000002</c:v>
                </c:pt>
                <c:pt idx="205">
                  <c:v>3.9390000000000001</c:v>
                </c:pt>
                <c:pt idx="206">
                  <c:v>4.0609999999999999</c:v>
                </c:pt>
                <c:pt idx="207">
                  <c:v>4.0750000000000002</c:v>
                </c:pt>
                <c:pt idx="208">
                  <c:v>4.0750000000000002</c:v>
                </c:pt>
                <c:pt idx="209">
                  <c:v>4.0750000000000002</c:v>
                </c:pt>
                <c:pt idx="210">
                  <c:v>4.0730000000000004</c:v>
                </c:pt>
                <c:pt idx="211">
                  <c:v>4.0730000000000004</c:v>
                </c:pt>
                <c:pt idx="212">
                  <c:v>4.0730000000000004</c:v>
                </c:pt>
                <c:pt idx="213">
                  <c:v>4.0730000000000004</c:v>
                </c:pt>
                <c:pt idx="214">
                  <c:v>4.0780000000000003</c:v>
                </c:pt>
                <c:pt idx="215">
                  <c:v>4.0780000000000003</c:v>
                </c:pt>
                <c:pt idx="216">
                  <c:v>4.0780000000000003</c:v>
                </c:pt>
                <c:pt idx="217">
                  <c:v>4.0890000000000004</c:v>
                </c:pt>
                <c:pt idx="218">
                  <c:v>4.0919999999999996</c:v>
                </c:pt>
                <c:pt idx="219">
                  <c:v>4.0919999999999996</c:v>
                </c:pt>
                <c:pt idx="220">
                  <c:v>4.117</c:v>
                </c:pt>
                <c:pt idx="221">
                  <c:v>4.117</c:v>
                </c:pt>
                <c:pt idx="222">
                  <c:v>4.117</c:v>
                </c:pt>
                <c:pt idx="223">
                  <c:v>4.117</c:v>
                </c:pt>
                <c:pt idx="224">
                  <c:v>4.117</c:v>
                </c:pt>
                <c:pt idx="225">
                  <c:v>4.117</c:v>
                </c:pt>
                <c:pt idx="226">
                  <c:v>4.117</c:v>
                </c:pt>
                <c:pt idx="227">
                  <c:v>4.117</c:v>
                </c:pt>
                <c:pt idx="228">
                  <c:v>4.1219999999999999</c:v>
                </c:pt>
                <c:pt idx="229">
                  <c:v>4.1219999999999999</c:v>
                </c:pt>
                <c:pt idx="230">
                  <c:v>4.1219999999999999</c:v>
                </c:pt>
                <c:pt idx="231">
                  <c:v>4.1219999999999999</c:v>
                </c:pt>
                <c:pt idx="232">
                  <c:v>4.1219999999999999</c:v>
                </c:pt>
                <c:pt idx="233">
                  <c:v>4.1260000000000003</c:v>
                </c:pt>
                <c:pt idx="234">
                  <c:v>4.1289999999999996</c:v>
                </c:pt>
                <c:pt idx="235">
                  <c:v>4.1280000000000001</c:v>
                </c:pt>
                <c:pt idx="236">
                  <c:v>4.1280000000000001</c:v>
                </c:pt>
                <c:pt idx="237">
                  <c:v>4.1280000000000001</c:v>
                </c:pt>
                <c:pt idx="238">
                  <c:v>4.1280000000000001</c:v>
                </c:pt>
                <c:pt idx="239">
                  <c:v>4.125</c:v>
                </c:pt>
                <c:pt idx="240">
                  <c:v>4.1219999999999999</c:v>
                </c:pt>
                <c:pt idx="241">
                  <c:v>4.125</c:v>
                </c:pt>
                <c:pt idx="242">
                  <c:v>4.125</c:v>
                </c:pt>
                <c:pt idx="243">
                  <c:v>4.125</c:v>
                </c:pt>
                <c:pt idx="244">
                  <c:v>4.125</c:v>
                </c:pt>
                <c:pt idx="245">
                  <c:v>4.1310000000000002</c:v>
                </c:pt>
                <c:pt idx="246">
                  <c:v>4.133</c:v>
                </c:pt>
                <c:pt idx="247">
                  <c:v>4.133</c:v>
                </c:pt>
                <c:pt idx="248">
                  <c:v>4.13</c:v>
                </c:pt>
                <c:pt idx="249">
                  <c:v>4.13</c:v>
                </c:pt>
                <c:pt idx="250">
                  <c:v>4.13</c:v>
                </c:pt>
                <c:pt idx="251">
                  <c:v>4.13</c:v>
                </c:pt>
                <c:pt idx="252">
                  <c:v>4.13</c:v>
                </c:pt>
                <c:pt idx="253">
                  <c:v>4.13</c:v>
                </c:pt>
                <c:pt idx="254">
                  <c:v>4.13</c:v>
                </c:pt>
                <c:pt idx="255">
                  <c:v>4.13</c:v>
                </c:pt>
                <c:pt idx="256">
                  <c:v>4.13</c:v>
                </c:pt>
                <c:pt idx="257">
                  <c:v>4.13</c:v>
                </c:pt>
                <c:pt idx="258">
                  <c:v>4.13</c:v>
                </c:pt>
                <c:pt idx="259">
                  <c:v>4.13</c:v>
                </c:pt>
                <c:pt idx="260">
                  <c:v>4.1289999999999996</c:v>
                </c:pt>
                <c:pt idx="261">
                  <c:v>4.1289999999999996</c:v>
                </c:pt>
                <c:pt idx="262">
                  <c:v>4.1289999999999996</c:v>
                </c:pt>
                <c:pt idx="263">
                  <c:v>4.1289999999999996</c:v>
                </c:pt>
                <c:pt idx="264">
                  <c:v>4.1289999999999996</c:v>
                </c:pt>
                <c:pt idx="265">
                  <c:v>4.1289999999999996</c:v>
                </c:pt>
                <c:pt idx="266">
                  <c:v>4.1289999999999996</c:v>
                </c:pt>
                <c:pt idx="267">
                  <c:v>4.1289999999999996</c:v>
                </c:pt>
                <c:pt idx="268">
                  <c:v>4.1289999999999996</c:v>
                </c:pt>
                <c:pt idx="269">
                  <c:v>4.1319999999999997</c:v>
                </c:pt>
                <c:pt idx="270">
                  <c:v>4.1319999999999997</c:v>
                </c:pt>
                <c:pt idx="271">
                  <c:v>4.1319999999999997</c:v>
                </c:pt>
                <c:pt idx="272">
                  <c:v>4.1319999999999997</c:v>
                </c:pt>
                <c:pt idx="273">
                  <c:v>4.1319999999999997</c:v>
                </c:pt>
                <c:pt idx="274">
                  <c:v>4.1319999999999997</c:v>
                </c:pt>
                <c:pt idx="275">
                  <c:v>4.133</c:v>
                </c:pt>
                <c:pt idx="276">
                  <c:v>4.133</c:v>
                </c:pt>
                <c:pt idx="277">
                  <c:v>4.133</c:v>
                </c:pt>
                <c:pt idx="278">
                  <c:v>4.133</c:v>
                </c:pt>
                <c:pt idx="279">
                  <c:v>4.133</c:v>
                </c:pt>
                <c:pt idx="280">
                  <c:v>4.133</c:v>
                </c:pt>
                <c:pt idx="281">
                  <c:v>4.133</c:v>
                </c:pt>
                <c:pt idx="282">
                  <c:v>4.1360000000000001</c:v>
                </c:pt>
                <c:pt idx="283">
                  <c:v>4.1580000000000004</c:v>
                </c:pt>
                <c:pt idx="284">
                  <c:v>4.1719999999999997</c:v>
                </c:pt>
                <c:pt idx="285">
                  <c:v>4.1719999999999997</c:v>
                </c:pt>
                <c:pt idx="286">
                  <c:v>4.1719999999999997</c:v>
                </c:pt>
                <c:pt idx="287">
                  <c:v>4.1719999999999997</c:v>
                </c:pt>
                <c:pt idx="288">
                  <c:v>4.1719999999999997</c:v>
                </c:pt>
                <c:pt idx="289">
                  <c:v>4.1719999999999997</c:v>
                </c:pt>
                <c:pt idx="290">
                  <c:v>4.1740000000000004</c:v>
                </c:pt>
                <c:pt idx="291">
                  <c:v>4.1740000000000004</c:v>
                </c:pt>
                <c:pt idx="292">
                  <c:v>4.1740000000000004</c:v>
                </c:pt>
                <c:pt idx="293">
                  <c:v>4.1740000000000004</c:v>
                </c:pt>
                <c:pt idx="294">
                  <c:v>4.1740000000000004</c:v>
                </c:pt>
                <c:pt idx="295">
                  <c:v>4.1740000000000004</c:v>
                </c:pt>
                <c:pt idx="296">
                  <c:v>4.1790000000000003</c:v>
                </c:pt>
                <c:pt idx="297">
                  <c:v>4.1929999999999996</c:v>
                </c:pt>
                <c:pt idx="298">
                  <c:v>4.1929999999999996</c:v>
                </c:pt>
                <c:pt idx="299">
                  <c:v>4.1929999999999996</c:v>
                </c:pt>
                <c:pt idx="300">
                  <c:v>4.1929999999999996</c:v>
                </c:pt>
                <c:pt idx="301">
                  <c:v>4.1929999999999996</c:v>
                </c:pt>
                <c:pt idx="302">
                  <c:v>4.1989999999999998</c:v>
                </c:pt>
                <c:pt idx="303">
                  <c:v>4.1989999999999998</c:v>
                </c:pt>
                <c:pt idx="304">
                  <c:v>4.2350000000000003</c:v>
                </c:pt>
                <c:pt idx="305">
                  <c:v>4.2460000000000004</c:v>
                </c:pt>
                <c:pt idx="306">
                  <c:v>4.2460000000000004</c:v>
                </c:pt>
                <c:pt idx="307">
                  <c:v>4.2460000000000004</c:v>
                </c:pt>
                <c:pt idx="308">
                  <c:v>4.2460000000000004</c:v>
                </c:pt>
                <c:pt idx="309">
                  <c:v>4.2460000000000004</c:v>
                </c:pt>
                <c:pt idx="310">
                  <c:v>4.2460000000000004</c:v>
                </c:pt>
                <c:pt idx="311">
                  <c:v>4.2460000000000004</c:v>
                </c:pt>
                <c:pt idx="312">
                  <c:v>4.2469999999999999</c:v>
                </c:pt>
                <c:pt idx="313">
                  <c:v>4.2469999999999999</c:v>
                </c:pt>
                <c:pt idx="314">
                  <c:v>4.2469999999999999</c:v>
                </c:pt>
                <c:pt idx="315">
                  <c:v>4.2469999999999999</c:v>
                </c:pt>
                <c:pt idx="316">
                  <c:v>4.2560000000000002</c:v>
                </c:pt>
                <c:pt idx="317">
                  <c:v>4.2610000000000001</c:v>
                </c:pt>
                <c:pt idx="318">
                  <c:v>4.258</c:v>
                </c:pt>
                <c:pt idx="319">
                  <c:v>4.258</c:v>
                </c:pt>
                <c:pt idx="320">
                  <c:v>4.258</c:v>
                </c:pt>
                <c:pt idx="321">
                  <c:v>4.258</c:v>
                </c:pt>
                <c:pt idx="322">
                  <c:v>4.258</c:v>
                </c:pt>
                <c:pt idx="323">
                  <c:v>4.258</c:v>
                </c:pt>
                <c:pt idx="324">
                  <c:v>4.2590000000000003</c:v>
                </c:pt>
                <c:pt idx="325">
                  <c:v>4.2640000000000002</c:v>
                </c:pt>
                <c:pt idx="326">
                  <c:v>4.2640000000000002</c:v>
                </c:pt>
                <c:pt idx="327">
                  <c:v>4.2640000000000002</c:v>
                </c:pt>
                <c:pt idx="328">
                  <c:v>4.2640000000000002</c:v>
                </c:pt>
                <c:pt idx="329">
                  <c:v>4.266</c:v>
                </c:pt>
                <c:pt idx="330">
                  <c:v>4.266</c:v>
                </c:pt>
                <c:pt idx="331">
                  <c:v>4.266</c:v>
                </c:pt>
                <c:pt idx="332">
                  <c:v>4.2679999999999998</c:v>
                </c:pt>
                <c:pt idx="333">
                  <c:v>4.2670000000000003</c:v>
                </c:pt>
                <c:pt idx="334">
                  <c:v>4.2670000000000003</c:v>
                </c:pt>
                <c:pt idx="335">
                  <c:v>4.2670000000000003</c:v>
                </c:pt>
                <c:pt idx="336">
                  <c:v>4.266</c:v>
                </c:pt>
                <c:pt idx="337">
                  <c:v>4.2690000000000001</c:v>
                </c:pt>
                <c:pt idx="338">
                  <c:v>4.2699999999999996</c:v>
                </c:pt>
                <c:pt idx="339">
                  <c:v>4.2690000000000001</c:v>
                </c:pt>
                <c:pt idx="340">
                  <c:v>4.2699999999999996</c:v>
                </c:pt>
                <c:pt idx="341">
                  <c:v>4.2699999999999996</c:v>
                </c:pt>
                <c:pt idx="342">
                  <c:v>4.2699999999999996</c:v>
                </c:pt>
                <c:pt idx="343">
                  <c:v>4.2690000000000001</c:v>
                </c:pt>
                <c:pt idx="344">
                  <c:v>4.2690000000000001</c:v>
                </c:pt>
                <c:pt idx="345">
                  <c:v>4.2720000000000002</c:v>
                </c:pt>
                <c:pt idx="346">
                  <c:v>4.2690000000000001</c:v>
                </c:pt>
                <c:pt idx="347">
                  <c:v>4.2690000000000001</c:v>
                </c:pt>
                <c:pt idx="348">
                  <c:v>4.2690000000000001</c:v>
                </c:pt>
                <c:pt idx="349">
                  <c:v>4.2690000000000001</c:v>
                </c:pt>
                <c:pt idx="350">
                  <c:v>4.2709999999999999</c:v>
                </c:pt>
                <c:pt idx="351">
                  <c:v>4.2789999999999999</c:v>
                </c:pt>
                <c:pt idx="352">
                  <c:v>4.2789999999999999</c:v>
                </c:pt>
                <c:pt idx="353">
                  <c:v>4.2859999999999996</c:v>
                </c:pt>
                <c:pt idx="354">
                  <c:v>4.2930000000000001</c:v>
                </c:pt>
                <c:pt idx="355">
                  <c:v>4.2930000000000001</c:v>
                </c:pt>
                <c:pt idx="356">
                  <c:v>4.2930000000000001</c:v>
                </c:pt>
                <c:pt idx="357">
                  <c:v>4.2949999999999999</c:v>
                </c:pt>
                <c:pt idx="358">
                  <c:v>4.298</c:v>
                </c:pt>
                <c:pt idx="359">
                  <c:v>4.298</c:v>
                </c:pt>
                <c:pt idx="360">
                  <c:v>4.306</c:v>
                </c:pt>
                <c:pt idx="361">
                  <c:v>4.3029999999999999</c:v>
                </c:pt>
                <c:pt idx="362">
                  <c:v>4.3029999999999999</c:v>
                </c:pt>
                <c:pt idx="363">
                  <c:v>4.3029999999999999</c:v>
                </c:pt>
                <c:pt idx="364">
                  <c:v>4.3109999999999999</c:v>
                </c:pt>
                <c:pt idx="365">
                  <c:v>4.3090000000000002</c:v>
                </c:pt>
                <c:pt idx="366">
                  <c:v>4.3099999999999996</c:v>
                </c:pt>
              </c:numCache>
            </c:numRef>
          </c:val>
          <c:smooth val="1"/>
          <c:extLst>
            <c:ext xmlns:c16="http://schemas.microsoft.com/office/drawing/2014/chart" uri="{C3380CC4-5D6E-409C-BE32-E72D297353CC}">
              <c16:uniqueId val="{00000002-FB17-4A31-97F2-606CAB86D6DD}"/>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45887</c:v>
                </c:pt>
                <c:pt idx="1">
                  <c:v>45888</c:v>
                </c:pt>
                <c:pt idx="2">
                  <c:v>45889</c:v>
                </c:pt>
                <c:pt idx="3">
                  <c:v>45890</c:v>
                </c:pt>
                <c:pt idx="4">
                  <c:v>45891</c:v>
                </c:pt>
                <c:pt idx="5">
                  <c:v>45892</c:v>
                </c:pt>
                <c:pt idx="6">
                  <c:v>45893</c:v>
                </c:pt>
                <c:pt idx="7">
                  <c:v>45894</c:v>
                </c:pt>
                <c:pt idx="8">
                  <c:v>45895</c:v>
                </c:pt>
                <c:pt idx="9">
                  <c:v>45896</c:v>
                </c:pt>
                <c:pt idx="10">
                  <c:v>45897</c:v>
                </c:pt>
                <c:pt idx="11">
                  <c:v>45898</c:v>
                </c:pt>
                <c:pt idx="12">
                  <c:v>45899</c:v>
                </c:pt>
                <c:pt idx="13">
                  <c:v>45900</c:v>
                </c:pt>
                <c:pt idx="14">
                  <c:v>45901</c:v>
                </c:pt>
                <c:pt idx="15">
                  <c:v>45902</c:v>
                </c:pt>
                <c:pt idx="16">
                  <c:v>45903</c:v>
                </c:pt>
                <c:pt idx="17">
                  <c:v>45904</c:v>
                </c:pt>
                <c:pt idx="18">
                  <c:v>45905</c:v>
                </c:pt>
                <c:pt idx="19">
                  <c:v>45906</c:v>
                </c:pt>
                <c:pt idx="20">
                  <c:v>45907</c:v>
                </c:pt>
                <c:pt idx="21">
                  <c:v>45908</c:v>
                </c:pt>
                <c:pt idx="22">
                  <c:v>45909</c:v>
                </c:pt>
                <c:pt idx="23">
                  <c:v>45910</c:v>
                </c:pt>
                <c:pt idx="24">
                  <c:v>45911</c:v>
                </c:pt>
                <c:pt idx="25">
                  <c:v>45912</c:v>
                </c:pt>
                <c:pt idx="26">
                  <c:v>45913</c:v>
                </c:pt>
                <c:pt idx="27">
                  <c:v>45914</c:v>
                </c:pt>
                <c:pt idx="28">
                  <c:v>45915</c:v>
                </c:pt>
                <c:pt idx="29">
                  <c:v>45916</c:v>
                </c:pt>
                <c:pt idx="30">
                  <c:v>45917</c:v>
                </c:pt>
                <c:pt idx="31">
                  <c:v>45918</c:v>
                </c:pt>
                <c:pt idx="32">
                  <c:v>45919</c:v>
                </c:pt>
                <c:pt idx="33">
                  <c:v>45920</c:v>
                </c:pt>
                <c:pt idx="34">
                  <c:v>45921</c:v>
                </c:pt>
                <c:pt idx="35">
                  <c:v>45922</c:v>
                </c:pt>
                <c:pt idx="36">
                  <c:v>45923</c:v>
                </c:pt>
                <c:pt idx="37">
                  <c:v>45924</c:v>
                </c:pt>
                <c:pt idx="38">
                  <c:v>45925</c:v>
                </c:pt>
                <c:pt idx="39">
                  <c:v>45926</c:v>
                </c:pt>
                <c:pt idx="40">
                  <c:v>45927</c:v>
                </c:pt>
                <c:pt idx="41">
                  <c:v>45928</c:v>
                </c:pt>
                <c:pt idx="42">
                  <c:v>45929</c:v>
                </c:pt>
                <c:pt idx="43">
                  <c:v>45930</c:v>
                </c:pt>
                <c:pt idx="44">
                  <c:v>45931</c:v>
                </c:pt>
                <c:pt idx="45">
                  <c:v>45932</c:v>
                </c:pt>
                <c:pt idx="46">
                  <c:v>45933</c:v>
                </c:pt>
                <c:pt idx="47">
                  <c:v>45934</c:v>
                </c:pt>
                <c:pt idx="48">
                  <c:v>45935</c:v>
                </c:pt>
                <c:pt idx="49">
                  <c:v>45936</c:v>
                </c:pt>
                <c:pt idx="50">
                  <c:v>45937</c:v>
                </c:pt>
                <c:pt idx="51">
                  <c:v>45938</c:v>
                </c:pt>
                <c:pt idx="52">
                  <c:v>45939</c:v>
                </c:pt>
                <c:pt idx="53">
                  <c:v>45940</c:v>
                </c:pt>
                <c:pt idx="54">
                  <c:v>45941</c:v>
                </c:pt>
                <c:pt idx="55">
                  <c:v>45942</c:v>
                </c:pt>
                <c:pt idx="56">
                  <c:v>45943</c:v>
                </c:pt>
                <c:pt idx="57">
                  <c:v>45944</c:v>
                </c:pt>
                <c:pt idx="58">
                  <c:v>45945</c:v>
                </c:pt>
                <c:pt idx="59">
                  <c:v>45946</c:v>
                </c:pt>
                <c:pt idx="60">
                  <c:v>45947</c:v>
                </c:pt>
                <c:pt idx="61">
                  <c:v>45948</c:v>
                </c:pt>
                <c:pt idx="62">
                  <c:v>45949</c:v>
                </c:pt>
                <c:pt idx="63">
                  <c:v>45950</c:v>
                </c:pt>
                <c:pt idx="64">
                  <c:v>45951</c:v>
                </c:pt>
                <c:pt idx="65">
                  <c:v>45952</c:v>
                </c:pt>
                <c:pt idx="66">
                  <c:v>45953</c:v>
                </c:pt>
                <c:pt idx="67">
                  <c:v>45954</c:v>
                </c:pt>
                <c:pt idx="68">
                  <c:v>45955</c:v>
                </c:pt>
                <c:pt idx="69">
                  <c:v>45956</c:v>
                </c:pt>
                <c:pt idx="70">
                  <c:v>45957</c:v>
                </c:pt>
                <c:pt idx="71">
                  <c:v>45958</c:v>
                </c:pt>
                <c:pt idx="72">
                  <c:v>45959</c:v>
                </c:pt>
                <c:pt idx="73">
                  <c:v>45960</c:v>
                </c:pt>
                <c:pt idx="74">
                  <c:v>45961</c:v>
                </c:pt>
                <c:pt idx="75">
                  <c:v>45962</c:v>
                </c:pt>
                <c:pt idx="76">
                  <c:v>45963</c:v>
                </c:pt>
                <c:pt idx="77">
                  <c:v>45964</c:v>
                </c:pt>
                <c:pt idx="78">
                  <c:v>45965</c:v>
                </c:pt>
                <c:pt idx="79">
                  <c:v>45966</c:v>
                </c:pt>
                <c:pt idx="80">
                  <c:v>45967</c:v>
                </c:pt>
                <c:pt idx="81">
                  <c:v>45968</c:v>
                </c:pt>
                <c:pt idx="82">
                  <c:v>45969</c:v>
                </c:pt>
                <c:pt idx="83">
                  <c:v>45970</c:v>
                </c:pt>
                <c:pt idx="84">
                  <c:v>45971</c:v>
                </c:pt>
                <c:pt idx="85">
                  <c:v>45972</c:v>
                </c:pt>
                <c:pt idx="86">
                  <c:v>45973</c:v>
                </c:pt>
                <c:pt idx="87">
                  <c:v>45974</c:v>
                </c:pt>
                <c:pt idx="88">
                  <c:v>45975</c:v>
                </c:pt>
                <c:pt idx="89">
                  <c:v>45976</c:v>
                </c:pt>
                <c:pt idx="90">
                  <c:v>45977</c:v>
                </c:pt>
                <c:pt idx="91">
                  <c:v>45978</c:v>
                </c:pt>
                <c:pt idx="92">
                  <c:v>45979</c:v>
                </c:pt>
                <c:pt idx="93">
                  <c:v>45980</c:v>
                </c:pt>
                <c:pt idx="94">
                  <c:v>45981</c:v>
                </c:pt>
                <c:pt idx="95">
                  <c:v>45982</c:v>
                </c:pt>
                <c:pt idx="96">
                  <c:v>45983</c:v>
                </c:pt>
                <c:pt idx="97">
                  <c:v>45984</c:v>
                </c:pt>
                <c:pt idx="98">
                  <c:v>45985</c:v>
                </c:pt>
                <c:pt idx="99">
                  <c:v>45986</c:v>
                </c:pt>
                <c:pt idx="100">
                  <c:v>45987</c:v>
                </c:pt>
                <c:pt idx="101">
                  <c:v>45988</c:v>
                </c:pt>
                <c:pt idx="102">
                  <c:v>45989</c:v>
                </c:pt>
                <c:pt idx="103">
                  <c:v>45990</c:v>
                </c:pt>
                <c:pt idx="104">
                  <c:v>45991</c:v>
                </c:pt>
                <c:pt idx="105">
                  <c:v>45992</c:v>
                </c:pt>
                <c:pt idx="106">
                  <c:v>45993</c:v>
                </c:pt>
                <c:pt idx="107">
                  <c:v>45994</c:v>
                </c:pt>
                <c:pt idx="108">
                  <c:v>45995</c:v>
                </c:pt>
                <c:pt idx="109">
                  <c:v>45996</c:v>
                </c:pt>
                <c:pt idx="110">
                  <c:v>45997</c:v>
                </c:pt>
                <c:pt idx="111">
                  <c:v>45998</c:v>
                </c:pt>
                <c:pt idx="112">
                  <c:v>45999</c:v>
                </c:pt>
                <c:pt idx="113">
                  <c:v>46000</c:v>
                </c:pt>
                <c:pt idx="114">
                  <c:v>46001</c:v>
                </c:pt>
                <c:pt idx="115">
                  <c:v>46002</c:v>
                </c:pt>
                <c:pt idx="116">
                  <c:v>46003</c:v>
                </c:pt>
                <c:pt idx="117">
                  <c:v>46004</c:v>
                </c:pt>
                <c:pt idx="118">
                  <c:v>46005</c:v>
                </c:pt>
                <c:pt idx="119">
                  <c:v>46006</c:v>
                </c:pt>
                <c:pt idx="120">
                  <c:v>46007</c:v>
                </c:pt>
                <c:pt idx="121">
                  <c:v>46008</c:v>
                </c:pt>
                <c:pt idx="122">
                  <c:v>46009</c:v>
                </c:pt>
                <c:pt idx="123">
                  <c:v>46010</c:v>
                </c:pt>
                <c:pt idx="124">
                  <c:v>46011</c:v>
                </c:pt>
                <c:pt idx="125">
                  <c:v>46012</c:v>
                </c:pt>
                <c:pt idx="126">
                  <c:v>46013</c:v>
                </c:pt>
                <c:pt idx="127">
                  <c:v>46014</c:v>
                </c:pt>
                <c:pt idx="128">
                  <c:v>46015</c:v>
                </c:pt>
                <c:pt idx="129">
                  <c:v>46016</c:v>
                </c:pt>
                <c:pt idx="130">
                  <c:v>46017</c:v>
                </c:pt>
                <c:pt idx="131">
                  <c:v>46018</c:v>
                </c:pt>
                <c:pt idx="132">
                  <c:v>46019</c:v>
                </c:pt>
                <c:pt idx="133">
                  <c:v>46020</c:v>
                </c:pt>
                <c:pt idx="134">
                  <c:v>46021</c:v>
                </c:pt>
                <c:pt idx="135">
                  <c:v>46022</c:v>
                </c:pt>
                <c:pt idx="136">
                  <c:v>46023</c:v>
                </c:pt>
                <c:pt idx="137">
                  <c:v>46024</c:v>
                </c:pt>
                <c:pt idx="138">
                  <c:v>46025</c:v>
                </c:pt>
                <c:pt idx="139">
                  <c:v>46026</c:v>
                </c:pt>
                <c:pt idx="140">
                  <c:v>46027</c:v>
                </c:pt>
                <c:pt idx="141">
                  <c:v>46028</c:v>
                </c:pt>
                <c:pt idx="142">
                  <c:v>46029</c:v>
                </c:pt>
                <c:pt idx="143">
                  <c:v>46030</c:v>
                </c:pt>
                <c:pt idx="144">
                  <c:v>46031</c:v>
                </c:pt>
                <c:pt idx="145">
                  <c:v>46032</c:v>
                </c:pt>
                <c:pt idx="146">
                  <c:v>46033</c:v>
                </c:pt>
                <c:pt idx="147">
                  <c:v>46034</c:v>
                </c:pt>
                <c:pt idx="148">
                  <c:v>46035</c:v>
                </c:pt>
                <c:pt idx="149">
                  <c:v>46036</c:v>
                </c:pt>
                <c:pt idx="150">
                  <c:v>46037</c:v>
                </c:pt>
                <c:pt idx="151">
                  <c:v>46038</c:v>
                </c:pt>
                <c:pt idx="152">
                  <c:v>46039</c:v>
                </c:pt>
                <c:pt idx="153">
                  <c:v>46040</c:v>
                </c:pt>
                <c:pt idx="154">
                  <c:v>46041</c:v>
                </c:pt>
                <c:pt idx="155">
                  <c:v>46042</c:v>
                </c:pt>
                <c:pt idx="156">
                  <c:v>46043</c:v>
                </c:pt>
                <c:pt idx="157">
                  <c:v>46044</c:v>
                </c:pt>
                <c:pt idx="158">
                  <c:v>46045</c:v>
                </c:pt>
                <c:pt idx="159">
                  <c:v>46046</c:v>
                </c:pt>
                <c:pt idx="160">
                  <c:v>46047</c:v>
                </c:pt>
                <c:pt idx="161">
                  <c:v>46048</c:v>
                </c:pt>
                <c:pt idx="162">
                  <c:v>46049</c:v>
                </c:pt>
                <c:pt idx="163">
                  <c:v>46050</c:v>
                </c:pt>
                <c:pt idx="164">
                  <c:v>46051</c:v>
                </c:pt>
                <c:pt idx="165">
                  <c:v>46052</c:v>
                </c:pt>
                <c:pt idx="166">
                  <c:v>46053</c:v>
                </c:pt>
                <c:pt idx="167">
                  <c:v>46054</c:v>
                </c:pt>
                <c:pt idx="168">
                  <c:v>46055</c:v>
                </c:pt>
                <c:pt idx="169">
                  <c:v>46056</c:v>
                </c:pt>
                <c:pt idx="170">
                  <c:v>46057</c:v>
                </c:pt>
                <c:pt idx="171">
                  <c:v>46058</c:v>
                </c:pt>
                <c:pt idx="172">
                  <c:v>46059</c:v>
                </c:pt>
                <c:pt idx="173">
                  <c:v>46060</c:v>
                </c:pt>
                <c:pt idx="174">
                  <c:v>46061</c:v>
                </c:pt>
                <c:pt idx="175">
                  <c:v>46062</c:v>
                </c:pt>
                <c:pt idx="176">
                  <c:v>46063</c:v>
                </c:pt>
                <c:pt idx="177">
                  <c:v>46064</c:v>
                </c:pt>
                <c:pt idx="178">
                  <c:v>46065</c:v>
                </c:pt>
                <c:pt idx="179">
                  <c:v>46066</c:v>
                </c:pt>
                <c:pt idx="180">
                  <c:v>46067</c:v>
                </c:pt>
                <c:pt idx="181">
                  <c:v>46068</c:v>
                </c:pt>
                <c:pt idx="182">
                  <c:v>46069</c:v>
                </c:pt>
                <c:pt idx="183">
                  <c:v>46070</c:v>
                </c:pt>
                <c:pt idx="184">
                  <c:v>46071</c:v>
                </c:pt>
                <c:pt idx="185">
                  <c:v>46072</c:v>
                </c:pt>
                <c:pt idx="186">
                  <c:v>46073</c:v>
                </c:pt>
                <c:pt idx="187">
                  <c:v>46074</c:v>
                </c:pt>
                <c:pt idx="188">
                  <c:v>46075</c:v>
                </c:pt>
                <c:pt idx="189">
                  <c:v>46076</c:v>
                </c:pt>
                <c:pt idx="190">
                  <c:v>46077</c:v>
                </c:pt>
                <c:pt idx="191">
                  <c:v>46078</c:v>
                </c:pt>
                <c:pt idx="192">
                  <c:v>46079</c:v>
                </c:pt>
                <c:pt idx="193">
                  <c:v>46080</c:v>
                </c:pt>
                <c:pt idx="194">
                  <c:v>46081</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46095</c:v>
                </c:pt>
                <c:pt idx="209">
                  <c:v>46096</c:v>
                </c:pt>
                <c:pt idx="210">
                  <c:v>46097</c:v>
                </c:pt>
                <c:pt idx="211">
                  <c:v>46098</c:v>
                </c:pt>
                <c:pt idx="212">
                  <c:v>46099</c:v>
                </c:pt>
                <c:pt idx="213">
                  <c:v>46100</c:v>
                </c:pt>
                <c:pt idx="214">
                  <c:v>46101</c:v>
                </c:pt>
                <c:pt idx="215">
                  <c:v>46102</c:v>
                </c:pt>
                <c:pt idx="216">
                  <c:v>46103</c:v>
                </c:pt>
                <c:pt idx="217">
                  <c:v>46104</c:v>
                </c:pt>
                <c:pt idx="218">
                  <c:v>46105</c:v>
                </c:pt>
                <c:pt idx="219">
                  <c:v>46106</c:v>
                </c:pt>
                <c:pt idx="220">
                  <c:v>46107</c:v>
                </c:pt>
                <c:pt idx="221">
                  <c:v>46108</c:v>
                </c:pt>
                <c:pt idx="222">
                  <c:v>46109</c:v>
                </c:pt>
                <c:pt idx="223">
                  <c:v>46110</c:v>
                </c:pt>
                <c:pt idx="224">
                  <c:v>46111</c:v>
                </c:pt>
                <c:pt idx="225">
                  <c:v>46112</c:v>
                </c:pt>
                <c:pt idx="226">
                  <c:v>46113</c:v>
                </c:pt>
                <c:pt idx="227">
                  <c:v>46114</c:v>
                </c:pt>
                <c:pt idx="228">
                  <c:v>46115</c:v>
                </c:pt>
                <c:pt idx="229">
                  <c:v>46116</c:v>
                </c:pt>
                <c:pt idx="230">
                  <c:v>46117</c:v>
                </c:pt>
                <c:pt idx="231">
                  <c:v>46118</c:v>
                </c:pt>
                <c:pt idx="232">
                  <c:v>46119</c:v>
                </c:pt>
                <c:pt idx="233">
                  <c:v>46120</c:v>
                </c:pt>
                <c:pt idx="234">
                  <c:v>46121</c:v>
                </c:pt>
                <c:pt idx="235">
                  <c:v>46122</c:v>
                </c:pt>
                <c:pt idx="236">
                  <c:v>46123</c:v>
                </c:pt>
                <c:pt idx="237">
                  <c:v>46124</c:v>
                </c:pt>
                <c:pt idx="238">
                  <c:v>46125</c:v>
                </c:pt>
                <c:pt idx="239">
                  <c:v>46126</c:v>
                </c:pt>
                <c:pt idx="240">
                  <c:v>46127</c:v>
                </c:pt>
                <c:pt idx="241">
                  <c:v>46128</c:v>
                </c:pt>
                <c:pt idx="242">
                  <c:v>46129</c:v>
                </c:pt>
                <c:pt idx="243">
                  <c:v>46130</c:v>
                </c:pt>
                <c:pt idx="244">
                  <c:v>46131</c:v>
                </c:pt>
                <c:pt idx="245">
                  <c:v>46132</c:v>
                </c:pt>
                <c:pt idx="246">
                  <c:v>46133</c:v>
                </c:pt>
                <c:pt idx="247">
                  <c:v>46134</c:v>
                </c:pt>
                <c:pt idx="248">
                  <c:v>46135</c:v>
                </c:pt>
                <c:pt idx="249">
                  <c:v>46136</c:v>
                </c:pt>
                <c:pt idx="250">
                  <c:v>46137</c:v>
                </c:pt>
                <c:pt idx="251">
                  <c:v>46138</c:v>
                </c:pt>
                <c:pt idx="252">
                  <c:v>46139</c:v>
                </c:pt>
                <c:pt idx="253">
                  <c:v>46140</c:v>
                </c:pt>
                <c:pt idx="254">
                  <c:v>46141</c:v>
                </c:pt>
                <c:pt idx="255">
                  <c:v>46142</c:v>
                </c:pt>
                <c:pt idx="256">
                  <c:v>46143</c:v>
                </c:pt>
                <c:pt idx="257">
                  <c:v>46144</c:v>
                </c:pt>
                <c:pt idx="258">
                  <c:v>46145</c:v>
                </c:pt>
                <c:pt idx="259">
                  <c:v>46146</c:v>
                </c:pt>
                <c:pt idx="260">
                  <c:v>46147</c:v>
                </c:pt>
                <c:pt idx="261">
                  <c:v>46148</c:v>
                </c:pt>
                <c:pt idx="262">
                  <c:v>46149</c:v>
                </c:pt>
                <c:pt idx="263">
                  <c:v>46150</c:v>
                </c:pt>
                <c:pt idx="264">
                  <c:v>46151</c:v>
                </c:pt>
                <c:pt idx="265">
                  <c:v>46152</c:v>
                </c:pt>
                <c:pt idx="266">
                  <c:v>46153</c:v>
                </c:pt>
                <c:pt idx="267">
                  <c:v>46154</c:v>
                </c:pt>
                <c:pt idx="268">
                  <c:v>46155</c:v>
                </c:pt>
                <c:pt idx="269">
                  <c:v>46156</c:v>
                </c:pt>
                <c:pt idx="270">
                  <c:v>46157</c:v>
                </c:pt>
                <c:pt idx="271">
                  <c:v>46158</c:v>
                </c:pt>
                <c:pt idx="272">
                  <c:v>46159</c:v>
                </c:pt>
                <c:pt idx="273">
                  <c:v>46160</c:v>
                </c:pt>
                <c:pt idx="274">
                  <c:v>46161</c:v>
                </c:pt>
                <c:pt idx="275">
                  <c:v>46162</c:v>
                </c:pt>
                <c:pt idx="276">
                  <c:v>46163</c:v>
                </c:pt>
                <c:pt idx="277">
                  <c:v>46164</c:v>
                </c:pt>
                <c:pt idx="278">
                  <c:v>46165</c:v>
                </c:pt>
                <c:pt idx="279">
                  <c:v>46166</c:v>
                </c:pt>
                <c:pt idx="280">
                  <c:v>46167</c:v>
                </c:pt>
                <c:pt idx="281">
                  <c:v>46168</c:v>
                </c:pt>
                <c:pt idx="282">
                  <c:v>46169</c:v>
                </c:pt>
                <c:pt idx="283">
                  <c:v>46170</c:v>
                </c:pt>
                <c:pt idx="284">
                  <c:v>46171</c:v>
                </c:pt>
                <c:pt idx="285">
                  <c:v>46172</c:v>
                </c:pt>
                <c:pt idx="286">
                  <c:v>46173</c:v>
                </c:pt>
                <c:pt idx="287">
                  <c:v>46174</c:v>
                </c:pt>
                <c:pt idx="288">
                  <c:v>46175</c:v>
                </c:pt>
                <c:pt idx="289">
                  <c:v>46176</c:v>
                </c:pt>
                <c:pt idx="290">
                  <c:v>46177</c:v>
                </c:pt>
                <c:pt idx="291">
                  <c:v>46178</c:v>
                </c:pt>
                <c:pt idx="292">
                  <c:v>46179</c:v>
                </c:pt>
                <c:pt idx="293">
                  <c:v>46180</c:v>
                </c:pt>
                <c:pt idx="294">
                  <c:v>46181</c:v>
                </c:pt>
                <c:pt idx="295">
                  <c:v>46182</c:v>
                </c:pt>
                <c:pt idx="296">
                  <c:v>46183</c:v>
                </c:pt>
                <c:pt idx="297">
                  <c:v>46184</c:v>
                </c:pt>
                <c:pt idx="298">
                  <c:v>46185</c:v>
                </c:pt>
                <c:pt idx="299">
                  <c:v>46186</c:v>
                </c:pt>
                <c:pt idx="300">
                  <c:v>46187</c:v>
                </c:pt>
                <c:pt idx="301">
                  <c:v>46188</c:v>
                </c:pt>
                <c:pt idx="302">
                  <c:v>46189</c:v>
                </c:pt>
                <c:pt idx="303">
                  <c:v>46190</c:v>
                </c:pt>
                <c:pt idx="304">
                  <c:v>46191</c:v>
                </c:pt>
                <c:pt idx="305">
                  <c:v>46192</c:v>
                </c:pt>
                <c:pt idx="306">
                  <c:v>46193</c:v>
                </c:pt>
                <c:pt idx="307">
                  <c:v>46194</c:v>
                </c:pt>
                <c:pt idx="308">
                  <c:v>46195</c:v>
                </c:pt>
                <c:pt idx="309">
                  <c:v>46196</c:v>
                </c:pt>
                <c:pt idx="310">
                  <c:v>46197</c:v>
                </c:pt>
                <c:pt idx="311">
                  <c:v>46198</c:v>
                </c:pt>
                <c:pt idx="312">
                  <c:v>46199</c:v>
                </c:pt>
                <c:pt idx="313">
                  <c:v>46200</c:v>
                </c:pt>
                <c:pt idx="314">
                  <c:v>46201</c:v>
                </c:pt>
                <c:pt idx="315">
                  <c:v>46202</c:v>
                </c:pt>
                <c:pt idx="316">
                  <c:v>46203</c:v>
                </c:pt>
                <c:pt idx="317">
                  <c:v>46204</c:v>
                </c:pt>
                <c:pt idx="318">
                  <c:v>46205</c:v>
                </c:pt>
                <c:pt idx="319">
                  <c:v>46206</c:v>
                </c:pt>
                <c:pt idx="320">
                  <c:v>46207</c:v>
                </c:pt>
                <c:pt idx="321">
                  <c:v>46208</c:v>
                </c:pt>
                <c:pt idx="322">
                  <c:v>46209</c:v>
                </c:pt>
                <c:pt idx="323">
                  <c:v>46210</c:v>
                </c:pt>
                <c:pt idx="324">
                  <c:v>46211</c:v>
                </c:pt>
                <c:pt idx="325">
                  <c:v>46212</c:v>
                </c:pt>
                <c:pt idx="326">
                  <c:v>46213</c:v>
                </c:pt>
                <c:pt idx="327">
                  <c:v>46214</c:v>
                </c:pt>
                <c:pt idx="328">
                  <c:v>46215</c:v>
                </c:pt>
                <c:pt idx="329">
                  <c:v>46216</c:v>
                </c:pt>
                <c:pt idx="330">
                  <c:v>46217</c:v>
                </c:pt>
                <c:pt idx="331">
                  <c:v>46218</c:v>
                </c:pt>
                <c:pt idx="332">
                  <c:v>46219</c:v>
                </c:pt>
                <c:pt idx="333">
                  <c:v>46220</c:v>
                </c:pt>
                <c:pt idx="334">
                  <c:v>46221</c:v>
                </c:pt>
                <c:pt idx="335">
                  <c:v>46222</c:v>
                </c:pt>
                <c:pt idx="336">
                  <c:v>46223</c:v>
                </c:pt>
                <c:pt idx="337">
                  <c:v>46224</c:v>
                </c:pt>
                <c:pt idx="338">
                  <c:v>46225</c:v>
                </c:pt>
                <c:pt idx="339">
                  <c:v>46226</c:v>
                </c:pt>
                <c:pt idx="340">
                  <c:v>46227</c:v>
                </c:pt>
                <c:pt idx="341">
                  <c:v>46228</c:v>
                </c:pt>
                <c:pt idx="342">
                  <c:v>46229</c:v>
                </c:pt>
                <c:pt idx="343">
                  <c:v>46230</c:v>
                </c:pt>
                <c:pt idx="344">
                  <c:v>46231</c:v>
                </c:pt>
                <c:pt idx="345">
                  <c:v>46232</c:v>
                </c:pt>
                <c:pt idx="346">
                  <c:v>46233</c:v>
                </c:pt>
                <c:pt idx="347">
                  <c:v>46234</c:v>
                </c:pt>
                <c:pt idx="348">
                  <c:v>46235</c:v>
                </c:pt>
                <c:pt idx="349">
                  <c:v>46236</c:v>
                </c:pt>
                <c:pt idx="350">
                  <c:v>46237</c:v>
                </c:pt>
                <c:pt idx="351">
                  <c:v>46238</c:v>
                </c:pt>
                <c:pt idx="352">
                  <c:v>46239</c:v>
                </c:pt>
                <c:pt idx="353">
                  <c:v>46240</c:v>
                </c:pt>
                <c:pt idx="354">
                  <c:v>46241</c:v>
                </c:pt>
                <c:pt idx="355">
                  <c:v>46242</c:v>
                </c:pt>
                <c:pt idx="356">
                  <c:v>46243</c:v>
                </c:pt>
                <c:pt idx="357">
                  <c:v>46244</c:v>
                </c:pt>
                <c:pt idx="358">
                  <c:v>46245</c:v>
                </c:pt>
                <c:pt idx="359">
                  <c:v>46246</c:v>
                </c:pt>
                <c:pt idx="360">
                  <c:v>46247</c:v>
                </c:pt>
                <c:pt idx="361">
                  <c:v>46248</c:v>
                </c:pt>
                <c:pt idx="362">
                  <c:v>46249</c:v>
                </c:pt>
                <c:pt idx="363">
                  <c:v>46250</c:v>
                </c:pt>
                <c:pt idx="364">
                  <c:v>46251</c:v>
                </c:pt>
                <c:pt idx="365">
                  <c:v>46252</c:v>
                </c:pt>
                <c:pt idx="366">
                  <c:v>46253</c:v>
                </c:pt>
              </c:numCache>
            </c:numRef>
          </c:cat>
          <c:val>
            <c:numRef>
              <c:f>Source!$AQ$4:$AQ$373</c:f>
              <c:numCache>
                <c:formatCode>General</c:formatCode>
                <c:ptCount val="370"/>
                <c:pt idx="0">
                  <c:v>3.4249999999999998</c:v>
                </c:pt>
                <c:pt idx="1">
                  <c:v>3.4329999999999998</c:v>
                </c:pt>
                <c:pt idx="2">
                  <c:v>3.4319999999999999</c:v>
                </c:pt>
                <c:pt idx="3">
                  <c:v>3.49</c:v>
                </c:pt>
                <c:pt idx="4">
                  <c:v>3.5350000000000001</c:v>
                </c:pt>
                <c:pt idx="5">
                  <c:v>3.5350000000000001</c:v>
                </c:pt>
                <c:pt idx="6">
                  <c:v>3.5350000000000001</c:v>
                </c:pt>
                <c:pt idx="7">
                  <c:v>3.5350000000000001</c:v>
                </c:pt>
                <c:pt idx="8">
                  <c:v>3.544</c:v>
                </c:pt>
                <c:pt idx="9">
                  <c:v>3.544</c:v>
                </c:pt>
                <c:pt idx="10">
                  <c:v>3.5459999999999998</c:v>
                </c:pt>
                <c:pt idx="11">
                  <c:v>3.55</c:v>
                </c:pt>
                <c:pt idx="12">
                  <c:v>3.55</c:v>
                </c:pt>
                <c:pt idx="13">
                  <c:v>3.55</c:v>
                </c:pt>
                <c:pt idx="14">
                  <c:v>3.55</c:v>
                </c:pt>
                <c:pt idx="15">
                  <c:v>3.55</c:v>
                </c:pt>
                <c:pt idx="16">
                  <c:v>3.548</c:v>
                </c:pt>
                <c:pt idx="17">
                  <c:v>3.55</c:v>
                </c:pt>
                <c:pt idx="18">
                  <c:v>3.5379999999999998</c:v>
                </c:pt>
                <c:pt idx="19">
                  <c:v>3.5379999999999998</c:v>
                </c:pt>
                <c:pt idx="20">
                  <c:v>3.5379999999999998</c:v>
                </c:pt>
                <c:pt idx="21">
                  <c:v>3.54</c:v>
                </c:pt>
                <c:pt idx="22">
                  <c:v>3.5419999999999998</c:v>
                </c:pt>
                <c:pt idx="23">
                  <c:v>3.544</c:v>
                </c:pt>
                <c:pt idx="24">
                  <c:v>3.5590000000000002</c:v>
                </c:pt>
                <c:pt idx="25">
                  <c:v>3.5640000000000001</c:v>
                </c:pt>
                <c:pt idx="26">
                  <c:v>3.5640000000000001</c:v>
                </c:pt>
                <c:pt idx="27">
                  <c:v>3.5640000000000001</c:v>
                </c:pt>
                <c:pt idx="28">
                  <c:v>3.5590000000000002</c:v>
                </c:pt>
                <c:pt idx="29">
                  <c:v>3.5569999999999999</c:v>
                </c:pt>
                <c:pt idx="30">
                  <c:v>3.5579999999999998</c:v>
                </c:pt>
                <c:pt idx="31">
                  <c:v>3.569</c:v>
                </c:pt>
                <c:pt idx="32">
                  <c:v>3.5720000000000001</c:v>
                </c:pt>
                <c:pt idx="33">
                  <c:v>3.5720000000000001</c:v>
                </c:pt>
                <c:pt idx="34">
                  <c:v>3.5720000000000001</c:v>
                </c:pt>
                <c:pt idx="35">
                  <c:v>3.5779999999999998</c:v>
                </c:pt>
                <c:pt idx="36">
                  <c:v>3.5779999999999998</c:v>
                </c:pt>
                <c:pt idx="37">
                  <c:v>3.5779999999999998</c:v>
                </c:pt>
                <c:pt idx="38">
                  <c:v>3.6150000000000002</c:v>
                </c:pt>
                <c:pt idx="39">
                  <c:v>3.6219999999999999</c:v>
                </c:pt>
                <c:pt idx="40">
                  <c:v>3.6219999999999999</c:v>
                </c:pt>
                <c:pt idx="41">
                  <c:v>3.6219999999999999</c:v>
                </c:pt>
                <c:pt idx="42">
                  <c:v>3.6230000000000002</c:v>
                </c:pt>
                <c:pt idx="43">
                  <c:v>3.6230000000000002</c:v>
                </c:pt>
                <c:pt idx="44">
                  <c:v>3.6259999999999999</c:v>
                </c:pt>
                <c:pt idx="45">
                  <c:v>3.6720000000000002</c:v>
                </c:pt>
                <c:pt idx="46">
                  <c:v>3.66</c:v>
                </c:pt>
                <c:pt idx="47">
                  <c:v>3.66</c:v>
                </c:pt>
                <c:pt idx="48">
                  <c:v>3.66</c:v>
                </c:pt>
                <c:pt idx="49">
                  <c:v>3.6789999999999998</c:v>
                </c:pt>
                <c:pt idx="50">
                  <c:v>3.6739999999999999</c:v>
                </c:pt>
                <c:pt idx="51">
                  <c:v>3.665</c:v>
                </c:pt>
                <c:pt idx="52">
                  <c:v>3.7050000000000001</c:v>
                </c:pt>
                <c:pt idx="53">
                  <c:v>3.7189999999999999</c:v>
                </c:pt>
                <c:pt idx="54">
                  <c:v>3.7189999999999999</c:v>
                </c:pt>
                <c:pt idx="55">
                  <c:v>3.7189999999999999</c:v>
                </c:pt>
                <c:pt idx="56">
                  <c:v>3.7269999999999999</c:v>
                </c:pt>
                <c:pt idx="57">
                  <c:v>3.726</c:v>
                </c:pt>
                <c:pt idx="58">
                  <c:v>3.7269999999999999</c:v>
                </c:pt>
                <c:pt idx="59">
                  <c:v>3.746</c:v>
                </c:pt>
                <c:pt idx="60">
                  <c:v>3.762</c:v>
                </c:pt>
                <c:pt idx="61">
                  <c:v>3.762</c:v>
                </c:pt>
                <c:pt idx="62">
                  <c:v>3.762</c:v>
                </c:pt>
                <c:pt idx="63">
                  <c:v>3.758</c:v>
                </c:pt>
                <c:pt idx="64">
                  <c:v>3.762</c:v>
                </c:pt>
                <c:pt idx="65">
                  <c:v>3.77</c:v>
                </c:pt>
                <c:pt idx="66">
                  <c:v>3.7970000000000002</c:v>
                </c:pt>
                <c:pt idx="67">
                  <c:v>3.7930000000000001</c:v>
                </c:pt>
                <c:pt idx="68">
                  <c:v>3.7930000000000001</c:v>
                </c:pt>
                <c:pt idx="69">
                  <c:v>3.7930000000000001</c:v>
                </c:pt>
                <c:pt idx="70">
                  <c:v>3.7869999999999999</c:v>
                </c:pt>
                <c:pt idx="71">
                  <c:v>3.7850000000000001</c:v>
                </c:pt>
                <c:pt idx="72">
                  <c:v>3.7879999999999998</c:v>
                </c:pt>
                <c:pt idx="73">
                  <c:v>3.81</c:v>
                </c:pt>
                <c:pt idx="74">
                  <c:v>3.82</c:v>
                </c:pt>
                <c:pt idx="75">
                  <c:v>3.82</c:v>
                </c:pt>
                <c:pt idx="76">
                  <c:v>3.82</c:v>
                </c:pt>
                <c:pt idx="77">
                  <c:v>3.8220000000000001</c:v>
                </c:pt>
                <c:pt idx="78">
                  <c:v>3.827</c:v>
                </c:pt>
                <c:pt idx="79">
                  <c:v>3.831</c:v>
                </c:pt>
                <c:pt idx="80">
                  <c:v>3.8380000000000001</c:v>
                </c:pt>
                <c:pt idx="81">
                  <c:v>3.839</c:v>
                </c:pt>
                <c:pt idx="82">
                  <c:v>3.839</c:v>
                </c:pt>
                <c:pt idx="83">
                  <c:v>3.839</c:v>
                </c:pt>
                <c:pt idx="84">
                  <c:v>3.8479999999999999</c:v>
                </c:pt>
                <c:pt idx="85">
                  <c:v>3.8420000000000001</c:v>
                </c:pt>
                <c:pt idx="86">
                  <c:v>3.8530000000000002</c:v>
                </c:pt>
                <c:pt idx="87">
                  <c:v>3.8580000000000001</c:v>
                </c:pt>
                <c:pt idx="88">
                  <c:v>3.8580000000000001</c:v>
                </c:pt>
                <c:pt idx="89">
                  <c:v>3.8580000000000001</c:v>
                </c:pt>
                <c:pt idx="90">
                  <c:v>3.8580000000000001</c:v>
                </c:pt>
                <c:pt idx="91">
                  <c:v>3.86</c:v>
                </c:pt>
                <c:pt idx="92">
                  <c:v>3.86</c:v>
                </c:pt>
                <c:pt idx="93">
                  <c:v>3.86</c:v>
                </c:pt>
                <c:pt idx="94">
                  <c:v>3.8780000000000001</c:v>
                </c:pt>
                <c:pt idx="95">
                  <c:v>3.86</c:v>
                </c:pt>
                <c:pt idx="96">
                  <c:v>3.86</c:v>
                </c:pt>
                <c:pt idx="97">
                  <c:v>3.86</c:v>
                </c:pt>
                <c:pt idx="98">
                  <c:v>3.8780000000000001</c:v>
                </c:pt>
                <c:pt idx="99">
                  <c:v>3.8759999999999999</c:v>
                </c:pt>
                <c:pt idx="100">
                  <c:v>3.8650000000000002</c:v>
                </c:pt>
                <c:pt idx="101">
                  <c:v>3.8959999999999999</c:v>
                </c:pt>
                <c:pt idx="102">
                  <c:v>3.8919999999999999</c:v>
                </c:pt>
                <c:pt idx="103">
                  <c:v>3.8919999999999999</c:v>
                </c:pt>
                <c:pt idx="104">
                  <c:v>3.8919999999999999</c:v>
                </c:pt>
                <c:pt idx="105">
                  <c:v>3.911</c:v>
                </c:pt>
                <c:pt idx="106">
                  <c:v>3.9260000000000002</c:v>
                </c:pt>
                <c:pt idx="107">
                  <c:v>3.9449999999999998</c:v>
                </c:pt>
                <c:pt idx="108">
                  <c:v>3.9369999999999998</c:v>
                </c:pt>
                <c:pt idx="109">
                  <c:v>3.9540000000000002</c:v>
                </c:pt>
                <c:pt idx="110">
                  <c:v>3.9540000000000002</c:v>
                </c:pt>
                <c:pt idx="111">
                  <c:v>3.9540000000000002</c:v>
                </c:pt>
                <c:pt idx="112">
                  <c:v>3.956</c:v>
                </c:pt>
                <c:pt idx="113">
                  <c:v>3.956</c:v>
                </c:pt>
                <c:pt idx="114">
                  <c:v>3.956</c:v>
                </c:pt>
                <c:pt idx="115">
                  <c:v>3.9830000000000001</c:v>
                </c:pt>
                <c:pt idx="116">
                  <c:v>3.98</c:v>
                </c:pt>
                <c:pt idx="117">
                  <c:v>3.98</c:v>
                </c:pt>
                <c:pt idx="118">
                  <c:v>3.98</c:v>
                </c:pt>
                <c:pt idx="119">
                  <c:v>3.9830000000000001</c:v>
                </c:pt>
                <c:pt idx="120">
                  <c:v>3.9870000000000001</c:v>
                </c:pt>
                <c:pt idx="121">
                  <c:v>3.9849999999999999</c:v>
                </c:pt>
                <c:pt idx="122">
                  <c:v>4.0019999999999998</c:v>
                </c:pt>
                <c:pt idx="123">
                  <c:v>4.008</c:v>
                </c:pt>
                <c:pt idx="124">
                  <c:v>4.008</c:v>
                </c:pt>
                <c:pt idx="125">
                  <c:v>4.008</c:v>
                </c:pt>
                <c:pt idx="126">
                  <c:v>4.0119999999999996</c:v>
                </c:pt>
                <c:pt idx="127">
                  <c:v>4.0129999999999999</c:v>
                </c:pt>
                <c:pt idx="128">
                  <c:v>4.0129999999999999</c:v>
                </c:pt>
                <c:pt idx="129">
                  <c:v>4.032</c:v>
                </c:pt>
                <c:pt idx="130">
                  <c:v>4.032</c:v>
                </c:pt>
                <c:pt idx="131">
                  <c:v>4.032</c:v>
                </c:pt>
                <c:pt idx="132">
                  <c:v>4.032</c:v>
                </c:pt>
                <c:pt idx="133">
                  <c:v>4.0359999999999996</c:v>
                </c:pt>
                <c:pt idx="134">
                  <c:v>4.0359999999999996</c:v>
                </c:pt>
                <c:pt idx="135">
                  <c:v>4.04</c:v>
                </c:pt>
                <c:pt idx="136">
                  <c:v>4.04</c:v>
                </c:pt>
                <c:pt idx="137">
                  <c:v>4.04</c:v>
                </c:pt>
                <c:pt idx="138">
                  <c:v>4.04</c:v>
                </c:pt>
                <c:pt idx="139">
                  <c:v>4.04</c:v>
                </c:pt>
                <c:pt idx="140">
                  <c:v>4.0439999999999996</c:v>
                </c:pt>
                <c:pt idx="141">
                  <c:v>4.05</c:v>
                </c:pt>
                <c:pt idx="142">
                  <c:v>4.09</c:v>
                </c:pt>
                <c:pt idx="143">
                  <c:v>4.1689999999999996</c:v>
                </c:pt>
                <c:pt idx="144">
                  <c:v>4.1520000000000001</c:v>
                </c:pt>
                <c:pt idx="145">
                  <c:v>4.1520000000000001</c:v>
                </c:pt>
                <c:pt idx="146">
                  <c:v>4.1520000000000001</c:v>
                </c:pt>
                <c:pt idx="147">
                  <c:v>4.1509999999999998</c:v>
                </c:pt>
                <c:pt idx="148">
                  <c:v>4.1399999999999997</c:v>
                </c:pt>
                <c:pt idx="149">
                  <c:v>4.1399999999999997</c:v>
                </c:pt>
                <c:pt idx="150">
                  <c:v>4.141</c:v>
                </c:pt>
                <c:pt idx="151">
                  <c:v>4.1399999999999997</c:v>
                </c:pt>
                <c:pt idx="152">
                  <c:v>4.1399999999999997</c:v>
                </c:pt>
                <c:pt idx="153">
                  <c:v>4.1399999999999997</c:v>
                </c:pt>
                <c:pt idx="154">
                  <c:v>4.1399999999999997</c:v>
                </c:pt>
                <c:pt idx="155">
                  <c:v>4.056</c:v>
                </c:pt>
                <c:pt idx="156">
                  <c:v>4.04</c:v>
                </c:pt>
                <c:pt idx="157">
                  <c:v>4.0609999999999999</c:v>
                </c:pt>
                <c:pt idx="158">
                  <c:v>4.0579999999999998</c:v>
                </c:pt>
                <c:pt idx="159">
                  <c:v>4.0579999999999998</c:v>
                </c:pt>
                <c:pt idx="160">
                  <c:v>4.0579999999999998</c:v>
                </c:pt>
                <c:pt idx="161">
                  <c:v>4.0629999999999997</c:v>
                </c:pt>
                <c:pt idx="162">
                  <c:v>4.0629999999999997</c:v>
                </c:pt>
                <c:pt idx="163">
                  <c:v>4.0599999999999996</c:v>
                </c:pt>
                <c:pt idx="164">
                  <c:v>4.0650000000000004</c:v>
                </c:pt>
                <c:pt idx="165">
                  <c:v>4.0609999999999999</c:v>
                </c:pt>
                <c:pt idx="166">
                  <c:v>4.0609999999999999</c:v>
                </c:pt>
                <c:pt idx="167">
                  <c:v>4.0609999999999999</c:v>
                </c:pt>
                <c:pt idx="168">
                  <c:v>4.0730000000000004</c:v>
                </c:pt>
                <c:pt idx="169">
                  <c:v>4.0730000000000004</c:v>
                </c:pt>
                <c:pt idx="170">
                  <c:v>4.0880000000000001</c:v>
                </c:pt>
                <c:pt idx="171">
                  <c:v>4.0880000000000001</c:v>
                </c:pt>
                <c:pt idx="172">
                  <c:v>4.0910000000000002</c:v>
                </c:pt>
                <c:pt idx="173">
                  <c:v>4.0910000000000002</c:v>
                </c:pt>
                <c:pt idx="174">
                  <c:v>4.0910000000000002</c:v>
                </c:pt>
                <c:pt idx="175">
                  <c:v>4.1100000000000003</c:v>
                </c:pt>
                <c:pt idx="176">
                  <c:v>4.1100000000000003</c:v>
                </c:pt>
                <c:pt idx="177">
                  <c:v>4.1130000000000004</c:v>
                </c:pt>
                <c:pt idx="178">
                  <c:v>4.1130000000000004</c:v>
                </c:pt>
                <c:pt idx="179">
                  <c:v>4.1130000000000004</c:v>
                </c:pt>
                <c:pt idx="180">
                  <c:v>4.1130000000000004</c:v>
                </c:pt>
                <c:pt idx="181">
                  <c:v>4.1130000000000004</c:v>
                </c:pt>
                <c:pt idx="182">
                  <c:v>4.1130000000000004</c:v>
                </c:pt>
                <c:pt idx="183">
                  <c:v>4.1130000000000004</c:v>
                </c:pt>
                <c:pt idx="184">
                  <c:v>4.1130000000000004</c:v>
                </c:pt>
                <c:pt idx="185">
                  <c:v>4.1130000000000004</c:v>
                </c:pt>
                <c:pt idx="186">
                  <c:v>4.1130000000000004</c:v>
                </c:pt>
                <c:pt idx="187">
                  <c:v>4.1130000000000004</c:v>
                </c:pt>
                <c:pt idx="188">
                  <c:v>4.1130000000000004</c:v>
                </c:pt>
                <c:pt idx="189">
                  <c:v>4.1139999999999999</c:v>
                </c:pt>
                <c:pt idx="190">
                  <c:v>4.1159999999999997</c:v>
                </c:pt>
                <c:pt idx="191">
                  <c:v>4.1159999999999997</c:v>
                </c:pt>
                <c:pt idx="192">
                  <c:v>4.1189999999999998</c:v>
                </c:pt>
                <c:pt idx="193">
                  <c:v>4.1189999999999998</c:v>
                </c:pt>
                <c:pt idx="194">
                  <c:v>4.1189999999999998</c:v>
                </c:pt>
                <c:pt idx="195">
                  <c:v>4.1189999999999998</c:v>
                </c:pt>
                <c:pt idx="196">
                  <c:v>4.157</c:v>
                </c:pt>
                <c:pt idx="197">
                  <c:v>4.1619999999999999</c:v>
                </c:pt>
                <c:pt idx="198">
                  <c:v>4.1660000000000004</c:v>
                </c:pt>
                <c:pt idx="199">
                  <c:v>4.165</c:v>
                </c:pt>
                <c:pt idx="200">
                  <c:v>4.1669999999999998</c:v>
                </c:pt>
                <c:pt idx="201">
                  <c:v>4.1669999999999998</c:v>
                </c:pt>
                <c:pt idx="202">
                  <c:v>4.1669999999999998</c:v>
                </c:pt>
                <c:pt idx="203">
                  <c:v>4.1779999999999999</c:v>
                </c:pt>
                <c:pt idx="204">
                  <c:v>4.1870000000000003</c:v>
                </c:pt>
                <c:pt idx="205">
                  <c:v>4.1890000000000001</c:v>
                </c:pt>
                <c:pt idx="206">
                  <c:v>4.2</c:v>
                </c:pt>
                <c:pt idx="207">
                  <c:v>4.1929999999999996</c:v>
                </c:pt>
                <c:pt idx="208">
                  <c:v>4.1929999999999996</c:v>
                </c:pt>
                <c:pt idx="209">
                  <c:v>4.1929999999999996</c:v>
                </c:pt>
                <c:pt idx="210">
                  <c:v>4.1980000000000004</c:v>
                </c:pt>
                <c:pt idx="211">
                  <c:v>4.1950000000000003</c:v>
                </c:pt>
                <c:pt idx="212">
                  <c:v>4.1980000000000004</c:v>
                </c:pt>
                <c:pt idx="213">
                  <c:v>4.1950000000000003</c:v>
                </c:pt>
                <c:pt idx="214">
                  <c:v>4.2039999999999997</c:v>
                </c:pt>
                <c:pt idx="215">
                  <c:v>4.2039999999999997</c:v>
                </c:pt>
                <c:pt idx="216">
                  <c:v>4.2039999999999997</c:v>
                </c:pt>
                <c:pt idx="217">
                  <c:v>4.1980000000000004</c:v>
                </c:pt>
                <c:pt idx="218">
                  <c:v>4.2060000000000004</c:v>
                </c:pt>
                <c:pt idx="219">
                  <c:v>4.2</c:v>
                </c:pt>
                <c:pt idx="220">
                  <c:v>4.2009999999999996</c:v>
                </c:pt>
                <c:pt idx="221">
                  <c:v>4.2130000000000001</c:v>
                </c:pt>
                <c:pt idx="222">
                  <c:v>4.2130000000000001</c:v>
                </c:pt>
                <c:pt idx="223">
                  <c:v>4.2130000000000001</c:v>
                </c:pt>
                <c:pt idx="224">
                  <c:v>4.2080000000000002</c:v>
                </c:pt>
                <c:pt idx="225">
                  <c:v>4.2130000000000001</c:v>
                </c:pt>
                <c:pt idx="226">
                  <c:v>4.2160000000000002</c:v>
                </c:pt>
                <c:pt idx="227">
                  <c:v>4.2130000000000001</c:v>
                </c:pt>
                <c:pt idx="228">
                  <c:v>4.218</c:v>
                </c:pt>
                <c:pt idx="229">
                  <c:v>4.218</c:v>
                </c:pt>
                <c:pt idx="230">
                  <c:v>4.218</c:v>
                </c:pt>
                <c:pt idx="231">
                  <c:v>4.2249999999999996</c:v>
                </c:pt>
                <c:pt idx="232">
                  <c:v>4.2240000000000002</c:v>
                </c:pt>
                <c:pt idx="233">
                  <c:v>4.2249999999999996</c:v>
                </c:pt>
                <c:pt idx="234">
                  <c:v>4.226</c:v>
                </c:pt>
                <c:pt idx="235">
                  <c:v>4.2329999999999997</c:v>
                </c:pt>
                <c:pt idx="236">
                  <c:v>4.2329999999999997</c:v>
                </c:pt>
                <c:pt idx="237">
                  <c:v>4.2329999999999997</c:v>
                </c:pt>
                <c:pt idx="238">
                  <c:v>4.2300000000000004</c:v>
                </c:pt>
                <c:pt idx="239">
                  <c:v>4.2279999999999998</c:v>
                </c:pt>
                <c:pt idx="240">
                  <c:v>4.2210000000000001</c:v>
                </c:pt>
                <c:pt idx="241">
                  <c:v>4.2240000000000002</c:v>
                </c:pt>
                <c:pt idx="242">
                  <c:v>4.2249999999999996</c:v>
                </c:pt>
                <c:pt idx="243">
                  <c:v>4.2249999999999996</c:v>
                </c:pt>
                <c:pt idx="244">
                  <c:v>4.2249999999999996</c:v>
                </c:pt>
                <c:pt idx="245">
                  <c:v>4.2350000000000003</c:v>
                </c:pt>
                <c:pt idx="246">
                  <c:v>4.2350000000000003</c:v>
                </c:pt>
                <c:pt idx="247">
                  <c:v>4.2300000000000004</c:v>
                </c:pt>
                <c:pt idx="248">
                  <c:v>4.2329999999999997</c:v>
                </c:pt>
                <c:pt idx="249">
                  <c:v>4.2329999999999997</c:v>
                </c:pt>
                <c:pt idx="250">
                  <c:v>4.2329999999999997</c:v>
                </c:pt>
                <c:pt idx="251">
                  <c:v>4.2329999999999997</c:v>
                </c:pt>
                <c:pt idx="252">
                  <c:v>4.2329999999999997</c:v>
                </c:pt>
                <c:pt idx="253">
                  <c:v>4.2329999999999997</c:v>
                </c:pt>
                <c:pt idx="254">
                  <c:v>4.2359999999999998</c:v>
                </c:pt>
                <c:pt idx="255">
                  <c:v>4.2359999999999998</c:v>
                </c:pt>
                <c:pt idx="256">
                  <c:v>4.2359999999999998</c:v>
                </c:pt>
                <c:pt idx="257">
                  <c:v>4.2359999999999998</c:v>
                </c:pt>
                <c:pt idx="258">
                  <c:v>4.2359999999999998</c:v>
                </c:pt>
                <c:pt idx="259">
                  <c:v>4.226</c:v>
                </c:pt>
                <c:pt idx="260">
                  <c:v>4.2320000000000002</c:v>
                </c:pt>
                <c:pt idx="261">
                  <c:v>4.2350000000000003</c:v>
                </c:pt>
                <c:pt idx="262">
                  <c:v>4.2350000000000003</c:v>
                </c:pt>
                <c:pt idx="263">
                  <c:v>4.2350000000000003</c:v>
                </c:pt>
                <c:pt idx="264">
                  <c:v>4.2350000000000003</c:v>
                </c:pt>
                <c:pt idx="265">
                  <c:v>4.2350000000000003</c:v>
                </c:pt>
                <c:pt idx="266">
                  <c:v>4.2350000000000003</c:v>
                </c:pt>
                <c:pt idx="267">
                  <c:v>4.2359999999999998</c:v>
                </c:pt>
                <c:pt idx="268">
                  <c:v>4.2380000000000004</c:v>
                </c:pt>
                <c:pt idx="269">
                  <c:v>4.2430000000000003</c:v>
                </c:pt>
                <c:pt idx="270">
                  <c:v>4.24</c:v>
                </c:pt>
                <c:pt idx="271">
                  <c:v>4.24</c:v>
                </c:pt>
                <c:pt idx="272">
                  <c:v>4.24</c:v>
                </c:pt>
                <c:pt idx="273">
                  <c:v>4.2439999999999998</c:v>
                </c:pt>
                <c:pt idx="274">
                  <c:v>4.24</c:v>
                </c:pt>
                <c:pt idx="275">
                  <c:v>4.2439999999999998</c:v>
                </c:pt>
                <c:pt idx="276">
                  <c:v>4.2510000000000003</c:v>
                </c:pt>
                <c:pt idx="277">
                  <c:v>4.2530000000000001</c:v>
                </c:pt>
                <c:pt idx="278">
                  <c:v>4.2530000000000001</c:v>
                </c:pt>
                <c:pt idx="279">
                  <c:v>4.2530000000000001</c:v>
                </c:pt>
                <c:pt idx="280">
                  <c:v>4.25</c:v>
                </c:pt>
                <c:pt idx="281">
                  <c:v>4.25</c:v>
                </c:pt>
                <c:pt idx="282">
                  <c:v>4.2519999999999998</c:v>
                </c:pt>
                <c:pt idx="283">
                  <c:v>4.3259999999999996</c:v>
                </c:pt>
                <c:pt idx="284">
                  <c:v>4.3209999999999997</c:v>
                </c:pt>
                <c:pt idx="285">
                  <c:v>4.3209999999999997</c:v>
                </c:pt>
                <c:pt idx="286">
                  <c:v>4.3209999999999997</c:v>
                </c:pt>
                <c:pt idx="287">
                  <c:v>4.33</c:v>
                </c:pt>
                <c:pt idx="288">
                  <c:v>4.3280000000000003</c:v>
                </c:pt>
                <c:pt idx="289">
                  <c:v>4.3289999999999997</c:v>
                </c:pt>
                <c:pt idx="290">
                  <c:v>4.3339999999999996</c:v>
                </c:pt>
                <c:pt idx="291">
                  <c:v>4.3339999999999996</c:v>
                </c:pt>
                <c:pt idx="292">
                  <c:v>4.3339999999999996</c:v>
                </c:pt>
                <c:pt idx="293">
                  <c:v>4.3339999999999996</c:v>
                </c:pt>
                <c:pt idx="294">
                  <c:v>4.335</c:v>
                </c:pt>
                <c:pt idx="295">
                  <c:v>4.3390000000000004</c:v>
                </c:pt>
                <c:pt idx="296">
                  <c:v>4.34</c:v>
                </c:pt>
                <c:pt idx="297">
                  <c:v>4.3470000000000004</c:v>
                </c:pt>
                <c:pt idx="298">
                  <c:v>4.3470000000000004</c:v>
                </c:pt>
                <c:pt idx="299">
                  <c:v>4.3470000000000004</c:v>
                </c:pt>
                <c:pt idx="300">
                  <c:v>4.3470000000000004</c:v>
                </c:pt>
                <c:pt idx="301">
                  <c:v>4.3499999999999996</c:v>
                </c:pt>
                <c:pt idx="302">
                  <c:v>4.3499999999999996</c:v>
                </c:pt>
                <c:pt idx="303">
                  <c:v>4.3520000000000003</c:v>
                </c:pt>
                <c:pt idx="304">
                  <c:v>4.3849999999999998</c:v>
                </c:pt>
                <c:pt idx="305">
                  <c:v>4.3899999999999997</c:v>
                </c:pt>
                <c:pt idx="306">
                  <c:v>4.3899999999999997</c:v>
                </c:pt>
                <c:pt idx="307">
                  <c:v>4.3899999999999997</c:v>
                </c:pt>
                <c:pt idx="308">
                  <c:v>4.3970000000000002</c:v>
                </c:pt>
                <c:pt idx="309">
                  <c:v>4.3940000000000001</c:v>
                </c:pt>
                <c:pt idx="310">
                  <c:v>4.3959999999999999</c:v>
                </c:pt>
                <c:pt idx="311">
                  <c:v>4.3970000000000002</c:v>
                </c:pt>
                <c:pt idx="312">
                  <c:v>4.3959999999999999</c:v>
                </c:pt>
                <c:pt idx="313">
                  <c:v>4.3959999999999999</c:v>
                </c:pt>
                <c:pt idx="314">
                  <c:v>4.3959999999999999</c:v>
                </c:pt>
                <c:pt idx="315">
                  <c:v>4.399</c:v>
                </c:pt>
                <c:pt idx="316">
                  <c:v>4.3949999999999996</c:v>
                </c:pt>
                <c:pt idx="317">
                  <c:v>4.3979999999999997</c:v>
                </c:pt>
                <c:pt idx="318">
                  <c:v>4.399</c:v>
                </c:pt>
                <c:pt idx="319">
                  <c:v>4.3959999999999999</c:v>
                </c:pt>
                <c:pt idx="320">
                  <c:v>4.3959999999999999</c:v>
                </c:pt>
                <c:pt idx="321">
                  <c:v>4.3959999999999999</c:v>
                </c:pt>
                <c:pt idx="322">
                  <c:v>4.3970000000000002</c:v>
                </c:pt>
                <c:pt idx="323">
                  <c:v>4.399</c:v>
                </c:pt>
                <c:pt idx="324">
                  <c:v>4.399</c:v>
                </c:pt>
                <c:pt idx="325">
                  <c:v>4.3970000000000002</c:v>
                </c:pt>
                <c:pt idx="326">
                  <c:v>4.3979999999999997</c:v>
                </c:pt>
                <c:pt idx="327">
                  <c:v>4.3979999999999997</c:v>
                </c:pt>
                <c:pt idx="328">
                  <c:v>4.3979999999999997</c:v>
                </c:pt>
                <c:pt idx="329">
                  <c:v>4.3979999999999997</c:v>
                </c:pt>
                <c:pt idx="330">
                  <c:v>4.3979999999999997</c:v>
                </c:pt>
                <c:pt idx="331">
                  <c:v>4.4000000000000004</c:v>
                </c:pt>
                <c:pt idx="332">
                  <c:v>4.4020000000000001</c:v>
                </c:pt>
                <c:pt idx="333">
                  <c:v>4.4050000000000002</c:v>
                </c:pt>
                <c:pt idx="334">
                  <c:v>4.4050000000000002</c:v>
                </c:pt>
                <c:pt idx="335">
                  <c:v>4.4050000000000002</c:v>
                </c:pt>
                <c:pt idx="336">
                  <c:v>4.4020000000000001</c:v>
                </c:pt>
                <c:pt idx="337">
                  <c:v>4.4080000000000004</c:v>
                </c:pt>
                <c:pt idx="338">
                  <c:v>4.407</c:v>
                </c:pt>
                <c:pt idx="339">
                  <c:v>4.4089999999999998</c:v>
                </c:pt>
                <c:pt idx="340">
                  <c:v>4.4050000000000002</c:v>
                </c:pt>
                <c:pt idx="341">
                  <c:v>4.4050000000000002</c:v>
                </c:pt>
                <c:pt idx="342">
                  <c:v>4.4050000000000002</c:v>
                </c:pt>
                <c:pt idx="343">
                  <c:v>4.4080000000000004</c:v>
                </c:pt>
                <c:pt idx="344">
                  <c:v>4.4080000000000004</c:v>
                </c:pt>
                <c:pt idx="345">
                  <c:v>4.4089999999999998</c:v>
                </c:pt>
                <c:pt idx="346">
                  <c:v>4.4119999999999999</c:v>
                </c:pt>
                <c:pt idx="347">
                  <c:v>4.41</c:v>
                </c:pt>
                <c:pt idx="348">
                  <c:v>4.41</c:v>
                </c:pt>
                <c:pt idx="349">
                  <c:v>4.41</c:v>
                </c:pt>
                <c:pt idx="350">
                  <c:v>4.41</c:v>
                </c:pt>
                <c:pt idx="351">
                  <c:v>4.4119999999999999</c:v>
                </c:pt>
                <c:pt idx="352">
                  <c:v>4.4080000000000004</c:v>
                </c:pt>
                <c:pt idx="353">
                  <c:v>4.4119999999999999</c:v>
                </c:pt>
                <c:pt idx="354">
                  <c:v>4.415</c:v>
                </c:pt>
                <c:pt idx="355">
                  <c:v>4.415</c:v>
                </c:pt>
                <c:pt idx="356">
                  <c:v>4.415</c:v>
                </c:pt>
                <c:pt idx="357">
                  <c:v>4.4160000000000004</c:v>
                </c:pt>
                <c:pt idx="358">
                  <c:v>4.4180000000000001</c:v>
                </c:pt>
                <c:pt idx="359">
                  <c:v>4.423</c:v>
                </c:pt>
                <c:pt idx="360">
                  <c:v>4.423</c:v>
                </c:pt>
                <c:pt idx="361">
                  <c:v>4.4240000000000004</c:v>
                </c:pt>
                <c:pt idx="362">
                  <c:v>4.4240000000000004</c:v>
                </c:pt>
                <c:pt idx="363">
                  <c:v>4.4240000000000004</c:v>
                </c:pt>
                <c:pt idx="364">
                  <c:v>4.4530000000000003</c:v>
                </c:pt>
                <c:pt idx="365">
                  <c:v>4.4480000000000004</c:v>
                </c:pt>
                <c:pt idx="366">
                  <c:v>4.45</c:v>
                </c:pt>
              </c:numCache>
            </c:numRef>
          </c:val>
          <c:smooth val="1"/>
          <c:extLst>
            <c:ext xmlns:c16="http://schemas.microsoft.com/office/drawing/2014/chart" uri="{C3380CC4-5D6E-409C-BE32-E72D297353CC}">
              <c16:uniqueId val="{00000003-FB17-4A31-97F2-606CAB86D6DD}"/>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45887</c:v>
                </c:pt>
                <c:pt idx="1">
                  <c:v>45888</c:v>
                </c:pt>
                <c:pt idx="2">
                  <c:v>45889</c:v>
                </c:pt>
                <c:pt idx="3">
                  <c:v>45890</c:v>
                </c:pt>
                <c:pt idx="4">
                  <c:v>45891</c:v>
                </c:pt>
                <c:pt idx="5">
                  <c:v>45892</c:v>
                </c:pt>
                <c:pt idx="6">
                  <c:v>45893</c:v>
                </c:pt>
                <c:pt idx="7">
                  <c:v>45894</c:v>
                </c:pt>
                <c:pt idx="8">
                  <c:v>45895</c:v>
                </c:pt>
                <c:pt idx="9">
                  <c:v>45896</c:v>
                </c:pt>
                <c:pt idx="10">
                  <c:v>45897</c:v>
                </c:pt>
                <c:pt idx="11">
                  <c:v>45898</c:v>
                </c:pt>
                <c:pt idx="12">
                  <c:v>45899</c:v>
                </c:pt>
                <c:pt idx="13">
                  <c:v>45900</c:v>
                </c:pt>
                <c:pt idx="14">
                  <c:v>45901</c:v>
                </c:pt>
                <c:pt idx="15">
                  <c:v>45902</c:v>
                </c:pt>
                <c:pt idx="16">
                  <c:v>45903</c:v>
                </c:pt>
                <c:pt idx="17">
                  <c:v>45904</c:v>
                </c:pt>
                <c:pt idx="18">
                  <c:v>45905</c:v>
                </c:pt>
                <c:pt idx="19">
                  <c:v>45906</c:v>
                </c:pt>
                <c:pt idx="20">
                  <c:v>45907</c:v>
                </c:pt>
                <c:pt idx="21">
                  <c:v>45908</c:v>
                </c:pt>
                <c:pt idx="22">
                  <c:v>45909</c:v>
                </c:pt>
                <c:pt idx="23">
                  <c:v>45910</c:v>
                </c:pt>
                <c:pt idx="24">
                  <c:v>45911</c:v>
                </c:pt>
                <c:pt idx="25">
                  <c:v>45912</c:v>
                </c:pt>
                <c:pt idx="26">
                  <c:v>45913</c:v>
                </c:pt>
                <c:pt idx="27">
                  <c:v>45914</c:v>
                </c:pt>
                <c:pt idx="28">
                  <c:v>45915</c:v>
                </c:pt>
                <c:pt idx="29">
                  <c:v>45916</c:v>
                </c:pt>
                <c:pt idx="30">
                  <c:v>45917</c:v>
                </c:pt>
                <c:pt idx="31">
                  <c:v>45918</c:v>
                </c:pt>
                <c:pt idx="32">
                  <c:v>45919</c:v>
                </c:pt>
                <c:pt idx="33">
                  <c:v>45920</c:v>
                </c:pt>
                <c:pt idx="34">
                  <c:v>45921</c:v>
                </c:pt>
                <c:pt idx="35">
                  <c:v>45922</c:v>
                </c:pt>
                <c:pt idx="36">
                  <c:v>45923</c:v>
                </c:pt>
                <c:pt idx="37">
                  <c:v>45924</c:v>
                </c:pt>
                <c:pt idx="38">
                  <c:v>45925</c:v>
                </c:pt>
                <c:pt idx="39">
                  <c:v>45926</c:v>
                </c:pt>
                <c:pt idx="40">
                  <c:v>45927</c:v>
                </c:pt>
                <c:pt idx="41">
                  <c:v>45928</c:v>
                </c:pt>
                <c:pt idx="42">
                  <c:v>45929</c:v>
                </c:pt>
                <c:pt idx="43">
                  <c:v>45930</c:v>
                </c:pt>
                <c:pt idx="44">
                  <c:v>45931</c:v>
                </c:pt>
                <c:pt idx="45">
                  <c:v>45932</c:v>
                </c:pt>
                <c:pt idx="46">
                  <c:v>45933</c:v>
                </c:pt>
                <c:pt idx="47">
                  <c:v>45934</c:v>
                </c:pt>
                <c:pt idx="48">
                  <c:v>45935</c:v>
                </c:pt>
                <c:pt idx="49">
                  <c:v>45936</c:v>
                </c:pt>
                <c:pt idx="50">
                  <c:v>45937</c:v>
                </c:pt>
                <c:pt idx="51">
                  <c:v>45938</c:v>
                </c:pt>
                <c:pt idx="52">
                  <c:v>45939</c:v>
                </c:pt>
                <c:pt idx="53">
                  <c:v>45940</c:v>
                </c:pt>
                <c:pt idx="54">
                  <c:v>45941</c:v>
                </c:pt>
                <c:pt idx="55">
                  <c:v>45942</c:v>
                </c:pt>
                <c:pt idx="56">
                  <c:v>45943</c:v>
                </c:pt>
                <c:pt idx="57">
                  <c:v>45944</c:v>
                </c:pt>
                <c:pt idx="58">
                  <c:v>45945</c:v>
                </c:pt>
                <c:pt idx="59">
                  <c:v>45946</c:v>
                </c:pt>
                <c:pt idx="60">
                  <c:v>45947</c:v>
                </c:pt>
                <c:pt idx="61">
                  <c:v>45948</c:v>
                </c:pt>
                <c:pt idx="62">
                  <c:v>45949</c:v>
                </c:pt>
                <c:pt idx="63">
                  <c:v>45950</c:v>
                </c:pt>
                <c:pt idx="64">
                  <c:v>45951</c:v>
                </c:pt>
                <c:pt idx="65">
                  <c:v>45952</c:v>
                </c:pt>
                <c:pt idx="66">
                  <c:v>45953</c:v>
                </c:pt>
                <c:pt idx="67">
                  <c:v>45954</c:v>
                </c:pt>
                <c:pt idx="68">
                  <c:v>45955</c:v>
                </c:pt>
                <c:pt idx="69">
                  <c:v>45956</c:v>
                </c:pt>
                <c:pt idx="70">
                  <c:v>45957</c:v>
                </c:pt>
                <c:pt idx="71">
                  <c:v>45958</c:v>
                </c:pt>
                <c:pt idx="72">
                  <c:v>45959</c:v>
                </c:pt>
                <c:pt idx="73">
                  <c:v>45960</c:v>
                </c:pt>
                <c:pt idx="74">
                  <c:v>45961</c:v>
                </c:pt>
                <c:pt idx="75">
                  <c:v>45962</c:v>
                </c:pt>
                <c:pt idx="76">
                  <c:v>45963</c:v>
                </c:pt>
                <c:pt idx="77">
                  <c:v>45964</c:v>
                </c:pt>
                <c:pt idx="78">
                  <c:v>45965</c:v>
                </c:pt>
                <c:pt idx="79">
                  <c:v>45966</c:v>
                </c:pt>
                <c:pt idx="80">
                  <c:v>45967</c:v>
                </c:pt>
                <c:pt idx="81">
                  <c:v>45968</c:v>
                </c:pt>
                <c:pt idx="82">
                  <c:v>45969</c:v>
                </c:pt>
                <c:pt idx="83">
                  <c:v>45970</c:v>
                </c:pt>
                <c:pt idx="84">
                  <c:v>45971</c:v>
                </c:pt>
                <c:pt idx="85">
                  <c:v>45972</c:v>
                </c:pt>
                <c:pt idx="86">
                  <c:v>45973</c:v>
                </c:pt>
                <c:pt idx="87">
                  <c:v>45974</c:v>
                </c:pt>
                <c:pt idx="88">
                  <c:v>45975</c:v>
                </c:pt>
                <c:pt idx="89">
                  <c:v>45976</c:v>
                </c:pt>
                <c:pt idx="90">
                  <c:v>45977</c:v>
                </c:pt>
                <c:pt idx="91">
                  <c:v>45978</c:v>
                </c:pt>
                <c:pt idx="92">
                  <c:v>45979</c:v>
                </c:pt>
                <c:pt idx="93">
                  <c:v>45980</c:v>
                </c:pt>
                <c:pt idx="94">
                  <c:v>45981</c:v>
                </c:pt>
                <c:pt idx="95">
                  <c:v>45982</c:v>
                </c:pt>
                <c:pt idx="96">
                  <c:v>45983</c:v>
                </c:pt>
                <c:pt idx="97">
                  <c:v>45984</c:v>
                </c:pt>
                <c:pt idx="98">
                  <c:v>45985</c:v>
                </c:pt>
                <c:pt idx="99">
                  <c:v>45986</c:v>
                </c:pt>
                <c:pt idx="100">
                  <c:v>45987</c:v>
                </c:pt>
                <c:pt idx="101">
                  <c:v>45988</c:v>
                </c:pt>
                <c:pt idx="102">
                  <c:v>45989</c:v>
                </c:pt>
                <c:pt idx="103">
                  <c:v>45990</c:v>
                </c:pt>
                <c:pt idx="104">
                  <c:v>45991</c:v>
                </c:pt>
                <c:pt idx="105">
                  <c:v>45992</c:v>
                </c:pt>
                <c:pt idx="106">
                  <c:v>45993</c:v>
                </c:pt>
                <c:pt idx="107">
                  <c:v>45994</c:v>
                </c:pt>
                <c:pt idx="108">
                  <c:v>45995</c:v>
                </c:pt>
                <c:pt idx="109">
                  <c:v>45996</c:v>
                </c:pt>
                <c:pt idx="110">
                  <c:v>45997</c:v>
                </c:pt>
                <c:pt idx="111">
                  <c:v>45998</c:v>
                </c:pt>
                <c:pt idx="112">
                  <c:v>45999</c:v>
                </c:pt>
                <c:pt idx="113">
                  <c:v>46000</c:v>
                </c:pt>
                <c:pt idx="114">
                  <c:v>46001</c:v>
                </c:pt>
                <c:pt idx="115">
                  <c:v>46002</c:v>
                </c:pt>
                <c:pt idx="116">
                  <c:v>46003</c:v>
                </c:pt>
                <c:pt idx="117">
                  <c:v>46004</c:v>
                </c:pt>
                <c:pt idx="118">
                  <c:v>46005</c:v>
                </c:pt>
                <c:pt idx="119">
                  <c:v>46006</c:v>
                </c:pt>
                <c:pt idx="120">
                  <c:v>46007</c:v>
                </c:pt>
                <c:pt idx="121">
                  <c:v>46008</c:v>
                </c:pt>
                <c:pt idx="122">
                  <c:v>46009</c:v>
                </c:pt>
                <c:pt idx="123">
                  <c:v>46010</c:v>
                </c:pt>
                <c:pt idx="124">
                  <c:v>46011</c:v>
                </c:pt>
                <c:pt idx="125">
                  <c:v>46012</c:v>
                </c:pt>
                <c:pt idx="126">
                  <c:v>46013</c:v>
                </c:pt>
                <c:pt idx="127">
                  <c:v>46014</c:v>
                </c:pt>
                <c:pt idx="128">
                  <c:v>46015</c:v>
                </c:pt>
                <c:pt idx="129">
                  <c:v>46016</c:v>
                </c:pt>
                <c:pt idx="130">
                  <c:v>46017</c:v>
                </c:pt>
                <c:pt idx="131">
                  <c:v>46018</c:v>
                </c:pt>
                <c:pt idx="132">
                  <c:v>46019</c:v>
                </c:pt>
                <c:pt idx="133">
                  <c:v>46020</c:v>
                </c:pt>
                <c:pt idx="134">
                  <c:v>46021</c:v>
                </c:pt>
                <c:pt idx="135">
                  <c:v>46022</c:v>
                </c:pt>
                <c:pt idx="136">
                  <c:v>46023</c:v>
                </c:pt>
                <c:pt idx="137">
                  <c:v>46024</c:v>
                </c:pt>
                <c:pt idx="138">
                  <c:v>46025</c:v>
                </c:pt>
                <c:pt idx="139">
                  <c:v>46026</c:v>
                </c:pt>
                <c:pt idx="140">
                  <c:v>46027</c:v>
                </c:pt>
                <c:pt idx="141">
                  <c:v>46028</c:v>
                </c:pt>
                <c:pt idx="142">
                  <c:v>46029</c:v>
                </c:pt>
                <c:pt idx="143">
                  <c:v>46030</c:v>
                </c:pt>
                <c:pt idx="144">
                  <c:v>46031</c:v>
                </c:pt>
                <c:pt idx="145">
                  <c:v>46032</c:v>
                </c:pt>
                <c:pt idx="146">
                  <c:v>46033</c:v>
                </c:pt>
                <c:pt idx="147">
                  <c:v>46034</c:v>
                </c:pt>
                <c:pt idx="148">
                  <c:v>46035</c:v>
                </c:pt>
                <c:pt idx="149">
                  <c:v>46036</c:v>
                </c:pt>
                <c:pt idx="150">
                  <c:v>46037</c:v>
                </c:pt>
                <c:pt idx="151">
                  <c:v>46038</c:v>
                </c:pt>
                <c:pt idx="152">
                  <c:v>46039</c:v>
                </c:pt>
                <c:pt idx="153">
                  <c:v>46040</c:v>
                </c:pt>
                <c:pt idx="154">
                  <c:v>46041</c:v>
                </c:pt>
                <c:pt idx="155">
                  <c:v>46042</c:v>
                </c:pt>
                <c:pt idx="156">
                  <c:v>46043</c:v>
                </c:pt>
                <c:pt idx="157">
                  <c:v>46044</c:v>
                </c:pt>
                <c:pt idx="158">
                  <c:v>46045</c:v>
                </c:pt>
                <c:pt idx="159">
                  <c:v>46046</c:v>
                </c:pt>
                <c:pt idx="160">
                  <c:v>46047</c:v>
                </c:pt>
                <c:pt idx="161">
                  <c:v>46048</c:v>
                </c:pt>
                <c:pt idx="162">
                  <c:v>46049</c:v>
                </c:pt>
                <c:pt idx="163">
                  <c:v>46050</c:v>
                </c:pt>
                <c:pt idx="164">
                  <c:v>46051</c:v>
                </c:pt>
                <c:pt idx="165">
                  <c:v>46052</c:v>
                </c:pt>
                <c:pt idx="166">
                  <c:v>46053</c:v>
                </c:pt>
                <c:pt idx="167">
                  <c:v>46054</c:v>
                </c:pt>
                <c:pt idx="168">
                  <c:v>46055</c:v>
                </c:pt>
                <c:pt idx="169">
                  <c:v>46056</c:v>
                </c:pt>
                <c:pt idx="170">
                  <c:v>46057</c:v>
                </c:pt>
                <c:pt idx="171">
                  <c:v>46058</c:v>
                </c:pt>
                <c:pt idx="172">
                  <c:v>46059</c:v>
                </c:pt>
                <c:pt idx="173">
                  <c:v>46060</c:v>
                </c:pt>
                <c:pt idx="174">
                  <c:v>46061</c:v>
                </c:pt>
                <c:pt idx="175">
                  <c:v>46062</c:v>
                </c:pt>
                <c:pt idx="176">
                  <c:v>46063</c:v>
                </c:pt>
                <c:pt idx="177">
                  <c:v>46064</c:v>
                </c:pt>
                <c:pt idx="178">
                  <c:v>46065</c:v>
                </c:pt>
                <c:pt idx="179">
                  <c:v>46066</c:v>
                </c:pt>
                <c:pt idx="180">
                  <c:v>46067</c:v>
                </c:pt>
                <c:pt idx="181">
                  <c:v>46068</c:v>
                </c:pt>
                <c:pt idx="182">
                  <c:v>46069</c:v>
                </c:pt>
                <c:pt idx="183">
                  <c:v>46070</c:v>
                </c:pt>
                <c:pt idx="184">
                  <c:v>46071</c:v>
                </c:pt>
                <c:pt idx="185">
                  <c:v>46072</c:v>
                </c:pt>
                <c:pt idx="186">
                  <c:v>46073</c:v>
                </c:pt>
                <c:pt idx="187">
                  <c:v>46074</c:v>
                </c:pt>
                <c:pt idx="188">
                  <c:v>46075</c:v>
                </c:pt>
                <c:pt idx="189">
                  <c:v>46076</c:v>
                </c:pt>
                <c:pt idx="190">
                  <c:v>46077</c:v>
                </c:pt>
                <c:pt idx="191">
                  <c:v>46078</c:v>
                </c:pt>
                <c:pt idx="192">
                  <c:v>46079</c:v>
                </c:pt>
                <c:pt idx="193">
                  <c:v>46080</c:v>
                </c:pt>
                <c:pt idx="194">
                  <c:v>46081</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46095</c:v>
                </c:pt>
                <c:pt idx="209">
                  <c:v>46096</c:v>
                </c:pt>
                <c:pt idx="210">
                  <c:v>46097</c:v>
                </c:pt>
                <c:pt idx="211">
                  <c:v>46098</c:v>
                </c:pt>
                <c:pt idx="212">
                  <c:v>46099</c:v>
                </c:pt>
                <c:pt idx="213">
                  <c:v>46100</c:v>
                </c:pt>
                <c:pt idx="214">
                  <c:v>46101</c:v>
                </c:pt>
                <c:pt idx="215">
                  <c:v>46102</c:v>
                </c:pt>
                <c:pt idx="216">
                  <c:v>46103</c:v>
                </c:pt>
                <c:pt idx="217">
                  <c:v>46104</c:v>
                </c:pt>
                <c:pt idx="218">
                  <c:v>46105</c:v>
                </c:pt>
                <c:pt idx="219">
                  <c:v>46106</c:v>
                </c:pt>
                <c:pt idx="220">
                  <c:v>46107</c:v>
                </c:pt>
                <c:pt idx="221">
                  <c:v>46108</c:v>
                </c:pt>
                <c:pt idx="222">
                  <c:v>46109</c:v>
                </c:pt>
                <c:pt idx="223">
                  <c:v>46110</c:v>
                </c:pt>
                <c:pt idx="224">
                  <c:v>46111</c:v>
                </c:pt>
                <c:pt idx="225">
                  <c:v>46112</c:v>
                </c:pt>
                <c:pt idx="226">
                  <c:v>46113</c:v>
                </c:pt>
                <c:pt idx="227">
                  <c:v>46114</c:v>
                </c:pt>
                <c:pt idx="228">
                  <c:v>46115</c:v>
                </c:pt>
                <c:pt idx="229">
                  <c:v>46116</c:v>
                </c:pt>
                <c:pt idx="230">
                  <c:v>46117</c:v>
                </c:pt>
                <c:pt idx="231">
                  <c:v>46118</c:v>
                </c:pt>
                <c:pt idx="232">
                  <c:v>46119</c:v>
                </c:pt>
                <c:pt idx="233">
                  <c:v>46120</c:v>
                </c:pt>
                <c:pt idx="234">
                  <c:v>46121</c:v>
                </c:pt>
                <c:pt idx="235">
                  <c:v>46122</c:v>
                </c:pt>
                <c:pt idx="236">
                  <c:v>46123</c:v>
                </c:pt>
                <c:pt idx="237">
                  <c:v>46124</c:v>
                </c:pt>
                <c:pt idx="238">
                  <c:v>46125</c:v>
                </c:pt>
                <c:pt idx="239">
                  <c:v>46126</c:v>
                </c:pt>
                <c:pt idx="240">
                  <c:v>46127</c:v>
                </c:pt>
                <c:pt idx="241">
                  <c:v>46128</c:v>
                </c:pt>
                <c:pt idx="242">
                  <c:v>46129</c:v>
                </c:pt>
                <c:pt idx="243">
                  <c:v>46130</c:v>
                </c:pt>
                <c:pt idx="244">
                  <c:v>46131</c:v>
                </c:pt>
                <c:pt idx="245">
                  <c:v>46132</c:v>
                </c:pt>
                <c:pt idx="246">
                  <c:v>46133</c:v>
                </c:pt>
                <c:pt idx="247">
                  <c:v>46134</c:v>
                </c:pt>
                <c:pt idx="248">
                  <c:v>46135</c:v>
                </c:pt>
                <c:pt idx="249">
                  <c:v>46136</c:v>
                </c:pt>
                <c:pt idx="250">
                  <c:v>46137</c:v>
                </c:pt>
                <c:pt idx="251">
                  <c:v>46138</c:v>
                </c:pt>
                <c:pt idx="252">
                  <c:v>46139</c:v>
                </c:pt>
                <c:pt idx="253">
                  <c:v>46140</c:v>
                </c:pt>
                <c:pt idx="254">
                  <c:v>46141</c:v>
                </c:pt>
                <c:pt idx="255">
                  <c:v>46142</c:v>
                </c:pt>
                <c:pt idx="256">
                  <c:v>46143</c:v>
                </c:pt>
                <c:pt idx="257">
                  <c:v>46144</c:v>
                </c:pt>
                <c:pt idx="258">
                  <c:v>46145</c:v>
                </c:pt>
                <c:pt idx="259">
                  <c:v>46146</c:v>
                </c:pt>
                <c:pt idx="260">
                  <c:v>46147</c:v>
                </c:pt>
                <c:pt idx="261">
                  <c:v>46148</c:v>
                </c:pt>
                <c:pt idx="262">
                  <c:v>46149</c:v>
                </c:pt>
                <c:pt idx="263">
                  <c:v>46150</c:v>
                </c:pt>
                <c:pt idx="264">
                  <c:v>46151</c:v>
                </c:pt>
                <c:pt idx="265">
                  <c:v>46152</c:v>
                </c:pt>
                <c:pt idx="266">
                  <c:v>46153</c:v>
                </c:pt>
                <c:pt idx="267">
                  <c:v>46154</c:v>
                </c:pt>
                <c:pt idx="268">
                  <c:v>46155</c:v>
                </c:pt>
                <c:pt idx="269">
                  <c:v>46156</c:v>
                </c:pt>
                <c:pt idx="270">
                  <c:v>46157</c:v>
                </c:pt>
                <c:pt idx="271">
                  <c:v>46158</c:v>
                </c:pt>
                <c:pt idx="272">
                  <c:v>46159</c:v>
                </c:pt>
                <c:pt idx="273">
                  <c:v>46160</c:v>
                </c:pt>
                <c:pt idx="274">
                  <c:v>46161</c:v>
                </c:pt>
                <c:pt idx="275">
                  <c:v>46162</c:v>
                </c:pt>
                <c:pt idx="276">
                  <c:v>46163</c:v>
                </c:pt>
                <c:pt idx="277">
                  <c:v>46164</c:v>
                </c:pt>
                <c:pt idx="278">
                  <c:v>46165</c:v>
                </c:pt>
                <c:pt idx="279">
                  <c:v>46166</c:v>
                </c:pt>
                <c:pt idx="280">
                  <c:v>46167</c:v>
                </c:pt>
                <c:pt idx="281">
                  <c:v>46168</c:v>
                </c:pt>
                <c:pt idx="282">
                  <c:v>46169</c:v>
                </c:pt>
                <c:pt idx="283">
                  <c:v>46170</c:v>
                </c:pt>
                <c:pt idx="284">
                  <c:v>46171</c:v>
                </c:pt>
                <c:pt idx="285">
                  <c:v>46172</c:v>
                </c:pt>
                <c:pt idx="286">
                  <c:v>46173</c:v>
                </c:pt>
                <c:pt idx="287">
                  <c:v>46174</c:v>
                </c:pt>
                <c:pt idx="288">
                  <c:v>46175</c:v>
                </c:pt>
                <c:pt idx="289">
                  <c:v>46176</c:v>
                </c:pt>
                <c:pt idx="290">
                  <c:v>46177</c:v>
                </c:pt>
                <c:pt idx="291">
                  <c:v>46178</c:v>
                </c:pt>
                <c:pt idx="292">
                  <c:v>46179</c:v>
                </c:pt>
                <c:pt idx="293">
                  <c:v>46180</c:v>
                </c:pt>
                <c:pt idx="294">
                  <c:v>46181</c:v>
                </c:pt>
                <c:pt idx="295">
                  <c:v>46182</c:v>
                </c:pt>
                <c:pt idx="296">
                  <c:v>46183</c:v>
                </c:pt>
                <c:pt idx="297">
                  <c:v>46184</c:v>
                </c:pt>
                <c:pt idx="298">
                  <c:v>46185</c:v>
                </c:pt>
                <c:pt idx="299">
                  <c:v>46186</c:v>
                </c:pt>
                <c:pt idx="300">
                  <c:v>46187</c:v>
                </c:pt>
                <c:pt idx="301">
                  <c:v>46188</c:v>
                </c:pt>
                <c:pt idx="302">
                  <c:v>46189</c:v>
                </c:pt>
                <c:pt idx="303">
                  <c:v>46190</c:v>
                </c:pt>
                <c:pt idx="304">
                  <c:v>46191</c:v>
                </c:pt>
                <c:pt idx="305">
                  <c:v>46192</c:v>
                </c:pt>
                <c:pt idx="306">
                  <c:v>46193</c:v>
                </c:pt>
                <c:pt idx="307">
                  <c:v>46194</c:v>
                </c:pt>
                <c:pt idx="308">
                  <c:v>46195</c:v>
                </c:pt>
                <c:pt idx="309">
                  <c:v>46196</c:v>
                </c:pt>
                <c:pt idx="310">
                  <c:v>46197</c:v>
                </c:pt>
                <c:pt idx="311">
                  <c:v>46198</c:v>
                </c:pt>
                <c:pt idx="312">
                  <c:v>46199</c:v>
                </c:pt>
                <c:pt idx="313">
                  <c:v>46200</c:v>
                </c:pt>
                <c:pt idx="314">
                  <c:v>46201</c:v>
                </c:pt>
                <c:pt idx="315">
                  <c:v>46202</c:v>
                </c:pt>
                <c:pt idx="316">
                  <c:v>46203</c:v>
                </c:pt>
                <c:pt idx="317">
                  <c:v>46204</c:v>
                </c:pt>
                <c:pt idx="318">
                  <c:v>46205</c:v>
                </c:pt>
                <c:pt idx="319">
                  <c:v>46206</c:v>
                </c:pt>
                <c:pt idx="320">
                  <c:v>46207</c:v>
                </c:pt>
                <c:pt idx="321">
                  <c:v>46208</c:v>
                </c:pt>
                <c:pt idx="322">
                  <c:v>46209</c:v>
                </c:pt>
                <c:pt idx="323">
                  <c:v>46210</c:v>
                </c:pt>
                <c:pt idx="324">
                  <c:v>46211</c:v>
                </c:pt>
                <c:pt idx="325">
                  <c:v>46212</c:v>
                </c:pt>
                <c:pt idx="326">
                  <c:v>46213</c:v>
                </c:pt>
                <c:pt idx="327">
                  <c:v>46214</c:v>
                </c:pt>
                <c:pt idx="328">
                  <c:v>46215</c:v>
                </c:pt>
                <c:pt idx="329">
                  <c:v>46216</c:v>
                </c:pt>
                <c:pt idx="330">
                  <c:v>46217</c:v>
                </c:pt>
                <c:pt idx="331">
                  <c:v>46218</c:v>
                </c:pt>
                <c:pt idx="332">
                  <c:v>46219</c:v>
                </c:pt>
                <c:pt idx="333">
                  <c:v>46220</c:v>
                </c:pt>
                <c:pt idx="334">
                  <c:v>46221</c:v>
                </c:pt>
                <c:pt idx="335">
                  <c:v>46222</c:v>
                </c:pt>
                <c:pt idx="336">
                  <c:v>46223</c:v>
                </c:pt>
                <c:pt idx="337">
                  <c:v>46224</c:v>
                </c:pt>
                <c:pt idx="338">
                  <c:v>46225</c:v>
                </c:pt>
                <c:pt idx="339">
                  <c:v>46226</c:v>
                </c:pt>
                <c:pt idx="340">
                  <c:v>46227</c:v>
                </c:pt>
                <c:pt idx="341">
                  <c:v>46228</c:v>
                </c:pt>
                <c:pt idx="342">
                  <c:v>46229</c:v>
                </c:pt>
                <c:pt idx="343">
                  <c:v>46230</c:v>
                </c:pt>
                <c:pt idx="344">
                  <c:v>46231</c:v>
                </c:pt>
                <c:pt idx="345">
                  <c:v>46232</c:v>
                </c:pt>
                <c:pt idx="346">
                  <c:v>46233</c:v>
                </c:pt>
                <c:pt idx="347">
                  <c:v>46234</c:v>
                </c:pt>
                <c:pt idx="348">
                  <c:v>46235</c:v>
                </c:pt>
                <c:pt idx="349">
                  <c:v>46236</c:v>
                </c:pt>
                <c:pt idx="350">
                  <c:v>46237</c:v>
                </c:pt>
                <c:pt idx="351">
                  <c:v>46238</c:v>
                </c:pt>
                <c:pt idx="352">
                  <c:v>46239</c:v>
                </c:pt>
                <c:pt idx="353">
                  <c:v>46240</c:v>
                </c:pt>
                <c:pt idx="354">
                  <c:v>46241</c:v>
                </c:pt>
                <c:pt idx="355">
                  <c:v>46242</c:v>
                </c:pt>
                <c:pt idx="356">
                  <c:v>46243</c:v>
                </c:pt>
                <c:pt idx="357">
                  <c:v>46244</c:v>
                </c:pt>
                <c:pt idx="358">
                  <c:v>46245</c:v>
                </c:pt>
                <c:pt idx="359">
                  <c:v>46246</c:v>
                </c:pt>
                <c:pt idx="360">
                  <c:v>46247</c:v>
                </c:pt>
                <c:pt idx="361">
                  <c:v>46248</c:v>
                </c:pt>
                <c:pt idx="362">
                  <c:v>46249</c:v>
                </c:pt>
                <c:pt idx="363">
                  <c:v>46250</c:v>
                </c:pt>
                <c:pt idx="364">
                  <c:v>46251</c:v>
                </c:pt>
                <c:pt idx="365">
                  <c:v>46252</c:v>
                </c:pt>
                <c:pt idx="366">
                  <c:v>46253</c:v>
                </c:pt>
              </c:numCache>
            </c:numRef>
          </c:cat>
          <c:val>
            <c:numRef>
              <c:f>Source!$AL$4:$AL$373</c:f>
              <c:numCache>
                <c:formatCode>General</c:formatCode>
                <c:ptCount val="370"/>
                <c:pt idx="0">
                  <c:v>4.53</c:v>
                </c:pt>
                <c:pt idx="1">
                  <c:v>3.78</c:v>
                </c:pt>
                <c:pt idx="2">
                  <c:v>3.78</c:v>
                </c:pt>
                <c:pt idx="3">
                  <c:v>4.4000000000000004</c:v>
                </c:pt>
                <c:pt idx="4">
                  <c:v>4.8499999999999996</c:v>
                </c:pt>
                <c:pt idx="5">
                  <c:v>4.8499999999999996</c:v>
                </c:pt>
                <c:pt idx="6">
                  <c:v>4.8499999999999996</c:v>
                </c:pt>
                <c:pt idx="7">
                  <c:v>4.8499999999999996</c:v>
                </c:pt>
                <c:pt idx="8">
                  <c:v>3.88</c:v>
                </c:pt>
                <c:pt idx="9">
                  <c:v>3.3</c:v>
                </c:pt>
                <c:pt idx="10">
                  <c:v>1.79</c:v>
                </c:pt>
                <c:pt idx="11">
                  <c:v>3.98</c:v>
                </c:pt>
                <c:pt idx="12">
                  <c:v>3.98</c:v>
                </c:pt>
                <c:pt idx="13">
                  <c:v>3.98</c:v>
                </c:pt>
                <c:pt idx="14">
                  <c:v>3.98</c:v>
                </c:pt>
                <c:pt idx="15">
                  <c:v>3.98</c:v>
                </c:pt>
                <c:pt idx="16">
                  <c:v>4.9000000000000004</c:v>
                </c:pt>
                <c:pt idx="17">
                  <c:v>4.6500000000000004</c:v>
                </c:pt>
                <c:pt idx="18">
                  <c:v>3.95</c:v>
                </c:pt>
                <c:pt idx="19">
                  <c:v>3.95</c:v>
                </c:pt>
                <c:pt idx="20">
                  <c:v>3.95</c:v>
                </c:pt>
                <c:pt idx="21">
                  <c:v>4.4000000000000004</c:v>
                </c:pt>
                <c:pt idx="22">
                  <c:v>4.4000000000000004</c:v>
                </c:pt>
                <c:pt idx="23">
                  <c:v>4</c:v>
                </c:pt>
                <c:pt idx="24">
                  <c:v>4</c:v>
                </c:pt>
                <c:pt idx="25">
                  <c:v>4.08</c:v>
                </c:pt>
                <c:pt idx="26">
                  <c:v>4.08</c:v>
                </c:pt>
                <c:pt idx="27">
                  <c:v>4.08</c:v>
                </c:pt>
                <c:pt idx="28">
                  <c:v>4.18</c:v>
                </c:pt>
                <c:pt idx="29">
                  <c:v>4.45</c:v>
                </c:pt>
                <c:pt idx="30">
                  <c:v>4.5</c:v>
                </c:pt>
                <c:pt idx="31">
                  <c:v>4.13</c:v>
                </c:pt>
                <c:pt idx="32">
                  <c:v>3.93</c:v>
                </c:pt>
                <c:pt idx="33">
                  <c:v>3.93</c:v>
                </c:pt>
                <c:pt idx="34">
                  <c:v>3.93</c:v>
                </c:pt>
                <c:pt idx="35">
                  <c:v>3.8</c:v>
                </c:pt>
                <c:pt idx="36">
                  <c:v>3.98</c:v>
                </c:pt>
                <c:pt idx="37">
                  <c:v>3.98</c:v>
                </c:pt>
                <c:pt idx="38">
                  <c:v>4.53</c:v>
                </c:pt>
                <c:pt idx="39">
                  <c:v>4.3499999999999996</c:v>
                </c:pt>
                <c:pt idx="40">
                  <c:v>4.3499999999999996</c:v>
                </c:pt>
                <c:pt idx="41">
                  <c:v>4.3499999999999996</c:v>
                </c:pt>
                <c:pt idx="42">
                  <c:v>3.5</c:v>
                </c:pt>
                <c:pt idx="43">
                  <c:v>4.8499999999999996</c:v>
                </c:pt>
                <c:pt idx="44">
                  <c:v>4.45</c:v>
                </c:pt>
                <c:pt idx="45">
                  <c:v>4.33</c:v>
                </c:pt>
                <c:pt idx="46">
                  <c:v>4.2</c:v>
                </c:pt>
                <c:pt idx="47">
                  <c:v>4.2</c:v>
                </c:pt>
                <c:pt idx="48">
                  <c:v>4.2</c:v>
                </c:pt>
                <c:pt idx="49">
                  <c:v>4.33</c:v>
                </c:pt>
                <c:pt idx="50">
                  <c:v>4.6500000000000004</c:v>
                </c:pt>
                <c:pt idx="51">
                  <c:v>4.9000000000000004</c:v>
                </c:pt>
                <c:pt idx="52">
                  <c:v>5.0999999999999996</c:v>
                </c:pt>
                <c:pt idx="53">
                  <c:v>4.7</c:v>
                </c:pt>
                <c:pt idx="54">
                  <c:v>4.7</c:v>
                </c:pt>
                <c:pt idx="55">
                  <c:v>4.7</c:v>
                </c:pt>
                <c:pt idx="56">
                  <c:v>4.7</c:v>
                </c:pt>
                <c:pt idx="57">
                  <c:v>4.7</c:v>
                </c:pt>
                <c:pt idx="58">
                  <c:v>4.7</c:v>
                </c:pt>
                <c:pt idx="59">
                  <c:v>5.85</c:v>
                </c:pt>
                <c:pt idx="60">
                  <c:v>5.4</c:v>
                </c:pt>
                <c:pt idx="61">
                  <c:v>5.4</c:v>
                </c:pt>
                <c:pt idx="62">
                  <c:v>5.4</c:v>
                </c:pt>
                <c:pt idx="63">
                  <c:v>4.95</c:v>
                </c:pt>
                <c:pt idx="64">
                  <c:v>5.15</c:v>
                </c:pt>
                <c:pt idx="65">
                  <c:v>6.23</c:v>
                </c:pt>
                <c:pt idx="66">
                  <c:v>5.75</c:v>
                </c:pt>
                <c:pt idx="67">
                  <c:v>5.9</c:v>
                </c:pt>
                <c:pt idx="68">
                  <c:v>5.9</c:v>
                </c:pt>
                <c:pt idx="69">
                  <c:v>5.9</c:v>
                </c:pt>
                <c:pt idx="70">
                  <c:v>5.9</c:v>
                </c:pt>
                <c:pt idx="71">
                  <c:v>5.38</c:v>
                </c:pt>
                <c:pt idx="72">
                  <c:v>4.1500000000000004</c:v>
                </c:pt>
                <c:pt idx="73">
                  <c:v>4.1500000000000004</c:v>
                </c:pt>
                <c:pt idx="74">
                  <c:v>4.1500000000000004</c:v>
                </c:pt>
                <c:pt idx="75">
                  <c:v>4.1500000000000004</c:v>
                </c:pt>
                <c:pt idx="76">
                  <c:v>4.1500000000000004</c:v>
                </c:pt>
                <c:pt idx="77">
                  <c:v>5.5</c:v>
                </c:pt>
                <c:pt idx="78">
                  <c:v>5.68</c:v>
                </c:pt>
                <c:pt idx="79">
                  <c:v>6</c:v>
                </c:pt>
                <c:pt idx="80">
                  <c:v>6</c:v>
                </c:pt>
                <c:pt idx="81">
                  <c:v>6</c:v>
                </c:pt>
                <c:pt idx="82">
                  <c:v>6</c:v>
                </c:pt>
                <c:pt idx="83">
                  <c:v>6</c:v>
                </c:pt>
                <c:pt idx="84">
                  <c:v>6</c:v>
                </c:pt>
                <c:pt idx="85">
                  <c:v>6.1</c:v>
                </c:pt>
                <c:pt idx="86">
                  <c:v>6.1</c:v>
                </c:pt>
                <c:pt idx="87">
                  <c:v>6.1</c:v>
                </c:pt>
                <c:pt idx="88">
                  <c:v>4.5</c:v>
                </c:pt>
                <c:pt idx="89">
                  <c:v>4.5</c:v>
                </c:pt>
                <c:pt idx="90">
                  <c:v>4.5</c:v>
                </c:pt>
                <c:pt idx="91">
                  <c:v>4.5</c:v>
                </c:pt>
                <c:pt idx="92">
                  <c:v>4.5</c:v>
                </c:pt>
                <c:pt idx="93">
                  <c:v>4.13</c:v>
                </c:pt>
                <c:pt idx="94">
                  <c:v>4.2300000000000004</c:v>
                </c:pt>
                <c:pt idx="95">
                  <c:v>4.5</c:v>
                </c:pt>
                <c:pt idx="96">
                  <c:v>4.5</c:v>
                </c:pt>
                <c:pt idx="97">
                  <c:v>4.5</c:v>
                </c:pt>
                <c:pt idx="98">
                  <c:v>5.88</c:v>
                </c:pt>
                <c:pt idx="99">
                  <c:v>5.88</c:v>
                </c:pt>
                <c:pt idx="100">
                  <c:v>5.88</c:v>
                </c:pt>
                <c:pt idx="101">
                  <c:v>5.43</c:v>
                </c:pt>
                <c:pt idx="102">
                  <c:v>5.4</c:v>
                </c:pt>
                <c:pt idx="103">
                  <c:v>5.4</c:v>
                </c:pt>
                <c:pt idx="104">
                  <c:v>5.4</c:v>
                </c:pt>
                <c:pt idx="105">
                  <c:v>7.18</c:v>
                </c:pt>
                <c:pt idx="106">
                  <c:v>7.3</c:v>
                </c:pt>
                <c:pt idx="107">
                  <c:v>7.3</c:v>
                </c:pt>
                <c:pt idx="108">
                  <c:v>6.95</c:v>
                </c:pt>
                <c:pt idx="109">
                  <c:v>6.95</c:v>
                </c:pt>
                <c:pt idx="110">
                  <c:v>6.95</c:v>
                </c:pt>
                <c:pt idx="111">
                  <c:v>6.95</c:v>
                </c:pt>
                <c:pt idx="112">
                  <c:v>7.45</c:v>
                </c:pt>
                <c:pt idx="113">
                  <c:v>7.45</c:v>
                </c:pt>
                <c:pt idx="114">
                  <c:v>7.25</c:v>
                </c:pt>
                <c:pt idx="115">
                  <c:v>7.4</c:v>
                </c:pt>
                <c:pt idx="116">
                  <c:v>7.4</c:v>
                </c:pt>
                <c:pt idx="117">
                  <c:v>7.4</c:v>
                </c:pt>
                <c:pt idx="118">
                  <c:v>7.4</c:v>
                </c:pt>
                <c:pt idx="119">
                  <c:v>7.4</c:v>
                </c:pt>
                <c:pt idx="120">
                  <c:v>5.35</c:v>
                </c:pt>
                <c:pt idx="121">
                  <c:v>4.45</c:v>
                </c:pt>
                <c:pt idx="122">
                  <c:v>4.45</c:v>
                </c:pt>
                <c:pt idx="123">
                  <c:v>4.45</c:v>
                </c:pt>
                <c:pt idx="124">
                  <c:v>4.45</c:v>
                </c:pt>
                <c:pt idx="125">
                  <c:v>4.45</c:v>
                </c:pt>
                <c:pt idx="126">
                  <c:v>6.7</c:v>
                </c:pt>
                <c:pt idx="127">
                  <c:v>6.7</c:v>
                </c:pt>
                <c:pt idx="128">
                  <c:v>6.7</c:v>
                </c:pt>
                <c:pt idx="129">
                  <c:v>6.7</c:v>
                </c:pt>
                <c:pt idx="130">
                  <c:v>4.2</c:v>
                </c:pt>
                <c:pt idx="131">
                  <c:v>4.2</c:v>
                </c:pt>
                <c:pt idx="132">
                  <c:v>4.2</c:v>
                </c:pt>
                <c:pt idx="133">
                  <c:v>3.33</c:v>
                </c:pt>
                <c:pt idx="134">
                  <c:v>1.65</c:v>
                </c:pt>
                <c:pt idx="135">
                  <c:v>1.65</c:v>
                </c:pt>
                <c:pt idx="136">
                  <c:v>1.65</c:v>
                </c:pt>
                <c:pt idx="137">
                  <c:v>1.65</c:v>
                </c:pt>
                <c:pt idx="138">
                  <c:v>1.65</c:v>
                </c:pt>
                <c:pt idx="139">
                  <c:v>1.65</c:v>
                </c:pt>
                <c:pt idx="140">
                  <c:v>6.83</c:v>
                </c:pt>
                <c:pt idx="141">
                  <c:v>5.58</c:v>
                </c:pt>
                <c:pt idx="142">
                  <c:v>4.68</c:v>
                </c:pt>
                <c:pt idx="143">
                  <c:v>3.65</c:v>
                </c:pt>
                <c:pt idx="144">
                  <c:v>3.65</c:v>
                </c:pt>
                <c:pt idx="145">
                  <c:v>3.65</c:v>
                </c:pt>
                <c:pt idx="146">
                  <c:v>3.65</c:v>
                </c:pt>
                <c:pt idx="147">
                  <c:v>3.65</c:v>
                </c:pt>
                <c:pt idx="148">
                  <c:v>3.93</c:v>
                </c:pt>
                <c:pt idx="149">
                  <c:v>4.25</c:v>
                </c:pt>
                <c:pt idx="150">
                  <c:v>4.25</c:v>
                </c:pt>
                <c:pt idx="151">
                  <c:v>3.9</c:v>
                </c:pt>
                <c:pt idx="152">
                  <c:v>3.9</c:v>
                </c:pt>
                <c:pt idx="153">
                  <c:v>3.9</c:v>
                </c:pt>
                <c:pt idx="154">
                  <c:v>3.35</c:v>
                </c:pt>
                <c:pt idx="155">
                  <c:v>3.35</c:v>
                </c:pt>
                <c:pt idx="156">
                  <c:v>2.73</c:v>
                </c:pt>
                <c:pt idx="157">
                  <c:v>2.73</c:v>
                </c:pt>
                <c:pt idx="158">
                  <c:v>2.73</c:v>
                </c:pt>
                <c:pt idx="159">
                  <c:v>2.73</c:v>
                </c:pt>
                <c:pt idx="160">
                  <c:v>2.73</c:v>
                </c:pt>
                <c:pt idx="161">
                  <c:v>5.58</c:v>
                </c:pt>
                <c:pt idx="162">
                  <c:v>5.58</c:v>
                </c:pt>
                <c:pt idx="163">
                  <c:v>5.58</c:v>
                </c:pt>
                <c:pt idx="164">
                  <c:v>5.58</c:v>
                </c:pt>
                <c:pt idx="165">
                  <c:v>5.58</c:v>
                </c:pt>
                <c:pt idx="166">
                  <c:v>5.58</c:v>
                </c:pt>
                <c:pt idx="167">
                  <c:v>5.58</c:v>
                </c:pt>
                <c:pt idx="168">
                  <c:v>9.65</c:v>
                </c:pt>
                <c:pt idx="169">
                  <c:v>9.65</c:v>
                </c:pt>
                <c:pt idx="170">
                  <c:v>9.65</c:v>
                </c:pt>
                <c:pt idx="171">
                  <c:v>9.65</c:v>
                </c:pt>
                <c:pt idx="172">
                  <c:v>9.65</c:v>
                </c:pt>
                <c:pt idx="173">
                  <c:v>9.65</c:v>
                </c:pt>
                <c:pt idx="174">
                  <c:v>9.65</c:v>
                </c:pt>
                <c:pt idx="175">
                  <c:v>9.74</c:v>
                </c:pt>
                <c:pt idx="176">
                  <c:v>8.4499999999999993</c:v>
                </c:pt>
                <c:pt idx="177">
                  <c:v>8.4499999999999993</c:v>
                </c:pt>
                <c:pt idx="178">
                  <c:v>8.4499999999999993</c:v>
                </c:pt>
                <c:pt idx="179">
                  <c:v>8.4499999999999993</c:v>
                </c:pt>
                <c:pt idx="180">
                  <c:v>8.4499999999999993</c:v>
                </c:pt>
                <c:pt idx="181">
                  <c:v>8.4499999999999993</c:v>
                </c:pt>
                <c:pt idx="182">
                  <c:v>8.4499999999999993</c:v>
                </c:pt>
                <c:pt idx="183">
                  <c:v>8.4499999999999993</c:v>
                </c:pt>
                <c:pt idx="184">
                  <c:v>8.4499999999999993</c:v>
                </c:pt>
                <c:pt idx="185">
                  <c:v>8.4499999999999993</c:v>
                </c:pt>
                <c:pt idx="186">
                  <c:v>8.4499999999999993</c:v>
                </c:pt>
                <c:pt idx="187">
                  <c:v>8.4499999999999993</c:v>
                </c:pt>
                <c:pt idx="188">
                  <c:v>8.4499999999999993</c:v>
                </c:pt>
                <c:pt idx="189">
                  <c:v>8.4499999999999993</c:v>
                </c:pt>
                <c:pt idx="190">
                  <c:v>8.4499999999999993</c:v>
                </c:pt>
                <c:pt idx="191">
                  <c:v>3.65</c:v>
                </c:pt>
                <c:pt idx="192">
                  <c:v>2.73</c:v>
                </c:pt>
                <c:pt idx="193">
                  <c:v>2.73</c:v>
                </c:pt>
                <c:pt idx="194">
                  <c:v>2.73</c:v>
                </c:pt>
                <c:pt idx="195">
                  <c:v>2.73</c:v>
                </c:pt>
                <c:pt idx="196">
                  <c:v>11.25</c:v>
                </c:pt>
                <c:pt idx="197">
                  <c:v>10.38</c:v>
                </c:pt>
                <c:pt idx="198">
                  <c:v>10.38</c:v>
                </c:pt>
                <c:pt idx="199">
                  <c:v>5.5</c:v>
                </c:pt>
                <c:pt idx="200">
                  <c:v>4.83</c:v>
                </c:pt>
                <c:pt idx="201">
                  <c:v>4.83</c:v>
                </c:pt>
                <c:pt idx="202">
                  <c:v>4.83</c:v>
                </c:pt>
                <c:pt idx="203">
                  <c:v>4.83</c:v>
                </c:pt>
                <c:pt idx="204">
                  <c:v>5.75</c:v>
                </c:pt>
                <c:pt idx="205">
                  <c:v>5.75</c:v>
                </c:pt>
                <c:pt idx="206">
                  <c:v>4.25</c:v>
                </c:pt>
                <c:pt idx="207">
                  <c:v>4.25</c:v>
                </c:pt>
                <c:pt idx="208">
                  <c:v>4.25</c:v>
                </c:pt>
                <c:pt idx="209">
                  <c:v>4.25</c:v>
                </c:pt>
                <c:pt idx="210">
                  <c:v>4.25</c:v>
                </c:pt>
                <c:pt idx="211">
                  <c:v>4.25</c:v>
                </c:pt>
                <c:pt idx="212">
                  <c:v>4.25</c:v>
                </c:pt>
                <c:pt idx="213">
                  <c:v>4.25</c:v>
                </c:pt>
                <c:pt idx="214">
                  <c:v>4.25</c:v>
                </c:pt>
                <c:pt idx="215">
                  <c:v>4.25</c:v>
                </c:pt>
                <c:pt idx="216">
                  <c:v>4.25</c:v>
                </c:pt>
                <c:pt idx="217">
                  <c:v>5.55</c:v>
                </c:pt>
                <c:pt idx="218">
                  <c:v>5.55</c:v>
                </c:pt>
                <c:pt idx="219">
                  <c:v>5.55</c:v>
                </c:pt>
                <c:pt idx="220">
                  <c:v>5.55</c:v>
                </c:pt>
                <c:pt idx="221">
                  <c:v>5.55</c:v>
                </c:pt>
                <c:pt idx="222">
                  <c:v>5.55</c:v>
                </c:pt>
                <c:pt idx="223">
                  <c:v>5.55</c:v>
                </c:pt>
                <c:pt idx="224">
                  <c:v>5.55</c:v>
                </c:pt>
                <c:pt idx="225">
                  <c:v>9.1</c:v>
                </c:pt>
                <c:pt idx="226">
                  <c:v>8.6</c:v>
                </c:pt>
                <c:pt idx="227">
                  <c:v>8.1</c:v>
                </c:pt>
                <c:pt idx="228">
                  <c:v>8.1</c:v>
                </c:pt>
                <c:pt idx="229">
                  <c:v>8.1</c:v>
                </c:pt>
                <c:pt idx="230">
                  <c:v>8.1</c:v>
                </c:pt>
                <c:pt idx="231">
                  <c:v>8.1</c:v>
                </c:pt>
                <c:pt idx="232">
                  <c:v>8.1</c:v>
                </c:pt>
                <c:pt idx="233">
                  <c:v>4.6500000000000004</c:v>
                </c:pt>
                <c:pt idx="234">
                  <c:v>4.6500000000000004</c:v>
                </c:pt>
                <c:pt idx="235">
                  <c:v>4.6500000000000004</c:v>
                </c:pt>
                <c:pt idx="236">
                  <c:v>4.6500000000000004</c:v>
                </c:pt>
                <c:pt idx="237">
                  <c:v>4.6500000000000004</c:v>
                </c:pt>
                <c:pt idx="238">
                  <c:v>4.6500000000000004</c:v>
                </c:pt>
                <c:pt idx="239">
                  <c:v>4.6500000000000004</c:v>
                </c:pt>
                <c:pt idx="240">
                  <c:v>3.88</c:v>
                </c:pt>
                <c:pt idx="241">
                  <c:v>3.88</c:v>
                </c:pt>
                <c:pt idx="242">
                  <c:v>3.88</c:v>
                </c:pt>
                <c:pt idx="243">
                  <c:v>3.88</c:v>
                </c:pt>
                <c:pt idx="244">
                  <c:v>3.88</c:v>
                </c:pt>
                <c:pt idx="245">
                  <c:v>4.0999999999999996</c:v>
                </c:pt>
                <c:pt idx="246">
                  <c:v>4.0999999999999996</c:v>
                </c:pt>
                <c:pt idx="247">
                  <c:v>5.83</c:v>
                </c:pt>
                <c:pt idx="248">
                  <c:v>4.43</c:v>
                </c:pt>
                <c:pt idx="249">
                  <c:v>3.9</c:v>
                </c:pt>
                <c:pt idx="250">
                  <c:v>3.9</c:v>
                </c:pt>
                <c:pt idx="251">
                  <c:v>3.9</c:v>
                </c:pt>
                <c:pt idx="252">
                  <c:v>3.9</c:v>
                </c:pt>
                <c:pt idx="253">
                  <c:v>3.9</c:v>
                </c:pt>
                <c:pt idx="254">
                  <c:v>6.38</c:v>
                </c:pt>
                <c:pt idx="255">
                  <c:v>6.38</c:v>
                </c:pt>
                <c:pt idx="256">
                  <c:v>6.38</c:v>
                </c:pt>
                <c:pt idx="257">
                  <c:v>6.38</c:v>
                </c:pt>
                <c:pt idx="258">
                  <c:v>6.38</c:v>
                </c:pt>
                <c:pt idx="259">
                  <c:v>6.65</c:v>
                </c:pt>
                <c:pt idx="260">
                  <c:v>6.65</c:v>
                </c:pt>
                <c:pt idx="261">
                  <c:v>6.65</c:v>
                </c:pt>
                <c:pt idx="262">
                  <c:v>6.65</c:v>
                </c:pt>
                <c:pt idx="263">
                  <c:v>6.65</c:v>
                </c:pt>
                <c:pt idx="264">
                  <c:v>6.65</c:v>
                </c:pt>
                <c:pt idx="265">
                  <c:v>6.65</c:v>
                </c:pt>
                <c:pt idx="266">
                  <c:v>6.65</c:v>
                </c:pt>
                <c:pt idx="267">
                  <c:v>6.35</c:v>
                </c:pt>
                <c:pt idx="268">
                  <c:v>6.35</c:v>
                </c:pt>
                <c:pt idx="269">
                  <c:v>6.15</c:v>
                </c:pt>
                <c:pt idx="270">
                  <c:v>5.2</c:v>
                </c:pt>
                <c:pt idx="271">
                  <c:v>5.2</c:v>
                </c:pt>
                <c:pt idx="272">
                  <c:v>5.2</c:v>
                </c:pt>
                <c:pt idx="273">
                  <c:v>5.78</c:v>
                </c:pt>
                <c:pt idx="274">
                  <c:v>5.78</c:v>
                </c:pt>
                <c:pt idx="275">
                  <c:v>6.15</c:v>
                </c:pt>
                <c:pt idx="276">
                  <c:v>5.63</c:v>
                </c:pt>
                <c:pt idx="277">
                  <c:v>5.63</c:v>
                </c:pt>
                <c:pt idx="278">
                  <c:v>5.63</c:v>
                </c:pt>
                <c:pt idx="279">
                  <c:v>5.63</c:v>
                </c:pt>
                <c:pt idx="280">
                  <c:v>5.63</c:v>
                </c:pt>
                <c:pt idx="281">
                  <c:v>5.63</c:v>
                </c:pt>
                <c:pt idx="282">
                  <c:v>7.78</c:v>
                </c:pt>
                <c:pt idx="283">
                  <c:v>6.85</c:v>
                </c:pt>
                <c:pt idx="284">
                  <c:v>7.15</c:v>
                </c:pt>
                <c:pt idx="285">
                  <c:v>7.15</c:v>
                </c:pt>
                <c:pt idx="286">
                  <c:v>7.15</c:v>
                </c:pt>
                <c:pt idx="287">
                  <c:v>7.15</c:v>
                </c:pt>
                <c:pt idx="288">
                  <c:v>6.35</c:v>
                </c:pt>
                <c:pt idx="289">
                  <c:v>5.4</c:v>
                </c:pt>
                <c:pt idx="290">
                  <c:v>5.4</c:v>
                </c:pt>
                <c:pt idx="291">
                  <c:v>5.4</c:v>
                </c:pt>
                <c:pt idx="292">
                  <c:v>5.4</c:v>
                </c:pt>
                <c:pt idx="293">
                  <c:v>5.4</c:v>
                </c:pt>
                <c:pt idx="294">
                  <c:v>5.4</c:v>
                </c:pt>
                <c:pt idx="295">
                  <c:v>5.63</c:v>
                </c:pt>
                <c:pt idx="296">
                  <c:v>5.63</c:v>
                </c:pt>
                <c:pt idx="297">
                  <c:v>4.3</c:v>
                </c:pt>
                <c:pt idx="298">
                  <c:v>3.48</c:v>
                </c:pt>
                <c:pt idx="299">
                  <c:v>3.48</c:v>
                </c:pt>
                <c:pt idx="300">
                  <c:v>3.48</c:v>
                </c:pt>
                <c:pt idx="301">
                  <c:v>3.48</c:v>
                </c:pt>
                <c:pt idx="302">
                  <c:v>3.8</c:v>
                </c:pt>
                <c:pt idx="303">
                  <c:v>3.8</c:v>
                </c:pt>
                <c:pt idx="304">
                  <c:v>3.8</c:v>
                </c:pt>
                <c:pt idx="305">
                  <c:v>4.43</c:v>
                </c:pt>
                <c:pt idx="306">
                  <c:v>4.43</c:v>
                </c:pt>
                <c:pt idx="307">
                  <c:v>4.43</c:v>
                </c:pt>
                <c:pt idx="308">
                  <c:v>4.43</c:v>
                </c:pt>
                <c:pt idx="309">
                  <c:v>5.25</c:v>
                </c:pt>
                <c:pt idx="310">
                  <c:v>3.78</c:v>
                </c:pt>
                <c:pt idx="311">
                  <c:v>3.78</c:v>
                </c:pt>
                <c:pt idx="312">
                  <c:v>3.78</c:v>
                </c:pt>
                <c:pt idx="313">
                  <c:v>3.78</c:v>
                </c:pt>
                <c:pt idx="314">
                  <c:v>3.78</c:v>
                </c:pt>
                <c:pt idx="315">
                  <c:v>3.55</c:v>
                </c:pt>
                <c:pt idx="316">
                  <c:v>3.55</c:v>
                </c:pt>
                <c:pt idx="317">
                  <c:v>6.2</c:v>
                </c:pt>
                <c:pt idx="318">
                  <c:v>6.2</c:v>
                </c:pt>
                <c:pt idx="319">
                  <c:v>5.8</c:v>
                </c:pt>
                <c:pt idx="320">
                  <c:v>5.8</c:v>
                </c:pt>
                <c:pt idx="321">
                  <c:v>5.8</c:v>
                </c:pt>
                <c:pt idx="322">
                  <c:v>6</c:v>
                </c:pt>
                <c:pt idx="323">
                  <c:v>6</c:v>
                </c:pt>
                <c:pt idx="324">
                  <c:v>5.25</c:v>
                </c:pt>
                <c:pt idx="325">
                  <c:v>4.63</c:v>
                </c:pt>
                <c:pt idx="326">
                  <c:v>4.25</c:v>
                </c:pt>
                <c:pt idx="327">
                  <c:v>4.25</c:v>
                </c:pt>
                <c:pt idx="328">
                  <c:v>4.25</c:v>
                </c:pt>
                <c:pt idx="329">
                  <c:v>4.33</c:v>
                </c:pt>
                <c:pt idx="330">
                  <c:v>4.25</c:v>
                </c:pt>
                <c:pt idx="331">
                  <c:v>4.18</c:v>
                </c:pt>
                <c:pt idx="332">
                  <c:v>4.08</c:v>
                </c:pt>
                <c:pt idx="333">
                  <c:v>3.9</c:v>
                </c:pt>
                <c:pt idx="334">
                  <c:v>3.9</c:v>
                </c:pt>
                <c:pt idx="335">
                  <c:v>3.9</c:v>
                </c:pt>
                <c:pt idx="336">
                  <c:v>3.65</c:v>
                </c:pt>
                <c:pt idx="337">
                  <c:v>3.58</c:v>
                </c:pt>
                <c:pt idx="338">
                  <c:v>3.58</c:v>
                </c:pt>
                <c:pt idx="339">
                  <c:v>2.98</c:v>
                </c:pt>
                <c:pt idx="340">
                  <c:v>2.4</c:v>
                </c:pt>
                <c:pt idx="341">
                  <c:v>2.4</c:v>
                </c:pt>
                <c:pt idx="342">
                  <c:v>2.4</c:v>
                </c:pt>
                <c:pt idx="343">
                  <c:v>2.4</c:v>
                </c:pt>
                <c:pt idx="344">
                  <c:v>2.4</c:v>
                </c:pt>
                <c:pt idx="345">
                  <c:v>2.4</c:v>
                </c:pt>
                <c:pt idx="346">
                  <c:v>0.65</c:v>
                </c:pt>
                <c:pt idx="347">
                  <c:v>0.65</c:v>
                </c:pt>
                <c:pt idx="348">
                  <c:v>0.65</c:v>
                </c:pt>
                <c:pt idx="349">
                  <c:v>0.65</c:v>
                </c:pt>
                <c:pt idx="350">
                  <c:v>6.33</c:v>
                </c:pt>
                <c:pt idx="351">
                  <c:v>6.35</c:v>
                </c:pt>
                <c:pt idx="352">
                  <c:v>5.0999999999999996</c:v>
                </c:pt>
                <c:pt idx="353">
                  <c:v>4.63</c:v>
                </c:pt>
                <c:pt idx="354">
                  <c:v>5.88</c:v>
                </c:pt>
                <c:pt idx="355">
                  <c:v>5.88</c:v>
                </c:pt>
                <c:pt idx="356">
                  <c:v>5.88</c:v>
                </c:pt>
                <c:pt idx="357">
                  <c:v>5.88</c:v>
                </c:pt>
                <c:pt idx="358">
                  <c:v>5.38</c:v>
                </c:pt>
                <c:pt idx="359">
                  <c:v>4.55</c:v>
                </c:pt>
                <c:pt idx="360">
                  <c:v>4.55</c:v>
                </c:pt>
                <c:pt idx="361">
                  <c:v>4.8499999999999996</c:v>
                </c:pt>
                <c:pt idx="362">
                  <c:v>4.8499999999999996</c:v>
                </c:pt>
                <c:pt idx="363">
                  <c:v>4.8499999999999996</c:v>
                </c:pt>
                <c:pt idx="364">
                  <c:v>5.8</c:v>
                </c:pt>
                <c:pt idx="365">
                  <c:v>4.7300000000000004</c:v>
                </c:pt>
                <c:pt idx="366">
                  <c:v>4.05</c:v>
                </c:pt>
              </c:numCache>
            </c:numRef>
          </c:val>
          <c:smooth val="1"/>
          <c:extLst>
            <c:ext xmlns:c16="http://schemas.microsoft.com/office/drawing/2014/chart" uri="{C3380CC4-5D6E-409C-BE32-E72D297353CC}">
              <c16:uniqueId val="{00000000-AF70-41B3-99FD-DAACC109ECFB}"/>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45887</c:v>
                </c:pt>
                <c:pt idx="1">
                  <c:v>45888</c:v>
                </c:pt>
                <c:pt idx="2">
                  <c:v>45889</c:v>
                </c:pt>
                <c:pt idx="3">
                  <c:v>45890</c:v>
                </c:pt>
                <c:pt idx="4">
                  <c:v>45891</c:v>
                </c:pt>
                <c:pt idx="5">
                  <c:v>45892</c:v>
                </c:pt>
                <c:pt idx="6">
                  <c:v>45893</c:v>
                </c:pt>
                <c:pt idx="7">
                  <c:v>45894</c:v>
                </c:pt>
                <c:pt idx="8">
                  <c:v>45895</c:v>
                </c:pt>
                <c:pt idx="9">
                  <c:v>45896</c:v>
                </c:pt>
                <c:pt idx="10">
                  <c:v>45897</c:v>
                </c:pt>
                <c:pt idx="11">
                  <c:v>45898</c:v>
                </c:pt>
                <c:pt idx="12">
                  <c:v>45899</c:v>
                </c:pt>
                <c:pt idx="13">
                  <c:v>45900</c:v>
                </c:pt>
                <c:pt idx="14">
                  <c:v>45901</c:v>
                </c:pt>
                <c:pt idx="15">
                  <c:v>45902</c:v>
                </c:pt>
                <c:pt idx="16">
                  <c:v>45903</c:v>
                </c:pt>
                <c:pt idx="17">
                  <c:v>45904</c:v>
                </c:pt>
                <c:pt idx="18">
                  <c:v>45905</c:v>
                </c:pt>
                <c:pt idx="19">
                  <c:v>45906</c:v>
                </c:pt>
                <c:pt idx="20">
                  <c:v>45907</c:v>
                </c:pt>
                <c:pt idx="21">
                  <c:v>45908</c:v>
                </c:pt>
                <c:pt idx="22">
                  <c:v>45909</c:v>
                </c:pt>
                <c:pt idx="23">
                  <c:v>45910</c:v>
                </c:pt>
                <c:pt idx="24">
                  <c:v>45911</c:v>
                </c:pt>
                <c:pt idx="25">
                  <c:v>45912</c:v>
                </c:pt>
                <c:pt idx="26">
                  <c:v>45913</c:v>
                </c:pt>
                <c:pt idx="27">
                  <c:v>45914</c:v>
                </c:pt>
                <c:pt idx="28">
                  <c:v>45915</c:v>
                </c:pt>
                <c:pt idx="29">
                  <c:v>45916</c:v>
                </c:pt>
                <c:pt idx="30">
                  <c:v>45917</c:v>
                </c:pt>
                <c:pt idx="31">
                  <c:v>45918</c:v>
                </c:pt>
                <c:pt idx="32">
                  <c:v>45919</c:v>
                </c:pt>
                <c:pt idx="33">
                  <c:v>45920</c:v>
                </c:pt>
                <c:pt idx="34">
                  <c:v>45921</c:v>
                </c:pt>
                <c:pt idx="35">
                  <c:v>45922</c:v>
                </c:pt>
                <c:pt idx="36">
                  <c:v>45923</c:v>
                </c:pt>
                <c:pt idx="37">
                  <c:v>45924</c:v>
                </c:pt>
                <c:pt idx="38">
                  <c:v>45925</c:v>
                </c:pt>
                <c:pt idx="39">
                  <c:v>45926</c:v>
                </c:pt>
                <c:pt idx="40">
                  <c:v>45927</c:v>
                </c:pt>
                <c:pt idx="41">
                  <c:v>45928</c:v>
                </c:pt>
                <c:pt idx="42">
                  <c:v>45929</c:v>
                </c:pt>
                <c:pt idx="43">
                  <c:v>45930</c:v>
                </c:pt>
                <c:pt idx="44">
                  <c:v>45931</c:v>
                </c:pt>
                <c:pt idx="45">
                  <c:v>45932</c:v>
                </c:pt>
                <c:pt idx="46">
                  <c:v>45933</c:v>
                </c:pt>
                <c:pt idx="47">
                  <c:v>45934</c:v>
                </c:pt>
                <c:pt idx="48">
                  <c:v>45935</c:v>
                </c:pt>
                <c:pt idx="49">
                  <c:v>45936</c:v>
                </c:pt>
                <c:pt idx="50">
                  <c:v>45937</c:v>
                </c:pt>
                <c:pt idx="51">
                  <c:v>45938</c:v>
                </c:pt>
                <c:pt idx="52">
                  <c:v>45939</c:v>
                </c:pt>
                <c:pt idx="53">
                  <c:v>45940</c:v>
                </c:pt>
                <c:pt idx="54">
                  <c:v>45941</c:v>
                </c:pt>
                <c:pt idx="55">
                  <c:v>45942</c:v>
                </c:pt>
                <c:pt idx="56">
                  <c:v>45943</c:v>
                </c:pt>
                <c:pt idx="57">
                  <c:v>45944</c:v>
                </c:pt>
                <c:pt idx="58">
                  <c:v>45945</c:v>
                </c:pt>
                <c:pt idx="59">
                  <c:v>45946</c:v>
                </c:pt>
                <c:pt idx="60">
                  <c:v>45947</c:v>
                </c:pt>
                <c:pt idx="61">
                  <c:v>45948</c:v>
                </c:pt>
                <c:pt idx="62">
                  <c:v>45949</c:v>
                </c:pt>
                <c:pt idx="63">
                  <c:v>45950</c:v>
                </c:pt>
                <c:pt idx="64">
                  <c:v>45951</c:v>
                </c:pt>
                <c:pt idx="65">
                  <c:v>45952</c:v>
                </c:pt>
                <c:pt idx="66">
                  <c:v>45953</c:v>
                </c:pt>
                <c:pt idx="67">
                  <c:v>45954</c:v>
                </c:pt>
                <c:pt idx="68">
                  <c:v>45955</c:v>
                </c:pt>
                <c:pt idx="69">
                  <c:v>45956</c:v>
                </c:pt>
                <c:pt idx="70">
                  <c:v>45957</c:v>
                </c:pt>
                <c:pt idx="71">
                  <c:v>45958</c:v>
                </c:pt>
                <c:pt idx="72">
                  <c:v>45959</c:v>
                </c:pt>
                <c:pt idx="73">
                  <c:v>45960</c:v>
                </c:pt>
                <c:pt idx="74">
                  <c:v>45961</c:v>
                </c:pt>
                <c:pt idx="75">
                  <c:v>45962</c:v>
                </c:pt>
                <c:pt idx="76">
                  <c:v>45963</c:v>
                </c:pt>
                <c:pt idx="77">
                  <c:v>45964</c:v>
                </c:pt>
                <c:pt idx="78">
                  <c:v>45965</c:v>
                </c:pt>
                <c:pt idx="79">
                  <c:v>45966</c:v>
                </c:pt>
                <c:pt idx="80">
                  <c:v>45967</c:v>
                </c:pt>
                <c:pt idx="81">
                  <c:v>45968</c:v>
                </c:pt>
                <c:pt idx="82">
                  <c:v>45969</c:v>
                </c:pt>
                <c:pt idx="83">
                  <c:v>45970</c:v>
                </c:pt>
                <c:pt idx="84">
                  <c:v>45971</c:v>
                </c:pt>
                <c:pt idx="85">
                  <c:v>45972</c:v>
                </c:pt>
                <c:pt idx="86">
                  <c:v>45973</c:v>
                </c:pt>
                <c:pt idx="87">
                  <c:v>45974</c:v>
                </c:pt>
                <c:pt idx="88">
                  <c:v>45975</c:v>
                </c:pt>
                <c:pt idx="89">
                  <c:v>45976</c:v>
                </c:pt>
                <c:pt idx="90">
                  <c:v>45977</c:v>
                </c:pt>
                <c:pt idx="91">
                  <c:v>45978</c:v>
                </c:pt>
                <c:pt idx="92">
                  <c:v>45979</c:v>
                </c:pt>
                <c:pt idx="93">
                  <c:v>45980</c:v>
                </c:pt>
                <c:pt idx="94">
                  <c:v>45981</c:v>
                </c:pt>
                <c:pt idx="95">
                  <c:v>45982</c:v>
                </c:pt>
                <c:pt idx="96">
                  <c:v>45983</c:v>
                </c:pt>
                <c:pt idx="97">
                  <c:v>45984</c:v>
                </c:pt>
                <c:pt idx="98">
                  <c:v>45985</c:v>
                </c:pt>
                <c:pt idx="99">
                  <c:v>45986</c:v>
                </c:pt>
                <c:pt idx="100">
                  <c:v>45987</c:v>
                </c:pt>
                <c:pt idx="101">
                  <c:v>45988</c:v>
                </c:pt>
                <c:pt idx="102">
                  <c:v>45989</c:v>
                </c:pt>
                <c:pt idx="103">
                  <c:v>45990</c:v>
                </c:pt>
                <c:pt idx="104">
                  <c:v>45991</c:v>
                </c:pt>
                <c:pt idx="105">
                  <c:v>45992</c:v>
                </c:pt>
                <c:pt idx="106">
                  <c:v>45993</c:v>
                </c:pt>
                <c:pt idx="107">
                  <c:v>45994</c:v>
                </c:pt>
                <c:pt idx="108">
                  <c:v>45995</c:v>
                </c:pt>
                <c:pt idx="109">
                  <c:v>45996</c:v>
                </c:pt>
                <c:pt idx="110">
                  <c:v>45997</c:v>
                </c:pt>
                <c:pt idx="111">
                  <c:v>45998</c:v>
                </c:pt>
                <c:pt idx="112">
                  <c:v>45999</c:v>
                </c:pt>
                <c:pt idx="113">
                  <c:v>46000</c:v>
                </c:pt>
                <c:pt idx="114">
                  <c:v>46001</c:v>
                </c:pt>
                <c:pt idx="115">
                  <c:v>46002</c:v>
                </c:pt>
                <c:pt idx="116">
                  <c:v>46003</c:v>
                </c:pt>
                <c:pt idx="117">
                  <c:v>46004</c:v>
                </c:pt>
                <c:pt idx="118">
                  <c:v>46005</c:v>
                </c:pt>
                <c:pt idx="119">
                  <c:v>46006</c:v>
                </c:pt>
                <c:pt idx="120">
                  <c:v>46007</c:v>
                </c:pt>
                <c:pt idx="121">
                  <c:v>46008</c:v>
                </c:pt>
                <c:pt idx="122">
                  <c:v>46009</c:v>
                </c:pt>
                <c:pt idx="123">
                  <c:v>46010</c:v>
                </c:pt>
                <c:pt idx="124">
                  <c:v>46011</c:v>
                </c:pt>
                <c:pt idx="125">
                  <c:v>46012</c:v>
                </c:pt>
                <c:pt idx="126">
                  <c:v>46013</c:v>
                </c:pt>
                <c:pt idx="127">
                  <c:v>46014</c:v>
                </c:pt>
                <c:pt idx="128">
                  <c:v>46015</c:v>
                </c:pt>
                <c:pt idx="129">
                  <c:v>46016</c:v>
                </c:pt>
                <c:pt idx="130">
                  <c:v>46017</c:v>
                </c:pt>
                <c:pt idx="131">
                  <c:v>46018</c:v>
                </c:pt>
                <c:pt idx="132">
                  <c:v>46019</c:v>
                </c:pt>
                <c:pt idx="133">
                  <c:v>46020</c:v>
                </c:pt>
                <c:pt idx="134">
                  <c:v>46021</c:v>
                </c:pt>
                <c:pt idx="135">
                  <c:v>46022</c:v>
                </c:pt>
                <c:pt idx="136">
                  <c:v>46023</c:v>
                </c:pt>
                <c:pt idx="137">
                  <c:v>46024</c:v>
                </c:pt>
                <c:pt idx="138">
                  <c:v>46025</c:v>
                </c:pt>
                <c:pt idx="139">
                  <c:v>46026</c:v>
                </c:pt>
                <c:pt idx="140">
                  <c:v>46027</c:v>
                </c:pt>
                <c:pt idx="141">
                  <c:v>46028</c:v>
                </c:pt>
                <c:pt idx="142">
                  <c:v>46029</c:v>
                </c:pt>
                <c:pt idx="143">
                  <c:v>46030</c:v>
                </c:pt>
                <c:pt idx="144">
                  <c:v>46031</c:v>
                </c:pt>
                <c:pt idx="145">
                  <c:v>46032</c:v>
                </c:pt>
                <c:pt idx="146">
                  <c:v>46033</c:v>
                </c:pt>
                <c:pt idx="147">
                  <c:v>46034</c:v>
                </c:pt>
                <c:pt idx="148">
                  <c:v>46035</c:v>
                </c:pt>
                <c:pt idx="149">
                  <c:v>46036</c:v>
                </c:pt>
                <c:pt idx="150">
                  <c:v>46037</c:v>
                </c:pt>
                <c:pt idx="151">
                  <c:v>46038</c:v>
                </c:pt>
                <c:pt idx="152">
                  <c:v>46039</c:v>
                </c:pt>
                <c:pt idx="153">
                  <c:v>46040</c:v>
                </c:pt>
                <c:pt idx="154">
                  <c:v>46041</c:v>
                </c:pt>
                <c:pt idx="155">
                  <c:v>46042</c:v>
                </c:pt>
                <c:pt idx="156">
                  <c:v>46043</c:v>
                </c:pt>
                <c:pt idx="157">
                  <c:v>46044</c:v>
                </c:pt>
                <c:pt idx="158">
                  <c:v>46045</c:v>
                </c:pt>
                <c:pt idx="159">
                  <c:v>46046</c:v>
                </c:pt>
                <c:pt idx="160">
                  <c:v>46047</c:v>
                </c:pt>
                <c:pt idx="161">
                  <c:v>46048</c:v>
                </c:pt>
                <c:pt idx="162">
                  <c:v>46049</c:v>
                </c:pt>
                <c:pt idx="163">
                  <c:v>46050</c:v>
                </c:pt>
                <c:pt idx="164">
                  <c:v>46051</c:v>
                </c:pt>
                <c:pt idx="165">
                  <c:v>46052</c:v>
                </c:pt>
                <c:pt idx="166">
                  <c:v>46053</c:v>
                </c:pt>
                <c:pt idx="167">
                  <c:v>46054</c:v>
                </c:pt>
                <c:pt idx="168">
                  <c:v>46055</c:v>
                </c:pt>
                <c:pt idx="169">
                  <c:v>46056</c:v>
                </c:pt>
                <c:pt idx="170">
                  <c:v>46057</c:v>
                </c:pt>
                <c:pt idx="171">
                  <c:v>46058</c:v>
                </c:pt>
                <c:pt idx="172">
                  <c:v>46059</c:v>
                </c:pt>
                <c:pt idx="173">
                  <c:v>46060</c:v>
                </c:pt>
                <c:pt idx="174">
                  <c:v>46061</c:v>
                </c:pt>
                <c:pt idx="175">
                  <c:v>46062</c:v>
                </c:pt>
                <c:pt idx="176">
                  <c:v>46063</c:v>
                </c:pt>
                <c:pt idx="177">
                  <c:v>46064</c:v>
                </c:pt>
                <c:pt idx="178">
                  <c:v>46065</c:v>
                </c:pt>
                <c:pt idx="179">
                  <c:v>46066</c:v>
                </c:pt>
                <c:pt idx="180">
                  <c:v>46067</c:v>
                </c:pt>
                <c:pt idx="181">
                  <c:v>46068</c:v>
                </c:pt>
                <c:pt idx="182">
                  <c:v>46069</c:v>
                </c:pt>
                <c:pt idx="183">
                  <c:v>46070</c:v>
                </c:pt>
                <c:pt idx="184">
                  <c:v>46071</c:v>
                </c:pt>
                <c:pt idx="185">
                  <c:v>46072</c:v>
                </c:pt>
                <c:pt idx="186">
                  <c:v>46073</c:v>
                </c:pt>
                <c:pt idx="187">
                  <c:v>46074</c:v>
                </c:pt>
                <c:pt idx="188">
                  <c:v>46075</c:v>
                </c:pt>
                <c:pt idx="189">
                  <c:v>46076</c:v>
                </c:pt>
                <c:pt idx="190">
                  <c:v>46077</c:v>
                </c:pt>
                <c:pt idx="191">
                  <c:v>46078</c:v>
                </c:pt>
                <c:pt idx="192">
                  <c:v>46079</c:v>
                </c:pt>
                <c:pt idx="193">
                  <c:v>46080</c:v>
                </c:pt>
                <c:pt idx="194">
                  <c:v>46081</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46095</c:v>
                </c:pt>
                <c:pt idx="209">
                  <c:v>46096</c:v>
                </c:pt>
                <c:pt idx="210">
                  <c:v>46097</c:v>
                </c:pt>
                <c:pt idx="211">
                  <c:v>46098</c:v>
                </c:pt>
                <c:pt idx="212">
                  <c:v>46099</c:v>
                </c:pt>
                <c:pt idx="213">
                  <c:v>46100</c:v>
                </c:pt>
                <c:pt idx="214">
                  <c:v>46101</c:v>
                </c:pt>
                <c:pt idx="215">
                  <c:v>46102</c:v>
                </c:pt>
                <c:pt idx="216">
                  <c:v>46103</c:v>
                </c:pt>
                <c:pt idx="217">
                  <c:v>46104</c:v>
                </c:pt>
                <c:pt idx="218">
                  <c:v>46105</c:v>
                </c:pt>
                <c:pt idx="219">
                  <c:v>46106</c:v>
                </c:pt>
                <c:pt idx="220">
                  <c:v>46107</c:v>
                </c:pt>
                <c:pt idx="221">
                  <c:v>46108</c:v>
                </c:pt>
                <c:pt idx="222">
                  <c:v>46109</c:v>
                </c:pt>
                <c:pt idx="223">
                  <c:v>46110</c:v>
                </c:pt>
                <c:pt idx="224">
                  <c:v>46111</c:v>
                </c:pt>
                <c:pt idx="225">
                  <c:v>46112</c:v>
                </c:pt>
                <c:pt idx="226">
                  <c:v>46113</c:v>
                </c:pt>
                <c:pt idx="227">
                  <c:v>46114</c:v>
                </c:pt>
                <c:pt idx="228">
                  <c:v>46115</c:v>
                </c:pt>
                <c:pt idx="229">
                  <c:v>46116</c:v>
                </c:pt>
                <c:pt idx="230">
                  <c:v>46117</c:v>
                </c:pt>
                <c:pt idx="231">
                  <c:v>46118</c:v>
                </c:pt>
                <c:pt idx="232">
                  <c:v>46119</c:v>
                </c:pt>
                <c:pt idx="233">
                  <c:v>46120</c:v>
                </c:pt>
                <c:pt idx="234">
                  <c:v>46121</c:v>
                </c:pt>
                <c:pt idx="235">
                  <c:v>46122</c:v>
                </c:pt>
                <c:pt idx="236">
                  <c:v>46123</c:v>
                </c:pt>
                <c:pt idx="237">
                  <c:v>46124</c:v>
                </c:pt>
                <c:pt idx="238">
                  <c:v>46125</c:v>
                </c:pt>
                <c:pt idx="239">
                  <c:v>46126</c:v>
                </c:pt>
                <c:pt idx="240">
                  <c:v>46127</c:v>
                </c:pt>
                <c:pt idx="241">
                  <c:v>46128</c:v>
                </c:pt>
                <c:pt idx="242">
                  <c:v>46129</c:v>
                </c:pt>
                <c:pt idx="243">
                  <c:v>46130</c:v>
                </c:pt>
                <c:pt idx="244">
                  <c:v>46131</c:v>
                </c:pt>
                <c:pt idx="245">
                  <c:v>46132</c:v>
                </c:pt>
                <c:pt idx="246">
                  <c:v>46133</c:v>
                </c:pt>
                <c:pt idx="247">
                  <c:v>46134</c:v>
                </c:pt>
                <c:pt idx="248">
                  <c:v>46135</c:v>
                </c:pt>
                <c:pt idx="249">
                  <c:v>46136</c:v>
                </c:pt>
                <c:pt idx="250">
                  <c:v>46137</c:v>
                </c:pt>
                <c:pt idx="251">
                  <c:v>46138</c:v>
                </c:pt>
                <c:pt idx="252">
                  <c:v>46139</c:v>
                </c:pt>
                <c:pt idx="253">
                  <c:v>46140</c:v>
                </c:pt>
                <c:pt idx="254">
                  <c:v>46141</c:v>
                </c:pt>
                <c:pt idx="255">
                  <c:v>46142</c:v>
                </c:pt>
                <c:pt idx="256">
                  <c:v>46143</c:v>
                </c:pt>
                <c:pt idx="257">
                  <c:v>46144</c:v>
                </c:pt>
                <c:pt idx="258">
                  <c:v>46145</c:v>
                </c:pt>
                <c:pt idx="259">
                  <c:v>46146</c:v>
                </c:pt>
                <c:pt idx="260">
                  <c:v>46147</c:v>
                </c:pt>
                <c:pt idx="261">
                  <c:v>46148</c:v>
                </c:pt>
                <c:pt idx="262">
                  <c:v>46149</c:v>
                </c:pt>
                <c:pt idx="263">
                  <c:v>46150</c:v>
                </c:pt>
                <c:pt idx="264">
                  <c:v>46151</c:v>
                </c:pt>
                <c:pt idx="265">
                  <c:v>46152</c:v>
                </c:pt>
                <c:pt idx="266">
                  <c:v>46153</c:v>
                </c:pt>
                <c:pt idx="267">
                  <c:v>46154</c:v>
                </c:pt>
                <c:pt idx="268">
                  <c:v>46155</c:v>
                </c:pt>
                <c:pt idx="269">
                  <c:v>46156</c:v>
                </c:pt>
                <c:pt idx="270">
                  <c:v>46157</c:v>
                </c:pt>
                <c:pt idx="271">
                  <c:v>46158</c:v>
                </c:pt>
                <c:pt idx="272">
                  <c:v>46159</c:v>
                </c:pt>
                <c:pt idx="273">
                  <c:v>46160</c:v>
                </c:pt>
                <c:pt idx="274">
                  <c:v>46161</c:v>
                </c:pt>
                <c:pt idx="275">
                  <c:v>46162</c:v>
                </c:pt>
                <c:pt idx="276">
                  <c:v>46163</c:v>
                </c:pt>
                <c:pt idx="277">
                  <c:v>46164</c:v>
                </c:pt>
                <c:pt idx="278">
                  <c:v>46165</c:v>
                </c:pt>
                <c:pt idx="279">
                  <c:v>46166</c:v>
                </c:pt>
                <c:pt idx="280">
                  <c:v>46167</c:v>
                </c:pt>
                <c:pt idx="281">
                  <c:v>46168</c:v>
                </c:pt>
                <c:pt idx="282">
                  <c:v>46169</c:v>
                </c:pt>
                <c:pt idx="283">
                  <c:v>46170</c:v>
                </c:pt>
                <c:pt idx="284">
                  <c:v>46171</c:v>
                </c:pt>
                <c:pt idx="285">
                  <c:v>46172</c:v>
                </c:pt>
                <c:pt idx="286">
                  <c:v>46173</c:v>
                </c:pt>
                <c:pt idx="287">
                  <c:v>46174</c:v>
                </c:pt>
                <c:pt idx="288">
                  <c:v>46175</c:v>
                </c:pt>
                <c:pt idx="289">
                  <c:v>46176</c:v>
                </c:pt>
                <c:pt idx="290">
                  <c:v>46177</c:v>
                </c:pt>
                <c:pt idx="291">
                  <c:v>46178</c:v>
                </c:pt>
                <c:pt idx="292">
                  <c:v>46179</c:v>
                </c:pt>
                <c:pt idx="293">
                  <c:v>46180</c:v>
                </c:pt>
                <c:pt idx="294">
                  <c:v>46181</c:v>
                </c:pt>
                <c:pt idx="295">
                  <c:v>46182</c:v>
                </c:pt>
                <c:pt idx="296">
                  <c:v>46183</c:v>
                </c:pt>
                <c:pt idx="297">
                  <c:v>46184</c:v>
                </c:pt>
                <c:pt idx="298">
                  <c:v>46185</c:v>
                </c:pt>
                <c:pt idx="299">
                  <c:v>46186</c:v>
                </c:pt>
                <c:pt idx="300">
                  <c:v>46187</c:v>
                </c:pt>
                <c:pt idx="301">
                  <c:v>46188</c:v>
                </c:pt>
                <c:pt idx="302">
                  <c:v>46189</c:v>
                </c:pt>
                <c:pt idx="303">
                  <c:v>46190</c:v>
                </c:pt>
                <c:pt idx="304">
                  <c:v>46191</c:v>
                </c:pt>
                <c:pt idx="305">
                  <c:v>46192</c:v>
                </c:pt>
                <c:pt idx="306">
                  <c:v>46193</c:v>
                </c:pt>
                <c:pt idx="307">
                  <c:v>46194</c:v>
                </c:pt>
                <c:pt idx="308">
                  <c:v>46195</c:v>
                </c:pt>
                <c:pt idx="309">
                  <c:v>46196</c:v>
                </c:pt>
                <c:pt idx="310">
                  <c:v>46197</c:v>
                </c:pt>
                <c:pt idx="311">
                  <c:v>46198</c:v>
                </c:pt>
                <c:pt idx="312">
                  <c:v>46199</c:v>
                </c:pt>
                <c:pt idx="313">
                  <c:v>46200</c:v>
                </c:pt>
                <c:pt idx="314">
                  <c:v>46201</c:v>
                </c:pt>
                <c:pt idx="315">
                  <c:v>46202</c:v>
                </c:pt>
                <c:pt idx="316">
                  <c:v>46203</c:v>
                </c:pt>
                <c:pt idx="317">
                  <c:v>46204</c:v>
                </c:pt>
                <c:pt idx="318">
                  <c:v>46205</c:v>
                </c:pt>
                <c:pt idx="319">
                  <c:v>46206</c:v>
                </c:pt>
                <c:pt idx="320">
                  <c:v>46207</c:v>
                </c:pt>
                <c:pt idx="321">
                  <c:v>46208</c:v>
                </c:pt>
                <c:pt idx="322">
                  <c:v>46209</c:v>
                </c:pt>
                <c:pt idx="323">
                  <c:v>46210</c:v>
                </c:pt>
                <c:pt idx="324">
                  <c:v>46211</c:v>
                </c:pt>
                <c:pt idx="325">
                  <c:v>46212</c:v>
                </c:pt>
                <c:pt idx="326">
                  <c:v>46213</c:v>
                </c:pt>
                <c:pt idx="327">
                  <c:v>46214</c:v>
                </c:pt>
                <c:pt idx="328">
                  <c:v>46215</c:v>
                </c:pt>
                <c:pt idx="329">
                  <c:v>46216</c:v>
                </c:pt>
                <c:pt idx="330">
                  <c:v>46217</c:v>
                </c:pt>
                <c:pt idx="331">
                  <c:v>46218</c:v>
                </c:pt>
                <c:pt idx="332">
                  <c:v>46219</c:v>
                </c:pt>
                <c:pt idx="333">
                  <c:v>46220</c:v>
                </c:pt>
                <c:pt idx="334">
                  <c:v>46221</c:v>
                </c:pt>
                <c:pt idx="335">
                  <c:v>46222</c:v>
                </c:pt>
                <c:pt idx="336">
                  <c:v>46223</c:v>
                </c:pt>
                <c:pt idx="337">
                  <c:v>46224</c:v>
                </c:pt>
                <c:pt idx="338">
                  <c:v>46225</c:v>
                </c:pt>
                <c:pt idx="339">
                  <c:v>46226</c:v>
                </c:pt>
                <c:pt idx="340">
                  <c:v>46227</c:v>
                </c:pt>
                <c:pt idx="341">
                  <c:v>46228</c:v>
                </c:pt>
                <c:pt idx="342">
                  <c:v>46229</c:v>
                </c:pt>
                <c:pt idx="343">
                  <c:v>46230</c:v>
                </c:pt>
                <c:pt idx="344">
                  <c:v>46231</c:v>
                </c:pt>
                <c:pt idx="345">
                  <c:v>46232</c:v>
                </c:pt>
                <c:pt idx="346">
                  <c:v>46233</c:v>
                </c:pt>
                <c:pt idx="347">
                  <c:v>46234</c:v>
                </c:pt>
                <c:pt idx="348">
                  <c:v>46235</c:v>
                </c:pt>
                <c:pt idx="349">
                  <c:v>46236</c:v>
                </c:pt>
                <c:pt idx="350">
                  <c:v>46237</c:v>
                </c:pt>
                <c:pt idx="351">
                  <c:v>46238</c:v>
                </c:pt>
                <c:pt idx="352">
                  <c:v>46239</c:v>
                </c:pt>
                <c:pt idx="353">
                  <c:v>46240</c:v>
                </c:pt>
                <c:pt idx="354">
                  <c:v>46241</c:v>
                </c:pt>
                <c:pt idx="355">
                  <c:v>46242</c:v>
                </c:pt>
                <c:pt idx="356">
                  <c:v>46243</c:v>
                </c:pt>
                <c:pt idx="357">
                  <c:v>46244</c:v>
                </c:pt>
                <c:pt idx="358">
                  <c:v>46245</c:v>
                </c:pt>
                <c:pt idx="359">
                  <c:v>46246</c:v>
                </c:pt>
                <c:pt idx="360">
                  <c:v>46247</c:v>
                </c:pt>
                <c:pt idx="361">
                  <c:v>46248</c:v>
                </c:pt>
                <c:pt idx="362">
                  <c:v>46249</c:v>
                </c:pt>
                <c:pt idx="363">
                  <c:v>46250</c:v>
                </c:pt>
                <c:pt idx="364">
                  <c:v>46251</c:v>
                </c:pt>
                <c:pt idx="365">
                  <c:v>46252</c:v>
                </c:pt>
                <c:pt idx="366">
                  <c:v>46253</c:v>
                </c:pt>
              </c:numCache>
            </c:numRef>
          </c:cat>
          <c:val>
            <c:numRef>
              <c:f>Source!$AM$4:$AM$373</c:f>
              <c:numCache>
                <c:formatCode>General</c:formatCode>
                <c:ptCount val="370"/>
                <c:pt idx="0">
                  <c:v>4.6500000000000004</c:v>
                </c:pt>
                <c:pt idx="1">
                  <c:v>4.2</c:v>
                </c:pt>
                <c:pt idx="2">
                  <c:v>4.3</c:v>
                </c:pt>
                <c:pt idx="3">
                  <c:v>4.6500000000000004</c:v>
                </c:pt>
                <c:pt idx="4">
                  <c:v>4.95</c:v>
                </c:pt>
                <c:pt idx="5">
                  <c:v>4.95</c:v>
                </c:pt>
                <c:pt idx="6">
                  <c:v>4.95</c:v>
                </c:pt>
                <c:pt idx="7">
                  <c:v>5.45</c:v>
                </c:pt>
                <c:pt idx="8">
                  <c:v>5.15</c:v>
                </c:pt>
                <c:pt idx="9">
                  <c:v>4.38</c:v>
                </c:pt>
                <c:pt idx="10">
                  <c:v>4</c:v>
                </c:pt>
                <c:pt idx="11">
                  <c:v>4.4000000000000004</c:v>
                </c:pt>
                <c:pt idx="12">
                  <c:v>4.4000000000000004</c:v>
                </c:pt>
                <c:pt idx="13">
                  <c:v>4.4000000000000004</c:v>
                </c:pt>
                <c:pt idx="14">
                  <c:v>4.4000000000000004</c:v>
                </c:pt>
                <c:pt idx="15">
                  <c:v>4.4000000000000004</c:v>
                </c:pt>
                <c:pt idx="16">
                  <c:v>4.95</c:v>
                </c:pt>
                <c:pt idx="17">
                  <c:v>4.9000000000000004</c:v>
                </c:pt>
                <c:pt idx="18">
                  <c:v>4.3499999999999996</c:v>
                </c:pt>
                <c:pt idx="19">
                  <c:v>4.3499999999999996</c:v>
                </c:pt>
                <c:pt idx="20">
                  <c:v>4.3499999999999996</c:v>
                </c:pt>
                <c:pt idx="21">
                  <c:v>4.5999999999999996</c:v>
                </c:pt>
                <c:pt idx="22">
                  <c:v>4.2300000000000004</c:v>
                </c:pt>
                <c:pt idx="23">
                  <c:v>4.1500000000000004</c:v>
                </c:pt>
                <c:pt idx="24">
                  <c:v>4.25</c:v>
                </c:pt>
                <c:pt idx="25">
                  <c:v>4.3</c:v>
                </c:pt>
                <c:pt idx="26">
                  <c:v>4.3</c:v>
                </c:pt>
                <c:pt idx="27">
                  <c:v>4.3</c:v>
                </c:pt>
                <c:pt idx="28">
                  <c:v>4.4000000000000004</c:v>
                </c:pt>
                <c:pt idx="29">
                  <c:v>4.55</c:v>
                </c:pt>
                <c:pt idx="30">
                  <c:v>4.55</c:v>
                </c:pt>
                <c:pt idx="31">
                  <c:v>4.3499999999999996</c:v>
                </c:pt>
                <c:pt idx="32">
                  <c:v>4.05</c:v>
                </c:pt>
                <c:pt idx="33">
                  <c:v>4.05</c:v>
                </c:pt>
                <c:pt idx="34">
                  <c:v>4.05</c:v>
                </c:pt>
                <c:pt idx="35">
                  <c:v>4.03</c:v>
                </c:pt>
                <c:pt idx="36">
                  <c:v>4.1500000000000004</c:v>
                </c:pt>
                <c:pt idx="37">
                  <c:v>4.1500000000000004</c:v>
                </c:pt>
                <c:pt idx="38">
                  <c:v>4.1500000000000004</c:v>
                </c:pt>
                <c:pt idx="39">
                  <c:v>5.45</c:v>
                </c:pt>
                <c:pt idx="40">
                  <c:v>5.45</c:v>
                </c:pt>
                <c:pt idx="41">
                  <c:v>5.45</c:v>
                </c:pt>
                <c:pt idx="42">
                  <c:v>5.15</c:v>
                </c:pt>
                <c:pt idx="43">
                  <c:v>5.18</c:v>
                </c:pt>
                <c:pt idx="44">
                  <c:v>4.8</c:v>
                </c:pt>
                <c:pt idx="45">
                  <c:v>4.5</c:v>
                </c:pt>
                <c:pt idx="46">
                  <c:v>4.4000000000000004</c:v>
                </c:pt>
                <c:pt idx="47">
                  <c:v>4.4000000000000004</c:v>
                </c:pt>
                <c:pt idx="48">
                  <c:v>4.4000000000000004</c:v>
                </c:pt>
                <c:pt idx="49">
                  <c:v>4.45</c:v>
                </c:pt>
                <c:pt idx="50">
                  <c:v>4.7</c:v>
                </c:pt>
                <c:pt idx="51">
                  <c:v>5.05</c:v>
                </c:pt>
                <c:pt idx="52">
                  <c:v>5.15</c:v>
                </c:pt>
                <c:pt idx="53">
                  <c:v>4.95</c:v>
                </c:pt>
                <c:pt idx="54">
                  <c:v>4.95</c:v>
                </c:pt>
                <c:pt idx="55">
                  <c:v>4.95</c:v>
                </c:pt>
                <c:pt idx="56">
                  <c:v>4.95</c:v>
                </c:pt>
                <c:pt idx="57">
                  <c:v>5</c:v>
                </c:pt>
                <c:pt idx="58">
                  <c:v>5.15</c:v>
                </c:pt>
                <c:pt idx="59">
                  <c:v>5.9</c:v>
                </c:pt>
                <c:pt idx="60">
                  <c:v>5.43</c:v>
                </c:pt>
                <c:pt idx="61">
                  <c:v>5.43</c:v>
                </c:pt>
                <c:pt idx="62">
                  <c:v>5.43</c:v>
                </c:pt>
                <c:pt idx="63">
                  <c:v>5.15</c:v>
                </c:pt>
                <c:pt idx="64">
                  <c:v>5.25</c:v>
                </c:pt>
                <c:pt idx="65">
                  <c:v>6.33</c:v>
                </c:pt>
                <c:pt idx="66">
                  <c:v>5.8</c:v>
                </c:pt>
                <c:pt idx="67">
                  <c:v>5.95</c:v>
                </c:pt>
                <c:pt idx="68">
                  <c:v>5.95</c:v>
                </c:pt>
                <c:pt idx="69">
                  <c:v>5.95</c:v>
                </c:pt>
                <c:pt idx="70">
                  <c:v>5.93</c:v>
                </c:pt>
                <c:pt idx="71">
                  <c:v>5.55</c:v>
                </c:pt>
                <c:pt idx="72">
                  <c:v>4.63</c:v>
                </c:pt>
                <c:pt idx="73">
                  <c:v>4.3499999999999996</c:v>
                </c:pt>
                <c:pt idx="74">
                  <c:v>5.15</c:v>
                </c:pt>
                <c:pt idx="75">
                  <c:v>5.15</c:v>
                </c:pt>
                <c:pt idx="76">
                  <c:v>5.15</c:v>
                </c:pt>
                <c:pt idx="77">
                  <c:v>5.6</c:v>
                </c:pt>
                <c:pt idx="78">
                  <c:v>5.85</c:v>
                </c:pt>
                <c:pt idx="79">
                  <c:v>6</c:v>
                </c:pt>
                <c:pt idx="80">
                  <c:v>6.05</c:v>
                </c:pt>
                <c:pt idx="81">
                  <c:v>6</c:v>
                </c:pt>
                <c:pt idx="82">
                  <c:v>6</c:v>
                </c:pt>
                <c:pt idx="83">
                  <c:v>6</c:v>
                </c:pt>
                <c:pt idx="84">
                  <c:v>6.1</c:v>
                </c:pt>
                <c:pt idx="85">
                  <c:v>6.1</c:v>
                </c:pt>
                <c:pt idx="86">
                  <c:v>6.15</c:v>
                </c:pt>
                <c:pt idx="87">
                  <c:v>5.45</c:v>
                </c:pt>
                <c:pt idx="88">
                  <c:v>4.75</c:v>
                </c:pt>
                <c:pt idx="89">
                  <c:v>4.75</c:v>
                </c:pt>
                <c:pt idx="90">
                  <c:v>4.75</c:v>
                </c:pt>
                <c:pt idx="91">
                  <c:v>4.6500000000000004</c:v>
                </c:pt>
                <c:pt idx="92">
                  <c:v>4.6500000000000004</c:v>
                </c:pt>
                <c:pt idx="93">
                  <c:v>4.45</c:v>
                </c:pt>
                <c:pt idx="94">
                  <c:v>4.45</c:v>
                </c:pt>
                <c:pt idx="95">
                  <c:v>4.6500000000000004</c:v>
                </c:pt>
                <c:pt idx="96">
                  <c:v>4.6500000000000004</c:v>
                </c:pt>
                <c:pt idx="97">
                  <c:v>4.6500000000000004</c:v>
                </c:pt>
                <c:pt idx="98">
                  <c:v>5.95</c:v>
                </c:pt>
                <c:pt idx="99">
                  <c:v>5.95</c:v>
                </c:pt>
                <c:pt idx="100">
                  <c:v>5.9</c:v>
                </c:pt>
                <c:pt idx="101">
                  <c:v>5.85</c:v>
                </c:pt>
                <c:pt idx="102">
                  <c:v>5.85</c:v>
                </c:pt>
                <c:pt idx="103">
                  <c:v>5.85</c:v>
                </c:pt>
                <c:pt idx="104">
                  <c:v>5.85</c:v>
                </c:pt>
                <c:pt idx="105">
                  <c:v>7.28</c:v>
                </c:pt>
                <c:pt idx="106">
                  <c:v>7.28</c:v>
                </c:pt>
                <c:pt idx="107">
                  <c:v>7.35</c:v>
                </c:pt>
                <c:pt idx="108">
                  <c:v>7.08</c:v>
                </c:pt>
                <c:pt idx="109">
                  <c:v>7.4</c:v>
                </c:pt>
                <c:pt idx="110">
                  <c:v>7.4</c:v>
                </c:pt>
                <c:pt idx="111">
                  <c:v>7.4</c:v>
                </c:pt>
                <c:pt idx="112">
                  <c:v>7.5</c:v>
                </c:pt>
                <c:pt idx="113">
                  <c:v>7.5</c:v>
                </c:pt>
                <c:pt idx="114">
                  <c:v>7.38</c:v>
                </c:pt>
                <c:pt idx="115">
                  <c:v>7.43</c:v>
                </c:pt>
                <c:pt idx="116">
                  <c:v>7.25</c:v>
                </c:pt>
                <c:pt idx="117">
                  <c:v>7.25</c:v>
                </c:pt>
                <c:pt idx="118">
                  <c:v>7.25</c:v>
                </c:pt>
                <c:pt idx="119">
                  <c:v>6.5</c:v>
                </c:pt>
                <c:pt idx="120">
                  <c:v>5.65</c:v>
                </c:pt>
                <c:pt idx="121">
                  <c:v>4.9800000000000004</c:v>
                </c:pt>
                <c:pt idx="122">
                  <c:v>4.95</c:v>
                </c:pt>
                <c:pt idx="123">
                  <c:v>6.15</c:v>
                </c:pt>
                <c:pt idx="124">
                  <c:v>6.15</c:v>
                </c:pt>
                <c:pt idx="125">
                  <c:v>6.15</c:v>
                </c:pt>
                <c:pt idx="126">
                  <c:v>7.03</c:v>
                </c:pt>
                <c:pt idx="127">
                  <c:v>6.55</c:v>
                </c:pt>
                <c:pt idx="128">
                  <c:v>6.45</c:v>
                </c:pt>
                <c:pt idx="129">
                  <c:v>7.9</c:v>
                </c:pt>
                <c:pt idx="130">
                  <c:v>8.5500000000000007</c:v>
                </c:pt>
                <c:pt idx="131">
                  <c:v>8.5500000000000007</c:v>
                </c:pt>
                <c:pt idx="132">
                  <c:v>8.5500000000000007</c:v>
                </c:pt>
                <c:pt idx="133">
                  <c:v>8.48</c:v>
                </c:pt>
                <c:pt idx="134">
                  <c:v>9.15</c:v>
                </c:pt>
                <c:pt idx="135">
                  <c:v>9.1</c:v>
                </c:pt>
                <c:pt idx="136">
                  <c:v>9.1</c:v>
                </c:pt>
                <c:pt idx="137">
                  <c:v>9.1</c:v>
                </c:pt>
                <c:pt idx="138">
                  <c:v>9.1</c:v>
                </c:pt>
                <c:pt idx="139">
                  <c:v>9.1</c:v>
                </c:pt>
                <c:pt idx="140">
                  <c:v>7.33</c:v>
                </c:pt>
                <c:pt idx="141">
                  <c:v>6.1</c:v>
                </c:pt>
                <c:pt idx="142">
                  <c:v>5.25</c:v>
                </c:pt>
                <c:pt idx="143">
                  <c:v>4.43</c:v>
                </c:pt>
                <c:pt idx="144">
                  <c:v>4.3</c:v>
                </c:pt>
                <c:pt idx="145">
                  <c:v>4.3</c:v>
                </c:pt>
                <c:pt idx="146">
                  <c:v>4.3</c:v>
                </c:pt>
                <c:pt idx="147">
                  <c:v>4.3</c:v>
                </c:pt>
                <c:pt idx="148">
                  <c:v>4.45</c:v>
                </c:pt>
                <c:pt idx="149">
                  <c:v>4.8499999999999996</c:v>
                </c:pt>
                <c:pt idx="150">
                  <c:v>5.05</c:v>
                </c:pt>
                <c:pt idx="151">
                  <c:v>4.68</c:v>
                </c:pt>
                <c:pt idx="152">
                  <c:v>4.68</c:v>
                </c:pt>
                <c:pt idx="153">
                  <c:v>4.68</c:v>
                </c:pt>
                <c:pt idx="154">
                  <c:v>4.4000000000000004</c:v>
                </c:pt>
                <c:pt idx="155">
                  <c:v>4.3499999999999996</c:v>
                </c:pt>
                <c:pt idx="156">
                  <c:v>4.2300000000000004</c:v>
                </c:pt>
                <c:pt idx="157">
                  <c:v>4.1500000000000004</c:v>
                </c:pt>
                <c:pt idx="158">
                  <c:v>4.1500000000000004</c:v>
                </c:pt>
                <c:pt idx="159">
                  <c:v>4.1500000000000004</c:v>
                </c:pt>
                <c:pt idx="160">
                  <c:v>4.1500000000000004</c:v>
                </c:pt>
                <c:pt idx="161">
                  <c:v>6.33</c:v>
                </c:pt>
                <c:pt idx="162">
                  <c:v>6.65</c:v>
                </c:pt>
                <c:pt idx="163">
                  <c:v>6.6</c:v>
                </c:pt>
                <c:pt idx="164">
                  <c:v>5.9</c:v>
                </c:pt>
                <c:pt idx="165">
                  <c:v>5.9</c:v>
                </c:pt>
                <c:pt idx="166">
                  <c:v>5.9</c:v>
                </c:pt>
                <c:pt idx="167">
                  <c:v>5.9</c:v>
                </c:pt>
                <c:pt idx="168">
                  <c:v>9.65</c:v>
                </c:pt>
                <c:pt idx="169">
                  <c:v>9.65</c:v>
                </c:pt>
                <c:pt idx="170">
                  <c:v>10</c:v>
                </c:pt>
                <c:pt idx="171">
                  <c:v>8.85</c:v>
                </c:pt>
                <c:pt idx="172">
                  <c:v>9.9</c:v>
                </c:pt>
                <c:pt idx="173">
                  <c:v>9.9</c:v>
                </c:pt>
                <c:pt idx="174">
                  <c:v>9.9</c:v>
                </c:pt>
                <c:pt idx="175">
                  <c:v>9.4</c:v>
                </c:pt>
                <c:pt idx="176">
                  <c:v>8.4499999999999993</c:v>
                </c:pt>
                <c:pt idx="177">
                  <c:v>8.4499999999999993</c:v>
                </c:pt>
                <c:pt idx="178">
                  <c:v>5.65</c:v>
                </c:pt>
                <c:pt idx="179">
                  <c:v>5.9</c:v>
                </c:pt>
                <c:pt idx="180">
                  <c:v>5.9</c:v>
                </c:pt>
                <c:pt idx="181">
                  <c:v>5.9</c:v>
                </c:pt>
                <c:pt idx="182">
                  <c:v>5.9</c:v>
                </c:pt>
                <c:pt idx="183">
                  <c:v>5.9</c:v>
                </c:pt>
                <c:pt idx="184">
                  <c:v>5.9</c:v>
                </c:pt>
                <c:pt idx="185">
                  <c:v>5.9</c:v>
                </c:pt>
                <c:pt idx="186">
                  <c:v>5.9</c:v>
                </c:pt>
                <c:pt idx="187">
                  <c:v>5.9</c:v>
                </c:pt>
                <c:pt idx="188">
                  <c:v>5.9</c:v>
                </c:pt>
                <c:pt idx="189">
                  <c:v>6.9</c:v>
                </c:pt>
                <c:pt idx="190">
                  <c:v>5.55</c:v>
                </c:pt>
                <c:pt idx="191">
                  <c:v>5.65</c:v>
                </c:pt>
                <c:pt idx="192">
                  <c:v>6.2</c:v>
                </c:pt>
                <c:pt idx="193">
                  <c:v>7.3</c:v>
                </c:pt>
                <c:pt idx="194">
                  <c:v>7.3</c:v>
                </c:pt>
                <c:pt idx="195">
                  <c:v>7.3</c:v>
                </c:pt>
                <c:pt idx="196">
                  <c:v>10.130000000000001</c:v>
                </c:pt>
                <c:pt idx="197">
                  <c:v>9.1</c:v>
                </c:pt>
                <c:pt idx="198">
                  <c:v>8.6999999999999993</c:v>
                </c:pt>
                <c:pt idx="199">
                  <c:v>6.25</c:v>
                </c:pt>
                <c:pt idx="200">
                  <c:v>5.35</c:v>
                </c:pt>
                <c:pt idx="201">
                  <c:v>5.35</c:v>
                </c:pt>
                <c:pt idx="202">
                  <c:v>5.35</c:v>
                </c:pt>
                <c:pt idx="203">
                  <c:v>5.35</c:v>
                </c:pt>
                <c:pt idx="204">
                  <c:v>6.33</c:v>
                </c:pt>
                <c:pt idx="205">
                  <c:v>5.65</c:v>
                </c:pt>
                <c:pt idx="206">
                  <c:v>5.2</c:v>
                </c:pt>
                <c:pt idx="207">
                  <c:v>4.9000000000000004</c:v>
                </c:pt>
                <c:pt idx="208">
                  <c:v>4.9000000000000004</c:v>
                </c:pt>
                <c:pt idx="209">
                  <c:v>4.9000000000000004</c:v>
                </c:pt>
                <c:pt idx="210">
                  <c:v>4.9000000000000004</c:v>
                </c:pt>
                <c:pt idx="211">
                  <c:v>5.35</c:v>
                </c:pt>
                <c:pt idx="212">
                  <c:v>5.35</c:v>
                </c:pt>
                <c:pt idx="213">
                  <c:v>5.65</c:v>
                </c:pt>
                <c:pt idx="214">
                  <c:v>5.65</c:v>
                </c:pt>
                <c:pt idx="215">
                  <c:v>5.65</c:v>
                </c:pt>
                <c:pt idx="216">
                  <c:v>5.65</c:v>
                </c:pt>
                <c:pt idx="217">
                  <c:v>6.13</c:v>
                </c:pt>
                <c:pt idx="218">
                  <c:v>8.9499999999999993</c:v>
                </c:pt>
                <c:pt idx="219">
                  <c:v>7.8</c:v>
                </c:pt>
                <c:pt idx="220">
                  <c:v>7.8</c:v>
                </c:pt>
                <c:pt idx="221">
                  <c:v>7.8</c:v>
                </c:pt>
                <c:pt idx="222">
                  <c:v>7.8</c:v>
                </c:pt>
                <c:pt idx="223">
                  <c:v>7.8</c:v>
                </c:pt>
                <c:pt idx="224">
                  <c:v>10.5</c:v>
                </c:pt>
                <c:pt idx="225">
                  <c:v>9.35</c:v>
                </c:pt>
                <c:pt idx="226">
                  <c:v>8.65</c:v>
                </c:pt>
                <c:pt idx="227">
                  <c:v>8.4</c:v>
                </c:pt>
                <c:pt idx="228">
                  <c:v>5.8</c:v>
                </c:pt>
                <c:pt idx="229">
                  <c:v>5.8</c:v>
                </c:pt>
                <c:pt idx="230">
                  <c:v>5.8</c:v>
                </c:pt>
                <c:pt idx="231">
                  <c:v>8.35</c:v>
                </c:pt>
                <c:pt idx="232">
                  <c:v>6.35</c:v>
                </c:pt>
                <c:pt idx="233">
                  <c:v>5.75</c:v>
                </c:pt>
                <c:pt idx="234">
                  <c:v>6</c:v>
                </c:pt>
                <c:pt idx="235">
                  <c:v>7.1</c:v>
                </c:pt>
                <c:pt idx="236">
                  <c:v>7.1</c:v>
                </c:pt>
                <c:pt idx="237">
                  <c:v>7.1</c:v>
                </c:pt>
                <c:pt idx="238">
                  <c:v>6.7</c:v>
                </c:pt>
                <c:pt idx="239">
                  <c:v>5.25</c:v>
                </c:pt>
                <c:pt idx="240">
                  <c:v>4.9000000000000004</c:v>
                </c:pt>
                <c:pt idx="241">
                  <c:v>4.68</c:v>
                </c:pt>
                <c:pt idx="242">
                  <c:v>4.9000000000000004</c:v>
                </c:pt>
                <c:pt idx="243">
                  <c:v>4.9000000000000004</c:v>
                </c:pt>
                <c:pt idx="244">
                  <c:v>4.9000000000000004</c:v>
                </c:pt>
                <c:pt idx="245">
                  <c:v>6.05</c:v>
                </c:pt>
                <c:pt idx="246">
                  <c:v>6.65</c:v>
                </c:pt>
                <c:pt idx="247">
                  <c:v>6.48</c:v>
                </c:pt>
                <c:pt idx="248">
                  <c:v>5.65</c:v>
                </c:pt>
                <c:pt idx="249">
                  <c:v>5.45</c:v>
                </c:pt>
                <c:pt idx="250">
                  <c:v>5.45</c:v>
                </c:pt>
                <c:pt idx="251">
                  <c:v>5.45</c:v>
                </c:pt>
                <c:pt idx="252">
                  <c:v>5.45</c:v>
                </c:pt>
                <c:pt idx="253">
                  <c:v>5.6</c:v>
                </c:pt>
                <c:pt idx="254">
                  <c:v>6.6</c:v>
                </c:pt>
                <c:pt idx="255">
                  <c:v>6.6</c:v>
                </c:pt>
                <c:pt idx="256">
                  <c:v>6.6</c:v>
                </c:pt>
                <c:pt idx="257">
                  <c:v>6.6</c:v>
                </c:pt>
                <c:pt idx="258">
                  <c:v>6.6</c:v>
                </c:pt>
                <c:pt idx="259">
                  <c:v>6.75</c:v>
                </c:pt>
                <c:pt idx="260">
                  <c:v>6.85</c:v>
                </c:pt>
                <c:pt idx="261">
                  <c:v>6.85</c:v>
                </c:pt>
                <c:pt idx="262">
                  <c:v>5.85</c:v>
                </c:pt>
                <c:pt idx="263">
                  <c:v>5.3</c:v>
                </c:pt>
                <c:pt idx="264">
                  <c:v>5.3</c:v>
                </c:pt>
                <c:pt idx="265">
                  <c:v>5.3</c:v>
                </c:pt>
                <c:pt idx="266">
                  <c:v>5.35</c:v>
                </c:pt>
                <c:pt idx="267">
                  <c:v>6.45</c:v>
                </c:pt>
                <c:pt idx="268">
                  <c:v>6.45</c:v>
                </c:pt>
                <c:pt idx="269">
                  <c:v>6.4</c:v>
                </c:pt>
                <c:pt idx="270">
                  <c:v>5.85</c:v>
                </c:pt>
                <c:pt idx="271">
                  <c:v>5.85</c:v>
                </c:pt>
                <c:pt idx="272">
                  <c:v>5.85</c:v>
                </c:pt>
                <c:pt idx="273">
                  <c:v>5.8</c:v>
                </c:pt>
                <c:pt idx="274">
                  <c:v>5.8</c:v>
                </c:pt>
                <c:pt idx="275">
                  <c:v>6.55</c:v>
                </c:pt>
                <c:pt idx="276">
                  <c:v>6.35</c:v>
                </c:pt>
                <c:pt idx="277">
                  <c:v>6.75</c:v>
                </c:pt>
                <c:pt idx="278">
                  <c:v>6.75</c:v>
                </c:pt>
                <c:pt idx="279">
                  <c:v>6.75</c:v>
                </c:pt>
                <c:pt idx="280">
                  <c:v>7.1</c:v>
                </c:pt>
                <c:pt idx="281">
                  <c:v>7.75</c:v>
                </c:pt>
                <c:pt idx="282">
                  <c:v>7.55</c:v>
                </c:pt>
                <c:pt idx="283">
                  <c:v>7.25</c:v>
                </c:pt>
                <c:pt idx="284">
                  <c:v>7.35</c:v>
                </c:pt>
                <c:pt idx="285">
                  <c:v>7.35</c:v>
                </c:pt>
                <c:pt idx="286">
                  <c:v>7.35</c:v>
                </c:pt>
                <c:pt idx="287">
                  <c:v>9.1</c:v>
                </c:pt>
                <c:pt idx="288">
                  <c:v>6.35</c:v>
                </c:pt>
                <c:pt idx="289">
                  <c:v>6.15</c:v>
                </c:pt>
                <c:pt idx="290">
                  <c:v>6.15</c:v>
                </c:pt>
                <c:pt idx="291">
                  <c:v>6.35</c:v>
                </c:pt>
                <c:pt idx="292">
                  <c:v>6.35</c:v>
                </c:pt>
                <c:pt idx="293">
                  <c:v>6.35</c:v>
                </c:pt>
                <c:pt idx="294">
                  <c:v>8.25</c:v>
                </c:pt>
                <c:pt idx="295">
                  <c:v>6.5</c:v>
                </c:pt>
                <c:pt idx="296">
                  <c:v>6.5</c:v>
                </c:pt>
                <c:pt idx="297">
                  <c:v>5.4</c:v>
                </c:pt>
                <c:pt idx="298">
                  <c:v>5.0999999999999996</c:v>
                </c:pt>
                <c:pt idx="299">
                  <c:v>5.0999999999999996</c:v>
                </c:pt>
                <c:pt idx="300">
                  <c:v>5.0999999999999996</c:v>
                </c:pt>
                <c:pt idx="301">
                  <c:v>5</c:v>
                </c:pt>
                <c:pt idx="302">
                  <c:v>5.18</c:v>
                </c:pt>
                <c:pt idx="303">
                  <c:v>5.28</c:v>
                </c:pt>
                <c:pt idx="304">
                  <c:v>5.45</c:v>
                </c:pt>
                <c:pt idx="305">
                  <c:v>5.65</c:v>
                </c:pt>
                <c:pt idx="306">
                  <c:v>5.65</c:v>
                </c:pt>
                <c:pt idx="307">
                  <c:v>5.65</c:v>
                </c:pt>
                <c:pt idx="308">
                  <c:v>5.65</c:v>
                </c:pt>
                <c:pt idx="309">
                  <c:v>6.23</c:v>
                </c:pt>
                <c:pt idx="310">
                  <c:v>7.1</c:v>
                </c:pt>
                <c:pt idx="311">
                  <c:v>7.6</c:v>
                </c:pt>
                <c:pt idx="312">
                  <c:v>7.6</c:v>
                </c:pt>
                <c:pt idx="313">
                  <c:v>7.6</c:v>
                </c:pt>
                <c:pt idx="314">
                  <c:v>7.6</c:v>
                </c:pt>
                <c:pt idx="315">
                  <c:v>9.1</c:v>
                </c:pt>
                <c:pt idx="316">
                  <c:v>9.1</c:v>
                </c:pt>
                <c:pt idx="317">
                  <c:v>6.55</c:v>
                </c:pt>
                <c:pt idx="318">
                  <c:v>6.58</c:v>
                </c:pt>
                <c:pt idx="319">
                  <c:v>6.6</c:v>
                </c:pt>
                <c:pt idx="320">
                  <c:v>6.6</c:v>
                </c:pt>
                <c:pt idx="321">
                  <c:v>6.6</c:v>
                </c:pt>
                <c:pt idx="322">
                  <c:v>6.5</c:v>
                </c:pt>
                <c:pt idx="323">
                  <c:v>6.3</c:v>
                </c:pt>
                <c:pt idx="324">
                  <c:v>6</c:v>
                </c:pt>
                <c:pt idx="325">
                  <c:v>5.4</c:v>
                </c:pt>
                <c:pt idx="326">
                  <c:v>5.15</c:v>
                </c:pt>
                <c:pt idx="327">
                  <c:v>5.15</c:v>
                </c:pt>
                <c:pt idx="328">
                  <c:v>5.15</c:v>
                </c:pt>
                <c:pt idx="329">
                  <c:v>5.03</c:v>
                </c:pt>
                <c:pt idx="330">
                  <c:v>4.9000000000000004</c:v>
                </c:pt>
                <c:pt idx="331">
                  <c:v>4.9800000000000004</c:v>
                </c:pt>
                <c:pt idx="332">
                  <c:v>4.8499999999999996</c:v>
                </c:pt>
                <c:pt idx="333">
                  <c:v>4.7</c:v>
                </c:pt>
                <c:pt idx="334">
                  <c:v>4.7</c:v>
                </c:pt>
                <c:pt idx="335">
                  <c:v>4.7</c:v>
                </c:pt>
                <c:pt idx="336">
                  <c:v>4.53</c:v>
                </c:pt>
                <c:pt idx="337">
                  <c:v>4.55</c:v>
                </c:pt>
                <c:pt idx="338">
                  <c:v>4.2</c:v>
                </c:pt>
                <c:pt idx="339">
                  <c:v>3.98</c:v>
                </c:pt>
                <c:pt idx="340">
                  <c:v>3.93</c:v>
                </c:pt>
                <c:pt idx="341">
                  <c:v>3.93</c:v>
                </c:pt>
                <c:pt idx="342">
                  <c:v>3.93</c:v>
                </c:pt>
                <c:pt idx="343">
                  <c:v>4.4800000000000004</c:v>
                </c:pt>
                <c:pt idx="344">
                  <c:v>4.4800000000000004</c:v>
                </c:pt>
                <c:pt idx="345">
                  <c:v>4.4000000000000004</c:v>
                </c:pt>
                <c:pt idx="346">
                  <c:v>4.3</c:v>
                </c:pt>
                <c:pt idx="347">
                  <c:v>4.3</c:v>
                </c:pt>
                <c:pt idx="348">
                  <c:v>4.3</c:v>
                </c:pt>
                <c:pt idx="349">
                  <c:v>4.3</c:v>
                </c:pt>
                <c:pt idx="350">
                  <c:v>6.33</c:v>
                </c:pt>
                <c:pt idx="351">
                  <c:v>6.5</c:v>
                </c:pt>
                <c:pt idx="352">
                  <c:v>6.05</c:v>
                </c:pt>
                <c:pt idx="353">
                  <c:v>5.45</c:v>
                </c:pt>
                <c:pt idx="354">
                  <c:v>6.15</c:v>
                </c:pt>
                <c:pt idx="355">
                  <c:v>6.15</c:v>
                </c:pt>
                <c:pt idx="356">
                  <c:v>6.15</c:v>
                </c:pt>
                <c:pt idx="357">
                  <c:v>6.15</c:v>
                </c:pt>
                <c:pt idx="358">
                  <c:v>5.65</c:v>
                </c:pt>
                <c:pt idx="359">
                  <c:v>5.4</c:v>
                </c:pt>
                <c:pt idx="360">
                  <c:v>5.0999999999999996</c:v>
                </c:pt>
                <c:pt idx="361">
                  <c:v>5.2</c:v>
                </c:pt>
                <c:pt idx="362">
                  <c:v>5.2</c:v>
                </c:pt>
                <c:pt idx="363">
                  <c:v>5.2</c:v>
                </c:pt>
                <c:pt idx="364">
                  <c:v>5.85</c:v>
                </c:pt>
                <c:pt idx="365">
                  <c:v>5.33</c:v>
                </c:pt>
                <c:pt idx="366">
                  <c:v>4.6500000000000004</c:v>
                </c:pt>
              </c:numCache>
            </c:numRef>
          </c:val>
          <c:smooth val="1"/>
          <c:extLst>
            <c:ext xmlns:c16="http://schemas.microsoft.com/office/drawing/2014/chart" uri="{C3380CC4-5D6E-409C-BE32-E72D297353CC}">
              <c16:uniqueId val="{00000001-AF70-41B3-99FD-DAACC109ECFB}"/>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8/18/2026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8/18/2026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a:solidFill>
                  <a:srgbClr val="01437C"/>
                </a:solidFill>
                <a:latin typeface="SVN-Gilroy SemiBold" panose="00000700000000000000" pitchFamily="50" charset="0"/>
              </a:rPr>
              <a:t>Aug 19, </a:t>
            </a:r>
            <a:r>
              <a:rPr lang="en-US" sz="3600" dirty="0">
                <a:solidFill>
                  <a:srgbClr val="01437C"/>
                </a:solidFill>
                <a:latin typeface="SVN-Gilroy SemiBold" panose="00000700000000000000" pitchFamily="50" charset="0"/>
              </a:rPr>
              <a:t>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491085" y="2299521"/>
            <a:ext cx="9304824" cy="707886"/>
          </a:xfrm>
          <a:prstGeom prst="rect">
            <a:avLst/>
          </a:prstGeom>
          <a:noFill/>
        </p:spPr>
        <p:txBody>
          <a:bodyPr wrap="square" rtlCol="0">
            <a:spAutoFit/>
          </a:bodyPr>
          <a:lstStyle/>
          <a:p>
            <a:pPr algn="ctr"/>
            <a:r>
              <a:rPr lang="en-US" sz="4000" b="1">
                <a:solidFill>
                  <a:schemeClr val="bg1"/>
                </a:solidFill>
                <a:latin typeface="SVN-Gilroy XBold" panose="00000900000000000000" pitchFamily="50" charset="0"/>
              </a:rPr>
              <a:t>Geopolitical headwinds weigh on sentiment</a:t>
            </a:r>
            <a:endParaRPr lang="en-US" sz="4000" b="1" dirty="0">
              <a:solidFill>
                <a:schemeClr val="bg1"/>
              </a:solidFill>
              <a:latin typeface="SVN-Gilroy XBold" panose="00000900000000000000" pitchFamily="50" charset="0"/>
            </a:endParaRP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chemeClr val="accent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3849294615"/>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rtl="0" fontAlgn="ctr">
                        <a:buNone/>
                      </a:pPr>
                      <a:r>
                        <a:rPr lang="en-US" sz="2400" b="0" i="0" u="none" strike="noStrike">
                          <a:solidFill>
                            <a:srgbClr val="00427A"/>
                          </a:solidFill>
                          <a:effectLst/>
                          <a:latin typeface="SVN-Gilroy" panose="00000500000000000000"/>
                        </a:rPr>
                        <a:t>1731.3</a:t>
                      </a:r>
                    </a:p>
                  </a:txBody>
                  <a:tcPr marL="9525" marR="9525" marT="9525" marB="0" anchor="ctr"/>
                </a:tc>
                <a:tc>
                  <a:txBody>
                    <a:bodyPr/>
                    <a:lstStyle/>
                    <a:p>
                      <a:pPr algn="r" rtl="0" fontAlgn="ctr">
                        <a:buNone/>
                      </a:pPr>
                      <a:r>
                        <a:rPr lang="en-US" sz="2400" b="0" i="0" u="none" strike="noStrike">
                          <a:solidFill>
                            <a:srgbClr val="4EA72E"/>
                          </a:solidFill>
                          <a:effectLst/>
                          <a:latin typeface="SVN-Gilroy" panose="00000500000000000000"/>
                        </a:rPr>
                        <a:t>0.2%</a:t>
                      </a:r>
                    </a:p>
                  </a:txBody>
                  <a:tcPr marL="9525" marR="9525" marT="9525" marB="0" anchor="ctr"/>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rtl="0" fontAlgn="ctr">
                        <a:buNone/>
                      </a:pPr>
                      <a:r>
                        <a:rPr lang="en-US" sz="2400" b="0" i="0" u="none" strike="noStrike">
                          <a:solidFill>
                            <a:srgbClr val="00427A"/>
                          </a:solidFill>
                          <a:effectLst/>
                          <a:latin typeface="SVN-Gilroy" panose="00000500000000000000"/>
                        </a:rPr>
                        <a:t>1734.4</a:t>
                      </a:r>
                    </a:p>
                  </a:txBody>
                  <a:tcPr marL="9525" marR="9525" marT="9525" marB="0" anchor="ctr"/>
                </a:tc>
                <a:tc>
                  <a:txBody>
                    <a:bodyPr/>
                    <a:lstStyle/>
                    <a:p>
                      <a:pPr algn="r" rtl="0" fontAlgn="ctr">
                        <a:buNone/>
                      </a:pPr>
                      <a:r>
                        <a:rPr lang="en-US" sz="2400" b="0" i="0" u="none" strike="noStrike">
                          <a:solidFill>
                            <a:srgbClr val="4EA72E"/>
                          </a:solidFill>
                          <a:effectLst/>
                          <a:latin typeface="SVN-Gilroy" panose="00000500000000000000"/>
                        </a:rPr>
                        <a:t>-0.9%</a:t>
                      </a:r>
                    </a:p>
                  </a:txBody>
                  <a:tcPr marL="9525" marR="9525" marT="9525" marB="0" anchor="ctr"/>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rtl="0" fontAlgn="ctr">
                        <a:buNone/>
                      </a:pPr>
                      <a:r>
                        <a:rPr lang="en-US" sz="2400" b="0" i="0" u="none" strike="noStrike">
                          <a:solidFill>
                            <a:srgbClr val="00427A"/>
                          </a:solidFill>
                          <a:effectLst/>
                          <a:latin typeface="SVN-Gilroy" panose="00000500000000000000"/>
                        </a:rPr>
                        <a:t>1719.2</a:t>
                      </a:r>
                    </a:p>
                  </a:txBody>
                  <a:tcPr marL="9525" marR="9525" marT="9525" marB="0" anchor="ctr"/>
                </a:tc>
                <a:tc>
                  <a:txBody>
                    <a:bodyPr/>
                    <a:lstStyle/>
                    <a:p>
                      <a:pPr algn="r" rtl="0" fontAlgn="ctr">
                        <a:buNone/>
                      </a:pPr>
                      <a:r>
                        <a:rPr lang="en-US" sz="2400" b="0" i="0" u="none" strike="noStrike">
                          <a:solidFill>
                            <a:srgbClr val="FF0000"/>
                          </a:solidFill>
                          <a:effectLst/>
                          <a:latin typeface="SVN-Gilroy" panose="00000500000000000000"/>
                        </a:rPr>
                        <a:t>0.2%</a:t>
                      </a:r>
                    </a:p>
                  </a:txBody>
                  <a:tcPr marL="9525" marR="9525" marT="9525" marB="0" anchor="ctr"/>
                </a:tc>
                <a:extLst>
                  <a:ext uri="{0D108BD9-81ED-4DB2-BD59-A6C34878D82A}">
                    <a16:rowId xmlns:a16="http://schemas.microsoft.com/office/drawing/2014/main" val="1121654085"/>
                  </a:ext>
                </a:extLst>
              </a:tr>
              <a:tr h="0">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rtl="0" fontAlgn="ctr">
                        <a:buNone/>
                      </a:pPr>
                      <a:r>
                        <a:rPr lang="en-US" sz="2400" b="1" i="0" u="none" strike="noStrike">
                          <a:solidFill>
                            <a:srgbClr val="00427A"/>
                          </a:solidFill>
                          <a:effectLst/>
                          <a:latin typeface="SVN-Gilroy" panose="00000500000000000000"/>
                        </a:rPr>
                        <a:t>1726.3</a:t>
                      </a:r>
                    </a:p>
                  </a:txBody>
                  <a:tcPr marL="9525" marR="9525" marT="9525" marB="0" anchor="ctr"/>
                </a:tc>
                <a:tc>
                  <a:txBody>
                    <a:bodyPr/>
                    <a:lstStyle/>
                    <a:p>
                      <a:pPr algn="r" rtl="0" fontAlgn="ctr">
                        <a:buNone/>
                      </a:pPr>
                      <a:r>
                        <a:rPr lang="en-US" sz="2400" b="1" i="0" u="none" strike="noStrike">
                          <a:solidFill>
                            <a:srgbClr val="4EA72E"/>
                          </a:solidFill>
                          <a:effectLst/>
                          <a:latin typeface="SVN-Gilroy" panose="00000500000000000000"/>
                        </a:rPr>
                        <a:t>-0.3%</a:t>
                      </a:r>
                    </a:p>
                  </a:txBody>
                  <a:tcPr marL="9525" marR="9525" marT="9525" marB="0" anchor="ctr"/>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2123501951"/>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1,726.69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4.4</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282.32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127.46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17.0</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1,709.51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34.3</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67,460.73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54.3</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25,471.15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6,869.83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116.2</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10,722.44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17.1</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7,745.06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20.1</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26,644.91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4.4</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23.2</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7" y="2223696"/>
            <a:ext cx="8559363" cy="4252703"/>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a:latin typeface="SVN-Gilroy" panose="00000500000000000000" pitchFamily="50" charset="0"/>
                <a:ea typeface="Times New Roman" panose="02020603050405020304" pitchFamily="18" charset="0"/>
              </a:rPr>
              <a:t>The VN-Index slipped 0.3% to 1,726.3pts, trading below reference all day on geopolitical headwinds before an ATC-auction bounce trimmed the losses.</a:t>
            </a:r>
          </a:p>
          <a:p>
            <a:pPr marL="457200" indent="-457200" algn="just">
              <a:lnSpc>
                <a:spcPct val="150000"/>
              </a:lnSpc>
              <a:spcBef>
                <a:spcPts val="600"/>
              </a:spcBef>
              <a:buFont typeface="Arial" panose="020B0604020202020204" pitchFamily="34" charset="0"/>
              <a:buChar char="•"/>
            </a:pPr>
            <a:r>
              <a:rPr lang="en-US" sz="3000">
                <a:latin typeface="SVN-Gilroy" panose="00000500000000000000" pitchFamily="50" charset="0"/>
                <a:ea typeface="Times New Roman" panose="02020603050405020304" pitchFamily="18" charset="0"/>
              </a:rPr>
              <a:t>Banks and the VIC-VHM pair led the decline and breadth was firmly negative (220 decliners vs 97 advancers), though turnover ticked higher.</a:t>
            </a:r>
            <a:endParaRPr lang="en-US" sz="3000" dirty="0">
              <a:latin typeface="SVN-Gilroy" panose="00000500000000000000" pitchFamily="50" charset="0"/>
              <a:ea typeface="Times New Roman" panose="02020603050405020304" pitchFamily="18" charset="0"/>
            </a:endParaRPr>
          </a:p>
        </p:txBody>
      </p:sp>
      <p:sp>
        <p:nvSpPr>
          <p:cNvPr id="3" name="TextBox 2">
            <a:extLst>
              <a:ext uri="{FF2B5EF4-FFF2-40B4-BE49-F238E27FC236}">
                <a16:creationId xmlns:a16="http://schemas.microsoft.com/office/drawing/2014/main" id="{DCDAA5A3-00F1-B978-DE9D-096F8CAEA566}"/>
              </a:ext>
            </a:extLst>
          </p:cNvPr>
          <p:cNvSpPr txBox="1"/>
          <p:nvPr/>
        </p:nvSpPr>
        <p:spPr>
          <a:xfrm>
            <a:off x="768366" y="6708770"/>
            <a:ext cx="8559363" cy="523220"/>
          </a:xfrm>
          <a:prstGeom prst="rect">
            <a:avLst/>
          </a:prstGeom>
          <a:noFill/>
        </p:spPr>
        <p:txBody>
          <a:bodyPr wrap="square" rtlCol="0">
            <a:spAutoFit/>
          </a:bodyPr>
          <a:lstStyle/>
          <a:p>
            <a:pPr algn="ctr"/>
            <a:r>
              <a:rPr lang="en-US" sz="2800" b="1">
                <a:solidFill>
                  <a:srgbClr val="01437C"/>
                </a:solidFill>
                <a:latin typeface="SVN-Gilroy" panose="00000500000000000000" pitchFamily="50" charset="0"/>
                <a:cs typeface="Poppins" panose="00000500000000000000" pitchFamily="2" charset="0"/>
              </a:rPr>
              <a:t>Broad-based selling drags the index lower</a:t>
            </a:r>
            <a:endParaRPr lang="en-US" sz="2800" b="1" dirty="0">
              <a:solidFill>
                <a:srgbClr val="01437C"/>
              </a:solidFill>
              <a:latin typeface="SVN-Gilroy" panose="00000500000000000000" pitchFamily="50" charset="0"/>
              <a:cs typeface="Poppins" panose="00000500000000000000" pitchFamily="2" charset="0"/>
            </a:endParaRP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917780"/>
            <a:ext cx="9304824" cy="707886"/>
          </a:xfrm>
          <a:prstGeom prst="rect">
            <a:avLst/>
          </a:prstGeom>
          <a:noFill/>
        </p:spPr>
        <p:txBody>
          <a:bodyPr wrap="square" rtlCol="0">
            <a:spAutoFit/>
          </a:bodyPr>
          <a:lstStyle/>
          <a:p>
            <a:pPr algn="ctr"/>
            <a:r>
              <a:rPr lang="en-US" sz="4000" b="1">
                <a:solidFill>
                  <a:schemeClr val="bg1"/>
                </a:solidFill>
                <a:latin typeface="SVN-Gilroy XBold" panose="00000900000000000000" pitchFamily="50" charset="0"/>
              </a:rPr>
              <a:t>Geopolitical headwinds weigh on sentiment</a:t>
            </a:r>
            <a:endParaRPr lang="en-US" sz="4000" b="1" dirty="0">
              <a:solidFill>
                <a:schemeClr val="bg1"/>
              </a:solidFill>
              <a:latin typeface="SVN-Gilroy XBold" panose="00000900000000000000" pitchFamily="50" charset="0"/>
            </a:endParaRPr>
          </a:p>
        </p:txBody>
      </p:sp>
      <p:pic>
        <p:nvPicPr>
          <p:cNvPr id="8" name="Picture 7">
            <a:extLst>
              <a:ext uri="{FF2B5EF4-FFF2-40B4-BE49-F238E27FC236}">
                <a16:creationId xmlns:a16="http://schemas.microsoft.com/office/drawing/2014/main" id="{CEAC41E1-A66E-7DE0-E696-CEF470AC394B}"/>
              </a:ext>
            </a:extLst>
          </p:cNvPr>
          <p:cNvPicPr>
            <a:picLocks noChangeAspect="1"/>
          </p:cNvPicPr>
          <p:nvPr/>
        </p:nvPicPr>
        <p:blipFill>
          <a:blip r:embed="rId4"/>
          <a:stretch>
            <a:fillRect/>
          </a:stretch>
        </p:blipFill>
        <p:spPr>
          <a:xfrm>
            <a:off x="1199636" y="7465903"/>
            <a:ext cx="7887722" cy="5008294"/>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83535"/>
          </a:xfrm>
          <a:prstGeom prst="rect">
            <a:avLst/>
          </a:prstGeom>
          <a:noFill/>
        </p:spPr>
        <p:txBody>
          <a:bodyPr wrap="square" rtlCol="0">
            <a:spAutoFit/>
          </a:bodyPr>
          <a:lstStyle/>
          <a:p>
            <a:pPr algn="just">
              <a:lnSpc>
                <a:spcPct val="150000"/>
              </a:lnSpc>
              <a:spcBef>
                <a:spcPts val="600"/>
              </a:spcBef>
              <a:spcAft>
                <a:spcPts val="600"/>
              </a:spcAft>
            </a:pPr>
            <a:r>
              <a:rPr lang="en-US" sz="3000">
                <a:latin typeface="SVN-Gilroy" panose="00000500000000000000" pitchFamily="50" charset="0"/>
                <a:cs typeface="Poppins" panose="00000500000000000000" pitchFamily="2" charset="0"/>
              </a:rPr>
              <a:t>Liquidity edged up, with total volume reaching 582mn shares (+5.8% DoD) and total trading value at VND14,928bn (+0.4% DoD).</a:t>
            </a:r>
          </a:p>
          <a:p>
            <a:pPr algn="just">
              <a:lnSpc>
                <a:spcPct val="150000"/>
              </a:lnSpc>
              <a:spcBef>
                <a:spcPts val="600"/>
              </a:spcBef>
              <a:spcAft>
                <a:spcPts val="600"/>
              </a:spcAft>
            </a:pPr>
            <a:r>
              <a:rPr lang="en-US" sz="3000">
                <a:latin typeface="SVN-Gilroy" panose="00000500000000000000" pitchFamily="50" charset="0"/>
                <a:cs typeface="Poppins" panose="00000500000000000000" pitchFamily="2" charset="0"/>
              </a:rPr>
              <a:t>VN30 top gainers: VNM, LPB, HPG, ACB</a:t>
            </a:r>
            <a:r>
              <a:rPr lang="en-US" sz="3000" dirty="0">
                <a:latin typeface="SVN-Gilroy" panose="00000500000000000000" pitchFamily="50" charset="0"/>
                <a:cs typeface="Poppins" panose="00000500000000000000" pitchFamily="2" charset="0"/>
              </a:rPr>
              <a:t/>
            </a:r>
            <a:r>
              <a:rPr lang="en-US" sz="3000">
                <a:latin typeface="SVN-Gilroy" panose="00000500000000000000" pitchFamily="50" charset="0"/>
                <a:cs typeface="Poppins" panose="00000500000000000000" pitchFamily="2" charset="0"/>
              </a:rPr>
              <a:t/>
            </a:r>
            <a:endParaRPr lang="en-US" sz="3000" dirty="0">
              <a:latin typeface="SVN-Gilroy" panose="00000500000000000000" pitchFamily="50" charset="0"/>
              <a:cs typeface="Poppins" panose="00000500000000000000" pitchFamily="2" charset="0"/>
            </a:endParaRP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BSR, CTG, VRE, VCB</a:t>
            </a:r>
            <a:r>
              <a:rPr lang="en-US" sz="3000">
                <a:latin typeface="SVN-Gilroy" panose="00000500000000000000" pitchFamily="50" charset="0"/>
                <a:cs typeface="Poppins" panose="00000500000000000000" pitchFamily="2" charset="0"/>
              </a:rPr>
              <a:t/>
            </a:r>
            <a:endParaRPr lang="en-US" sz="3000" dirty="0">
              <a:latin typeface="SVN-Gilroy" panose="00000500000000000000" pitchFamily="50" charset="0"/>
              <a:cs typeface="Poppins" panose="00000500000000000000" pitchFamily="2" charset="0"/>
            </a:endParaRP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1516741645"/>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latin typeface="SVN-Gilroy" panose="00000500000000000000" pitchFamily="50" charset="0"/>
                        </a:rPr>
                        <a:t>Daily trading value (</a:t>
                      </a:r>
                      <a:r>
                        <a:rPr lang="en-US" dirty="0" err="1">
                          <a:latin typeface="SVN-Gilroy" panose="00000500000000000000" pitchFamily="50" charset="0"/>
                        </a:rPr>
                        <a:t>US$mn</a:t>
                      </a:r>
                      <a:r>
                        <a:rPr lang="en-US" dirty="0">
                          <a:latin typeface="SVN-Gilroy" panose="00000500000000000000" pitchFamily="50" charset="0"/>
                        </a:rPr>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 </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latin typeface="SVN-Gilroy" panose="00000500000000000000" pitchFamily="50" charset="0"/>
                        </a:rPr>
                        <a:t>VN-INDEX</a:t>
                      </a:r>
                    </a:p>
                  </a:txBody>
                  <a:tcPr marL="182880" marR="182880" marT="182880" marB="182880" anchor="b"/>
                </a:tc>
                <a:tc>
                  <a:txBody>
                    <a:bodyPr/>
                    <a:lstStyle/>
                    <a:p>
                      <a:pPr algn="r" fontAlgn="ctr">
                        <a:buNone/>
                      </a:pPr>
                      <a:r>
                        <a:rPr lang="en-US" sz="2100" b="0" i="0" u="none" strike="noStrike" dirty="0">
                          <a:solidFill>
                            <a:srgbClr val="000000"/>
                          </a:solidFill>
                          <a:effectLst/>
                          <a:latin typeface="SVN-Gilroy" panose="00000500000000000000"/>
                        </a:rPr>
                        <a:t>565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558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730</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45</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17</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2525727386"/>
              </p:ext>
            </p:extLst>
          </p:nvPr>
        </p:nvGraphicFramePr>
        <p:xfrm>
          <a:off x="1125036" y="3339344"/>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 with a net outflow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713</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558863387"/>
              </p:ext>
            </p:extLst>
          </p:nvPr>
        </p:nvGraphicFramePr>
        <p:xfrm>
          <a:off x="1165860"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4483535"/>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a:effectLst/>
                <a:latin typeface="SVN-Gilroy" panose="00000500000000000000"/>
                <a:ea typeface="Times New Roman" panose="02020603050405020304" pitchFamily="18" charset="0"/>
              </a:rPr>
              <a:t>HCM City disburses 41.2% of 2026 public investment capital</a:t>
            </a:r>
          </a:p>
          <a:p>
            <a:pPr marL="274320" indent="-274320" algn="just">
              <a:lnSpc>
                <a:spcPct val="150000"/>
              </a:lnSpc>
              <a:spcBef>
                <a:spcPts val="600"/>
              </a:spcBef>
              <a:spcAft>
                <a:spcPts val="600"/>
              </a:spcAft>
              <a:buFont typeface="Arial" panose="020B0604020202020204" pitchFamily="34" charset="0"/>
              <a:buChar char="•"/>
            </a:pPr>
            <a:r>
              <a:rPr lang="en-US" sz="3000">
                <a:effectLst/>
                <a:latin typeface="SVN-Gilroy" panose="00000500000000000000"/>
                <a:ea typeface="Times New Roman" panose="02020603050405020304" pitchFamily="18" charset="0"/>
              </a:rPr>
              <a:t>Domestic gold prices hit one-month high</a:t>
            </a:r>
          </a:p>
          <a:p>
            <a:pPr marL="274320" indent="-274320" algn="just">
              <a:lnSpc>
                <a:spcPct val="150000"/>
              </a:lnSpc>
              <a:spcBef>
                <a:spcPts val="600"/>
              </a:spcBef>
              <a:spcAft>
                <a:spcPts val="600"/>
              </a:spcAft>
              <a:buFont typeface="Arial" panose="020B0604020202020204" pitchFamily="34" charset="0"/>
              <a:buChar char="•"/>
            </a:pPr>
            <a:r>
              <a:rPr lang="en-US" sz="3000">
                <a:effectLst/>
                <a:latin typeface="SVN-Gilroy" panose="00000500000000000000"/>
                <a:ea typeface="Times New Roman" panose="02020603050405020304" pitchFamily="18" charset="0"/>
              </a:rPr>
              <a:t>Primary benchmarks in real estate</a:t>
            </a:r>
            <a:endParaRPr lang="en-US" sz="3000" dirty="0">
              <a:effectLst/>
              <a:latin typeface="SVN-Gilroy" panose="00000500000000000000"/>
              <a:ea typeface="Times New Roman" panose="02020603050405020304" pitchFamily="18" charset="0"/>
            </a:endParaRP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descr="IFC Việt Nam mở “gói ưu đãi” lớn cho doanh nghiệp | Tin nhanh chứng khoán">
            <a:extLst>
              <a:ext uri="{FF2B5EF4-FFF2-40B4-BE49-F238E27FC236}">
                <a16:creationId xmlns:a16="http://schemas.microsoft.com/office/drawing/2014/main" id="{80DF8441-129D-9B53-29F1-E8F54FA73AB1}"/>
              </a:ext>
            </a:extLst>
          </p:cNvPr>
          <p:cNvPicPr>
            <a:picLocks noChangeAspect="1"/>
          </p:cNvPicPr>
          <p:nvPr/>
        </p:nvPicPr>
        <p:blipFill>
          <a:blip r:embed="rId4"/>
          <a:stretch>
            <a:fillRect/>
          </a:stretch>
        </p:blipFill>
        <p:spPr>
          <a:xfrm>
            <a:off x="1155437" y="7290816"/>
            <a:ext cx="7976117" cy="4509294"/>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2938931127"/>
              </p:ext>
            </p:extLst>
          </p:nvPr>
        </p:nvGraphicFramePr>
        <p:xfrm>
          <a:off x="1380172" y="3265907"/>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3872123022"/>
              </p:ext>
            </p:extLst>
          </p:nvPr>
        </p:nvGraphicFramePr>
        <p:xfrm>
          <a:off x="1165857"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3824577109"/>
              </p:ext>
            </p:extLst>
          </p:nvPr>
        </p:nvGraphicFramePr>
        <p:xfrm>
          <a:off x="1215925"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2587221122"/>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6543</TotalTime>
  <Words>1313</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SVN-Gilroy</vt:lpstr>
      <vt:lpstr>SVN-Gilroy SemiBold</vt:lpstr>
      <vt:lpstr>SVN-Gilroy XBold</vt:lpstr>
      <vt:lpstr>Aptos</vt:lpstr>
      <vt:lpstr>Aptos Display</vt:lpstr>
      <vt:lpstr>Arial</vt:lpstr>
      <vt:lpstr>Noto Sans</vt:lpstr>
      <vt:lpstr>Noto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29</cp:lastModifiedBy>
  <cp:revision>983</cp:revision>
  <dcterms:created xsi:type="dcterms:W3CDTF">2024-07-22T08:52:42Z</dcterms:created>
  <dcterms:modified xsi:type="dcterms:W3CDTF">2026-08-18T11:31:32Z</dcterms:modified>
</cp:coreProperties>
</file>