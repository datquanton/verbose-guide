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10872</c:v>
                </c:pt>
                <c:pt idx="4">
                  <c:v>17271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18.3</c:v>
                </c:pt>
                <c:pt idx="4">
                  <c:v>11.5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10872</c:v>
                </c:pt>
                <c:pt idx="4">
                  <c:v>17271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18.3</c:v>
                </c:pt>
                <c:pt idx="4">
                  <c:v>11.5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VND7,461bn (-2.2% YoY), 8%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VND24,531bn, then recovers 9.9% in FY27F. CIR 42.1% to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VND75,000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sits in FY28F, when PBT reaches VND17,271bn (+59%) on a cleaned book. 2H26 costs run 5.6% above the first half - no cost cut assumed.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-2.2%, CIR 42.1%,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VND75,000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8,465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13,447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4,109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6,527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16.6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11.5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7,461 tỷ đồng (-2.2% CK), thấp hơn kế hoạch 8%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24,531 tỷ đồng, hồi phục 9.9% năm FY27F. CIR 42.1% về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75,000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17,271 tỷ đồng (+59%) trên nền dư nợ đã sạch. Chi phí 2H26 cao hơn nửa đầu năm 5.6% — không giả định cắt giảm.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-2.2%, CIR 42.1%,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75,000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8,465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13,447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4,109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6,527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16.6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11.5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