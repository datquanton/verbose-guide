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9872</c:v>
                </c:pt>
                <c:pt idx="4">
                  <c:v>15271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20.1</c:v>
                </c:pt>
                <c:pt idx="4">
                  <c:v>13.0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VND15,271bn (+55%) on a cleaned book. FY27F carries VND1,000bn of provisioning above what write-offs consume and FY28F VND2,000bn, taking coverage to 105%.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15,271 tỷ đồng (+55%) trên nền dư nợ đã sạch. FY27F trích thêm 1,000 tỷ đồng và FY28F 2,000 tỷ đồng ngoài phần bù xóa nợ, đưa bao phủ nợ xấu lên 105%.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26,954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30,600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9,872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15,271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7,686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11,890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3,731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