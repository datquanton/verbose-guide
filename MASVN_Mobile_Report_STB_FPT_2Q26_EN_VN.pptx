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26953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14.0</c:v>
                </c:pt>
                <c:pt idx="1">
                  <c:v>23.8</c:v>
                </c:pt>
                <c:pt idx="2">
                  <c:v>24.3</c:v>
                </c:pt>
                <c:pt idx="3">
                  <c:v>18.4</c:v>
                </c:pt>
                <c:pt idx="4">
                  <c:v>11.9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2.4</c:v>
                </c:pt>
                <c:pt idx="2">
                  <c:v>2.2</c:v>
                </c:pt>
                <c:pt idx="3">
                  <c:v>1.9</c:v>
                </c:pt>
                <c:pt idx="4">
                  <c:v>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26953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14.0</c:v>
                </c:pt>
                <c:pt idx="1">
                  <c:v>23.8</c:v>
                </c:pt>
                <c:pt idx="2">
                  <c:v>24.3</c:v>
                </c:pt>
                <c:pt idx="3">
                  <c:v>18.4</c:v>
                </c:pt>
                <c:pt idx="4">
                  <c:v>11.9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2.4</c:v>
                </c:pt>
                <c:pt idx="2">
                  <c:v>2.2</c:v>
                </c:pt>
                <c:pt idx="3">
                  <c:v>1.9</c:v>
                </c:pt>
                <c:pt idx="4">
                  <c:v>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VND15,271bn (+55%) on a cleaned book. FY27F carries VND1,000bn of provisioning above what write-offs consume and FY28F VND2,000bn, taking coverage to 105%.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3,150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6,307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23.8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11.9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15,271 tỷ đồng (+55%) trên nền dư nợ đã sạch. FY27F trích thêm 1,000 tỷ đồng và FY28F 2,000 tỷ đồng ngoài phần bù xóa nợ, đưa bao phủ nợ xấu lên 105%.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3,150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6,307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23.8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11.9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