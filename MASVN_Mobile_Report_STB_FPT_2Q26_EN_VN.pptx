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26954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9642</c:v>
                </c:pt>
                <c:pt idx="4">
                  <c:v>15170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20.6</c:v>
                </c:pt>
                <c:pt idx="4">
                  <c:v>13.1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24531</c:v>
                </c:pt>
                <c:pt idx="3">
                  <c:v>26954</c:v>
                </c:pt>
                <c:pt idx="4">
                  <c:v>30600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7461</c:v>
                </c:pt>
                <c:pt idx="3">
                  <c:v>9642</c:v>
                </c:pt>
                <c:pt idx="4">
                  <c:v>15170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14.6</c:v>
                </c:pt>
                <c:pt idx="1">
                  <c:v>26.0</c:v>
                </c:pt>
                <c:pt idx="2">
                  <c:v>26.6</c:v>
                </c:pt>
                <c:pt idx="3">
                  <c:v>20.6</c:v>
                </c:pt>
                <c:pt idx="4">
                  <c:v>13.1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2.8</c:v>
                </c:pt>
                <c:pt idx="1">
                  <c:v>2.6</c:v>
                </c:pt>
                <c:pt idx="2">
                  <c:v>2.4</c:v>
                </c:pt>
                <c:pt idx="3">
                  <c:v>2.1</c:v>
                </c:pt>
                <c:pt idx="4">
                  <c:v>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5.8%, coverage at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VND7,461bn (-2.2% YoY), 8% below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We cut FY26F loan growth to 2.3% from 11.7%, in line with the 1.5% delivered in 1H26. NII falls to VND24,531bn, then recovers 9.9% in FY27F. CIR 42.1%.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VND75,000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The recovery sits in FY28F, when PBT reaches VND15,170bn (+57%) on a cleaned book. 2H26 costs run 5.6% above the first half - no cost cut assumed.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-2.2%, CIR 42.1%, NPL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VND75,000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24,388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27,512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9,642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15,170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7,507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11,811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3,644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5,733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13.1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75,000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+1.2%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5.8%, bao phủ 50%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7,461 tỷ đồng (-2.2% CK), thấp hơn kế hoạch 8%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Hạ tăng trưởng tín dụng FY26F về 2.3% từ 11.7%, ngang mức 1.5% thực hiện trong 1H26. NII còn 24,531 tỷ đồng, hồi phục 9.9% năm FY27F. CIR 42.1%.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75,000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Đà hồi phục dời sang FY28F, khi LNTT đạt 15,170 tỷ đồng (+57%) trên nền dư nợ đã sạch. Chi phí 2H26 cao hơn nửa đầu năm 5.6% — không giả định cắt giảm.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-2.2%, CIR 42.1%, nợ xấu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75,000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24,388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27,512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7,461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9,642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15,170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5,809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7,507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11,811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3,644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5,733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13.1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