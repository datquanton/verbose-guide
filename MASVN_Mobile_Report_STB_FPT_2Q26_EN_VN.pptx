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interest income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24570</c:v>
                </c:pt>
                <c:pt idx="3">
                  <c:v>28256</c:v>
                </c:pt>
                <c:pt idx="4">
                  <c:v>31876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Non-interest income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7500</c:v>
                </c:pt>
                <c:pt idx="3">
                  <c:v>10953</c:v>
                </c:pt>
                <c:pt idx="4">
                  <c:v>16448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26.5</c:v>
                </c:pt>
                <c:pt idx="3">
                  <c:v>18.1</c:v>
                </c:pt>
                <c:pt idx="4">
                  <c:v>12.1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2.3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Thu nhập lãi thuần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24570</c:v>
                </c:pt>
                <c:pt idx="3">
                  <c:v>28256</c:v>
                </c:pt>
                <c:pt idx="4">
                  <c:v>31876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 nhập ngoài lãi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7500</c:v>
                </c:pt>
                <c:pt idx="3">
                  <c:v>10953</c:v>
                </c:pt>
                <c:pt idx="4">
                  <c:v>16448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26.5</c:v>
                </c:pt>
                <c:pt idx="3">
                  <c:v>18.1</c:v>
                </c:pt>
                <c:pt idx="4">
                  <c:v>12.1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2.3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NPATMI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LNST-CĐTS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Clean-up funded from the reserve stock, not the P&amp;L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5.8%, coverage at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VND11.8tn of 2H26 write-offs — 37% of the Group 5 balance. The reserve stock does the work, not the P&amp;L.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VND7,500bn (-1.7% YoY), 7% below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We cut FY26F loan growth to 2.3% from 11.7%, in line with the 1.5% delivered in 1H26. NII falls to VND24,570bn, then recovers 15% in FY27F. CIR 42% flat.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VND75,000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The recovery sits in FY28F, when PBT reaches VND16,448bn (+50%) on a cleaned book. 2H26 costs run 5.6% above the first half - no cost cut assumed.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PBT -1.7%, CIR 42.0%, NPL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VND75,000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24,388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27,512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7,500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10,953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16,448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8,528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12,806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4,139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6,216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15.9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18.1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Xử lý nợ xấu bằng nguồn dự phòng đã trích, không bằng lợi nhuận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5.8%, bao phủ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11.8 nghìn tỷ đồng trong 2H26 — tương đương 37% dư nợ nhóm 5. Nguồn dự phòng gánh phần lớn, không phải lợi nhuận.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7,500 tỷ đồng (-1.7% CK), thấp hơn kế hoạch 7%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Hạ tăng trưởng tín dụng FY26F về 2.3% từ 11.7%, ngang mức 1.5% thực hiện trong 1H26. NII còn 24,570 tỷ đồng, hồi phục 15% năm FY27F. CIR giữ 42%.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75,000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Đà hồi phục dời sang FY28F, khi LNTT đạt 16,448 tỷ đồng (+50%) trên nền dư nợ đã sạch. Chi phí 2H26 cao hơn nửa đầu năm 5.6% — không giả định cắt giảm.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LNTT -1.7%, CIR 42.0%, nợ xấu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75,000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24,388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27,512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7,500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10,953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16,448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8,528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12,806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4,139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6,216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15.9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18.1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