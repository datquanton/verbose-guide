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rawings/drawing1.xml" ContentType="application/vnd.openxmlformats-officedocument.drawingml.chartshap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375" r:id="rId2"/>
    <p:sldId id="401" r:id="rId3"/>
    <p:sldId id="383" r:id="rId4"/>
    <p:sldId id="428" r:id="rId5"/>
    <p:sldId id="267" r:id="rId6"/>
    <p:sldId id="429" r:id="rId13"/>
    <p:sldId id="430" r:id="rId14"/>
    <p:sldId id="431" r:id="rId15"/>
    <p:sldId id="432" r:id="rId16"/>
    <p:sldId id="433" r:id="rId17"/>
    <p:sldId id="434" r:id="rId18"/>
    <p:sldId id="435" r:id="rId19"/>
    <p:sldId id="436" r:id="rId20"/>
    <p:sldId id="437" r:id="rId21"/>
    <p:sldId id="438" r:id="rId22"/>
    <p:sldId id="439" r:id="rId23"/>
    <p:sldId id="440" r:id="rId24"/>
    <p:sldId id="441" r:id="rId25"/>
    <p:sldId id="442" r:id="rId26"/>
    <p:sldId id="443" r:id="rId27"/>
  </p:sldIdLst>
  <p:sldSz cx="10287000" cy="13716000"/>
  <p:notesSz cx="6858000" cy="9144000"/>
  <p:custDataLst>
    <p:tags r:id="rId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BB" id="{66DA3301-E88E-4F54-AB57-B9B41CCE67BA}">
          <p14:sldIdLst>
            <p14:sldId id="375"/>
            <p14:sldId id="401"/>
            <p14:sldId id="383"/>
            <p14:sldId id="428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8120"/>
    <a:srgbClr val="00427A"/>
    <a:srgbClr val="01437C"/>
    <a:srgbClr val="FFE6AB"/>
    <a:srgbClr val="F38120"/>
    <a:srgbClr val="FE6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67" autoAdjust="0"/>
    <p:restoredTop sz="94889" autoAdjust="0"/>
  </p:normalViewPr>
  <p:slideViewPr>
    <p:cSldViewPr snapToGrid="0">
      <p:cViewPr varScale="1">
        <p:scale>
          <a:sx n="54" d="100"/>
          <a:sy n="54" d="100"/>
        </p:scale>
        <p:origin x="3348" y="7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tags" Target="tags/tag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themeOverride" Target="../theme/themeOverride1.xml"/><Relationship Id="rId4" Type="http://schemas.openxmlformats.org/officeDocument/2006/relationships/oleObject" Target="file:///\\10.0.16.23\mas\Department\Reseach\Qu&#226;n\Financial%20Models\MBB\FinModel_MBB%201Q26.xlsx" TargetMode="External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themeOverride" Target="../theme/themeOverride2.xml"/><Relationship Id="rId4" Type="http://schemas.openxmlformats.org/officeDocument/2006/relationships/oleObject" Target="file:///C:\Users\quan.td\Desktop\FinModel_MBB_1Q26_Claude_cleaned.xlsx" TargetMode="External"/><Relationship Id="rId5" Type="http://schemas.openxmlformats.org/officeDocument/2006/relationships/chartUserShapes" Target="../drawings/drawing1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pPr>
            <a:r>
              <a:rPr lang="en-US" sz="1600" dirty="0"/>
              <a:t>(VNDbn)</a:t>
            </a:r>
          </a:p>
        </c:rich>
      </c:tx>
      <c:layout>
        <c:manualLayout>
          <c:xMode val="edge"/>
          <c:yMode val="edge"/>
          <c:x val="3.0435681239544669E-4"/>
          <c:y val="5.9399017577665969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524651634206609"/>
          <c:y val="6.3507137820921322E-2"/>
          <c:w val="0.84265153093077816"/>
          <c:h val="0.79388423973349953"/>
        </c:manualLayout>
      </c:layout>
      <c:areaChart>
        <c:grouping val="stacked"/>
        <c:varyColors val="0"/>
        <c:ser>
          <c:idx val="4"/>
          <c:order val="3"/>
          <c:tx>
            <c:v>OPEX</c:v>
          </c:tx>
          <c:spPr>
            <a:solidFill>
              <a:schemeClr val="accent5"/>
            </a:solidFill>
            <a:ln>
              <a:noFill/>
            </a:ln>
            <a:effectLst/>
          </c:spPr>
          <c:cat>
            <c:strRef>
              <c:f>Model!$K$9:$O$9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2026F</c:v>
                </c:pt>
              </c:strCache>
              <c:extLst/>
            </c:strRef>
          </c:cat>
          <c:val>
            <c:numRef>
              <c:f>Model!$K$138:$O$138</c:f>
              <c:numCache>
                <c:formatCode>#,##0_);[Red]\(#,##0\)</c:formatCode>
                <c:ptCount val="5"/>
                <c:pt idx="0">
                  <c:v>14815.628000000001</c:v>
                </c:pt>
                <c:pt idx="1">
                  <c:v>14912.941000000001</c:v>
                </c:pt>
                <c:pt idx="2">
                  <c:v>17007.25</c:v>
                </c:pt>
                <c:pt idx="3">
                  <c:v>19681.152999999998</c:v>
                </c:pt>
                <c:pt idx="4">
                  <c:v>22979.879850698264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5B72-43D6-A2C0-30895F04E482}"/>
            </c:ext>
          </c:extLst>
        </c:ser>
        <c:ser>
          <c:idx val="5"/>
          <c:order val="4"/>
          <c:tx>
            <c:v>PROV</c:v>
          </c:tx>
          <c:spPr>
            <a:solidFill>
              <a:schemeClr val="accent6"/>
            </a:solidFill>
            <a:ln>
              <a:noFill/>
            </a:ln>
            <a:effectLst/>
          </c:spPr>
          <c:cat>
            <c:strRef>
              <c:f>Model!$K$9:$O$9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2026F</c:v>
                </c:pt>
              </c:strCache>
              <c:extLst/>
            </c:strRef>
          </c:cat>
          <c:val>
            <c:numRef>
              <c:f>Model!$K$140:$O$140</c:f>
              <c:numCache>
                <c:formatCode>#,##0_);[Red]\(#,##0\)</c:formatCode>
                <c:ptCount val="5"/>
                <c:pt idx="0">
                  <c:v>8047.6769999999997</c:v>
                </c:pt>
                <c:pt idx="1">
                  <c:v>6087.0320000000002</c:v>
                </c:pt>
                <c:pt idx="2">
                  <c:v>9576.6440000000002</c:v>
                </c:pt>
                <c:pt idx="3">
                  <c:v>13743.504000000001</c:v>
                </c:pt>
                <c:pt idx="4">
                  <c:v>16345.759052775886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5B72-43D6-A2C0-30895F04E4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31490719"/>
        <c:axId val="1931491199"/>
      </c:areaChart>
      <c:barChart>
        <c:barDir val="col"/>
        <c:grouping val="stacked"/>
        <c:varyColors val="0"/>
        <c:ser>
          <c:idx val="0"/>
          <c:order val="0"/>
          <c:tx>
            <c:v>NII</c:v>
          </c:tx>
          <c:spPr>
            <a:solidFill>
              <a:srgbClr val="156082">
                <a:lumMod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Model!$K$9:$O$9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2026F</c:v>
                </c:pt>
              </c:strCache>
              <c:extLst/>
            </c:strRef>
          </c:cat>
          <c:val>
            <c:numRef>
              <c:f>Model!$K$124:$O$124</c:f>
              <c:numCache>
                <c:formatCode>#,##0_);[Red]\(#,##0\)</c:formatCode>
                <c:ptCount val="5"/>
                <c:pt idx="0">
                  <c:v>36023.122000000003</c:v>
                </c:pt>
                <c:pt idx="1">
                  <c:v>38683.848000000005</c:v>
                </c:pt>
                <c:pt idx="2">
                  <c:v>41152.218999999997</c:v>
                </c:pt>
                <c:pt idx="3">
                  <c:v>51610.116999999991</c:v>
                </c:pt>
                <c:pt idx="4">
                  <c:v>63341.572826639022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5B72-43D6-A2C0-30895F04E482}"/>
            </c:ext>
          </c:extLst>
        </c:ser>
        <c:ser>
          <c:idx val="2"/>
          <c:order val="1"/>
          <c:tx>
            <c:v>NFI</c:v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Model!$K$9:$O$9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2026F</c:v>
                </c:pt>
              </c:strCache>
              <c:extLst/>
            </c:strRef>
          </c:cat>
          <c:val>
            <c:numRef>
              <c:f>Model!$K$127:$O$127</c:f>
              <c:numCache>
                <c:formatCode>#,##0_);[Red]\(#,##0\)</c:formatCode>
                <c:ptCount val="5"/>
                <c:pt idx="0">
                  <c:v>4135.5680000000011</c:v>
                </c:pt>
                <c:pt idx="1">
                  <c:v>4085.2250000000004</c:v>
                </c:pt>
                <c:pt idx="2">
                  <c:v>4368.2490000000016</c:v>
                </c:pt>
                <c:pt idx="3">
                  <c:v>6578.6810000000005</c:v>
                </c:pt>
                <c:pt idx="4">
                  <c:v>7695.0170954999994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3-5B72-43D6-A2C0-30895F04E482}"/>
            </c:ext>
          </c:extLst>
        </c:ser>
        <c:ser>
          <c:idx val="3"/>
          <c:order val="2"/>
          <c:tx>
            <c:v>NOI</c:v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Model!$K$9:$O$9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2026F</c:v>
                </c:pt>
              </c:strCache>
              <c:extLst/>
            </c:strRef>
          </c:cat>
          <c:val>
            <c:numRef>
              <c:f>Model!$K$134:$O$134</c:f>
              <c:numCache>
                <c:formatCode>#,##0_);[Red]\(#,##0\)</c:formatCode>
                <c:ptCount val="5"/>
                <c:pt idx="0">
                  <c:v>5433.9349999999995</c:v>
                </c:pt>
                <c:pt idx="1">
                  <c:v>4536.9889999999996</c:v>
                </c:pt>
                <c:pt idx="2">
                  <c:v>9892.753999999999</c:v>
                </c:pt>
                <c:pt idx="3">
                  <c:v>9504.2170000000006</c:v>
                </c:pt>
                <c:pt idx="4">
                  <c:v>9015.209692049124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4-5B72-43D6-A2C0-30895F04E4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31490719"/>
        <c:axId val="1931491199"/>
      </c:barChart>
      <c:catAx>
        <c:axId val="1931490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pPr>
            <a:endParaRPr lang="en-US"/>
          </a:p>
        </c:txPr>
        <c:crossAx val="1931491199"/>
        <c:crosses val="autoZero"/>
        <c:auto val="1"/>
        <c:lblAlgn val="ctr"/>
        <c:lblOffset val="100"/>
        <c:noMultiLvlLbl val="0"/>
      </c:catAx>
      <c:valAx>
        <c:axId val="1931491199"/>
        <c:scaling>
          <c:orientation val="minMax"/>
        </c:scaling>
        <c:delete val="0"/>
        <c:axPos val="l"/>
        <c:numFmt formatCode="#,##0_);[Red]\(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pPr>
            <a:endParaRPr lang="en-US"/>
          </a:p>
        </c:txPr>
        <c:crossAx val="19314907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90840928729363812"/>
          <c:w val="1"/>
          <c:h val="9.15907127063618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1800"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6.4638641481290254E-2"/>
          <c:y val="5.5092487476955547E-2"/>
          <c:w val="0.7664002552959569"/>
          <c:h val="0.82392887367015644"/>
        </c:manualLayout>
      </c:layout>
      <c:lineChart>
        <c:grouping val="standard"/>
        <c:varyColors val="0"/>
        <c:ser>
          <c:idx val="1"/>
          <c:order val="0"/>
          <c:tx>
            <c:strRef>
              <c:f>'PB ratio'!$B$105</c:f>
              <c:strCache>
                <c:ptCount val="1"/>
                <c:pt idx="0">
                  <c:v>PX_TO_BOOK_RATIO</c:v>
                </c:pt>
              </c:strCache>
            </c:strRef>
          </c:tx>
          <c:spPr>
            <a:ln w="19050" cap="rnd">
              <a:solidFill>
                <a:srgbClr val="0E2841"/>
              </a:solidFill>
              <a:round/>
            </a:ln>
            <a:effectLst/>
          </c:spPr>
          <c:marker>
            <c:symbol val="none"/>
          </c:marker>
          <c:cat>
            <c:numRef>
              <c:f>'PB ratio'!$A$106:$A$1353</c:f>
              <c:numCache>
                <c:formatCode>m/d/yyyy</c:formatCode>
                <c:ptCount val="1248"/>
                <c:pt idx="0">
                  <c:v>44349</c:v>
                </c:pt>
                <c:pt idx="1">
                  <c:v>44350</c:v>
                </c:pt>
                <c:pt idx="2">
                  <c:v>44351</c:v>
                </c:pt>
                <c:pt idx="3">
                  <c:v>44354</c:v>
                </c:pt>
                <c:pt idx="4">
                  <c:v>44355</c:v>
                </c:pt>
                <c:pt idx="5">
                  <c:v>44356</c:v>
                </c:pt>
                <c:pt idx="6">
                  <c:v>44357</c:v>
                </c:pt>
                <c:pt idx="7">
                  <c:v>44358</c:v>
                </c:pt>
                <c:pt idx="8">
                  <c:v>44361</c:v>
                </c:pt>
                <c:pt idx="9">
                  <c:v>44362</c:v>
                </c:pt>
                <c:pt idx="10">
                  <c:v>44363</c:v>
                </c:pt>
                <c:pt idx="11">
                  <c:v>44364</c:v>
                </c:pt>
                <c:pt idx="12">
                  <c:v>44365</c:v>
                </c:pt>
                <c:pt idx="13">
                  <c:v>44368</c:v>
                </c:pt>
                <c:pt idx="14">
                  <c:v>44369</c:v>
                </c:pt>
                <c:pt idx="15">
                  <c:v>44370</c:v>
                </c:pt>
                <c:pt idx="16">
                  <c:v>44371</c:v>
                </c:pt>
                <c:pt idx="17">
                  <c:v>44372</c:v>
                </c:pt>
                <c:pt idx="18">
                  <c:v>44375</c:v>
                </c:pt>
                <c:pt idx="19">
                  <c:v>44376</c:v>
                </c:pt>
                <c:pt idx="20">
                  <c:v>44377</c:v>
                </c:pt>
                <c:pt idx="21">
                  <c:v>44378</c:v>
                </c:pt>
                <c:pt idx="22">
                  <c:v>44379</c:v>
                </c:pt>
                <c:pt idx="23">
                  <c:v>44382</c:v>
                </c:pt>
                <c:pt idx="24">
                  <c:v>44383</c:v>
                </c:pt>
                <c:pt idx="25">
                  <c:v>44384</c:v>
                </c:pt>
                <c:pt idx="26">
                  <c:v>44385</c:v>
                </c:pt>
                <c:pt idx="27">
                  <c:v>44386</c:v>
                </c:pt>
                <c:pt idx="28">
                  <c:v>44389</c:v>
                </c:pt>
                <c:pt idx="29">
                  <c:v>44390</c:v>
                </c:pt>
                <c:pt idx="30">
                  <c:v>44391</c:v>
                </c:pt>
                <c:pt idx="31">
                  <c:v>44392</c:v>
                </c:pt>
                <c:pt idx="32">
                  <c:v>44393</c:v>
                </c:pt>
                <c:pt idx="33">
                  <c:v>44396</c:v>
                </c:pt>
                <c:pt idx="34">
                  <c:v>44397</c:v>
                </c:pt>
                <c:pt idx="35">
                  <c:v>44398</c:v>
                </c:pt>
                <c:pt idx="36">
                  <c:v>44399</c:v>
                </c:pt>
                <c:pt idx="37">
                  <c:v>44400</c:v>
                </c:pt>
                <c:pt idx="38">
                  <c:v>44403</c:v>
                </c:pt>
                <c:pt idx="39">
                  <c:v>44404</c:v>
                </c:pt>
                <c:pt idx="40">
                  <c:v>44405</c:v>
                </c:pt>
                <c:pt idx="41">
                  <c:v>44406</c:v>
                </c:pt>
                <c:pt idx="42">
                  <c:v>44407</c:v>
                </c:pt>
                <c:pt idx="43">
                  <c:v>44410</c:v>
                </c:pt>
                <c:pt idx="44">
                  <c:v>44411</c:v>
                </c:pt>
                <c:pt idx="45">
                  <c:v>44412</c:v>
                </c:pt>
                <c:pt idx="46">
                  <c:v>44413</c:v>
                </c:pt>
                <c:pt idx="47">
                  <c:v>44414</c:v>
                </c:pt>
                <c:pt idx="48">
                  <c:v>44417</c:v>
                </c:pt>
                <c:pt idx="49">
                  <c:v>44418</c:v>
                </c:pt>
                <c:pt idx="50">
                  <c:v>44419</c:v>
                </c:pt>
                <c:pt idx="51">
                  <c:v>44420</c:v>
                </c:pt>
                <c:pt idx="52">
                  <c:v>44421</c:v>
                </c:pt>
                <c:pt idx="53">
                  <c:v>44424</c:v>
                </c:pt>
                <c:pt idx="54">
                  <c:v>44425</c:v>
                </c:pt>
                <c:pt idx="55">
                  <c:v>44426</c:v>
                </c:pt>
                <c:pt idx="56">
                  <c:v>44427</c:v>
                </c:pt>
                <c:pt idx="57">
                  <c:v>44428</c:v>
                </c:pt>
                <c:pt idx="58">
                  <c:v>44431</c:v>
                </c:pt>
                <c:pt idx="59">
                  <c:v>44432</c:v>
                </c:pt>
                <c:pt idx="60">
                  <c:v>44433</c:v>
                </c:pt>
                <c:pt idx="61">
                  <c:v>44434</c:v>
                </c:pt>
                <c:pt idx="62">
                  <c:v>44435</c:v>
                </c:pt>
                <c:pt idx="63">
                  <c:v>44438</c:v>
                </c:pt>
                <c:pt idx="64">
                  <c:v>44439</c:v>
                </c:pt>
                <c:pt idx="65">
                  <c:v>44440</c:v>
                </c:pt>
                <c:pt idx="66">
                  <c:v>44445</c:v>
                </c:pt>
                <c:pt idx="67">
                  <c:v>44446</c:v>
                </c:pt>
                <c:pt idx="68">
                  <c:v>44447</c:v>
                </c:pt>
                <c:pt idx="69">
                  <c:v>44448</c:v>
                </c:pt>
                <c:pt idx="70">
                  <c:v>44449</c:v>
                </c:pt>
                <c:pt idx="71">
                  <c:v>44452</c:v>
                </c:pt>
                <c:pt idx="72">
                  <c:v>44453</c:v>
                </c:pt>
                <c:pt idx="73">
                  <c:v>44454</c:v>
                </c:pt>
                <c:pt idx="74">
                  <c:v>44455</c:v>
                </c:pt>
                <c:pt idx="75">
                  <c:v>44456</c:v>
                </c:pt>
                <c:pt idx="76">
                  <c:v>44459</c:v>
                </c:pt>
                <c:pt idx="77">
                  <c:v>44460</c:v>
                </c:pt>
                <c:pt idx="78">
                  <c:v>44461</c:v>
                </c:pt>
                <c:pt idx="79">
                  <c:v>44462</c:v>
                </c:pt>
                <c:pt idx="80">
                  <c:v>44463</c:v>
                </c:pt>
                <c:pt idx="81">
                  <c:v>44466</c:v>
                </c:pt>
                <c:pt idx="82">
                  <c:v>44467</c:v>
                </c:pt>
                <c:pt idx="83">
                  <c:v>44468</c:v>
                </c:pt>
                <c:pt idx="84">
                  <c:v>44469</c:v>
                </c:pt>
                <c:pt idx="85">
                  <c:v>44470</c:v>
                </c:pt>
                <c:pt idx="86">
                  <c:v>44473</c:v>
                </c:pt>
                <c:pt idx="87">
                  <c:v>44474</c:v>
                </c:pt>
                <c:pt idx="88">
                  <c:v>44475</c:v>
                </c:pt>
                <c:pt idx="89">
                  <c:v>44476</c:v>
                </c:pt>
                <c:pt idx="90">
                  <c:v>44477</c:v>
                </c:pt>
                <c:pt idx="91">
                  <c:v>44480</c:v>
                </c:pt>
                <c:pt idx="92">
                  <c:v>44481</c:v>
                </c:pt>
                <c:pt idx="93">
                  <c:v>44482</c:v>
                </c:pt>
                <c:pt idx="94">
                  <c:v>44483</c:v>
                </c:pt>
                <c:pt idx="95">
                  <c:v>44484</c:v>
                </c:pt>
                <c:pt idx="96">
                  <c:v>44487</c:v>
                </c:pt>
                <c:pt idx="97">
                  <c:v>44488</c:v>
                </c:pt>
                <c:pt idx="98">
                  <c:v>44489</c:v>
                </c:pt>
                <c:pt idx="99">
                  <c:v>44490</c:v>
                </c:pt>
                <c:pt idx="100">
                  <c:v>44491</c:v>
                </c:pt>
                <c:pt idx="101">
                  <c:v>44494</c:v>
                </c:pt>
                <c:pt idx="102">
                  <c:v>44495</c:v>
                </c:pt>
                <c:pt idx="103">
                  <c:v>44496</c:v>
                </c:pt>
                <c:pt idx="104">
                  <c:v>44497</c:v>
                </c:pt>
                <c:pt idx="105">
                  <c:v>44498</c:v>
                </c:pt>
                <c:pt idx="106">
                  <c:v>44501</c:v>
                </c:pt>
                <c:pt idx="107">
                  <c:v>44502</c:v>
                </c:pt>
                <c:pt idx="108">
                  <c:v>44503</c:v>
                </c:pt>
                <c:pt idx="109">
                  <c:v>44504</c:v>
                </c:pt>
                <c:pt idx="110">
                  <c:v>44505</c:v>
                </c:pt>
                <c:pt idx="111">
                  <c:v>44508</c:v>
                </c:pt>
                <c:pt idx="112">
                  <c:v>44509</c:v>
                </c:pt>
                <c:pt idx="113">
                  <c:v>44510</c:v>
                </c:pt>
                <c:pt idx="114">
                  <c:v>44511</c:v>
                </c:pt>
                <c:pt idx="115">
                  <c:v>44512</c:v>
                </c:pt>
                <c:pt idx="116">
                  <c:v>44515</c:v>
                </c:pt>
                <c:pt idx="117">
                  <c:v>44516</c:v>
                </c:pt>
                <c:pt idx="118">
                  <c:v>44517</c:v>
                </c:pt>
                <c:pt idx="119">
                  <c:v>44518</c:v>
                </c:pt>
                <c:pt idx="120">
                  <c:v>44519</c:v>
                </c:pt>
                <c:pt idx="121">
                  <c:v>44522</c:v>
                </c:pt>
                <c:pt idx="122">
                  <c:v>44523</c:v>
                </c:pt>
                <c:pt idx="123">
                  <c:v>44524</c:v>
                </c:pt>
                <c:pt idx="124">
                  <c:v>44525</c:v>
                </c:pt>
                <c:pt idx="125">
                  <c:v>44526</c:v>
                </c:pt>
                <c:pt idx="126">
                  <c:v>44529</c:v>
                </c:pt>
                <c:pt idx="127">
                  <c:v>44530</c:v>
                </c:pt>
                <c:pt idx="128">
                  <c:v>44531</c:v>
                </c:pt>
                <c:pt idx="129">
                  <c:v>44532</c:v>
                </c:pt>
                <c:pt idx="130">
                  <c:v>44533</c:v>
                </c:pt>
                <c:pt idx="131">
                  <c:v>44536</c:v>
                </c:pt>
                <c:pt idx="132">
                  <c:v>44537</c:v>
                </c:pt>
                <c:pt idx="133">
                  <c:v>44538</c:v>
                </c:pt>
                <c:pt idx="134">
                  <c:v>44539</c:v>
                </c:pt>
                <c:pt idx="135">
                  <c:v>44540</c:v>
                </c:pt>
                <c:pt idx="136">
                  <c:v>44543</c:v>
                </c:pt>
                <c:pt idx="137">
                  <c:v>44544</c:v>
                </c:pt>
                <c:pt idx="138">
                  <c:v>44545</c:v>
                </c:pt>
                <c:pt idx="139">
                  <c:v>44546</c:v>
                </c:pt>
                <c:pt idx="140">
                  <c:v>44547</c:v>
                </c:pt>
                <c:pt idx="141">
                  <c:v>44550</c:v>
                </c:pt>
                <c:pt idx="142">
                  <c:v>44551</c:v>
                </c:pt>
                <c:pt idx="143">
                  <c:v>44552</c:v>
                </c:pt>
                <c:pt idx="144">
                  <c:v>44553</c:v>
                </c:pt>
                <c:pt idx="145">
                  <c:v>44554</c:v>
                </c:pt>
                <c:pt idx="146">
                  <c:v>44557</c:v>
                </c:pt>
                <c:pt idx="147">
                  <c:v>44558</c:v>
                </c:pt>
                <c:pt idx="148">
                  <c:v>44559</c:v>
                </c:pt>
                <c:pt idx="149">
                  <c:v>44560</c:v>
                </c:pt>
                <c:pt idx="150">
                  <c:v>44561</c:v>
                </c:pt>
                <c:pt idx="151">
                  <c:v>44565</c:v>
                </c:pt>
                <c:pt idx="152">
                  <c:v>44566</c:v>
                </c:pt>
                <c:pt idx="153">
                  <c:v>44567</c:v>
                </c:pt>
                <c:pt idx="154">
                  <c:v>44568</c:v>
                </c:pt>
                <c:pt idx="155">
                  <c:v>44571</c:v>
                </c:pt>
                <c:pt idx="156">
                  <c:v>44572</c:v>
                </c:pt>
                <c:pt idx="157">
                  <c:v>44573</c:v>
                </c:pt>
                <c:pt idx="158">
                  <c:v>44574</c:v>
                </c:pt>
                <c:pt idx="159">
                  <c:v>44575</c:v>
                </c:pt>
                <c:pt idx="160">
                  <c:v>44578</c:v>
                </c:pt>
                <c:pt idx="161">
                  <c:v>44579</c:v>
                </c:pt>
                <c:pt idx="162">
                  <c:v>44580</c:v>
                </c:pt>
                <c:pt idx="163">
                  <c:v>44581</c:v>
                </c:pt>
                <c:pt idx="164">
                  <c:v>44582</c:v>
                </c:pt>
                <c:pt idx="165">
                  <c:v>44585</c:v>
                </c:pt>
                <c:pt idx="166">
                  <c:v>44586</c:v>
                </c:pt>
                <c:pt idx="167">
                  <c:v>44587</c:v>
                </c:pt>
                <c:pt idx="168">
                  <c:v>44588</c:v>
                </c:pt>
                <c:pt idx="169">
                  <c:v>44589</c:v>
                </c:pt>
                <c:pt idx="170">
                  <c:v>44599</c:v>
                </c:pt>
                <c:pt idx="171">
                  <c:v>44600</c:v>
                </c:pt>
                <c:pt idx="172">
                  <c:v>44601</c:v>
                </c:pt>
                <c:pt idx="173">
                  <c:v>44602</c:v>
                </c:pt>
                <c:pt idx="174">
                  <c:v>44603</c:v>
                </c:pt>
                <c:pt idx="175">
                  <c:v>44606</c:v>
                </c:pt>
                <c:pt idx="176">
                  <c:v>44607</c:v>
                </c:pt>
                <c:pt idx="177">
                  <c:v>44608</c:v>
                </c:pt>
                <c:pt idx="178">
                  <c:v>44609</c:v>
                </c:pt>
                <c:pt idx="179">
                  <c:v>44610</c:v>
                </c:pt>
                <c:pt idx="180">
                  <c:v>44613</c:v>
                </c:pt>
                <c:pt idx="181">
                  <c:v>44614</c:v>
                </c:pt>
                <c:pt idx="182">
                  <c:v>44615</c:v>
                </c:pt>
                <c:pt idx="183">
                  <c:v>44616</c:v>
                </c:pt>
                <c:pt idx="184">
                  <c:v>44617</c:v>
                </c:pt>
                <c:pt idx="185">
                  <c:v>44620</c:v>
                </c:pt>
                <c:pt idx="186">
                  <c:v>44621</c:v>
                </c:pt>
                <c:pt idx="187">
                  <c:v>44622</c:v>
                </c:pt>
                <c:pt idx="188">
                  <c:v>44623</c:v>
                </c:pt>
                <c:pt idx="189">
                  <c:v>44624</c:v>
                </c:pt>
                <c:pt idx="190">
                  <c:v>44627</c:v>
                </c:pt>
                <c:pt idx="191">
                  <c:v>44628</c:v>
                </c:pt>
                <c:pt idx="192">
                  <c:v>44629</c:v>
                </c:pt>
                <c:pt idx="193">
                  <c:v>44630</c:v>
                </c:pt>
                <c:pt idx="194">
                  <c:v>44631</c:v>
                </c:pt>
                <c:pt idx="195">
                  <c:v>44634</c:v>
                </c:pt>
                <c:pt idx="196">
                  <c:v>44635</c:v>
                </c:pt>
                <c:pt idx="197">
                  <c:v>44636</c:v>
                </c:pt>
                <c:pt idx="198">
                  <c:v>44637</c:v>
                </c:pt>
                <c:pt idx="199">
                  <c:v>44638</c:v>
                </c:pt>
                <c:pt idx="200">
                  <c:v>44641</c:v>
                </c:pt>
                <c:pt idx="201">
                  <c:v>44642</c:v>
                </c:pt>
                <c:pt idx="202">
                  <c:v>44643</c:v>
                </c:pt>
                <c:pt idx="203">
                  <c:v>44644</c:v>
                </c:pt>
                <c:pt idx="204">
                  <c:v>44645</c:v>
                </c:pt>
                <c:pt idx="205">
                  <c:v>44648</c:v>
                </c:pt>
                <c:pt idx="206">
                  <c:v>44649</c:v>
                </c:pt>
                <c:pt idx="207">
                  <c:v>44650</c:v>
                </c:pt>
                <c:pt idx="208">
                  <c:v>44651</c:v>
                </c:pt>
                <c:pt idx="209">
                  <c:v>44652</c:v>
                </c:pt>
                <c:pt idx="210">
                  <c:v>44655</c:v>
                </c:pt>
                <c:pt idx="211">
                  <c:v>44656</c:v>
                </c:pt>
                <c:pt idx="212">
                  <c:v>44657</c:v>
                </c:pt>
                <c:pt idx="213">
                  <c:v>44658</c:v>
                </c:pt>
                <c:pt idx="214">
                  <c:v>44659</c:v>
                </c:pt>
                <c:pt idx="215">
                  <c:v>44663</c:v>
                </c:pt>
                <c:pt idx="216">
                  <c:v>44664</c:v>
                </c:pt>
                <c:pt idx="217">
                  <c:v>44665</c:v>
                </c:pt>
                <c:pt idx="218">
                  <c:v>44666</c:v>
                </c:pt>
                <c:pt idx="219">
                  <c:v>44669</c:v>
                </c:pt>
                <c:pt idx="220">
                  <c:v>44670</c:v>
                </c:pt>
                <c:pt idx="221">
                  <c:v>44671</c:v>
                </c:pt>
                <c:pt idx="222">
                  <c:v>44672</c:v>
                </c:pt>
                <c:pt idx="223">
                  <c:v>44673</c:v>
                </c:pt>
                <c:pt idx="224">
                  <c:v>44676</c:v>
                </c:pt>
                <c:pt idx="225">
                  <c:v>44677</c:v>
                </c:pt>
                <c:pt idx="226">
                  <c:v>44678</c:v>
                </c:pt>
                <c:pt idx="227">
                  <c:v>44679</c:v>
                </c:pt>
                <c:pt idx="228">
                  <c:v>44680</c:v>
                </c:pt>
                <c:pt idx="229">
                  <c:v>44685</c:v>
                </c:pt>
                <c:pt idx="230">
                  <c:v>44686</c:v>
                </c:pt>
                <c:pt idx="231">
                  <c:v>44687</c:v>
                </c:pt>
                <c:pt idx="232">
                  <c:v>44690</c:v>
                </c:pt>
                <c:pt idx="233">
                  <c:v>44691</c:v>
                </c:pt>
                <c:pt idx="234">
                  <c:v>44692</c:v>
                </c:pt>
                <c:pt idx="235">
                  <c:v>44693</c:v>
                </c:pt>
                <c:pt idx="236">
                  <c:v>44694</c:v>
                </c:pt>
                <c:pt idx="237">
                  <c:v>44697</c:v>
                </c:pt>
                <c:pt idx="238">
                  <c:v>44698</c:v>
                </c:pt>
                <c:pt idx="239">
                  <c:v>44699</c:v>
                </c:pt>
                <c:pt idx="240">
                  <c:v>44700</c:v>
                </c:pt>
                <c:pt idx="241">
                  <c:v>44701</c:v>
                </c:pt>
                <c:pt idx="242">
                  <c:v>44704</c:v>
                </c:pt>
                <c:pt idx="243">
                  <c:v>44705</c:v>
                </c:pt>
                <c:pt idx="244">
                  <c:v>44706</c:v>
                </c:pt>
                <c:pt idx="245">
                  <c:v>44707</c:v>
                </c:pt>
                <c:pt idx="246">
                  <c:v>44708</c:v>
                </c:pt>
                <c:pt idx="247">
                  <c:v>44711</c:v>
                </c:pt>
                <c:pt idx="248">
                  <c:v>44712</c:v>
                </c:pt>
                <c:pt idx="249">
                  <c:v>44713</c:v>
                </c:pt>
                <c:pt idx="250">
                  <c:v>44714</c:v>
                </c:pt>
                <c:pt idx="251">
                  <c:v>44715</c:v>
                </c:pt>
                <c:pt idx="252">
                  <c:v>44718</c:v>
                </c:pt>
                <c:pt idx="253">
                  <c:v>44719</c:v>
                </c:pt>
                <c:pt idx="254">
                  <c:v>44720</c:v>
                </c:pt>
                <c:pt idx="255">
                  <c:v>44721</c:v>
                </c:pt>
                <c:pt idx="256">
                  <c:v>44722</c:v>
                </c:pt>
                <c:pt idx="257">
                  <c:v>44725</c:v>
                </c:pt>
                <c:pt idx="258">
                  <c:v>44726</c:v>
                </c:pt>
                <c:pt idx="259">
                  <c:v>44727</c:v>
                </c:pt>
                <c:pt idx="260">
                  <c:v>44728</c:v>
                </c:pt>
                <c:pt idx="261">
                  <c:v>44729</c:v>
                </c:pt>
                <c:pt idx="262">
                  <c:v>44732</c:v>
                </c:pt>
                <c:pt idx="263">
                  <c:v>44733</c:v>
                </c:pt>
                <c:pt idx="264">
                  <c:v>44734</c:v>
                </c:pt>
                <c:pt idx="265">
                  <c:v>44735</c:v>
                </c:pt>
                <c:pt idx="266">
                  <c:v>44736</c:v>
                </c:pt>
                <c:pt idx="267">
                  <c:v>44739</c:v>
                </c:pt>
                <c:pt idx="268">
                  <c:v>44740</c:v>
                </c:pt>
                <c:pt idx="269">
                  <c:v>44741</c:v>
                </c:pt>
                <c:pt idx="270">
                  <c:v>44742</c:v>
                </c:pt>
                <c:pt idx="271">
                  <c:v>44743</c:v>
                </c:pt>
                <c:pt idx="272">
                  <c:v>44746</c:v>
                </c:pt>
                <c:pt idx="273">
                  <c:v>44747</c:v>
                </c:pt>
                <c:pt idx="274">
                  <c:v>44748</c:v>
                </c:pt>
                <c:pt idx="275">
                  <c:v>44749</c:v>
                </c:pt>
                <c:pt idx="276">
                  <c:v>44750</c:v>
                </c:pt>
                <c:pt idx="277">
                  <c:v>44753</c:v>
                </c:pt>
                <c:pt idx="278">
                  <c:v>44754</c:v>
                </c:pt>
                <c:pt idx="279">
                  <c:v>44755</c:v>
                </c:pt>
                <c:pt idx="280">
                  <c:v>44756</c:v>
                </c:pt>
                <c:pt idx="281">
                  <c:v>44757</c:v>
                </c:pt>
                <c:pt idx="282">
                  <c:v>44760</c:v>
                </c:pt>
                <c:pt idx="283">
                  <c:v>44761</c:v>
                </c:pt>
                <c:pt idx="284">
                  <c:v>44762</c:v>
                </c:pt>
                <c:pt idx="285">
                  <c:v>44763</c:v>
                </c:pt>
                <c:pt idx="286">
                  <c:v>44764</c:v>
                </c:pt>
                <c:pt idx="287">
                  <c:v>44767</c:v>
                </c:pt>
                <c:pt idx="288">
                  <c:v>44768</c:v>
                </c:pt>
                <c:pt idx="289">
                  <c:v>44769</c:v>
                </c:pt>
                <c:pt idx="290">
                  <c:v>44770</c:v>
                </c:pt>
                <c:pt idx="291">
                  <c:v>44771</c:v>
                </c:pt>
                <c:pt idx="292">
                  <c:v>44774</c:v>
                </c:pt>
                <c:pt idx="293">
                  <c:v>44775</c:v>
                </c:pt>
                <c:pt idx="294">
                  <c:v>44776</c:v>
                </c:pt>
                <c:pt idx="295">
                  <c:v>44777</c:v>
                </c:pt>
                <c:pt idx="296">
                  <c:v>44778</c:v>
                </c:pt>
                <c:pt idx="297">
                  <c:v>44781</c:v>
                </c:pt>
                <c:pt idx="298">
                  <c:v>44782</c:v>
                </c:pt>
                <c:pt idx="299">
                  <c:v>44783</c:v>
                </c:pt>
                <c:pt idx="300">
                  <c:v>44784</c:v>
                </c:pt>
                <c:pt idx="301">
                  <c:v>44785</c:v>
                </c:pt>
                <c:pt idx="302">
                  <c:v>44788</c:v>
                </c:pt>
                <c:pt idx="303">
                  <c:v>44789</c:v>
                </c:pt>
                <c:pt idx="304">
                  <c:v>44790</c:v>
                </c:pt>
                <c:pt idx="305">
                  <c:v>44791</c:v>
                </c:pt>
                <c:pt idx="306">
                  <c:v>44792</c:v>
                </c:pt>
                <c:pt idx="307">
                  <c:v>44795</c:v>
                </c:pt>
                <c:pt idx="308">
                  <c:v>44796</c:v>
                </c:pt>
                <c:pt idx="309">
                  <c:v>44797</c:v>
                </c:pt>
                <c:pt idx="310">
                  <c:v>44798</c:v>
                </c:pt>
                <c:pt idx="311">
                  <c:v>44799</c:v>
                </c:pt>
                <c:pt idx="312">
                  <c:v>44802</c:v>
                </c:pt>
                <c:pt idx="313">
                  <c:v>44803</c:v>
                </c:pt>
                <c:pt idx="314">
                  <c:v>44804</c:v>
                </c:pt>
                <c:pt idx="315">
                  <c:v>44809</c:v>
                </c:pt>
                <c:pt idx="316">
                  <c:v>44810</c:v>
                </c:pt>
                <c:pt idx="317">
                  <c:v>44811</c:v>
                </c:pt>
                <c:pt idx="318">
                  <c:v>44812</c:v>
                </c:pt>
                <c:pt idx="319">
                  <c:v>44813</c:v>
                </c:pt>
                <c:pt idx="320">
                  <c:v>44816</c:v>
                </c:pt>
                <c:pt idx="321">
                  <c:v>44817</c:v>
                </c:pt>
                <c:pt idx="322">
                  <c:v>44818</c:v>
                </c:pt>
                <c:pt idx="323">
                  <c:v>44819</c:v>
                </c:pt>
                <c:pt idx="324">
                  <c:v>44820</c:v>
                </c:pt>
                <c:pt idx="325">
                  <c:v>44823</c:v>
                </c:pt>
                <c:pt idx="326">
                  <c:v>44824</c:v>
                </c:pt>
                <c:pt idx="327">
                  <c:v>44825</c:v>
                </c:pt>
                <c:pt idx="328">
                  <c:v>44826</c:v>
                </c:pt>
                <c:pt idx="329">
                  <c:v>44827</c:v>
                </c:pt>
                <c:pt idx="330">
                  <c:v>44830</c:v>
                </c:pt>
                <c:pt idx="331">
                  <c:v>44831</c:v>
                </c:pt>
                <c:pt idx="332">
                  <c:v>44832</c:v>
                </c:pt>
                <c:pt idx="333">
                  <c:v>44833</c:v>
                </c:pt>
                <c:pt idx="334">
                  <c:v>44834</c:v>
                </c:pt>
                <c:pt idx="335">
                  <c:v>44837</c:v>
                </c:pt>
                <c:pt idx="336">
                  <c:v>44838</c:v>
                </c:pt>
                <c:pt idx="337">
                  <c:v>44839</c:v>
                </c:pt>
                <c:pt idx="338">
                  <c:v>44840</c:v>
                </c:pt>
                <c:pt idx="339">
                  <c:v>44841</c:v>
                </c:pt>
                <c:pt idx="340">
                  <c:v>44844</c:v>
                </c:pt>
                <c:pt idx="341">
                  <c:v>44845</c:v>
                </c:pt>
                <c:pt idx="342">
                  <c:v>44846</c:v>
                </c:pt>
                <c:pt idx="343">
                  <c:v>44847</c:v>
                </c:pt>
                <c:pt idx="344">
                  <c:v>44848</c:v>
                </c:pt>
                <c:pt idx="345">
                  <c:v>44851</c:v>
                </c:pt>
                <c:pt idx="346">
                  <c:v>44852</c:v>
                </c:pt>
                <c:pt idx="347">
                  <c:v>44853</c:v>
                </c:pt>
                <c:pt idx="348">
                  <c:v>44854</c:v>
                </c:pt>
                <c:pt idx="349">
                  <c:v>44855</c:v>
                </c:pt>
                <c:pt idx="350">
                  <c:v>44858</c:v>
                </c:pt>
                <c:pt idx="351">
                  <c:v>44859</c:v>
                </c:pt>
                <c:pt idx="352">
                  <c:v>44860</c:v>
                </c:pt>
                <c:pt idx="353">
                  <c:v>44861</c:v>
                </c:pt>
                <c:pt idx="354">
                  <c:v>44862</c:v>
                </c:pt>
                <c:pt idx="355">
                  <c:v>44865</c:v>
                </c:pt>
                <c:pt idx="356">
                  <c:v>44866</c:v>
                </c:pt>
                <c:pt idx="357">
                  <c:v>44867</c:v>
                </c:pt>
                <c:pt idx="358">
                  <c:v>44868</c:v>
                </c:pt>
                <c:pt idx="359">
                  <c:v>44869</c:v>
                </c:pt>
                <c:pt idx="360">
                  <c:v>44872</c:v>
                </c:pt>
                <c:pt idx="361">
                  <c:v>44873</c:v>
                </c:pt>
                <c:pt idx="362">
                  <c:v>44874</c:v>
                </c:pt>
                <c:pt idx="363">
                  <c:v>44875</c:v>
                </c:pt>
                <c:pt idx="364">
                  <c:v>44876</c:v>
                </c:pt>
                <c:pt idx="365">
                  <c:v>44879</c:v>
                </c:pt>
                <c:pt idx="366">
                  <c:v>44880</c:v>
                </c:pt>
                <c:pt idx="367">
                  <c:v>44881</c:v>
                </c:pt>
                <c:pt idx="368">
                  <c:v>44882</c:v>
                </c:pt>
                <c:pt idx="369">
                  <c:v>44883</c:v>
                </c:pt>
                <c:pt idx="370">
                  <c:v>44886</c:v>
                </c:pt>
                <c:pt idx="371">
                  <c:v>44887</c:v>
                </c:pt>
                <c:pt idx="372">
                  <c:v>44888</c:v>
                </c:pt>
                <c:pt idx="373">
                  <c:v>44889</c:v>
                </c:pt>
                <c:pt idx="374">
                  <c:v>44890</c:v>
                </c:pt>
                <c:pt idx="375">
                  <c:v>44893</c:v>
                </c:pt>
                <c:pt idx="376">
                  <c:v>44894</c:v>
                </c:pt>
                <c:pt idx="377">
                  <c:v>44895</c:v>
                </c:pt>
                <c:pt idx="378">
                  <c:v>44896</c:v>
                </c:pt>
                <c:pt idx="379">
                  <c:v>44897</c:v>
                </c:pt>
                <c:pt idx="380">
                  <c:v>44900</c:v>
                </c:pt>
                <c:pt idx="381">
                  <c:v>44901</c:v>
                </c:pt>
                <c:pt idx="382">
                  <c:v>44902</c:v>
                </c:pt>
                <c:pt idx="383">
                  <c:v>44903</c:v>
                </c:pt>
                <c:pt idx="384">
                  <c:v>44904</c:v>
                </c:pt>
                <c:pt idx="385">
                  <c:v>44907</c:v>
                </c:pt>
                <c:pt idx="386">
                  <c:v>44908</c:v>
                </c:pt>
                <c:pt idx="387">
                  <c:v>44909</c:v>
                </c:pt>
                <c:pt idx="388">
                  <c:v>44910</c:v>
                </c:pt>
                <c:pt idx="389">
                  <c:v>44911</c:v>
                </c:pt>
                <c:pt idx="390">
                  <c:v>44914</c:v>
                </c:pt>
                <c:pt idx="391">
                  <c:v>44915</c:v>
                </c:pt>
                <c:pt idx="392">
                  <c:v>44916</c:v>
                </c:pt>
                <c:pt idx="393">
                  <c:v>44917</c:v>
                </c:pt>
                <c:pt idx="394">
                  <c:v>44918</c:v>
                </c:pt>
                <c:pt idx="395">
                  <c:v>44921</c:v>
                </c:pt>
                <c:pt idx="396">
                  <c:v>44922</c:v>
                </c:pt>
                <c:pt idx="397">
                  <c:v>44923</c:v>
                </c:pt>
                <c:pt idx="398">
                  <c:v>44924</c:v>
                </c:pt>
                <c:pt idx="399">
                  <c:v>44925</c:v>
                </c:pt>
                <c:pt idx="400">
                  <c:v>44929</c:v>
                </c:pt>
                <c:pt idx="401">
                  <c:v>44930</c:v>
                </c:pt>
                <c:pt idx="402">
                  <c:v>44931</c:v>
                </c:pt>
                <c:pt idx="403">
                  <c:v>44932</c:v>
                </c:pt>
                <c:pt idx="404">
                  <c:v>44935</c:v>
                </c:pt>
                <c:pt idx="405">
                  <c:v>44936</c:v>
                </c:pt>
                <c:pt idx="406">
                  <c:v>44937</c:v>
                </c:pt>
                <c:pt idx="407">
                  <c:v>44938</c:v>
                </c:pt>
                <c:pt idx="408">
                  <c:v>44939</c:v>
                </c:pt>
                <c:pt idx="409">
                  <c:v>44942</c:v>
                </c:pt>
                <c:pt idx="410">
                  <c:v>44943</c:v>
                </c:pt>
                <c:pt idx="411">
                  <c:v>44944</c:v>
                </c:pt>
                <c:pt idx="412">
                  <c:v>44945</c:v>
                </c:pt>
                <c:pt idx="413">
                  <c:v>44953</c:v>
                </c:pt>
                <c:pt idx="414">
                  <c:v>44956</c:v>
                </c:pt>
                <c:pt idx="415">
                  <c:v>44957</c:v>
                </c:pt>
                <c:pt idx="416">
                  <c:v>44958</c:v>
                </c:pt>
                <c:pt idx="417">
                  <c:v>44959</c:v>
                </c:pt>
                <c:pt idx="418">
                  <c:v>44960</c:v>
                </c:pt>
                <c:pt idx="419">
                  <c:v>44963</c:v>
                </c:pt>
                <c:pt idx="420">
                  <c:v>44964</c:v>
                </c:pt>
                <c:pt idx="421">
                  <c:v>44965</c:v>
                </c:pt>
                <c:pt idx="422">
                  <c:v>44966</c:v>
                </c:pt>
                <c:pt idx="423">
                  <c:v>44967</c:v>
                </c:pt>
                <c:pt idx="424">
                  <c:v>44970</c:v>
                </c:pt>
                <c:pt idx="425">
                  <c:v>44971</c:v>
                </c:pt>
                <c:pt idx="426">
                  <c:v>44972</c:v>
                </c:pt>
                <c:pt idx="427">
                  <c:v>44973</c:v>
                </c:pt>
                <c:pt idx="428">
                  <c:v>44974</c:v>
                </c:pt>
                <c:pt idx="429">
                  <c:v>44977</c:v>
                </c:pt>
                <c:pt idx="430">
                  <c:v>44978</c:v>
                </c:pt>
                <c:pt idx="431">
                  <c:v>44979</c:v>
                </c:pt>
                <c:pt idx="432">
                  <c:v>44980</c:v>
                </c:pt>
                <c:pt idx="433">
                  <c:v>44981</c:v>
                </c:pt>
                <c:pt idx="434">
                  <c:v>44984</c:v>
                </c:pt>
                <c:pt idx="435">
                  <c:v>44985</c:v>
                </c:pt>
                <c:pt idx="436">
                  <c:v>44986</c:v>
                </c:pt>
                <c:pt idx="437">
                  <c:v>44987</c:v>
                </c:pt>
                <c:pt idx="438">
                  <c:v>44988</c:v>
                </c:pt>
                <c:pt idx="439">
                  <c:v>44991</c:v>
                </c:pt>
                <c:pt idx="440">
                  <c:v>44992</c:v>
                </c:pt>
                <c:pt idx="441">
                  <c:v>44993</c:v>
                </c:pt>
                <c:pt idx="442">
                  <c:v>44994</c:v>
                </c:pt>
                <c:pt idx="443">
                  <c:v>44995</c:v>
                </c:pt>
                <c:pt idx="444">
                  <c:v>44998</c:v>
                </c:pt>
                <c:pt idx="445">
                  <c:v>44999</c:v>
                </c:pt>
                <c:pt idx="446">
                  <c:v>45000</c:v>
                </c:pt>
                <c:pt idx="447">
                  <c:v>45001</c:v>
                </c:pt>
                <c:pt idx="448">
                  <c:v>45002</c:v>
                </c:pt>
                <c:pt idx="449">
                  <c:v>45005</c:v>
                </c:pt>
                <c:pt idx="450">
                  <c:v>45006</c:v>
                </c:pt>
                <c:pt idx="451">
                  <c:v>45007</c:v>
                </c:pt>
                <c:pt idx="452">
                  <c:v>45008</c:v>
                </c:pt>
                <c:pt idx="453">
                  <c:v>45009</c:v>
                </c:pt>
                <c:pt idx="454">
                  <c:v>45012</c:v>
                </c:pt>
                <c:pt idx="455">
                  <c:v>45013</c:v>
                </c:pt>
                <c:pt idx="456">
                  <c:v>45014</c:v>
                </c:pt>
                <c:pt idx="457">
                  <c:v>45015</c:v>
                </c:pt>
                <c:pt idx="458">
                  <c:v>45016</c:v>
                </c:pt>
                <c:pt idx="459">
                  <c:v>45019</c:v>
                </c:pt>
                <c:pt idx="460">
                  <c:v>45020</c:v>
                </c:pt>
                <c:pt idx="461">
                  <c:v>45021</c:v>
                </c:pt>
                <c:pt idx="462">
                  <c:v>45022</c:v>
                </c:pt>
                <c:pt idx="463">
                  <c:v>45023</c:v>
                </c:pt>
                <c:pt idx="464">
                  <c:v>45026</c:v>
                </c:pt>
                <c:pt idx="465">
                  <c:v>45027</c:v>
                </c:pt>
                <c:pt idx="466">
                  <c:v>45028</c:v>
                </c:pt>
                <c:pt idx="467">
                  <c:v>45029</c:v>
                </c:pt>
                <c:pt idx="468">
                  <c:v>45030</c:v>
                </c:pt>
                <c:pt idx="469">
                  <c:v>45033</c:v>
                </c:pt>
                <c:pt idx="470">
                  <c:v>45034</c:v>
                </c:pt>
                <c:pt idx="471">
                  <c:v>45035</c:v>
                </c:pt>
                <c:pt idx="472">
                  <c:v>45036</c:v>
                </c:pt>
                <c:pt idx="473">
                  <c:v>45037</c:v>
                </c:pt>
                <c:pt idx="474">
                  <c:v>45040</c:v>
                </c:pt>
                <c:pt idx="475">
                  <c:v>45041</c:v>
                </c:pt>
                <c:pt idx="476">
                  <c:v>45042</c:v>
                </c:pt>
                <c:pt idx="477">
                  <c:v>45043</c:v>
                </c:pt>
                <c:pt idx="478">
                  <c:v>45044</c:v>
                </c:pt>
                <c:pt idx="479">
                  <c:v>45050</c:v>
                </c:pt>
                <c:pt idx="480">
                  <c:v>45051</c:v>
                </c:pt>
                <c:pt idx="481">
                  <c:v>45054</c:v>
                </c:pt>
                <c:pt idx="482">
                  <c:v>45055</c:v>
                </c:pt>
                <c:pt idx="483">
                  <c:v>45056</c:v>
                </c:pt>
                <c:pt idx="484">
                  <c:v>45057</c:v>
                </c:pt>
                <c:pt idx="485">
                  <c:v>45058</c:v>
                </c:pt>
                <c:pt idx="486">
                  <c:v>45061</c:v>
                </c:pt>
                <c:pt idx="487">
                  <c:v>45062</c:v>
                </c:pt>
                <c:pt idx="488">
                  <c:v>45063</c:v>
                </c:pt>
                <c:pt idx="489">
                  <c:v>45064</c:v>
                </c:pt>
                <c:pt idx="490">
                  <c:v>45065</c:v>
                </c:pt>
                <c:pt idx="491">
                  <c:v>45068</c:v>
                </c:pt>
                <c:pt idx="492">
                  <c:v>45069</c:v>
                </c:pt>
                <c:pt idx="493">
                  <c:v>45070</c:v>
                </c:pt>
                <c:pt idx="494">
                  <c:v>45071</c:v>
                </c:pt>
                <c:pt idx="495">
                  <c:v>45072</c:v>
                </c:pt>
                <c:pt idx="496">
                  <c:v>45075</c:v>
                </c:pt>
                <c:pt idx="497">
                  <c:v>45076</c:v>
                </c:pt>
                <c:pt idx="498">
                  <c:v>45077</c:v>
                </c:pt>
                <c:pt idx="499">
                  <c:v>45078</c:v>
                </c:pt>
                <c:pt idx="500">
                  <c:v>45079</c:v>
                </c:pt>
                <c:pt idx="501">
                  <c:v>45082</c:v>
                </c:pt>
                <c:pt idx="502">
                  <c:v>45083</c:v>
                </c:pt>
                <c:pt idx="503">
                  <c:v>45084</c:v>
                </c:pt>
                <c:pt idx="504">
                  <c:v>45085</c:v>
                </c:pt>
                <c:pt idx="505">
                  <c:v>45086</c:v>
                </c:pt>
                <c:pt idx="506">
                  <c:v>45089</c:v>
                </c:pt>
                <c:pt idx="507">
                  <c:v>45090</c:v>
                </c:pt>
                <c:pt idx="508">
                  <c:v>45091</c:v>
                </c:pt>
                <c:pt idx="509">
                  <c:v>45092</c:v>
                </c:pt>
                <c:pt idx="510">
                  <c:v>45093</c:v>
                </c:pt>
                <c:pt idx="511">
                  <c:v>45096</c:v>
                </c:pt>
                <c:pt idx="512">
                  <c:v>45097</c:v>
                </c:pt>
                <c:pt idx="513">
                  <c:v>45098</c:v>
                </c:pt>
                <c:pt idx="514">
                  <c:v>45099</c:v>
                </c:pt>
                <c:pt idx="515">
                  <c:v>45100</c:v>
                </c:pt>
                <c:pt idx="516">
                  <c:v>45103</c:v>
                </c:pt>
                <c:pt idx="517">
                  <c:v>45104</c:v>
                </c:pt>
                <c:pt idx="518">
                  <c:v>45105</c:v>
                </c:pt>
                <c:pt idx="519">
                  <c:v>45106</c:v>
                </c:pt>
                <c:pt idx="520">
                  <c:v>45107</c:v>
                </c:pt>
                <c:pt idx="521">
                  <c:v>45110</c:v>
                </c:pt>
                <c:pt idx="522">
                  <c:v>45111</c:v>
                </c:pt>
                <c:pt idx="523">
                  <c:v>45112</c:v>
                </c:pt>
                <c:pt idx="524">
                  <c:v>45113</c:v>
                </c:pt>
                <c:pt idx="525">
                  <c:v>45114</c:v>
                </c:pt>
                <c:pt idx="526">
                  <c:v>45117</c:v>
                </c:pt>
                <c:pt idx="527">
                  <c:v>45118</c:v>
                </c:pt>
                <c:pt idx="528">
                  <c:v>45119</c:v>
                </c:pt>
                <c:pt idx="529">
                  <c:v>45120</c:v>
                </c:pt>
                <c:pt idx="530">
                  <c:v>45121</c:v>
                </c:pt>
                <c:pt idx="531">
                  <c:v>45124</c:v>
                </c:pt>
                <c:pt idx="532">
                  <c:v>45125</c:v>
                </c:pt>
                <c:pt idx="533">
                  <c:v>45126</c:v>
                </c:pt>
                <c:pt idx="534">
                  <c:v>45127</c:v>
                </c:pt>
                <c:pt idx="535">
                  <c:v>45128</c:v>
                </c:pt>
                <c:pt idx="536">
                  <c:v>45131</c:v>
                </c:pt>
                <c:pt idx="537">
                  <c:v>45132</c:v>
                </c:pt>
                <c:pt idx="538">
                  <c:v>45133</c:v>
                </c:pt>
                <c:pt idx="539">
                  <c:v>45134</c:v>
                </c:pt>
                <c:pt idx="540">
                  <c:v>45135</c:v>
                </c:pt>
                <c:pt idx="541">
                  <c:v>45138</c:v>
                </c:pt>
                <c:pt idx="542">
                  <c:v>45139</c:v>
                </c:pt>
                <c:pt idx="543">
                  <c:v>45140</c:v>
                </c:pt>
                <c:pt idx="544">
                  <c:v>45141</c:v>
                </c:pt>
                <c:pt idx="545">
                  <c:v>45142</c:v>
                </c:pt>
                <c:pt idx="546">
                  <c:v>45145</c:v>
                </c:pt>
                <c:pt idx="547">
                  <c:v>45146</c:v>
                </c:pt>
                <c:pt idx="548">
                  <c:v>45147</c:v>
                </c:pt>
                <c:pt idx="549">
                  <c:v>45148</c:v>
                </c:pt>
                <c:pt idx="550">
                  <c:v>45149</c:v>
                </c:pt>
                <c:pt idx="551">
                  <c:v>45152</c:v>
                </c:pt>
                <c:pt idx="552">
                  <c:v>45153</c:v>
                </c:pt>
                <c:pt idx="553">
                  <c:v>45154</c:v>
                </c:pt>
                <c:pt idx="554">
                  <c:v>45155</c:v>
                </c:pt>
                <c:pt idx="555">
                  <c:v>45156</c:v>
                </c:pt>
                <c:pt idx="556">
                  <c:v>45159</c:v>
                </c:pt>
                <c:pt idx="557">
                  <c:v>45160</c:v>
                </c:pt>
                <c:pt idx="558">
                  <c:v>45161</c:v>
                </c:pt>
                <c:pt idx="559">
                  <c:v>45162</c:v>
                </c:pt>
                <c:pt idx="560">
                  <c:v>45163</c:v>
                </c:pt>
                <c:pt idx="561">
                  <c:v>45166</c:v>
                </c:pt>
                <c:pt idx="562">
                  <c:v>45167</c:v>
                </c:pt>
                <c:pt idx="563">
                  <c:v>45168</c:v>
                </c:pt>
                <c:pt idx="564">
                  <c:v>45169</c:v>
                </c:pt>
                <c:pt idx="565">
                  <c:v>45174</c:v>
                </c:pt>
                <c:pt idx="566">
                  <c:v>45175</c:v>
                </c:pt>
                <c:pt idx="567">
                  <c:v>45176</c:v>
                </c:pt>
                <c:pt idx="568">
                  <c:v>45177</c:v>
                </c:pt>
                <c:pt idx="569">
                  <c:v>45180</c:v>
                </c:pt>
                <c:pt idx="570">
                  <c:v>45181</c:v>
                </c:pt>
                <c:pt idx="571">
                  <c:v>45182</c:v>
                </c:pt>
                <c:pt idx="572">
                  <c:v>45183</c:v>
                </c:pt>
                <c:pt idx="573">
                  <c:v>45184</c:v>
                </c:pt>
                <c:pt idx="574">
                  <c:v>45187</c:v>
                </c:pt>
                <c:pt idx="575">
                  <c:v>45188</c:v>
                </c:pt>
                <c:pt idx="576">
                  <c:v>45189</c:v>
                </c:pt>
                <c:pt idx="577">
                  <c:v>45190</c:v>
                </c:pt>
                <c:pt idx="578">
                  <c:v>45191</c:v>
                </c:pt>
                <c:pt idx="579">
                  <c:v>45194</c:v>
                </c:pt>
                <c:pt idx="580">
                  <c:v>45195</c:v>
                </c:pt>
                <c:pt idx="581">
                  <c:v>45196</c:v>
                </c:pt>
                <c:pt idx="582">
                  <c:v>45197</c:v>
                </c:pt>
                <c:pt idx="583">
                  <c:v>45198</c:v>
                </c:pt>
                <c:pt idx="584">
                  <c:v>45201</c:v>
                </c:pt>
                <c:pt idx="585">
                  <c:v>45202</c:v>
                </c:pt>
                <c:pt idx="586">
                  <c:v>45203</c:v>
                </c:pt>
                <c:pt idx="587">
                  <c:v>45204</c:v>
                </c:pt>
                <c:pt idx="588">
                  <c:v>45205</c:v>
                </c:pt>
                <c:pt idx="589">
                  <c:v>45208</c:v>
                </c:pt>
                <c:pt idx="590">
                  <c:v>45209</c:v>
                </c:pt>
                <c:pt idx="591">
                  <c:v>45210</c:v>
                </c:pt>
                <c:pt idx="592">
                  <c:v>45211</c:v>
                </c:pt>
                <c:pt idx="593">
                  <c:v>45212</c:v>
                </c:pt>
                <c:pt idx="594">
                  <c:v>45215</c:v>
                </c:pt>
                <c:pt idx="595">
                  <c:v>45216</c:v>
                </c:pt>
                <c:pt idx="596">
                  <c:v>45217</c:v>
                </c:pt>
                <c:pt idx="597">
                  <c:v>45218</c:v>
                </c:pt>
                <c:pt idx="598">
                  <c:v>45219</c:v>
                </c:pt>
                <c:pt idx="599">
                  <c:v>45222</c:v>
                </c:pt>
                <c:pt idx="600">
                  <c:v>45223</c:v>
                </c:pt>
                <c:pt idx="601">
                  <c:v>45224</c:v>
                </c:pt>
                <c:pt idx="602">
                  <c:v>45225</c:v>
                </c:pt>
                <c:pt idx="603">
                  <c:v>45226</c:v>
                </c:pt>
                <c:pt idx="604">
                  <c:v>45229</c:v>
                </c:pt>
                <c:pt idx="605">
                  <c:v>45230</c:v>
                </c:pt>
                <c:pt idx="606">
                  <c:v>45231</c:v>
                </c:pt>
                <c:pt idx="607">
                  <c:v>45232</c:v>
                </c:pt>
                <c:pt idx="608">
                  <c:v>45233</c:v>
                </c:pt>
                <c:pt idx="609">
                  <c:v>45236</c:v>
                </c:pt>
                <c:pt idx="610">
                  <c:v>45237</c:v>
                </c:pt>
                <c:pt idx="611">
                  <c:v>45238</c:v>
                </c:pt>
                <c:pt idx="612">
                  <c:v>45239</c:v>
                </c:pt>
                <c:pt idx="613">
                  <c:v>45240</c:v>
                </c:pt>
                <c:pt idx="614">
                  <c:v>45243</c:v>
                </c:pt>
                <c:pt idx="615">
                  <c:v>45244</c:v>
                </c:pt>
                <c:pt idx="616">
                  <c:v>45245</c:v>
                </c:pt>
                <c:pt idx="617">
                  <c:v>45246</c:v>
                </c:pt>
                <c:pt idx="618">
                  <c:v>45247</c:v>
                </c:pt>
                <c:pt idx="619">
                  <c:v>45250</c:v>
                </c:pt>
                <c:pt idx="620">
                  <c:v>45251</c:v>
                </c:pt>
                <c:pt idx="621">
                  <c:v>45252</c:v>
                </c:pt>
                <c:pt idx="622">
                  <c:v>45253</c:v>
                </c:pt>
                <c:pt idx="623">
                  <c:v>45254</c:v>
                </c:pt>
                <c:pt idx="624">
                  <c:v>45257</c:v>
                </c:pt>
                <c:pt idx="625">
                  <c:v>45258</c:v>
                </c:pt>
                <c:pt idx="626">
                  <c:v>45259</c:v>
                </c:pt>
                <c:pt idx="627">
                  <c:v>45260</c:v>
                </c:pt>
                <c:pt idx="628">
                  <c:v>45261</c:v>
                </c:pt>
                <c:pt idx="629">
                  <c:v>45264</c:v>
                </c:pt>
                <c:pt idx="630">
                  <c:v>45265</c:v>
                </c:pt>
                <c:pt idx="631">
                  <c:v>45266</c:v>
                </c:pt>
                <c:pt idx="632">
                  <c:v>45267</c:v>
                </c:pt>
                <c:pt idx="633">
                  <c:v>45268</c:v>
                </c:pt>
                <c:pt idx="634">
                  <c:v>45271</c:v>
                </c:pt>
                <c:pt idx="635">
                  <c:v>45272</c:v>
                </c:pt>
                <c:pt idx="636">
                  <c:v>45273</c:v>
                </c:pt>
                <c:pt idx="637">
                  <c:v>45274</c:v>
                </c:pt>
                <c:pt idx="638">
                  <c:v>45275</c:v>
                </c:pt>
                <c:pt idx="639">
                  <c:v>45278</c:v>
                </c:pt>
                <c:pt idx="640">
                  <c:v>45279</c:v>
                </c:pt>
                <c:pt idx="641">
                  <c:v>45280</c:v>
                </c:pt>
                <c:pt idx="642">
                  <c:v>45281</c:v>
                </c:pt>
                <c:pt idx="643">
                  <c:v>45282</c:v>
                </c:pt>
                <c:pt idx="644">
                  <c:v>45285</c:v>
                </c:pt>
                <c:pt idx="645">
                  <c:v>45286</c:v>
                </c:pt>
                <c:pt idx="646">
                  <c:v>45287</c:v>
                </c:pt>
                <c:pt idx="647">
                  <c:v>45288</c:v>
                </c:pt>
                <c:pt idx="648">
                  <c:v>45289</c:v>
                </c:pt>
                <c:pt idx="649">
                  <c:v>45293</c:v>
                </c:pt>
                <c:pt idx="650">
                  <c:v>45294</c:v>
                </c:pt>
                <c:pt idx="651">
                  <c:v>45295</c:v>
                </c:pt>
                <c:pt idx="652">
                  <c:v>45296</c:v>
                </c:pt>
                <c:pt idx="653">
                  <c:v>45299</c:v>
                </c:pt>
                <c:pt idx="654">
                  <c:v>45300</c:v>
                </c:pt>
                <c:pt idx="655">
                  <c:v>45301</c:v>
                </c:pt>
                <c:pt idx="656">
                  <c:v>45302</c:v>
                </c:pt>
                <c:pt idx="657">
                  <c:v>45303</c:v>
                </c:pt>
                <c:pt idx="658">
                  <c:v>45306</c:v>
                </c:pt>
                <c:pt idx="659">
                  <c:v>45307</c:v>
                </c:pt>
                <c:pt idx="660">
                  <c:v>45308</c:v>
                </c:pt>
                <c:pt idx="661">
                  <c:v>45309</c:v>
                </c:pt>
                <c:pt idx="662">
                  <c:v>45310</c:v>
                </c:pt>
                <c:pt idx="663">
                  <c:v>45313</c:v>
                </c:pt>
                <c:pt idx="664">
                  <c:v>45314</c:v>
                </c:pt>
                <c:pt idx="665">
                  <c:v>45315</c:v>
                </c:pt>
                <c:pt idx="666">
                  <c:v>45316</c:v>
                </c:pt>
                <c:pt idx="667">
                  <c:v>45317</c:v>
                </c:pt>
                <c:pt idx="668">
                  <c:v>45320</c:v>
                </c:pt>
                <c:pt idx="669">
                  <c:v>45321</c:v>
                </c:pt>
                <c:pt idx="670">
                  <c:v>45322</c:v>
                </c:pt>
                <c:pt idx="671">
                  <c:v>45323</c:v>
                </c:pt>
                <c:pt idx="672">
                  <c:v>45324</c:v>
                </c:pt>
                <c:pt idx="673">
                  <c:v>45327</c:v>
                </c:pt>
                <c:pt idx="674">
                  <c:v>45328</c:v>
                </c:pt>
                <c:pt idx="675">
                  <c:v>45329</c:v>
                </c:pt>
                <c:pt idx="676">
                  <c:v>45337</c:v>
                </c:pt>
                <c:pt idx="677">
                  <c:v>45338</c:v>
                </c:pt>
                <c:pt idx="678">
                  <c:v>45341</c:v>
                </c:pt>
                <c:pt idx="679">
                  <c:v>45342</c:v>
                </c:pt>
                <c:pt idx="680">
                  <c:v>45343</c:v>
                </c:pt>
                <c:pt idx="681">
                  <c:v>45344</c:v>
                </c:pt>
                <c:pt idx="682">
                  <c:v>45345</c:v>
                </c:pt>
                <c:pt idx="683">
                  <c:v>45348</c:v>
                </c:pt>
                <c:pt idx="684">
                  <c:v>45349</c:v>
                </c:pt>
                <c:pt idx="685">
                  <c:v>45350</c:v>
                </c:pt>
                <c:pt idx="686">
                  <c:v>45351</c:v>
                </c:pt>
                <c:pt idx="687">
                  <c:v>45352</c:v>
                </c:pt>
                <c:pt idx="688">
                  <c:v>45355</c:v>
                </c:pt>
                <c:pt idx="689">
                  <c:v>45356</c:v>
                </c:pt>
                <c:pt idx="690">
                  <c:v>45357</c:v>
                </c:pt>
                <c:pt idx="691">
                  <c:v>45358</c:v>
                </c:pt>
                <c:pt idx="692">
                  <c:v>45359</c:v>
                </c:pt>
                <c:pt idx="693">
                  <c:v>45362</c:v>
                </c:pt>
                <c:pt idx="694">
                  <c:v>45363</c:v>
                </c:pt>
                <c:pt idx="695">
                  <c:v>45364</c:v>
                </c:pt>
                <c:pt idx="696">
                  <c:v>45365</c:v>
                </c:pt>
                <c:pt idx="697">
                  <c:v>45366</c:v>
                </c:pt>
                <c:pt idx="698">
                  <c:v>45369</c:v>
                </c:pt>
                <c:pt idx="699">
                  <c:v>45370</c:v>
                </c:pt>
                <c:pt idx="700">
                  <c:v>45371</c:v>
                </c:pt>
                <c:pt idx="701">
                  <c:v>45372</c:v>
                </c:pt>
                <c:pt idx="702">
                  <c:v>45373</c:v>
                </c:pt>
                <c:pt idx="703">
                  <c:v>45376</c:v>
                </c:pt>
                <c:pt idx="704">
                  <c:v>45377</c:v>
                </c:pt>
                <c:pt idx="705">
                  <c:v>45378</c:v>
                </c:pt>
                <c:pt idx="706">
                  <c:v>45379</c:v>
                </c:pt>
                <c:pt idx="707">
                  <c:v>45380</c:v>
                </c:pt>
                <c:pt idx="708">
                  <c:v>45383</c:v>
                </c:pt>
                <c:pt idx="709">
                  <c:v>45384</c:v>
                </c:pt>
                <c:pt idx="710">
                  <c:v>45385</c:v>
                </c:pt>
                <c:pt idx="711">
                  <c:v>45386</c:v>
                </c:pt>
                <c:pt idx="712">
                  <c:v>45387</c:v>
                </c:pt>
                <c:pt idx="713">
                  <c:v>45390</c:v>
                </c:pt>
                <c:pt idx="714">
                  <c:v>45391</c:v>
                </c:pt>
                <c:pt idx="715">
                  <c:v>45392</c:v>
                </c:pt>
                <c:pt idx="716">
                  <c:v>45393</c:v>
                </c:pt>
                <c:pt idx="717">
                  <c:v>45394</c:v>
                </c:pt>
                <c:pt idx="718">
                  <c:v>45397</c:v>
                </c:pt>
                <c:pt idx="719">
                  <c:v>45398</c:v>
                </c:pt>
                <c:pt idx="720">
                  <c:v>45399</c:v>
                </c:pt>
                <c:pt idx="721">
                  <c:v>45401</c:v>
                </c:pt>
                <c:pt idx="722">
                  <c:v>45404</c:v>
                </c:pt>
                <c:pt idx="723">
                  <c:v>45405</c:v>
                </c:pt>
                <c:pt idx="724">
                  <c:v>45406</c:v>
                </c:pt>
                <c:pt idx="725">
                  <c:v>45407</c:v>
                </c:pt>
                <c:pt idx="726">
                  <c:v>45408</c:v>
                </c:pt>
                <c:pt idx="727">
                  <c:v>45414</c:v>
                </c:pt>
                <c:pt idx="728">
                  <c:v>45415</c:v>
                </c:pt>
                <c:pt idx="729">
                  <c:v>45418</c:v>
                </c:pt>
                <c:pt idx="730">
                  <c:v>45419</c:v>
                </c:pt>
                <c:pt idx="731">
                  <c:v>45420</c:v>
                </c:pt>
                <c:pt idx="732">
                  <c:v>45421</c:v>
                </c:pt>
                <c:pt idx="733">
                  <c:v>45422</c:v>
                </c:pt>
                <c:pt idx="734">
                  <c:v>45425</c:v>
                </c:pt>
                <c:pt idx="735">
                  <c:v>45426</c:v>
                </c:pt>
                <c:pt idx="736">
                  <c:v>45427</c:v>
                </c:pt>
                <c:pt idx="737">
                  <c:v>45428</c:v>
                </c:pt>
                <c:pt idx="738">
                  <c:v>45429</c:v>
                </c:pt>
                <c:pt idx="739">
                  <c:v>45432</c:v>
                </c:pt>
                <c:pt idx="740">
                  <c:v>45433</c:v>
                </c:pt>
                <c:pt idx="741">
                  <c:v>45434</c:v>
                </c:pt>
                <c:pt idx="742">
                  <c:v>45435</c:v>
                </c:pt>
                <c:pt idx="743">
                  <c:v>45436</c:v>
                </c:pt>
                <c:pt idx="744">
                  <c:v>45439</c:v>
                </c:pt>
                <c:pt idx="745">
                  <c:v>45440</c:v>
                </c:pt>
                <c:pt idx="746">
                  <c:v>45441</c:v>
                </c:pt>
                <c:pt idx="747">
                  <c:v>45442</c:v>
                </c:pt>
                <c:pt idx="748">
                  <c:v>45443</c:v>
                </c:pt>
                <c:pt idx="749">
                  <c:v>45446</c:v>
                </c:pt>
                <c:pt idx="750">
                  <c:v>45447</c:v>
                </c:pt>
                <c:pt idx="751">
                  <c:v>45448</c:v>
                </c:pt>
                <c:pt idx="752">
                  <c:v>45449</c:v>
                </c:pt>
                <c:pt idx="753">
                  <c:v>45450</c:v>
                </c:pt>
                <c:pt idx="754">
                  <c:v>45453</c:v>
                </c:pt>
                <c:pt idx="755">
                  <c:v>45454</c:v>
                </c:pt>
                <c:pt idx="756">
                  <c:v>45455</c:v>
                </c:pt>
                <c:pt idx="757">
                  <c:v>45456</c:v>
                </c:pt>
                <c:pt idx="758">
                  <c:v>45457</c:v>
                </c:pt>
                <c:pt idx="759">
                  <c:v>45460</c:v>
                </c:pt>
                <c:pt idx="760">
                  <c:v>45461</c:v>
                </c:pt>
                <c:pt idx="761">
                  <c:v>45462</c:v>
                </c:pt>
                <c:pt idx="762">
                  <c:v>45463</c:v>
                </c:pt>
                <c:pt idx="763">
                  <c:v>45464</c:v>
                </c:pt>
                <c:pt idx="764">
                  <c:v>45467</c:v>
                </c:pt>
                <c:pt idx="765">
                  <c:v>45468</c:v>
                </c:pt>
                <c:pt idx="766">
                  <c:v>45469</c:v>
                </c:pt>
                <c:pt idx="767">
                  <c:v>45470</c:v>
                </c:pt>
                <c:pt idx="768">
                  <c:v>45471</c:v>
                </c:pt>
                <c:pt idx="769">
                  <c:v>45474</c:v>
                </c:pt>
                <c:pt idx="770">
                  <c:v>45475</c:v>
                </c:pt>
                <c:pt idx="771">
                  <c:v>45476</c:v>
                </c:pt>
                <c:pt idx="772">
                  <c:v>45477</c:v>
                </c:pt>
                <c:pt idx="773">
                  <c:v>45478</c:v>
                </c:pt>
                <c:pt idx="774">
                  <c:v>45481</c:v>
                </c:pt>
                <c:pt idx="775">
                  <c:v>45482</c:v>
                </c:pt>
                <c:pt idx="776">
                  <c:v>45483</c:v>
                </c:pt>
                <c:pt idx="777">
                  <c:v>45484</c:v>
                </c:pt>
                <c:pt idx="778">
                  <c:v>45485</c:v>
                </c:pt>
                <c:pt idx="779">
                  <c:v>45488</c:v>
                </c:pt>
                <c:pt idx="780">
                  <c:v>45489</c:v>
                </c:pt>
                <c:pt idx="781">
                  <c:v>45490</c:v>
                </c:pt>
                <c:pt idx="782">
                  <c:v>45491</c:v>
                </c:pt>
                <c:pt idx="783">
                  <c:v>45492</c:v>
                </c:pt>
                <c:pt idx="784">
                  <c:v>45495</c:v>
                </c:pt>
                <c:pt idx="785">
                  <c:v>45496</c:v>
                </c:pt>
                <c:pt idx="786">
                  <c:v>45497</c:v>
                </c:pt>
                <c:pt idx="787">
                  <c:v>45498</c:v>
                </c:pt>
                <c:pt idx="788">
                  <c:v>45499</c:v>
                </c:pt>
                <c:pt idx="789">
                  <c:v>45502</c:v>
                </c:pt>
                <c:pt idx="790">
                  <c:v>45503</c:v>
                </c:pt>
                <c:pt idx="791">
                  <c:v>45504</c:v>
                </c:pt>
                <c:pt idx="792">
                  <c:v>45505</c:v>
                </c:pt>
                <c:pt idx="793">
                  <c:v>45506</c:v>
                </c:pt>
                <c:pt idx="794">
                  <c:v>45509</c:v>
                </c:pt>
                <c:pt idx="795">
                  <c:v>45510</c:v>
                </c:pt>
                <c:pt idx="796">
                  <c:v>45511</c:v>
                </c:pt>
                <c:pt idx="797">
                  <c:v>45512</c:v>
                </c:pt>
                <c:pt idx="798">
                  <c:v>45513</c:v>
                </c:pt>
                <c:pt idx="799">
                  <c:v>45516</c:v>
                </c:pt>
                <c:pt idx="800">
                  <c:v>45517</c:v>
                </c:pt>
                <c:pt idx="801">
                  <c:v>45518</c:v>
                </c:pt>
                <c:pt idx="802">
                  <c:v>45519</c:v>
                </c:pt>
                <c:pt idx="803">
                  <c:v>45520</c:v>
                </c:pt>
                <c:pt idx="804">
                  <c:v>45523</c:v>
                </c:pt>
                <c:pt idx="805">
                  <c:v>45524</c:v>
                </c:pt>
                <c:pt idx="806">
                  <c:v>45525</c:v>
                </c:pt>
                <c:pt idx="807">
                  <c:v>45526</c:v>
                </c:pt>
                <c:pt idx="808">
                  <c:v>45527</c:v>
                </c:pt>
                <c:pt idx="809">
                  <c:v>45530</c:v>
                </c:pt>
                <c:pt idx="810">
                  <c:v>45531</c:v>
                </c:pt>
                <c:pt idx="811">
                  <c:v>45532</c:v>
                </c:pt>
                <c:pt idx="812">
                  <c:v>45533</c:v>
                </c:pt>
                <c:pt idx="813">
                  <c:v>45534</c:v>
                </c:pt>
                <c:pt idx="814">
                  <c:v>45539</c:v>
                </c:pt>
                <c:pt idx="815">
                  <c:v>45540</c:v>
                </c:pt>
                <c:pt idx="816">
                  <c:v>45541</c:v>
                </c:pt>
                <c:pt idx="817">
                  <c:v>45544</c:v>
                </c:pt>
                <c:pt idx="818">
                  <c:v>45545</c:v>
                </c:pt>
                <c:pt idx="819">
                  <c:v>45546</c:v>
                </c:pt>
                <c:pt idx="820">
                  <c:v>45547</c:v>
                </c:pt>
                <c:pt idx="821">
                  <c:v>45548</c:v>
                </c:pt>
                <c:pt idx="822">
                  <c:v>45551</c:v>
                </c:pt>
                <c:pt idx="823">
                  <c:v>45552</c:v>
                </c:pt>
                <c:pt idx="824">
                  <c:v>45553</c:v>
                </c:pt>
                <c:pt idx="825">
                  <c:v>45554</c:v>
                </c:pt>
                <c:pt idx="826">
                  <c:v>45555</c:v>
                </c:pt>
                <c:pt idx="827">
                  <c:v>45558</c:v>
                </c:pt>
                <c:pt idx="828">
                  <c:v>45559</c:v>
                </c:pt>
                <c:pt idx="829">
                  <c:v>45560</c:v>
                </c:pt>
                <c:pt idx="830">
                  <c:v>45561</c:v>
                </c:pt>
                <c:pt idx="831">
                  <c:v>45562</c:v>
                </c:pt>
                <c:pt idx="832">
                  <c:v>45565</c:v>
                </c:pt>
                <c:pt idx="833">
                  <c:v>45566</c:v>
                </c:pt>
                <c:pt idx="834">
                  <c:v>45567</c:v>
                </c:pt>
                <c:pt idx="835">
                  <c:v>45568</c:v>
                </c:pt>
                <c:pt idx="836">
                  <c:v>45569</c:v>
                </c:pt>
                <c:pt idx="837">
                  <c:v>45572</c:v>
                </c:pt>
                <c:pt idx="838">
                  <c:v>45573</c:v>
                </c:pt>
                <c:pt idx="839">
                  <c:v>45574</c:v>
                </c:pt>
                <c:pt idx="840">
                  <c:v>45575</c:v>
                </c:pt>
                <c:pt idx="841">
                  <c:v>45576</c:v>
                </c:pt>
                <c:pt idx="842">
                  <c:v>45579</c:v>
                </c:pt>
                <c:pt idx="843">
                  <c:v>45580</c:v>
                </c:pt>
                <c:pt idx="844">
                  <c:v>45581</c:v>
                </c:pt>
                <c:pt idx="845">
                  <c:v>45582</c:v>
                </c:pt>
                <c:pt idx="846">
                  <c:v>45583</c:v>
                </c:pt>
                <c:pt idx="847">
                  <c:v>45586</c:v>
                </c:pt>
                <c:pt idx="848">
                  <c:v>45587</c:v>
                </c:pt>
                <c:pt idx="849">
                  <c:v>45588</c:v>
                </c:pt>
                <c:pt idx="850">
                  <c:v>45589</c:v>
                </c:pt>
                <c:pt idx="851">
                  <c:v>45590</c:v>
                </c:pt>
                <c:pt idx="852">
                  <c:v>45593</c:v>
                </c:pt>
                <c:pt idx="853">
                  <c:v>45594</c:v>
                </c:pt>
                <c:pt idx="854">
                  <c:v>45595</c:v>
                </c:pt>
                <c:pt idx="855">
                  <c:v>45596</c:v>
                </c:pt>
                <c:pt idx="856">
                  <c:v>45597</c:v>
                </c:pt>
                <c:pt idx="857">
                  <c:v>45600</c:v>
                </c:pt>
                <c:pt idx="858">
                  <c:v>45601</c:v>
                </c:pt>
                <c:pt idx="859">
                  <c:v>45602</c:v>
                </c:pt>
                <c:pt idx="860">
                  <c:v>45603</c:v>
                </c:pt>
                <c:pt idx="861">
                  <c:v>45604</c:v>
                </c:pt>
                <c:pt idx="862">
                  <c:v>45607</c:v>
                </c:pt>
                <c:pt idx="863">
                  <c:v>45608</c:v>
                </c:pt>
                <c:pt idx="864">
                  <c:v>45609</c:v>
                </c:pt>
                <c:pt idx="865">
                  <c:v>45610</c:v>
                </c:pt>
                <c:pt idx="866">
                  <c:v>45611</c:v>
                </c:pt>
                <c:pt idx="867">
                  <c:v>45614</c:v>
                </c:pt>
                <c:pt idx="868">
                  <c:v>45615</c:v>
                </c:pt>
                <c:pt idx="869">
                  <c:v>45616</c:v>
                </c:pt>
                <c:pt idx="870">
                  <c:v>45617</c:v>
                </c:pt>
                <c:pt idx="871">
                  <c:v>45618</c:v>
                </c:pt>
                <c:pt idx="872">
                  <c:v>45621</c:v>
                </c:pt>
                <c:pt idx="873">
                  <c:v>45622</c:v>
                </c:pt>
                <c:pt idx="874">
                  <c:v>45623</c:v>
                </c:pt>
                <c:pt idx="875">
                  <c:v>45624</c:v>
                </c:pt>
                <c:pt idx="876">
                  <c:v>45625</c:v>
                </c:pt>
                <c:pt idx="877">
                  <c:v>45628</c:v>
                </c:pt>
                <c:pt idx="878">
                  <c:v>45629</c:v>
                </c:pt>
                <c:pt idx="879">
                  <c:v>45630</c:v>
                </c:pt>
                <c:pt idx="880">
                  <c:v>45631</c:v>
                </c:pt>
                <c:pt idx="881">
                  <c:v>45632</c:v>
                </c:pt>
                <c:pt idx="882">
                  <c:v>45635</c:v>
                </c:pt>
                <c:pt idx="883">
                  <c:v>45636</c:v>
                </c:pt>
                <c:pt idx="884">
                  <c:v>45637</c:v>
                </c:pt>
                <c:pt idx="885">
                  <c:v>45638</c:v>
                </c:pt>
                <c:pt idx="886">
                  <c:v>45639</c:v>
                </c:pt>
                <c:pt idx="887">
                  <c:v>45642</c:v>
                </c:pt>
                <c:pt idx="888">
                  <c:v>45643</c:v>
                </c:pt>
                <c:pt idx="889">
                  <c:v>45644</c:v>
                </c:pt>
                <c:pt idx="890">
                  <c:v>45645</c:v>
                </c:pt>
                <c:pt idx="891">
                  <c:v>45646</c:v>
                </c:pt>
                <c:pt idx="892">
                  <c:v>45649</c:v>
                </c:pt>
                <c:pt idx="893">
                  <c:v>45650</c:v>
                </c:pt>
                <c:pt idx="894">
                  <c:v>45651</c:v>
                </c:pt>
                <c:pt idx="895">
                  <c:v>45652</c:v>
                </c:pt>
                <c:pt idx="896">
                  <c:v>45653</c:v>
                </c:pt>
                <c:pt idx="897">
                  <c:v>45656</c:v>
                </c:pt>
                <c:pt idx="898">
                  <c:v>45657</c:v>
                </c:pt>
                <c:pt idx="899">
                  <c:v>45659</c:v>
                </c:pt>
                <c:pt idx="900">
                  <c:v>45660</c:v>
                </c:pt>
                <c:pt idx="901">
                  <c:v>45663</c:v>
                </c:pt>
                <c:pt idx="902">
                  <c:v>45664</c:v>
                </c:pt>
                <c:pt idx="903">
                  <c:v>45665</c:v>
                </c:pt>
                <c:pt idx="904">
                  <c:v>45666</c:v>
                </c:pt>
                <c:pt idx="905">
                  <c:v>45667</c:v>
                </c:pt>
                <c:pt idx="906">
                  <c:v>45670</c:v>
                </c:pt>
                <c:pt idx="907">
                  <c:v>45671</c:v>
                </c:pt>
                <c:pt idx="908">
                  <c:v>45672</c:v>
                </c:pt>
                <c:pt idx="909">
                  <c:v>45673</c:v>
                </c:pt>
                <c:pt idx="910">
                  <c:v>45674</c:v>
                </c:pt>
                <c:pt idx="911">
                  <c:v>45677</c:v>
                </c:pt>
                <c:pt idx="912">
                  <c:v>45678</c:v>
                </c:pt>
                <c:pt idx="913">
                  <c:v>45679</c:v>
                </c:pt>
                <c:pt idx="914">
                  <c:v>45680</c:v>
                </c:pt>
                <c:pt idx="915">
                  <c:v>45681</c:v>
                </c:pt>
                <c:pt idx="916">
                  <c:v>45691</c:v>
                </c:pt>
                <c:pt idx="917">
                  <c:v>45692</c:v>
                </c:pt>
                <c:pt idx="918">
                  <c:v>45693</c:v>
                </c:pt>
                <c:pt idx="919">
                  <c:v>45694</c:v>
                </c:pt>
                <c:pt idx="920">
                  <c:v>45695</c:v>
                </c:pt>
                <c:pt idx="921">
                  <c:v>45698</c:v>
                </c:pt>
                <c:pt idx="922">
                  <c:v>45699</c:v>
                </c:pt>
                <c:pt idx="923">
                  <c:v>45700</c:v>
                </c:pt>
                <c:pt idx="924">
                  <c:v>45701</c:v>
                </c:pt>
                <c:pt idx="925">
                  <c:v>45702</c:v>
                </c:pt>
                <c:pt idx="926">
                  <c:v>45705</c:v>
                </c:pt>
                <c:pt idx="927">
                  <c:v>45706</c:v>
                </c:pt>
                <c:pt idx="928">
                  <c:v>45707</c:v>
                </c:pt>
                <c:pt idx="929">
                  <c:v>45708</c:v>
                </c:pt>
                <c:pt idx="930">
                  <c:v>45709</c:v>
                </c:pt>
                <c:pt idx="931">
                  <c:v>45712</c:v>
                </c:pt>
                <c:pt idx="932">
                  <c:v>45713</c:v>
                </c:pt>
                <c:pt idx="933">
                  <c:v>45714</c:v>
                </c:pt>
                <c:pt idx="934">
                  <c:v>45715</c:v>
                </c:pt>
                <c:pt idx="935">
                  <c:v>45716</c:v>
                </c:pt>
                <c:pt idx="936">
                  <c:v>45719</c:v>
                </c:pt>
                <c:pt idx="937">
                  <c:v>45720</c:v>
                </c:pt>
                <c:pt idx="938">
                  <c:v>45721</c:v>
                </c:pt>
                <c:pt idx="939">
                  <c:v>45722</c:v>
                </c:pt>
                <c:pt idx="940">
                  <c:v>45723</c:v>
                </c:pt>
                <c:pt idx="941">
                  <c:v>45726</c:v>
                </c:pt>
                <c:pt idx="942">
                  <c:v>45727</c:v>
                </c:pt>
                <c:pt idx="943">
                  <c:v>45728</c:v>
                </c:pt>
                <c:pt idx="944">
                  <c:v>45729</c:v>
                </c:pt>
                <c:pt idx="945">
                  <c:v>45730</c:v>
                </c:pt>
                <c:pt idx="946">
                  <c:v>45733</c:v>
                </c:pt>
                <c:pt idx="947">
                  <c:v>45734</c:v>
                </c:pt>
                <c:pt idx="948">
                  <c:v>45735</c:v>
                </c:pt>
                <c:pt idx="949">
                  <c:v>45736</c:v>
                </c:pt>
                <c:pt idx="950">
                  <c:v>45737</c:v>
                </c:pt>
                <c:pt idx="951">
                  <c:v>45740</c:v>
                </c:pt>
                <c:pt idx="952">
                  <c:v>45741</c:v>
                </c:pt>
                <c:pt idx="953">
                  <c:v>45742</c:v>
                </c:pt>
                <c:pt idx="954">
                  <c:v>45743</c:v>
                </c:pt>
                <c:pt idx="955">
                  <c:v>45744</c:v>
                </c:pt>
                <c:pt idx="956">
                  <c:v>45747</c:v>
                </c:pt>
                <c:pt idx="957">
                  <c:v>45748</c:v>
                </c:pt>
                <c:pt idx="958">
                  <c:v>45749</c:v>
                </c:pt>
                <c:pt idx="959">
                  <c:v>45750</c:v>
                </c:pt>
                <c:pt idx="960">
                  <c:v>45751</c:v>
                </c:pt>
                <c:pt idx="961">
                  <c:v>45755</c:v>
                </c:pt>
                <c:pt idx="962">
                  <c:v>45756</c:v>
                </c:pt>
                <c:pt idx="963">
                  <c:v>45757</c:v>
                </c:pt>
                <c:pt idx="964">
                  <c:v>45758</c:v>
                </c:pt>
                <c:pt idx="965">
                  <c:v>45761</c:v>
                </c:pt>
                <c:pt idx="966">
                  <c:v>45762</c:v>
                </c:pt>
                <c:pt idx="967">
                  <c:v>45763</c:v>
                </c:pt>
                <c:pt idx="968">
                  <c:v>45764</c:v>
                </c:pt>
                <c:pt idx="969">
                  <c:v>45765</c:v>
                </c:pt>
                <c:pt idx="970">
                  <c:v>45768</c:v>
                </c:pt>
                <c:pt idx="971">
                  <c:v>45769</c:v>
                </c:pt>
                <c:pt idx="972">
                  <c:v>45770</c:v>
                </c:pt>
                <c:pt idx="973">
                  <c:v>45771</c:v>
                </c:pt>
                <c:pt idx="974">
                  <c:v>45772</c:v>
                </c:pt>
                <c:pt idx="975">
                  <c:v>45775</c:v>
                </c:pt>
                <c:pt idx="976">
                  <c:v>45776</c:v>
                </c:pt>
                <c:pt idx="977">
                  <c:v>45782</c:v>
                </c:pt>
                <c:pt idx="978">
                  <c:v>45783</c:v>
                </c:pt>
                <c:pt idx="979">
                  <c:v>45784</c:v>
                </c:pt>
                <c:pt idx="980">
                  <c:v>45785</c:v>
                </c:pt>
                <c:pt idx="981">
                  <c:v>45786</c:v>
                </c:pt>
                <c:pt idx="982">
                  <c:v>45789</c:v>
                </c:pt>
                <c:pt idx="983">
                  <c:v>45790</c:v>
                </c:pt>
                <c:pt idx="984">
                  <c:v>45791</c:v>
                </c:pt>
                <c:pt idx="985">
                  <c:v>45792</c:v>
                </c:pt>
                <c:pt idx="986">
                  <c:v>45793</c:v>
                </c:pt>
                <c:pt idx="987">
                  <c:v>45796</c:v>
                </c:pt>
                <c:pt idx="988">
                  <c:v>45797</c:v>
                </c:pt>
                <c:pt idx="989">
                  <c:v>45798</c:v>
                </c:pt>
                <c:pt idx="990">
                  <c:v>45799</c:v>
                </c:pt>
                <c:pt idx="991">
                  <c:v>45800</c:v>
                </c:pt>
                <c:pt idx="992">
                  <c:v>45803</c:v>
                </c:pt>
                <c:pt idx="993">
                  <c:v>45804</c:v>
                </c:pt>
                <c:pt idx="994">
                  <c:v>45805</c:v>
                </c:pt>
                <c:pt idx="995">
                  <c:v>45806</c:v>
                </c:pt>
                <c:pt idx="996">
                  <c:v>45807</c:v>
                </c:pt>
                <c:pt idx="997">
                  <c:v>45810</c:v>
                </c:pt>
                <c:pt idx="998">
                  <c:v>45811</c:v>
                </c:pt>
                <c:pt idx="999">
                  <c:v>45812</c:v>
                </c:pt>
                <c:pt idx="1000">
                  <c:v>45813</c:v>
                </c:pt>
                <c:pt idx="1001">
                  <c:v>45814</c:v>
                </c:pt>
                <c:pt idx="1002">
                  <c:v>45817</c:v>
                </c:pt>
                <c:pt idx="1003">
                  <c:v>45818</c:v>
                </c:pt>
                <c:pt idx="1004">
                  <c:v>45819</c:v>
                </c:pt>
                <c:pt idx="1005">
                  <c:v>45820</c:v>
                </c:pt>
                <c:pt idx="1006">
                  <c:v>45821</c:v>
                </c:pt>
                <c:pt idx="1007">
                  <c:v>45824</c:v>
                </c:pt>
                <c:pt idx="1008">
                  <c:v>45825</c:v>
                </c:pt>
                <c:pt idx="1009">
                  <c:v>45826</c:v>
                </c:pt>
                <c:pt idx="1010">
                  <c:v>45827</c:v>
                </c:pt>
                <c:pt idx="1011">
                  <c:v>45828</c:v>
                </c:pt>
                <c:pt idx="1012">
                  <c:v>45831</c:v>
                </c:pt>
                <c:pt idx="1013">
                  <c:v>45832</c:v>
                </c:pt>
                <c:pt idx="1014">
                  <c:v>45833</c:v>
                </c:pt>
                <c:pt idx="1015">
                  <c:v>45834</c:v>
                </c:pt>
                <c:pt idx="1016">
                  <c:v>45835</c:v>
                </c:pt>
                <c:pt idx="1017">
                  <c:v>45838</c:v>
                </c:pt>
                <c:pt idx="1018">
                  <c:v>45839</c:v>
                </c:pt>
                <c:pt idx="1019">
                  <c:v>45840</c:v>
                </c:pt>
                <c:pt idx="1020">
                  <c:v>45841</c:v>
                </c:pt>
                <c:pt idx="1021">
                  <c:v>45842</c:v>
                </c:pt>
                <c:pt idx="1022">
                  <c:v>45845</c:v>
                </c:pt>
                <c:pt idx="1023">
                  <c:v>45846</c:v>
                </c:pt>
                <c:pt idx="1024">
                  <c:v>45847</c:v>
                </c:pt>
                <c:pt idx="1025">
                  <c:v>45848</c:v>
                </c:pt>
                <c:pt idx="1026">
                  <c:v>45849</c:v>
                </c:pt>
                <c:pt idx="1027">
                  <c:v>45852</c:v>
                </c:pt>
                <c:pt idx="1028">
                  <c:v>45853</c:v>
                </c:pt>
                <c:pt idx="1029">
                  <c:v>45854</c:v>
                </c:pt>
                <c:pt idx="1030">
                  <c:v>45855</c:v>
                </c:pt>
                <c:pt idx="1031">
                  <c:v>45856</c:v>
                </c:pt>
                <c:pt idx="1032">
                  <c:v>45859</c:v>
                </c:pt>
                <c:pt idx="1033">
                  <c:v>45860</c:v>
                </c:pt>
                <c:pt idx="1034">
                  <c:v>45861</c:v>
                </c:pt>
                <c:pt idx="1035">
                  <c:v>45862</c:v>
                </c:pt>
                <c:pt idx="1036">
                  <c:v>45863</c:v>
                </c:pt>
                <c:pt idx="1037">
                  <c:v>45866</c:v>
                </c:pt>
                <c:pt idx="1038">
                  <c:v>45867</c:v>
                </c:pt>
                <c:pt idx="1039">
                  <c:v>45868</c:v>
                </c:pt>
                <c:pt idx="1040">
                  <c:v>45869</c:v>
                </c:pt>
                <c:pt idx="1041">
                  <c:v>45870</c:v>
                </c:pt>
                <c:pt idx="1042">
                  <c:v>45873</c:v>
                </c:pt>
                <c:pt idx="1043">
                  <c:v>45874</c:v>
                </c:pt>
                <c:pt idx="1044">
                  <c:v>45875</c:v>
                </c:pt>
                <c:pt idx="1045">
                  <c:v>45876</c:v>
                </c:pt>
                <c:pt idx="1046">
                  <c:v>45877</c:v>
                </c:pt>
                <c:pt idx="1047">
                  <c:v>45880</c:v>
                </c:pt>
                <c:pt idx="1048">
                  <c:v>45881</c:v>
                </c:pt>
                <c:pt idx="1049">
                  <c:v>45882</c:v>
                </c:pt>
                <c:pt idx="1050">
                  <c:v>45883</c:v>
                </c:pt>
                <c:pt idx="1051">
                  <c:v>45884</c:v>
                </c:pt>
                <c:pt idx="1052">
                  <c:v>45887</c:v>
                </c:pt>
                <c:pt idx="1053">
                  <c:v>45888</c:v>
                </c:pt>
                <c:pt idx="1054">
                  <c:v>45889</c:v>
                </c:pt>
                <c:pt idx="1055">
                  <c:v>45890</c:v>
                </c:pt>
                <c:pt idx="1056">
                  <c:v>45891</c:v>
                </c:pt>
                <c:pt idx="1057">
                  <c:v>45894</c:v>
                </c:pt>
                <c:pt idx="1058">
                  <c:v>45895</c:v>
                </c:pt>
                <c:pt idx="1059">
                  <c:v>45896</c:v>
                </c:pt>
                <c:pt idx="1060">
                  <c:v>45897</c:v>
                </c:pt>
                <c:pt idx="1061">
                  <c:v>45898</c:v>
                </c:pt>
                <c:pt idx="1062">
                  <c:v>45903</c:v>
                </c:pt>
                <c:pt idx="1063">
                  <c:v>45904</c:v>
                </c:pt>
                <c:pt idx="1064">
                  <c:v>45905</c:v>
                </c:pt>
                <c:pt idx="1065">
                  <c:v>45908</c:v>
                </c:pt>
                <c:pt idx="1066">
                  <c:v>45909</c:v>
                </c:pt>
                <c:pt idx="1067">
                  <c:v>45910</c:v>
                </c:pt>
                <c:pt idx="1068">
                  <c:v>45911</c:v>
                </c:pt>
                <c:pt idx="1069">
                  <c:v>45912</c:v>
                </c:pt>
                <c:pt idx="1070">
                  <c:v>45915</c:v>
                </c:pt>
                <c:pt idx="1071">
                  <c:v>45916</c:v>
                </c:pt>
                <c:pt idx="1072">
                  <c:v>45917</c:v>
                </c:pt>
                <c:pt idx="1073">
                  <c:v>45918</c:v>
                </c:pt>
                <c:pt idx="1074">
                  <c:v>45919</c:v>
                </c:pt>
                <c:pt idx="1075">
                  <c:v>45922</c:v>
                </c:pt>
                <c:pt idx="1076">
                  <c:v>45923</c:v>
                </c:pt>
                <c:pt idx="1077">
                  <c:v>45924</c:v>
                </c:pt>
                <c:pt idx="1078">
                  <c:v>45925</c:v>
                </c:pt>
                <c:pt idx="1079">
                  <c:v>45926</c:v>
                </c:pt>
                <c:pt idx="1080">
                  <c:v>45929</c:v>
                </c:pt>
                <c:pt idx="1081">
                  <c:v>45930</c:v>
                </c:pt>
                <c:pt idx="1082">
                  <c:v>45931</c:v>
                </c:pt>
                <c:pt idx="1083">
                  <c:v>45932</c:v>
                </c:pt>
                <c:pt idx="1084">
                  <c:v>45933</c:v>
                </c:pt>
                <c:pt idx="1085">
                  <c:v>45936</c:v>
                </c:pt>
                <c:pt idx="1086">
                  <c:v>45937</c:v>
                </c:pt>
                <c:pt idx="1087">
                  <c:v>45938</c:v>
                </c:pt>
                <c:pt idx="1088">
                  <c:v>45939</c:v>
                </c:pt>
                <c:pt idx="1089">
                  <c:v>45940</c:v>
                </c:pt>
                <c:pt idx="1090">
                  <c:v>45943</c:v>
                </c:pt>
                <c:pt idx="1091">
                  <c:v>45944</c:v>
                </c:pt>
                <c:pt idx="1092">
                  <c:v>45945</c:v>
                </c:pt>
                <c:pt idx="1093">
                  <c:v>45946</c:v>
                </c:pt>
                <c:pt idx="1094">
                  <c:v>45947</c:v>
                </c:pt>
                <c:pt idx="1095">
                  <c:v>45950</c:v>
                </c:pt>
                <c:pt idx="1096">
                  <c:v>45951</c:v>
                </c:pt>
                <c:pt idx="1097">
                  <c:v>45952</c:v>
                </c:pt>
                <c:pt idx="1098">
                  <c:v>45953</c:v>
                </c:pt>
                <c:pt idx="1099">
                  <c:v>45954</c:v>
                </c:pt>
                <c:pt idx="1100">
                  <c:v>45957</c:v>
                </c:pt>
                <c:pt idx="1101">
                  <c:v>45958</c:v>
                </c:pt>
                <c:pt idx="1102">
                  <c:v>45959</c:v>
                </c:pt>
                <c:pt idx="1103">
                  <c:v>45960</c:v>
                </c:pt>
                <c:pt idx="1104">
                  <c:v>45961</c:v>
                </c:pt>
                <c:pt idx="1105">
                  <c:v>45964</c:v>
                </c:pt>
                <c:pt idx="1106">
                  <c:v>45965</c:v>
                </c:pt>
                <c:pt idx="1107">
                  <c:v>45966</c:v>
                </c:pt>
                <c:pt idx="1108">
                  <c:v>45967</c:v>
                </c:pt>
                <c:pt idx="1109">
                  <c:v>45968</c:v>
                </c:pt>
                <c:pt idx="1110">
                  <c:v>45971</c:v>
                </c:pt>
                <c:pt idx="1111">
                  <c:v>45972</c:v>
                </c:pt>
                <c:pt idx="1112">
                  <c:v>45973</c:v>
                </c:pt>
                <c:pt idx="1113">
                  <c:v>45974</c:v>
                </c:pt>
                <c:pt idx="1114">
                  <c:v>45975</c:v>
                </c:pt>
                <c:pt idx="1115">
                  <c:v>45978</c:v>
                </c:pt>
                <c:pt idx="1116">
                  <c:v>45979</c:v>
                </c:pt>
                <c:pt idx="1117">
                  <c:v>45980</c:v>
                </c:pt>
                <c:pt idx="1118">
                  <c:v>45981</c:v>
                </c:pt>
                <c:pt idx="1119">
                  <c:v>45982</c:v>
                </c:pt>
                <c:pt idx="1120">
                  <c:v>45985</c:v>
                </c:pt>
                <c:pt idx="1121">
                  <c:v>45986</c:v>
                </c:pt>
                <c:pt idx="1122">
                  <c:v>45987</c:v>
                </c:pt>
                <c:pt idx="1123">
                  <c:v>45988</c:v>
                </c:pt>
                <c:pt idx="1124">
                  <c:v>45989</c:v>
                </c:pt>
                <c:pt idx="1125">
                  <c:v>45992</c:v>
                </c:pt>
                <c:pt idx="1126">
                  <c:v>45993</c:v>
                </c:pt>
                <c:pt idx="1127">
                  <c:v>45994</c:v>
                </c:pt>
                <c:pt idx="1128">
                  <c:v>45995</c:v>
                </c:pt>
                <c:pt idx="1129">
                  <c:v>45996</c:v>
                </c:pt>
                <c:pt idx="1130">
                  <c:v>45999</c:v>
                </c:pt>
                <c:pt idx="1131">
                  <c:v>46000</c:v>
                </c:pt>
                <c:pt idx="1132">
                  <c:v>46001</c:v>
                </c:pt>
                <c:pt idx="1133">
                  <c:v>46002</c:v>
                </c:pt>
                <c:pt idx="1134">
                  <c:v>46003</c:v>
                </c:pt>
                <c:pt idx="1135">
                  <c:v>46006</c:v>
                </c:pt>
                <c:pt idx="1136">
                  <c:v>46007</c:v>
                </c:pt>
                <c:pt idx="1137">
                  <c:v>46008</c:v>
                </c:pt>
                <c:pt idx="1138">
                  <c:v>46009</c:v>
                </c:pt>
                <c:pt idx="1139">
                  <c:v>46010</c:v>
                </c:pt>
                <c:pt idx="1140">
                  <c:v>46013</c:v>
                </c:pt>
                <c:pt idx="1141">
                  <c:v>46014</c:v>
                </c:pt>
                <c:pt idx="1142">
                  <c:v>46015</c:v>
                </c:pt>
                <c:pt idx="1143">
                  <c:v>46016</c:v>
                </c:pt>
                <c:pt idx="1144">
                  <c:v>46017</c:v>
                </c:pt>
                <c:pt idx="1145">
                  <c:v>46020</c:v>
                </c:pt>
                <c:pt idx="1146">
                  <c:v>46021</c:v>
                </c:pt>
                <c:pt idx="1147">
                  <c:v>46022</c:v>
                </c:pt>
                <c:pt idx="1148">
                  <c:v>46027</c:v>
                </c:pt>
                <c:pt idx="1149">
                  <c:v>46028</c:v>
                </c:pt>
                <c:pt idx="1150">
                  <c:v>46029</c:v>
                </c:pt>
                <c:pt idx="1151">
                  <c:v>46030</c:v>
                </c:pt>
                <c:pt idx="1152">
                  <c:v>46031</c:v>
                </c:pt>
                <c:pt idx="1153">
                  <c:v>46034</c:v>
                </c:pt>
                <c:pt idx="1154">
                  <c:v>46035</c:v>
                </c:pt>
                <c:pt idx="1155">
                  <c:v>46036</c:v>
                </c:pt>
                <c:pt idx="1156">
                  <c:v>46037</c:v>
                </c:pt>
                <c:pt idx="1157">
                  <c:v>46038</c:v>
                </c:pt>
                <c:pt idx="1158">
                  <c:v>46041</c:v>
                </c:pt>
                <c:pt idx="1159">
                  <c:v>46042</c:v>
                </c:pt>
                <c:pt idx="1160">
                  <c:v>46043</c:v>
                </c:pt>
                <c:pt idx="1161">
                  <c:v>46044</c:v>
                </c:pt>
                <c:pt idx="1162">
                  <c:v>46045</c:v>
                </c:pt>
                <c:pt idx="1163">
                  <c:v>46048</c:v>
                </c:pt>
                <c:pt idx="1164">
                  <c:v>46049</c:v>
                </c:pt>
                <c:pt idx="1165">
                  <c:v>46050</c:v>
                </c:pt>
                <c:pt idx="1166">
                  <c:v>46051</c:v>
                </c:pt>
                <c:pt idx="1167">
                  <c:v>46052</c:v>
                </c:pt>
                <c:pt idx="1168">
                  <c:v>46055</c:v>
                </c:pt>
                <c:pt idx="1169">
                  <c:v>46056</c:v>
                </c:pt>
                <c:pt idx="1170">
                  <c:v>46057</c:v>
                </c:pt>
                <c:pt idx="1171">
                  <c:v>46058</c:v>
                </c:pt>
                <c:pt idx="1172">
                  <c:v>46059</c:v>
                </c:pt>
                <c:pt idx="1173">
                  <c:v>46062</c:v>
                </c:pt>
                <c:pt idx="1174">
                  <c:v>46063</c:v>
                </c:pt>
                <c:pt idx="1175">
                  <c:v>46064</c:v>
                </c:pt>
                <c:pt idx="1176">
                  <c:v>46065</c:v>
                </c:pt>
                <c:pt idx="1177">
                  <c:v>46066</c:v>
                </c:pt>
                <c:pt idx="1178">
                  <c:v>46076</c:v>
                </c:pt>
                <c:pt idx="1179">
                  <c:v>46077</c:v>
                </c:pt>
                <c:pt idx="1180">
                  <c:v>46078</c:v>
                </c:pt>
                <c:pt idx="1181">
                  <c:v>46079</c:v>
                </c:pt>
                <c:pt idx="1182">
                  <c:v>46080</c:v>
                </c:pt>
                <c:pt idx="1183">
                  <c:v>46083</c:v>
                </c:pt>
                <c:pt idx="1184">
                  <c:v>46084</c:v>
                </c:pt>
                <c:pt idx="1185">
                  <c:v>46085</c:v>
                </c:pt>
                <c:pt idx="1186">
                  <c:v>46086</c:v>
                </c:pt>
                <c:pt idx="1187">
                  <c:v>46087</c:v>
                </c:pt>
                <c:pt idx="1188">
                  <c:v>46090</c:v>
                </c:pt>
                <c:pt idx="1189">
                  <c:v>46091</c:v>
                </c:pt>
                <c:pt idx="1190">
                  <c:v>46092</c:v>
                </c:pt>
                <c:pt idx="1191">
                  <c:v>46093</c:v>
                </c:pt>
                <c:pt idx="1192">
                  <c:v>46094</c:v>
                </c:pt>
                <c:pt idx="1193">
                  <c:v>46097</c:v>
                </c:pt>
                <c:pt idx="1194">
                  <c:v>46098</c:v>
                </c:pt>
                <c:pt idx="1195">
                  <c:v>46099</c:v>
                </c:pt>
                <c:pt idx="1196">
                  <c:v>46100</c:v>
                </c:pt>
                <c:pt idx="1197">
                  <c:v>46101</c:v>
                </c:pt>
                <c:pt idx="1198">
                  <c:v>46104</c:v>
                </c:pt>
                <c:pt idx="1199">
                  <c:v>46105</c:v>
                </c:pt>
                <c:pt idx="1200">
                  <c:v>46106</c:v>
                </c:pt>
                <c:pt idx="1201">
                  <c:v>46107</c:v>
                </c:pt>
                <c:pt idx="1202">
                  <c:v>46108</c:v>
                </c:pt>
                <c:pt idx="1203">
                  <c:v>46111</c:v>
                </c:pt>
                <c:pt idx="1204">
                  <c:v>46112</c:v>
                </c:pt>
                <c:pt idx="1205">
                  <c:v>46113</c:v>
                </c:pt>
                <c:pt idx="1206">
                  <c:v>46114</c:v>
                </c:pt>
                <c:pt idx="1207">
                  <c:v>46115</c:v>
                </c:pt>
                <c:pt idx="1208">
                  <c:v>46118</c:v>
                </c:pt>
                <c:pt idx="1209">
                  <c:v>46119</c:v>
                </c:pt>
                <c:pt idx="1210">
                  <c:v>46120</c:v>
                </c:pt>
                <c:pt idx="1211">
                  <c:v>46121</c:v>
                </c:pt>
                <c:pt idx="1212">
                  <c:v>46122</c:v>
                </c:pt>
                <c:pt idx="1213">
                  <c:v>46125</c:v>
                </c:pt>
                <c:pt idx="1214">
                  <c:v>46126</c:v>
                </c:pt>
                <c:pt idx="1215">
                  <c:v>46127</c:v>
                </c:pt>
                <c:pt idx="1216">
                  <c:v>46128</c:v>
                </c:pt>
                <c:pt idx="1217">
                  <c:v>46129</c:v>
                </c:pt>
                <c:pt idx="1218">
                  <c:v>46132</c:v>
                </c:pt>
                <c:pt idx="1219">
                  <c:v>46133</c:v>
                </c:pt>
                <c:pt idx="1220">
                  <c:v>46134</c:v>
                </c:pt>
                <c:pt idx="1221">
                  <c:v>46135</c:v>
                </c:pt>
                <c:pt idx="1222">
                  <c:v>46136</c:v>
                </c:pt>
                <c:pt idx="1223">
                  <c:v>46140</c:v>
                </c:pt>
                <c:pt idx="1224">
                  <c:v>46141</c:v>
                </c:pt>
                <c:pt idx="1225">
                  <c:v>46146</c:v>
                </c:pt>
                <c:pt idx="1226">
                  <c:v>46147</c:v>
                </c:pt>
                <c:pt idx="1227">
                  <c:v>46148</c:v>
                </c:pt>
                <c:pt idx="1228">
                  <c:v>46149</c:v>
                </c:pt>
                <c:pt idx="1229">
                  <c:v>46150</c:v>
                </c:pt>
                <c:pt idx="1230">
                  <c:v>46153</c:v>
                </c:pt>
                <c:pt idx="1231">
                  <c:v>46154</c:v>
                </c:pt>
                <c:pt idx="1232">
                  <c:v>46155</c:v>
                </c:pt>
                <c:pt idx="1233">
                  <c:v>46156</c:v>
                </c:pt>
                <c:pt idx="1234">
                  <c:v>46157</c:v>
                </c:pt>
                <c:pt idx="1235">
                  <c:v>46160</c:v>
                </c:pt>
                <c:pt idx="1236">
                  <c:v>46161</c:v>
                </c:pt>
                <c:pt idx="1237">
                  <c:v>46162</c:v>
                </c:pt>
                <c:pt idx="1238">
                  <c:v>46163</c:v>
                </c:pt>
                <c:pt idx="1239">
                  <c:v>46164</c:v>
                </c:pt>
                <c:pt idx="1240">
                  <c:v>46167</c:v>
                </c:pt>
                <c:pt idx="1241">
                  <c:v>46168</c:v>
                </c:pt>
                <c:pt idx="1242">
                  <c:v>46169</c:v>
                </c:pt>
                <c:pt idx="1243">
                  <c:v>46170</c:v>
                </c:pt>
                <c:pt idx="1244">
                  <c:v>46171</c:v>
                </c:pt>
                <c:pt idx="1245">
                  <c:v>46174</c:v>
                </c:pt>
                <c:pt idx="1246">
                  <c:v>46175</c:v>
                </c:pt>
              </c:numCache>
            </c:numRef>
          </c:cat>
          <c:val>
            <c:numRef>
              <c:f>'PB ratio'!$B$106:$B$1353</c:f>
              <c:numCache>
                <c:formatCode>General</c:formatCode>
                <c:ptCount val="1248"/>
                <c:pt idx="0">
                  <c:v>2.0956000000000001</c:v>
                </c:pt>
                <c:pt idx="1">
                  <c:v>2.2399</c:v>
                </c:pt>
                <c:pt idx="2">
                  <c:v>2.2616000000000001</c:v>
                </c:pt>
                <c:pt idx="3">
                  <c:v>2.1636000000000002</c:v>
                </c:pt>
                <c:pt idx="4">
                  <c:v>2.0303</c:v>
                </c:pt>
                <c:pt idx="5">
                  <c:v>2.0983000000000001</c:v>
                </c:pt>
                <c:pt idx="6">
                  <c:v>2.0630000000000002</c:v>
                </c:pt>
                <c:pt idx="7">
                  <c:v>2.1446000000000001</c:v>
                </c:pt>
                <c:pt idx="8">
                  <c:v>2.1392000000000002</c:v>
                </c:pt>
                <c:pt idx="9">
                  <c:v>2.1392000000000002</c:v>
                </c:pt>
                <c:pt idx="10">
                  <c:v>2.1065</c:v>
                </c:pt>
                <c:pt idx="11">
                  <c:v>2.1718000000000002</c:v>
                </c:pt>
                <c:pt idx="12">
                  <c:v>2.2071999999999998</c:v>
                </c:pt>
                <c:pt idx="13">
                  <c:v>2.2126000000000001</c:v>
                </c:pt>
                <c:pt idx="14">
                  <c:v>2.2860999999999998</c:v>
                </c:pt>
                <c:pt idx="15">
                  <c:v>2.2806999999999999</c:v>
                </c:pt>
                <c:pt idx="16">
                  <c:v>2.2860999999999998</c:v>
                </c:pt>
                <c:pt idx="17">
                  <c:v>2.2915999999999999</c:v>
                </c:pt>
                <c:pt idx="18">
                  <c:v>2.3460000000000001</c:v>
                </c:pt>
                <c:pt idx="19">
                  <c:v>2.3650000000000002</c:v>
                </c:pt>
                <c:pt idx="20">
                  <c:v>2.2763</c:v>
                </c:pt>
                <c:pt idx="21">
                  <c:v>2.2814999999999999</c:v>
                </c:pt>
                <c:pt idx="22">
                  <c:v>2.2814999999999999</c:v>
                </c:pt>
                <c:pt idx="23">
                  <c:v>2.2631999999999999</c:v>
                </c:pt>
                <c:pt idx="24">
                  <c:v>2.1055999999999999</c:v>
                </c:pt>
                <c:pt idx="25">
                  <c:v>2.2107000000000001</c:v>
                </c:pt>
                <c:pt idx="26">
                  <c:v>2.2107000000000001</c:v>
                </c:pt>
                <c:pt idx="27">
                  <c:v>2.1974999999999998</c:v>
                </c:pt>
                <c:pt idx="28">
                  <c:v>2.1124999999999998</c:v>
                </c:pt>
                <c:pt idx="29">
                  <c:v>2.1124999999999998</c:v>
                </c:pt>
                <c:pt idx="30">
                  <c:v>2.0451000000000001</c:v>
                </c:pt>
                <c:pt idx="31">
                  <c:v>2.077</c:v>
                </c:pt>
                <c:pt idx="32">
                  <c:v>2.0628000000000002</c:v>
                </c:pt>
                <c:pt idx="33">
                  <c:v>1.9246000000000001</c:v>
                </c:pt>
                <c:pt idx="34">
                  <c:v>1.9778</c:v>
                </c:pt>
                <c:pt idx="35">
                  <c:v>1.9849000000000001</c:v>
                </c:pt>
                <c:pt idx="36">
                  <c:v>2.0097</c:v>
                </c:pt>
                <c:pt idx="37">
                  <c:v>1.9671000000000001</c:v>
                </c:pt>
                <c:pt idx="38">
                  <c:v>1.9281999999999999</c:v>
                </c:pt>
                <c:pt idx="39">
                  <c:v>1.9422999999999999</c:v>
                </c:pt>
                <c:pt idx="40">
                  <c:v>1.9564999999999999</c:v>
                </c:pt>
                <c:pt idx="41">
                  <c:v>2.0131999999999999</c:v>
                </c:pt>
                <c:pt idx="42">
                  <c:v>2.0487000000000002</c:v>
                </c:pt>
                <c:pt idx="43">
                  <c:v>2.0415999999999999</c:v>
                </c:pt>
                <c:pt idx="44">
                  <c:v>2.077</c:v>
                </c:pt>
                <c:pt idx="45">
                  <c:v>2.1053999999999999</c:v>
                </c:pt>
                <c:pt idx="46">
                  <c:v>2.1265999999999998</c:v>
                </c:pt>
                <c:pt idx="47">
                  <c:v>2.1017999999999999</c:v>
                </c:pt>
                <c:pt idx="48">
                  <c:v>2.1194999999999999</c:v>
                </c:pt>
                <c:pt idx="49">
                  <c:v>2.1017999999999999</c:v>
                </c:pt>
                <c:pt idx="50">
                  <c:v>2.1053999999999999</c:v>
                </c:pt>
                <c:pt idx="51">
                  <c:v>2.0912000000000002</c:v>
                </c:pt>
                <c:pt idx="52">
                  <c:v>2.0983000000000001</c:v>
                </c:pt>
                <c:pt idx="53">
                  <c:v>2.1974999999999998</c:v>
                </c:pt>
                <c:pt idx="54">
                  <c:v>2.2117</c:v>
                </c:pt>
                <c:pt idx="55">
                  <c:v>2.2046000000000001</c:v>
                </c:pt>
                <c:pt idx="56">
                  <c:v>2.2046000000000001</c:v>
                </c:pt>
                <c:pt idx="57">
                  <c:v>2.1194999999999999</c:v>
                </c:pt>
                <c:pt idx="58">
                  <c:v>2.0274000000000001</c:v>
                </c:pt>
                <c:pt idx="59">
                  <c:v>2.0238999999999998</c:v>
                </c:pt>
                <c:pt idx="60">
                  <c:v>2.0274000000000001</c:v>
                </c:pt>
                <c:pt idx="61">
                  <c:v>1.992</c:v>
                </c:pt>
                <c:pt idx="62">
                  <c:v>1.9849000000000001</c:v>
                </c:pt>
                <c:pt idx="63">
                  <c:v>2.0131999999999999</c:v>
                </c:pt>
                <c:pt idx="64">
                  <c:v>1.9778</c:v>
                </c:pt>
                <c:pt idx="65">
                  <c:v>1.9778</c:v>
                </c:pt>
                <c:pt idx="66">
                  <c:v>2.0061</c:v>
                </c:pt>
                <c:pt idx="67">
                  <c:v>2.0274000000000001</c:v>
                </c:pt>
                <c:pt idx="68">
                  <c:v>2.0061</c:v>
                </c:pt>
                <c:pt idx="69">
                  <c:v>2.0131999999999999</c:v>
                </c:pt>
                <c:pt idx="70">
                  <c:v>1.9990000000000001</c:v>
                </c:pt>
                <c:pt idx="71">
                  <c:v>1.9778</c:v>
                </c:pt>
                <c:pt idx="72">
                  <c:v>1.9564999999999999</c:v>
                </c:pt>
                <c:pt idx="73">
                  <c:v>1.9459</c:v>
                </c:pt>
                <c:pt idx="74">
                  <c:v>1.9706999999999999</c:v>
                </c:pt>
                <c:pt idx="75">
                  <c:v>1.9742</c:v>
                </c:pt>
                <c:pt idx="76">
                  <c:v>2.0026000000000002</c:v>
                </c:pt>
                <c:pt idx="77">
                  <c:v>1.9849000000000001</c:v>
                </c:pt>
                <c:pt idx="78">
                  <c:v>1.9849000000000001</c:v>
                </c:pt>
                <c:pt idx="79">
                  <c:v>1.9778</c:v>
                </c:pt>
                <c:pt idx="80">
                  <c:v>2.0345</c:v>
                </c:pt>
                <c:pt idx="81">
                  <c:v>1.9849000000000001</c:v>
                </c:pt>
                <c:pt idx="82">
                  <c:v>1.9849000000000001</c:v>
                </c:pt>
                <c:pt idx="83">
                  <c:v>1.9706999999999999</c:v>
                </c:pt>
                <c:pt idx="84">
                  <c:v>1.8753</c:v>
                </c:pt>
                <c:pt idx="85">
                  <c:v>1.8483000000000001</c:v>
                </c:pt>
                <c:pt idx="86">
                  <c:v>1.8248</c:v>
                </c:pt>
                <c:pt idx="87">
                  <c:v>1.845</c:v>
                </c:pt>
                <c:pt idx="88">
                  <c:v>1.8516999999999999</c:v>
                </c:pt>
                <c:pt idx="89">
                  <c:v>1.8617999999999999</c:v>
                </c:pt>
                <c:pt idx="90">
                  <c:v>1.8652</c:v>
                </c:pt>
                <c:pt idx="91">
                  <c:v>1.9392</c:v>
                </c:pt>
                <c:pt idx="92">
                  <c:v>1.9359</c:v>
                </c:pt>
                <c:pt idx="93">
                  <c:v>1.9258</c:v>
                </c:pt>
                <c:pt idx="94">
                  <c:v>1.919</c:v>
                </c:pt>
                <c:pt idx="95">
                  <c:v>1.9123000000000001</c:v>
                </c:pt>
                <c:pt idx="96">
                  <c:v>1.9123000000000001</c:v>
                </c:pt>
                <c:pt idx="97">
                  <c:v>1.8988</c:v>
                </c:pt>
                <c:pt idx="98">
                  <c:v>1.8988</c:v>
                </c:pt>
                <c:pt idx="99">
                  <c:v>1.8786</c:v>
                </c:pt>
                <c:pt idx="100">
                  <c:v>1.8786</c:v>
                </c:pt>
                <c:pt idx="101">
                  <c:v>1.8584000000000001</c:v>
                </c:pt>
                <c:pt idx="102">
                  <c:v>1.8819999999999999</c:v>
                </c:pt>
                <c:pt idx="103">
                  <c:v>1.9123000000000001</c:v>
                </c:pt>
                <c:pt idx="104">
                  <c:v>1.919</c:v>
                </c:pt>
                <c:pt idx="105">
                  <c:v>1.919</c:v>
                </c:pt>
                <c:pt idx="106">
                  <c:v>1.9123000000000001</c:v>
                </c:pt>
                <c:pt idx="107">
                  <c:v>1.9123000000000001</c:v>
                </c:pt>
                <c:pt idx="108">
                  <c:v>1.9628000000000001</c:v>
                </c:pt>
                <c:pt idx="109">
                  <c:v>1.946</c:v>
                </c:pt>
                <c:pt idx="110">
                  <c:v>1.9291</c:v>
                </c:pt>
                <c:pt idx="111">
                  <c:v>1.919</c:v>
                </c:pt>
                <c:pt idx="112">
                  <c:v>1.9258</c:v>
                </c:pt>
                <c:pt idx="113">
                  <c:v>1.9258</c:v>
                </c:pt>
                <c:pt idx="114">
                  <c:v>1.8920999999999999</c:v>
                </c:pt>
                <c:pt idx="115">
                  <c:v>1.9224000000000001</c:v>
                </c:pt>
                <c:pt idx="116">
                  <c:v>1.9258</c:v>
                </c:pt>
                <c:pt idx="117">
                  <c:v>1.9291</c:v>
                </c:pt>
                <c:pt idx="118">
                  <c:v>1.9325000000000001</c:v>
                </c:pt>
                <c:pt idx="119">
                  <c:v>1.9056</c:v>
                </c:pt>
                <c:pt idx="120">
                  <c:v>1.9056</c:v>
                </c:pt>
                <c:pt idx="121">
                  <c:v>1.9661999999999999</c:v>
                </c:pt>
                <c:pt idx="122">
                  <c:v>1.946</c:v>
                </c:pt>
                <c:pt idx="123">
                  <c:v>2.0806</c:v>
                </c:pt>
                <c:pt idx="124">
                  <c:v>2.0806</c:v>
                </c:pt>
                <c:pt idx="125">
                  <c:v>2.0402</c:v>
                </c:pt>
                <c:pt idx="126">
                  <c:v>2.0066000000000002</c:v>
                </c:pt>
                <c:pt idx="127">
                  <c:v>1.9527000000000001</c:v>
                </c:pt>
                <c:pt idx="128">
                  <c:v>1.9863999999999999</c:v>
                </c:pt>
                <c:pt idx="129">
                  <c:v>1.9594</c:v>
                </c:pt>
                <c:pt idx="130">
                  <c:v>1.9056</c:v>
                </c:pt>
                <c:pt idx="131">
                  <c:v>1.8516999999999999</c:v>
                </c:pt>
                <c:pt idx="132">
                  <c:v>1.8955</c:v>
                </c:pt>
                <c:pt idx="133">
                  <c:v>1.9123000000000001</c:v>
                </c:pt>
                <c:pt idx="134">
                  <c:v>1.9224000000000001</c:v>
                </c:pt>
                <c:pt idx="135">
                  <c:v>1.9089</c:v>
                </c:pt>
                <c:pt idx="136">
                  <c:v>1.9123000000000001</c:v>
                </c:pt>
                <c:pt idx="137">
                  <c:v>1.9021999999999999</c:v>
                </c:pt>
                <c:pt idx="138">
                  <c:v>1.919</c:v>
                </c:pt>
                <c:pt idx="139">
                  <c:v>1.9021999999999999</c:v>
                </c:pt>
                <c:pt idx="140">
                  <c:v>1.8988</c:v>
                </c:pt>
                <c:pt idx="141">
                  <c:v>1.8786</c:v>
                </c:pt>
                <c:pt idx="142">
                  <c:v>1.8819999999999999</c:v>
                </c:pt>
                <c:pt idx="143">
                  <c:v>1.8617999999999999</c:v>
                </c:pt>
                <c:pt idx="144">
                  <c:v>1.8382000000000001</c:v>
                </c:pt>
                <c:pt idx="145">
                  <c:v>1.8955</c:v>
                </c:pt>
                <c:pt idx="146">
                  <c:v>1.8955</c:v>
                </c:pt>
                <c:pt idx="147">
                  <c:v>1.9056</c:v>
                </c:pt>
                <c:pt idx="148">
                  <c:v>1.9056</c:v>
                </c:pt>
                <c:pt idx="149">
                  <c:v>1.9157</c:v>
                </c:pt>
                <c:pt idx="150">
                  <c:v>1.8329</c:v>
                </c:pt>
                <c:pt idx="151">
                  <c:v>1.8455999999999999</c:v>
                </c:pt>
                <c:pt idx="152">
                  <c:v>1.8202</c:v>
                </c:pt>
                <c:pt idx="153">
                  <c:v>1.798</c:v>
                </c:pt>
                <c:pt idx="154">
                  <c:v>1.8139000000000001</c:v>
                </c:pt>
                <c:pt idx="155">
                  <c:v>1.7821</c:v>
                </c:pt>
                <c:pt idx="156">
                  <c:v>1.7695000000000001</c:v>
                </c:pt>
                <c:pt idx="157">
                  <c:v>1.8519000000000001</c:v>
                </c:pt>
                <c:pt idx="158">
                  <c:v>1.8835999999999999</c:v>
                </c:pt>
                <c:pt idx="159">
                  <c:v>1.8804000000000001</c:v>
                </c:pt>
                <c:pt idx="160">
                  <c:v>1.8709</c:v>
                </c:pt>
                <c:pt idx="161">
                  <c:v>1.8963000000000001</c:v>
                </c:pt>
                <c:pt idx="162">
                  <c:v>1.8773</c:v>
                </c:pt>
                <c:pt idx="163">
                  <c:v>1.9153</c:v>
                </c:pt>
                <c:pt idx="164">
                  <c:v>2.0167999999999999</c:v>
                </c:pt>
                <c:pt idx="165">
                  <c:v>2.0358000000000001</c:v>
                </c:pt>
                <c:pt idx="166">
                  <c:v>2.0674999999999999</c:v>
                </c:pt>
                <c:pt idx="167">
                  <c:v>2.1118999999999999</c:v>
                </c:pt>
                <c:pt idx="168">
                  <c:v>2.0929000000000002</c:v>
                </c:pt>
                <c:pt idx="169">
                  <c:v>2.1373000000000002</c:v>
                </c:pt>
                <c:pt idx="170">
                  <c:v>2.1436000000000002</c:v>
                </c:pt>
                <c:pt idx="171">
                  <c:v>2.1436000000000002</c:v>
                </c:pt>
                <c:pt idx="172">
                  <c:v>2.1118999999999999</c:v>
                </c:pt>
                <c:pt idx="173">
                  <c:v>2.1404999999999998</c:v>
                </c:pt>
                <c:pt idx="174">
                  <c:v>2.1532</c:v>
                </c:pt>
                <c:pt idx="175">
                  <c:v>2.0295000000000001</c:v>
                </c:pt>
                <c:pt idx="176">
                  <c:v>2.0739000000000001</c:v>
                </c:pt>
                <c:pt idx="177">
                  <c:v>2.0707</c:v>
                </c:pt>
                <c:pt idx="178">
                  <c:v>2.1055999999999999</c:v>
                </c:pt>
                <c:pt idx="179">
                  <c:v>2.0707</c:v>
                </c:pt>
                <c:pt idx="180">
                  <c:v>2.0707</c:v>
                </c:pt>
                <c:pt idx="181">
                  <c:v>2.1817000000000002</c:v>
                </c:pt>
                <c:pt idx="182">
                  <c:v>2.1785000000000001</c:v>
                </c:pt>
                <c:pt idx="183">
                  <c:v>2.1562999999999999</c:v>
                </c:pt>
                <c:pt idx="184">
                  <c:v>2.1627000000000001</c:v>
                </c:pt>
                <c:pt idx="185">
                  <c:v>2.1817000000000002</c:v>
                </c:pt>
                <c:pt idx="186">
                  <c:v>2.1562999999999999</c:v>
                </c:pt>
                <c:pt idx="187">
                  <c:v>2.0611999999999999</c:v>
                </c:pt>
                <c:pt idx="188">
                  <c:v>2.0992000000000002</c:v>
                </c:pt>
                <c:pt idx="189">
                  <c:v>2.0865999999999998</c:v>
                </c:pt>
                <c:pt idx="190">
                  <c:v>2.0421999999999998</c:v>
                </c:pt>
                <c:pt idx="191">
                  <c:v>1.9661</c:v>
                </c:pt>
                <c:pt idx="192">
                  <c:v>1.9501999999999999</c:v>
                </c:pt>
                <c:pt idx="193">
                  <c:v>1.9692000000000001</c:v>
                </c:pt>
                <c:pt idx="194">
                  <c:v>1.9945999999999999</c:v>
                </c:pt>
                <c:pt idx="195">
                  <c:v>2.0072999999999999</c:v>
                </c:pt>
                <c:pt idx="196">
                  <c:v>2.0041000000000002</c:v>
                </c:pt>
                <c:pt idx="197">
                  <c:v>2.0358000000000001</c:v>
                </c:pt>
                <c:pt idx="198">
                  <c:v>2.0453000000000001</c:v>
                </c:pt>
                <c:pt idx="199">
                  <c:v>2.0358000000000001</c:v>
                </c:pt>
                <c:pt idx="200">
                  <c:v>2.0421999999999998</c:v>
                </c:pt>
                <c:pt idx="201">
                  <c:v>2.0579999999999998</c:v>
                </c:pt>
                <c:pt idx="202">
                  <c:v>2.0390000000000001</c:v>
                </c:pt>
                <c:pt idx="203">
                  <c:v>2.0327000000000002</c:v>
                </c:pt>
                <c:pt idx="204">
                  <c:v>2.0167999999999999</c:v>
                </c:pt>
                <c:pt idx="205">
                  <c:v>1.9978</c:v>
                </c:pt>
                <c:pt idx="206">
                  <c:v>2.0295000000000001</c:v>
                </c:pt>
                <c:pt idx="207">
                  <c:v>2.0707</c:v>
                </c:pt>
                <c:pt idx="208">
                  <c:v>1.9460999999999999</c:v>
                </c:pt>
                <c:pt idx="209">
                  <c:v>1.9668000000000001</c:v>
                </c:pt>
                <c:pt idx="210">
                  <c:v>1.9490000000000001</c:v>
                </c:pt>
                <c:pt idx="211">
                  <c:v>1.9283999999999999</c:v>
                </c:pt>
                <c:pt idx="212">
                  <c:v>1.9697</c:v>
                </c:pt>
                <c:pt idx="213">
                  <c:v>1.9903999999999999</c:v>
                </c:pt>
                <c:pt idx="214">
                  <c:v>1.9609000000000001</c:v>
                </c:pt>
                <c:pt idx="215">
                  <c:v>1.9047000000000001</c:v>
                </c:pt>
                <c:pt idx="216">
                  <c:v>1.9254</c:v>
                </c:pt>
                <c:pt idx="217">
                  <c:v>1.9077</c:v>
                </c:pt>
                <c:pt idx="218">
                  <c:v>1.8545</c:v>
                </c:pt>
                <c:pt idx="219">
                  <c:v>1.7896000000000001</c:v>
                </c:pt>
                <c:pt idx="220">
                  <c:v>1.7304999999999999</c:v>
                </c:pt>
                <c:pt idx="221">
                  <c:v>1.7423</c:v>
                </c:pt>
                <c:pt idx="222">
                  <c:v>1.7719</c:v>
                </c:pt>
                <c:pt idx="223">
                  <c:v>1.7719</c:v>
                </c:pt>
                <c:pt idx="224">
                  <c:v>1.6596</c:v>
                </c:pt>
                <c:pt idx="225">
                  <c:v>1.7335</c:v>
                </c:pt>
                <c:pt idx="226">
                  <c:v>1.7541</c:v>
                </c:pt>
                <c:pt idx="227">
                  <c:v>1.7394000000000001</c:v>
                </c:pt>
                <c:pt idx="228">
                  <c:v>1.76</c:v>
                </c:pt>
                <c:pt idx="229">
                  <c:v>1.7069000000000001</c:v>
                </c:pt>
                <c:pt idx="230">
                  <c:v>1.7128000000000001</c:v>
                </c:pt>
                <c:pt idx="231">
                  <c:v>1.6536999999999999</c:v>
                </c:pt>
                <c:pt idx="232">
                  <c:v>1.5474000000000001</c:v>
                </c:pt>
                <c:pt idx="233">
                  <c:v>1.5975999999999999</c:v>
                </c:pt>
                <c:pt idx="234">
                  <c:v>1.6242000000000001</c:v>
                </c:pt>
                <c:pt idx="235">
                  <c:v>1.5148999999999999</c:v>
                </c:pt>
                <c:pt idx="236">
                  <c:v>1.4234</c:v>
                </c:pt>
                <c:pt idx="237">
                  <c:v>1.4529000000000001</c:v>
                </c:pt>
                <c:pt idx="238">
                  <c:v>1.5532999999999999</c:v>
                </c:pt>
                <c:pt idx="239">
                  <c:v>1.5740000000000001</c:v>
                </c:pt>
                <c:pt idx="240">
                  <c:v>1.5799000000000001</c:v>
                </c:pt>
                <c:pt idx="241">
                  <c:v>1.5947</c:v>
                </c:pt>
                <c:pt idx="242">
                  <c:v>1.5532999999999999</c:v>
                </c:pt>
                <c:pt idx="243">
                  <c:v>1.5858000000000001</c:v>
                </c:pt>
                <c:pt idx="244">
                  <c:v>1.6567000000000001</c:v>
                </c:pt>
                <c:pt idx="245">
                  <c:v>1.6331</c:v>
                </c:pt>
                <c:pt idx="246">
                  <c:v>1.6536999999999999</c:v>
                </c:pt>
                <c:pt idx="247">
                  <c:v>1.6596</c:v>
                </c:pt>
                <c:pt idx="248">
                  <c:v>1.639</c:v>
                </c:pt>
                <c:pt idx="249">
                  <c:v>1.6301000000000001</c:v>
                </c:pt>
                <c:pt idx="250">
                  <c:v>1.6065</c:v>
                </c:pt>
                <c:pt idx="251">
                  <c:v>1.6183000000000001</c:v>
                </c:pt>
                <c:pt idx="252">
                  <c:v>1.6093999999999999</c:v>
                </c:pt>
                <c:pt idx="253">
                  <c:v>1.5916999999999999</c:v>
                </c:pt>
                <c:pt idx="254">
                  <c:v>1.6508</c:v>
                </c:pt>
                <c:pt idx="255">
                  <c:v>1.6418999999999999</c:v>
                </c:pt>
                <c:pt idx="256">
                  <c:v>1.6242000000000001</c:v>
                </c:pt>
                <c:pt idx="257">
                  <c:v>1.5148999999999999</c:v>
                </c:pt>
                <c:pt idx="258">
                  <c:v>1.5061</c:v>
                </c:pt>
                <c:pt idx="259">
                  <c:v>1.4705999999999999</c:v>
                </c:pt>
                <c:pt idx="260">
                  <c:v>1.4705999999999999</c:v>
                </c:pt>
                <c:pt idx="261">
                  <c:v>1.3761000000000001</c:v>
                </c:pt>
                <c:pt idx="262">
                  <c:v>1.3289</c:v>
                </c:pt>
                <c:pt idx="263">
                  <c:v>1.3259000000000001</c:v>
                </c:pt>
                <c:pt idx="264">
                  <c:v>1.385</c:v>
                </c:pt>
                <c:pt idx="265">
                  <c:v>1.4204000000000001</c:v>
                </c:pt>
                <c:pt idx="266">
                  <c:v>1.3997999999999999</c:v>
                </c:pt>
                <c:pt idx="267">
                  <c:v>1.4234</c:v>
                </c:pt>
                <c:pt idx="268">
                  <c:v>1.4588000000000001</c:v>
                </c:pt>
                <c:pt idx="269">
                  <c:v>1.4588000000000001</c:v>
                </c:pt>
                <c:pt idx="270">
                  <c:v>1.3511</c:v>
                </c:pt>
                <c:pt idx="271">
                  <c:v>1.3511</c:v>
                </c:pt>
                <c:pt idx="272">
                  <c:v>1.3734</c:v>
                </c:pt>
                <c:pt idx="273">
                  <c:v>1.4209000000000001</c:v>
                </c:pt>
                <c:pt idx="274">
                  <c:v>1.3902000000000001</c:v>
                </c:pt>
                <c:pt idx="275">
                  <c:v>1.4014</c:v>
                </c:pt>
                <c:pt idx="276">
                  <c:v>1.3986000000000001</c:v>
                </c:pt>
                <c:pt idx="277">
                  <c:v>1.3623000000000001</c:v>
                </c:pt>
                <c:pt idx="278">
                  <c:v>1.3986000000000001</c:v>
                </c:pt>
                <c:pt idx="279">
                  <c:v>1.4125000000000001</c:v>
                </c:pt>
                <c:pt idx="280">
                  <c:v>1.4237</c:v>
                </c:pt>
                <c:pt idx="281">
                  <c:v>1.4209000000000001</c:v>
                </c:pt>
                <c:pt idx="282">
                  <c:v>1.4180999999999999</c:v>
                </c:pt>
                <c:pt idx="283">
                  <c:v>1.4069</c:v>
                </c:pt>
                <c:pt idx="284">
                  <c:v>1.4265000000000001</c:v>
                </c:pt>
                <c:pt idx="285">
                  <c:v>1.4293</c:v>
                </c:pt>
                <c:pt idx="286">
                  <c:v>1.4265000000000001</c:v>
                </c:pt>
                <c:pt idx="287">
                  <c:v>1.4097</c:v>
                </c:pt>
                <c:pt idx="288">
                  <c:v>1.4040999999999999</c:v>
                </c:pt>
                <c:pt idx="289">
                  <c:v>1.3902000000000001</c:v>
                </c:pt>
                <c:pt idx="290">
                  <c:v>1.4265000000000001</c:v>
                </c:pt>
                <c:pt idx="291">
                  <c:v>1.4320999999999999</c:v>
                </c:pt>
                <c:pt idx="292">
                  <c:v>1.4795</c:v>
                </c:pt>
                <c:pt idx="293">
                  <c:v>1.4906999999999999</c:v>
                </c:pt>
                <c:pt idx="294">
                  <c:v>1.5018</c:v>
                </c:pt>
                <c:pt idx="295">
                  <c:v>1.5045999999999999</c:v>
                </c:pt>
                <c:pt idx="296">
                  <c:v>1.5045999999999999</c:v>
                </c:pt>
                <c:pt idx="297">
                  <c:v>1.5129999999999999</c:v>
                </c:pt>
                <c:pt idx="298">
                  <c:v>1.5269999999999999</c:v>
                </c:pt>
                <c:pt idx="299">
                  <c:v>1.5185999999999999</c:v>
                </c:pt>
                <c:pt idx="300">
                  <c:v>1.4963</c:v>
                </c:pt>
                <c:pt idx="301">
                  <c:v>1.5102</c:v>
                </c:pt>
                <c:pt idx="302">
                  <c:v>1.5269999999999999</c:v>
                </c:pt>
                <c:pt idx="303">
                  <c:v>1.5214000000000001</c:v>
                </c:pt>
                <c:pt idx="304">
                  <c:v>1.5492999999999999</c:v>
                </c:pt>
                <c:pt idx="305">
                  <c:v>1.5437000000000001</c:v>
                </c:pt>
                <c:pt idx="306">
                  <c:v>1.5408999999999999</c:v>
                </c:pt>
                <c:pt idx="307">
                  <c:v>1.5476000000000001</c:v>
                </c:pt>
                <c:pt idx="308">
                  <c:v>1.5543</c:v>
                </c:pt>
                <c:pt idx="309">
                  <c:v>1.5609999999999999</c:v>
                </c:pt>
                <c:pt idx="310">
                  <c:v>1.5845</c:v>
                </c:pt>
                <c:pt idx="311">
                  <c:v>1.5810999999999999</c:v>
                </c:pt>
                <c:pt idx="312">
                  <c:v>1.5677000000000001</c:v>
                </c:pt>
                <c:pt idx="313">
                  <c:v>1.5845</c:v>
                </c:pt>
                <c:pt idx="314">
                  <c:v>1.5911999999999999</c:v>
                </c:pt>
                <c:pt idx="315">
                  <c:v>1.5810999999999999</c:v>
                </c:pt>
                <c:pt idx="316">
                  <c:v>1.5845</c:v>
                </c:pt>
                <c:pt idx="317">
                  <c:v>1.5408999999999999</c:v>
                </c:pt>
                <c:pt idx="318">
                  <c:v>1.5275000000000001</c:v>
                </c:pt>
                <c:pt idx="319">
                  <c:v>1.5207999999999999</c:v>
                </c:pt>
                <c:pt idx="320">
                  <c:v>1.5141</c:v>
                </c:pt>
                <c:pt idx="321">
                  <c:v>1.5107999999999999</c:v>
                </c:pt>
                <c:pt idx="322">
                  <c:v>1.5006999999999999</c:v>
                </c:pt>
                <c:pt idx="323">
                  <c:v>1.484</c:v>
                </c:pt>
                <c:pt idx="324">
                  <c:v>1.4604999999999999</c:v>
                </c:pt>
                <c:pt idx="325">
                  <c:v>1.4069</c:v>
                </c:pt>
                <c:pt idx="326">
                  <c:v>1.4303999999999999</c:v>
                </c:pt>
                <c:pt idx="327">
                  <c:v>1.4202999999999999</c:v>
                </c:pt>
                <c:pt idx="328">
                  <c:v>1.4237</c:v>
                </c:pt>
                <c:pt idx="329">
                  <c:v>1.4069</c:v>
                </c:pt>
                <c:pt idx="330">
                  <c:v>1.3466</c:v>
                </c:pt>
                <c:pt idx="331">
                  <c:v>1.3532999999999999</c:v>
                </c:pt>
                <c:pt idx="332">
                  <c:v>1.3366</c:v>
                </c:pt>
                <c:pt idx="333">
                  <c:v>1.3265</c:v>
                </c:pt>
                <c:pt idx="334">
                  <c:v>1.2504</c:v>
                </c:pt>
                <c:pt idx="335">
                  <c:v>1.1691</c:v>
                </c:pt>
                <c:pt idx="336">
                  <c:v>1.1754</c:v>
                </c:pt>
                <c:pt idx="337">
                  <c:v>1.2003999999999999</c:v>
                </c:pt>
                <c:pt idx="338">
                  <c:v>1.1315999999999999</c:v>
                </c:pt>
                <c:pt idx="339">
                  <c:v>1.0597000000000001</c:v>
                </c:pt>
                <c:pt idx="340">
                  <c:v>1.0785</c:v>
                </c:pt>
                <c:pt idx="341">
                  <c:v>1.0034000000000001</c:v>
                </c:pt>
                <c:pt idx="342">
                  <c:v>1.0722</c:v>
                </c:pt>
                <c:pt idx="343">
                  <c:v>1.0878000000000001</c:v>
                </c:pt>
                <c:pt idx="344">
                  <c:v>1.1128</c:v>
                </c:pt>
                <c:pt idx="345">
                  <c:v>1.0941000000000001</c:v>
                </c:pt>
                <c:pt idx="346">
                  <c:v>1.0972</c:v>
                </c:pt>
                <c:pt idx="347">
                  <c:v>1.0941000000000001</c:v>
                </c:pt>
                <c:pt idx="348">
                  <c:v>1.0722</c:v>
                </c:pt>
                <c:pt idx="349">
                  <c:v>1.0065999999999999</c:v>
                </c:pt>
                <c:pt idx="350">
                  <c:v>0.97529999999999994</c:v>
                </c:pt>
                <c:pt idx="351">
                  <c:v>1.0253000000000001</c:v>
                </c:pt>
                <c:pt idx="352">
                  <c:v>1.0253000000000001</c:v>
                </c:pt>
                <c:pt idx="353">
                  <c:v>1.0941000000000001</c:v>
                </c:pt>
                <c:pt idx="354">
                  <c:v>1.1034999999999999</c:v>
                </c:pt>
                <c:pt idx="355">
                  <c:v>1.1066</c:v>
                </c:pt>
                <c:pt idx="356">
                  <c:v>1.1253</c:v>
                </c:pt>
                <c:pt idx="357">
                  <c:v>1.1191</c:v>
                </c:pt>
                <c:pt idx="358">
                  <c:v>1.1034999999999999</c:v>
                </c:pt>
                <c:pt idx="359">
                  <c:v>1.1191</c:v>
                </c:pt>
                <c:pt idx="360">
                  <c:v>1.0597000000000001</c:v>
                </c:pt>
                <c:pt idx="361">
                  <c:v>1.0752999999999999</c:v>
                </c:pt>
                <c:pt idx="362">
                  <c:v>1.0597000000000001</c:v>
                </c:pt>
                <c:pt idx="363">
                  <c:v>0.98780000000000001</c:v>
                </c:pt>
                <c:pt idx="364">
                  <c:v>1.0003</c:v>
                </c:pt>
                <c:pt idx="365">
                  <c:v>0.95030000000000003</c:v>
                </c:pt>
                <c:pt idx="366">
                  <c:v>0.88460000000000005</c:v>
                </c:pt>
                <c:pt idx="367">
                  <c:v>0.94399999999999995</c:v>
                </c:pt>
                <c:pt idx="368">
                  <c:v>0.98150000000000004</c:v>
                </c:pt>
                <c:pt idx="369">
                  <c:v>0.98150000000000004</c:v>
                </c:pt>
                <c:pt idx="370">
                  <c:v>0.98150000000000004</c:v>
                </c:pt>
                <c:pt idx="371">
                  <c:v>0.98780000000000001</c:v>
                </c:pt>
                <c:pt idx="372">
                  <c:v>0.98150000000000004</c:v>
                </c:pt>
                <c:pt idx="373">
                  <c:v>0.98150000000000004</c:v>
                </c:pt>
                <c:pt idx="374">
                  <c:v>1.0127999999999999</c:v>
                </c:pt>
                <c:pt idx="375">
                  <c:v>1.0752999999999999</c:v>
                </c:pt>
                <c:pt idx="376">
                  <c:v>1.0752999999999999</c:v>
                </c:pt>
                <c:pt idx="377">
                  <c:v>1.0878000000000001</c:v>
                </c:pt>
                <c:pt idx="378">
                  <c:v>1.1128</c:v>
                </c:pt>
                <c:pt idx="379">
                  <c:v>1.1754</c:v>
                </c:pt>
                <c:pt idx="380">
                  <c:v>1.1879</c:v>
                </c:pt>
                <c:pt idx="381">
                  <c:v>1.1066</c:v>
                </c:pt>
                <c:pt idx="382">
                  <c:v>1.0815999999999999</c:v>
                </c:pt>
                <c:pt idx="383">
                  <c:v>1.1315999999999999</c:v>
                </c:pt>
                <c:pt idx="384">
                  <c:v>1.1377999999999999</c:v>
                </c:pt>
                <c:pt idx="385">
                  <c:v>1.1066</c:v>
                </c:pt>
                <c:pt idx="386">
                  <c:v>1.1253</c:v>
                </c:pt>
                <c:pt idx="387">
                  <c:v>1.1347</c:v>
                </c:pt>
                <c:pt idx="388">
                  <c:v>1.1847000000000001</c:v>
                </c:pt>
                <c:pt idx="389">
                  <c:v>1.1754</c:v>
                </c:pt>
                <c:pt idx="390">
                  <c:v>1.1472</c:v>
                </c:pt>
                <c:pt idx="391">
                  <c:v>1.1003000000000001</c:v>
                </c:pt>
                <c:pt idx="392">
                  <c:v>1.1066</c:v>
                </c:pt>
                <c:pt idx="393">
                  <c:v>1.1253</c:v>
                </c:pt>
                <c:pt idx="394">
                  <c:v>1.1096999999999999</c:v>
                </c:pt>
                <c:pt idx="395">
                  <c:v>1.0503</c:v>
                </c:pt>
                <c:pt idx="396">
                  <c:v>1.0785</c:v>
                </c:pt>
                <c:pt idx="397">
                  <c:v>1.091</c:v>
                </c:pt>
                <c:pt idx="398">
                  <c:v>1.0878000000000001</c:v>
                </c:pt>
                <c:pt idx="399">
                  <c:v>1.0207999999999999</c:v>
                </c:pt>
                <c:pt idx="400">
                  <c:v>1.0746</c:v>
                </c:pt>
                <c:pt idx="401">
                  <c:v>1.0716000000000001</c:v>
                </c:pt>
                <c:pt idx="402">
                  <c:v>1.0865</c:v>
                </c:pt>
                <c:pt idx="403">
                  <c:v>1.0894999999999999</c:v>
                </c:pt>
                <c:pt idx="404">
                  <c:v>1.0894999999999999</c:v>
                </c:pt>
                <c:pt idx="405">
                  <c:v>1.0865</c:v>
                </c:pt>
                <c:pt idx="406">
                  <c:v>1.0894999999999999</c:v>
                </c:pt>
                <c:pt idx="407">
                  <c:v>1.0894999999999999</c:v>
                </c:pt>
                <c:pt idx="408">
                  <c:v>1.0894999999999999</c:v>
                </c:pt>
                <c:pt idx="409">
                  <c:v>1.1044</c:v>
                </c:pt>
                <c:pt idx="410">
                  <c:v>1.1580999999999999</c:v>
                </c:pt>
                <c:pt idx="411">
                  <c:v>1.1671</c:v>
                </c:pt>
                <c:pt idx="412">
                  <c:v>1.1700999999999999</c:v>
                </c:pt>
                <c:pt idx="413">
                  <c:v>1.1759999999999999</c:v>
                </c:pt>
                <c:pt idx="414">
                  <c:v>1.1492</c:v>
                </c:pt>
                <c:pt idx="415">
                  <c:v>1.1671</c:v>
                </c:pt>
                <c:pt idx="416">
                  <c:v>1.1283000000000001</c:v>
                </c:pt>
                <c:pt idx="417">
                  <c:v>1.1313</c:v>
                </c:pt>
                <c:pt idx="418">
                  <c:v>1.1104000000000001</c:v>
                </c:pt>
                <c:pt idx="419">
                  <c:v>1.1163000000000001</c:v>
                </c:pt>
                <c:pt idx="420">
                  <c:v>1.0954999999999999</c:v>
                </c:pt>
                <c:pt idx="421">
                  <c:v>1.0984</c:v>
                </c:pt>
                <c:pt idx="422">
                  <c:v>1.1013999999999999</c:v>
                </c:pt>
                <c:pt idx="423">
                  <c:v>1.0925</c:v>
                </c:pt>
                <c:pt idx="424">
                  <c:v>1.0746</c:v>
                </c:pt>
                <c:pt idx="425">
                  <c:v>1.0656000000000001</c:v>
                </c:pt>
                <c:pt idx="426">
                  <c:v>1.0746</c:v>
                </c:pt>
                <c:pt idx="427">
                  <c:v>1.0894999999999999</c:v>
                </c:pt>
                <c:pt idx="428">
                  <c:v>1.0805</c:v>
                </c:pt>
                <c:pt idx="429">
                  <c:v>1.1283000000000001</c:v>
                </c:pt>
                <c:pt idx="430">
                  <c:v>1.1104000000000001</c:v>
                </c:pt>
                <c:pt idx="431">
                  <c:v>1.0894999999999999</c:v>
                </c:pt>
                <c:pt idx="432">
                  <c:v>1.0834999999999999</c:v>
                </c:pt>
                <c:pt idx="433">
                  <c:v>1.0566</c:v>
                </c:pt>
                <c:pt idx="434">
                  <c:v>1.0298</c:v>
                </c:pt>
                <c:pt idx="435">
                  <c:v>1.0298</c:v>
                </c:pt>
                <c:pt idx="436">
                  <c:v>1.0537000000000001</c:v>
                </c:pt>
                <c:pt idx="437">
                  <c:v>1.0387</c:v>
                </c:pt>
                <c:pt idx="438">
                  <c:v>1.0238</c:v>
                </c:pt>
                <c:pt idx="439">
                  <c:v>1.0327999999999999</c:v>
                </c:pt>
                <c:pt idx="440">
                  <c:v>1.0387</c:v>
                </c:pt>
                <c:pt idx="441">
                  <c:v>1.0507</c:v>
                </c:pt>
                <c:pt idx="442">
                  <c:v>1.0626</c:v>
                </c:pt>
                <c:pt idx="443">
                  <c:v>1.0596000000000001</c:v>
                </c:pt>
                <c:pt idx="444">
                  <c:v>1.0447</c:v>
                </c:pt>
                <c:pt idx="445">
                  <c:v>1.0267999999999999</c:v>
                </c:pt>
                <c:pt idx="446">
                  <c:v>1.0626</c:v>
                </c:pt>
                <c:pt idx="447">
                  <c:v>1.0417000000000001</c:v>
                </c:pt>
                <c:pt idx="448">
                  <c:v>1.0417000000000001</c:v>
                </c:pt>
                <c:pt idx="449">
                  <c:v>1.0327999999999999</c:v>
                </c:pt>
                <c:pt idx="450">
                  <c:v>1.0358000000000001</c:v>
                </c:pt>
                <c:pt idx="451">
                  <c:v>1.0387</c:v>
                </c:pt>
                <c:pt idx="452">
                  <c:v>1.0387</c:v>
                </c:pt>
                <c:pt idx="453">
                  <c:v>1.0596000000000001</c:v>
                </c:pt>
                <c:pt idx="454">
                  <c:v>1.0716000000000001</c:v>
                </c:pt>
                <c:pt idx="455">
                  <c:v>1.0746</c:v>
                </c:pt>
                <c:pt idx="456">
                  <c:v>1.0925</c:v>
                </c:pt>
                <c:pt idx="457">
                  <c:v>1.0894999999999999</c:v>
                </c:pt>
                <c:pt idx="458">
                  <c:v>1.0225</c:v>
                </c:pt>
                <c:pt idx="459">
                  <c:v>1.0477000000000001</c:v>
                </c:pt>
                <c:pt idx="460">
                  <c:v>1.0505</c:v>
                </c:pt>
                <c:pt idx="461">
                  <c:v>1.0532999999999999</c:v>
                </c:pt>
                <c:pt idx="462">
                  <c:v>1.0365</c:v>
                </c:pt>
                <c:pt idx="463">
                  <c:v>1.0421</c:v>
                </c:pt>
                <c:pt idx="464">
                  <c:v>1.0421</c:v>
                </c:pt>
                <c:pt idx="465">
                  <c:v>1.0505</c:v>
                </c:pt>
                <c:pt idx="466">
                  <c:v>1.0477000000000001</c:v>
                </c:pt>
                <c:pt idx="467">
                  <c:v>1.0392999999999999</c:v>
                </c:pt>
                <c:pt idx="468">
                  <c:v>1.0253000000000001</c:v>
                </c:pt>
                <c:pt idx="469">
                  <c:v>1.0225</c:v>
                </c:pt>
                <c:pt idx="470">
                  <c:v>1.0168999999999999</c:v>
                </c:pt>
                <c:pt idx="471">
                  <c:v>1.0141</c:v>
                </c:pt>
                <c:pt idx="472">
                  <c:v>1.0168999999999999</c:v>
                </c:pt>
                <c:pt idx="473">
                  <c:v>1.0113000000000001</c:v>
                </c:pt>
                <c:pt idx="474">
                  <c:v>1.0225</c:v>
                </c:pt>
                <c:pt idx="475">
                  <c:v>1.0225</c:v>
                </c:pt>
                <c:pt idx="476">
                  <c:v>1.0281</c:v>
                </c:pt>
                <c:pt idx="477">
                  <c:v>1.0308999999999999</c:v>
                </c:pt>
                <c:pt idx="478">
                  <c:v>1.0337000000000001</c:v>
                </c:pt>
                <c:pt idx="479">
                  <c:v>1.0197000000000001</c:v>
                </c:pt>
                <c:pt idx="480">
                  <c:v>1.0141</c:v>
                </c:pt>
                <c:pt idx="481">
                  <c:v>1.0225</c:v>
                </c:pt>
                <c:pt idx="482">
                  <c:v>1.0253000000000001</c:v>
                </c:pt>
                <c:pt idx="483">
                  <c:v>1.0365</c:v>
                </c:pt>
                <c:pt idx="484">
                  <c:v>1.0365</c:v>
                </c:pt>
                <c:pt idx="485">
                  <c:v>1.0448999999999999</c:v>
                </c:pt>
                <c:pt idx="486">
                  <c:v>1.0562</c:v>
                </c:pt>
                <c:pt idx="487">
                  <c:v>1.0532999999999999</c:v>
                </c:pt>
                <c:pt idx="488">
                  <c:v>1.0337000000000001</c:v>
                </c:pt>
                <c:pt idx="489">
                  <c:v>1.0421</c:v>
                </c:pt>
                <c:pt idx="490">
                  <c:v>1.0448999999999999</c:v>
                </c:pt>
                <c:pt idx="491">
                  <c:v>1.0562</c:v>
                </c:pt>
                <c:pt idx="492">
                  <c:v>1.0505</c:v>
                </c:pt>
                <c:pt idx="493">
                  <c:v>1.0421</c:v>
                </c:pt>
                <c:pt idx="494">
                  <c:v>1.0337000000000001</c:v>
                </c:pt>
                <c:pt idx="495">
                  <c:v>1.0337000000000001</c:v>
                </c:pt>
                <c:pt idx="496">
                  <c:v>1.0505</c:v>
                </c:pt>
                <c:pt idx="497">
                  <c:v>1.0505</c:v>
                </c:pt>
                <c:pt idx="498">
                  <c:v>1.0421</c:v>
                </c:pt>
                <c:pt idx="499">
                  <c:v>1.0532999999999999</c:v>
                </c:pt>
                <c:pt idx="500">
                  <c:v>1.1037999999999999</c:v>
                </c:pt>
                <c:pt idx="501">
                  <c:v>1.1093999999999999</c:v>
                </c:pt>
                <c:pt idx="502">
                  <c:v>1.1457999999999999</c:v>
                </c:pt>
                <c:pt idx="503">
                  <c:v>1.1402000000000001</c:v>
                </c:pt>
                <c:pt idx="504">
                  <c:v>1.1206</c:v>
                </c:pt>
                <c:pt idx="505">
                  <c:v>1.1346000000000001</c:v>
                </c:pt>
                <c:pt idx="506">
                  <c:v>1.1402000000000001</c:v>
                </c:pt>
                <c:pt idx="507">
                  <c:v>1.1374</c:v>
                </c:pt>
                <c:pt idx="508">
                  <c:v>1.1066</c:v>
                </c:pt>
                <c:pt idx="509">
                  <c:v>1.1037999999999999</c:v>
                </c:pt>
                <c:pt idx="510">
                  <c:v>1.1037999999999999</c:v>
                </c:pt>
                <c:pt idx="511">
                  <c:v>1.0953999999999999</c:v>
                </c:pt>
                <c:pt idx="512">
                  <c:v>1.101</c:v>
                </c:pt>
                <c:pt idx="513">
                  <c:v>1.1122000000000001</c:v>
                </c:pt>
                <c:pt idx="514">
                  <c:v>1.115</c:v>
                </c:pt>
                <c:pt idx="515">
                  <c:v>1.1317999999999999</c:v>
                </c:pt>
                <c:pt idx="516">
                  <c:v>1.1317999999999999</c:v>
                </c:pt>
                <c:pt idx="517">
                  <c:v>1.1262000000000001</c:v>
                </c:pt>
                <c:pt idx="518">
                  <c:v>1.1597999999999999</c:v>
                </c:pt>
                <c:pt idx="519">
                  <c:v>1.1374</c:v>
                </c:pt>
                <c:pt idx="520">
                  <c:v>1.1145</c:v>
                </c:pt>
                <c:pt idx="521">
                  <c:v>1.1145</c:v>
                </c:pt>
                <c:pt idx="522">
                  <c:v>1.1228</c:v>
                </c:pt>
                <c:pt idx="523">
                  <c:v>1.1255999999999999</c:v>
                </c:pt>
                <c:pt idx="524">
                  <c:v>1.1145</c:v>
                </c:pt>
                <c:pt idx="525">
                  <c:v>1.1283000000000001</c:v>
                </c:pt>
                <c:pt idx="526">
                  <c:v>1.1449</c:v>
                </c:pt>
                <c:pt idx="527">
                  <c:v>1.1697</c:v>
                </c:pt>
                <c:pt idx="528">
                  <c:v>1.1587000000000001</c:v>
                </c:pt>
                <c:pt idx="529">
                  <c:v>1.1641999999999999</c:v>
                </c:pt>
                <c:pt idx="530">
                  <c:v>1.1834</c:v>
                </c:pt>
                <c:pt idx="531">
                  <c:v>1.1801999999999999</c:v>
                </c:pt>
                <c:pt idx="532">
                  <c:v>1.1801999999999999</c:v>
                </c:pt>
                <c:pt idx="533">
                  <c:v>1.1675</c:v>
                </c:pt>
                <c:pt idx="534">
                  <c:v>1.1707000000000001</c:v>
                </c:pt>
                <c:pt idx="535">
                  <c:v>1.1834</c:v>
                </c:pt>
                <c:pt idx="536">
                  <c:v>1.1897</c:v>
                </c:pt>
                <c:pt idx="537">
                  <c:v>1.1929000000000001</c:v>
                </c:pt>
                <c:pt idx="538">
                  <c:v>1.1897</c:v>
                </c:pt>
                <c:pt idx="539">
                  <c:v>1.1801999999999999</c:v>
                </c:pt>
                <c:pt idx="540">
                  <c:v>1.1866000000000001</c:v>
                </c:pt>
                <c:pt idx="541">
                  <c:v>1.1960999999999999</c:v>
                </c:pt>
                <c:pt idx="542">
                  <c:v>1.1960999999999999</c:v>
                </c:pt>
                <c:pt idx="543">
                  <c:v>1.1992</c:v>
                </c:pt>
                <c:pt idx="544">
                  <c:v>1.1960999999999999</c:v>
                </c:pt>
                <c:pt idx="545">
                  <c:v>1.2056</c:v>
                </c:pt>
                <c:pt idx="546">
                  <c:v>1.2278</c:v>
                </c:pt>
                <c:pt idx="547">
                  <c:v>1.2182999999999999</c:v>
                </c:pt>
                <c:pt idx="548">
                  <c:v>1.2151000000000001</c:v>
                </c:pt>
                <c:pt idx="549">
                  <c:v>1.1992</c:v>
                </c:pt>
                <c:pt idx="550">
                  <c:v>1.1992</c:v>
                </c:pt>
                <c:pt idx="551">
                  <c:v>1.2023999999999999</c:v>
                </c:pt>
                <c:pt idx="552">
                  <c:v>1.2023999999999999</c:v>
                </c:pt>
                <c:pt idx="553">
                  <c:v>1.2056</c:v>
                </c:pt>
                <c:pt idx="554">
                  <c:v>1.1960999999999999</c:v>
                </c:pt>
                <c:pt idx="555">
                  <c:v>1.1485000000000001</c:v>
                </c:pt>
                <c:pt idx="556">
                  <c:v>1.1516999999999999</c:v>
                </c:pt>
                <c:pt idx="557">
                  <c:v>1.1548</c:v>
                </c:pt>
                <c:pt idx="558">
                  <c:v>1.1420999999999999</c:v>
                </c:pt>
                <c:pt idx="559">
                  <c:v>1.1579999999999999</c:v>
                </c:pt>
                <c:pt idx="560">
                  <c:v>1.1485000000000001</c:v>
                </c:pt>
                <c:pt idx="561">
                  <c:v>1.1548</c:v>
                </c:pt>
                <c:pt idx="562">
                  <c:v>1.1579999999999999</c:v>
                </c:pt>
                <c:pt idx="563">
                  <c:v>1.1675</c:v>
                </c:pt>
                <c:pt idx="564">
                  <c:v>1.1738999999999999</c:v>
                </c:pt>
                <c:pt idx="565">
                  <c:v>1.2151000000000001</c:v>
                </c:pt>
                <c:pt idx="566">
                  <c:v>1.2215</c:v>
                </c:pt>
                <c:pt idx="567">
                  <c:v>1.2245999999999999</c:v>
                </c:pt>
                <c:pt idx="568">
                  <c:v>1.2119</c:v>
                </c:pt>
                <c:pt idx="569">
                  <c:v>1.1897</c:v>
                </c:pt>
                <c:pt idx="570">
                  <c:v>1.2215</c:v>
                </c:pt>
                <c:pt idx="571">
                  <c:v>1.2088000000000001</c:v>
                </c:pt>
                <c:pt idx="572">
                  <c:v>1.2151000000000001</c:v>
                </c:pt>
                <c:pt idx="573">
                  <c:v>1.2310000000000001</c:v>
                </c:pt>
                <c:pt idx="574">
                  <c:v>1.2151000000000001</c:v>
                </c:pt>
                <c:pt idx="575">
                  <c:v>1.2056</c:v>
                </c:pt>
                <c:pt idx="576">
                  <c:v>1.2182999999999999</c:v>
                </c:pt>
                <c:pt idx="577">
                  <c:v>1.2023999999999999</c:v>
                </c:pt>
                <c:pt idx="578">
                  <c:v>1.1866000000000001</c:v>
                </c:pt>
                <c:pt idx="579">
                  <c:v>1.1485000000000001</c:v>
                </c:pt>
                <c:pt idx="580">
                  <c:v>1.1579999999999999</c:v>
                </c:pt>
                <c:pt idx="581">
                  <c:v>1.1738999999999999</c:v>
                </c:pt>
                <c:pt idx="582">
                  <c:v>1.1738999999999999</c:v>
                </c:pt>
                <c:pt idx="583">
                  <c:v>1.0980000000000001</c:v>
                </c:pt>
                <c:pt idx="584">
                  <c:v>1.1040000000000001</c:v>
                </c:pt>
                <c:pt idx="585">
                  <c:v>1.0712999999999999</c:v>
                </c:pt>
                <c:pt idx="586">
                  <c:v>1.0772999999999999</c:v>
                </c:pt>
                <c:pt idx="587">
                  <c:v>1.0712999999999999</c:v>
                </c:pt>
                <c:pt idx="588">
                  <c:v>1.0772999999999999</c:v>
                </c:pt>
                <c:pt idx="589">
                  <c:v>1.0862000000000001</c:v>
                </c:pt>
                <c:pt idx="590">
                  <c:v>1.0951</c:v>
                </c:pt>
                <c:pt idx="591">
                  <c:v>1.0980000000000001</c:v>
                </c:pt>
                <c:pt idx="592">
                  <c:v>1.0891</c:v>
                </c:pt>
                <c:pt idx="593">
                  <c:v>1.0951</c:v>
                </c:pt>
                <c:pt idx="594">
                  <c:v>1.0802</c:v>
                </c:pt>
                <c:pt idx="595">
                  <c:v>1.0743</c:v>
                </c:pt>
                <c:pt idx="596">
                  <c:v>1.0535000000000001</c:v>
                </c:pt>
                <c:pt idx="597">
                  <c:v>1.0476000000000001</c:v>
                </c:pt>
                <c:pt idx="598">
                  <c:v>1.0653999999999999</c:v>
                </c:pt>
                <c:pt idx="599">
                  <c:v>1.0565</c:v>
                </c:pt>
                <c:pt idx="600">
                  <c:v>1.0624</c:v>
                </c:pt>
                <c:pt idx="601">
                  <c:v>1.0565</c:v>
                </c:pt>
                <c:pt idx="602">
                  <c:v>1.0208999999999999</c:v>
                </c:pt>
                <c:pt idx="603">
                  <c:v>1.0357000000000001</c:v>
                </c:pt>
                <c:pt idx="604">
                  <c:v>1.0089999999999999</c:v>
                </c:pt>
                <c:pt idx="605">
                  <c:v>1.0148999999999999</c:v>
                </c:pt>
                <c:pt idx="606">
                  <c:v>1.0208999999999999</c:v>
                </c:pt>
                <c:pt idx="607">
                  <c:v>1.0505</c:v>
                </c:pt>
                <c:pt idx="608">
                  <c:v>1.0327</c:v>
                </c:pt>
                <c:pt idx="609">
                  <c:v>1.0653999999999999</c:v>
                </c:pt>
                <c:pt idx="610">
                  <c:v>1.0565</c:v>
                </c:pt>
                <c:pt idx="611">
                  <c:v>1.0891</c:v>
                </c:pt>
                <c:pt idx="612">
                  <c:v>1.0891</c:v>
                </c:pt>
                <c:pt idx="613">
                  <c:v>1.0684</c:v>
                </c:pt>
                <c:pt idx="614">
                  <c:v>1.0743</c:v>
                </c:pt>
                <c:pt idx="615">
                  <c:v>1.0951</c:v>
                </c:pt>
                <c:pt idx="616">
                  <c:v>1.101</c:v>
                </c:pt>
                <c:pt idx="617">
                  <c:v>1.0980000000000001</c:v>
                </c:pt>
                <c:pt idx="618">
                  <c:v>1.0802</c:v>
                </c:pt>
                <c:pt idx="619">
                  <c:v>1.0684</c:v>
                </c:pt>
                <c:pt idx="620">
                  <c:v>1.0743</c:v>
                </c:pt>
                <c:pt idx="621">
                  <c:v>1.0712999999999999</c:v>
                </c:pt>
                <c:pt idx="622">
                  <c:v>1.0624</c:v>
                </c:pt>
                <c:pt idx="623">
                  <c:v>1.0595000000000001</c:v>
                </c:pt>
                <c:pt idx="624">
                  <c:v>1.0446</c:v>
                </c:pt>
                <c:pt idx="625">
                  <c:v>1.0595000000000001</c:v>
                </c:pt>
                <c:pt idx="626">
                  <c:v>1.0595000000000001</c:v>
                </c:pt>
                <c:pt idx="627">
                  <c:v>1.0565</c:v>
                </c:pt>
                <c:pt idx="628">
                  <c:v>1.0565</c:v>
                </c:pt>
                <c:pt idx="629">
                  <c:v>1.0712999999999999</c:v>
                </c:pt>
                <c:pt idx="630">
                  <c:v>1.0712999999999999</c:v>
                </c:pt>
                <c:pt idx="631">
                  <c:v>1.0743</c:v>
                </c:pt>
                <c:pt idx="632">
                  <c:v>1.0831999999999999</c:v>
                </c:pt>
                <c:pt idx="633">
                  <c:v>1.0802</c:v>
                </c:pt>
                <c:pt idx="634">
                  <c:v>1.0772999999999999</c:v>
                </c:pt>
                <c:pt idx="635">
                  <c:v>1.0831999999999999</c:v>
                </c:pt>
                <c:pt idx="636">
                  <c:v>1.0712999999999999</c:v>
                </c:pt>
                <c:pt idx="637">
                  <c:v>1.0712999999999999</c:v>
                </c:pt>
                <c:pt idx="638">
                  <c:v>1.0712999999999999</c:v>
                </c:pt>
                <c:pt idx="639">
                  <c:v>1.0684</c:v>
                </c:pt>
                <c:pt idx="640">
                  <c:v>1.0772999999999999</c:v>
                </c:pt>
                <c:pt idx="641">
                  <c:v>1.0772999999999999</c:v>
                </c:pt>
                <c:pt idx="642">
                  <c:v>1.0772999999999999</c:v>
                </c:pt>
                <c:pt idx="643">
                  <c:v>1.0862000000000001</c:v>
                </c:pt>
                <c:pt idx="644">
                  <c:v>1.0921000000000001</c:v>
                </c:pt>
                <c:pt idx="645">
                  <c:v>1.0951</c:v>
                </c:pt>
                <c:pt idx="646">
                  <c:v>1.0921000000000001</c:v>
                </c:pt>
                <c:pt idx="647">
                  <c:v>1.101</c:v>
                </c:pt>
                <c:pt idx="648">
                  <c:v>1.0486</c:v>
                </c:pt>
                <c:pt idx="649">
                  <c:v>1.0598000000000001</c:v>
                </c:pt>
                <c:pt idx="650">
                  <c:v>1.0767</c:v>
                </c:pt>
                <c:pt idx="651">
                  <c:v>1.1301000000000001</c:v>
                </c:pt>
                <c:pt idx="652">
                  <c:v>1.1526000000000001</c:v>
                </c:pt>
                <c:pt idx="653">
                  <c:v>1.1637999999999999</c:v>
                </c:pt>
                <c:pt idx="654">
                  <c:v>1.1722999999999999</c:v>
                </c:pt>
                <c:pt idx="655">
                  <c:v>1.1751</c:v>
                </c:pt>
                <c:pt idx="656">
                  <c:v>1.161</c:v>
                </c:pt>
                <c:pt idx="657">
                  <c:v>1.2003999999999999</c:v>
                </c:pt>
                <c:pt idx="658">
                  <c:v>1.206</c:v>
                </c:pt>
                <c:pt idx="659">
                  <c:v>1.2088000000000001</c:v>
                </c:pt>
                <c:pt idx="660">
                  <c:v>1.2088000000000001</c:v>
                </c:pt>
                <c:pt idx="661">
                  <c:v>1.2201</c:v>
                </c:pt>
                <c:pt idx="662">
                  <c:v>1.2397</c:v>
                </c:pt>
                <c:pt idx="663">
                  <c:v>1.2424999999999999</c:v>
                </c:pt>
                <c:pt idx="664">
                  <c:v>1.2341</c:v>
                </c:pt>
                <c:pt idx="665">
                  <c:v>1.2313000000000001</c:v>
                </c:pt>
                <c:pt idx="666">
                  <c:v>1.2313000000000001</c:v>
                </c:pt>
                <c:pt idx="667">
                  <c:v>1.2369000000000001</c:v>
                </c:pt>
                <c:pt idx="668">
                  <c:v>1.2454000000000001</c:v>
                </c:pt>
                <c:pt idx="669">
                  <c:v>1.2424999999999999</c:v>
                </c:pt>
                <c:pt idx="670">
                  <c:v>1.2229000000000001</c:v>
                </c:pt>
                <c:pt idx="671">
                  <c:v>1.2313000000000001</c:v>
                </c:pt>
                <c:pt idx="672">
                  <c:v>1.2229000000000001</c:v>
                </c:pt>
                <c:pt idx="673">
                  <c:v>1.2903</c:v>
                </c:pt>
                <c:pt idx="674">
                  <c:v>1.296</c:v>
                </c:pt>
                <c:pt idx="675">
                  <c:v>1.3212999999999999</c:v>
                </c:pt>
                <c:pt idx="676">
                  <c:v>1.3577999999999999</c:v>
                </c:pt>
                <c:pt idx="677">
                  <c:v>1.3493999999999999</c:v>
                </c:pt>
                <c:pt idx="678">
                  <c:v>1.3466</c:v>
                </c:pt>
                <c:pt idx="679">
                  <c:v>1.3409</c:v>
                </c:pt>
                <c:pt idx="680">
                  <c:v>1.3493999999999999</c:v>
                </c:pt>
                <c:pt idx="681">
                  <c:v>1.3466</c:v>
                </c:pt>
                <c:pt idx="682">
                  <c:v>1.3436999999999999</c:v>
                </c:pt>
                <c:pt idx="683">
                  <c:v>1.3493999999999999</c:v>
                </c:pt>
                <c:pt idx="684">
                  <c:v>1.3633999999999999</c:v>
                </c:pt>
                <c:pt idx="685">
                  <c:v>1.3718999999999999</c:v>
                </c:pt>
                <c:pt idx="686">
                  <c:v>1.3577999999999999</c:v>
                </c:pt>
                <c:pt idx="687">
                  <c:v>1.3493999999999999</c:v>
                </c:pt>
                <c:pt idx="688">
                  <c:v>1.3606</c:v>
                </c:pt>
                <c:pt idx="689">
                  <c:v>1.3831</c:v>
                </c:pt>
                <c:pt idx="690">
                  <c:v>1.3831</c:v>
                </c:pt>
                <c:pt idx="691">
                  <c:v>1.3718999999999999</c:v>
                </c:pt>
                <c:pt idx="692">
                  <c:v>1.3269</c:v>
                </c:pt>
                <c:pt idx="693">
                  <c:v>1.2903</c:v>
                </c:pt>
                <c:pt idx="694">
                  <c:v>1.2988</c:v>
                </c:pt>
                <c:pt idx="695">
                  <c:v>1.3409</c:v>
                </c:pt>
                <c:pt idx="696">
                  <c:v>1.3184</c:v>
                </c:pt>
                <c:pt idx="697">
                  <c:v>1.3381000000000001</c:v>
                </c:pt>
                <c:pt idx="698">
                  <c:v>1.3044</c:v>
                </c:pt>
                <c:pt idx="699">
                  <c:v>1.3044</c:v>
                </c:pt>
                <c:pt idx="700">
                  <c:v>1.3577999999999999</c:v>
                </c:pt>
                <c:pt idx="701">
                  <c:v>1.3915</c:v>
                </c:pt>
                <c:pt idx="702">
                  <c:v>1.4084000000000001</c:v>
                </c:pt>
                <c:pt idx="703">
                  <c:v>1.3887</c:v>
                </c:pt>
                <c:pt idx="704">
                  <c:v>1.4197</c:v>
                </c:pt>
                <c:pt idx="705">
                  <c:v>1.4225000000000001</c:v>
                </c:pt>
                <c:pt idx="706">
                  <c:v>1.4337</c:v>
                </c:pt>
                <c:pt idx="707">
                  <c:v>1.3614999999999999</c:v>
                </c:pt>
                <c:pt idx="708">
                  <c:v>1.3347</c:v>
                </c:pt>
                <c:pt idx="709">
                  <c:v>1.3292999999999999</c:v>
                </c:pt>
                <c:pt idx="710">
                  <c:v>1.2971999999999999</c:v>
                </c:pt>
                <c:pt idx="711">
                  <c:v>1.2757000000000001</c:v>
                </c:pt>
                <c:pt idx="712">
                  <c:v>1.2516</c:v>
                </c:pt>
                <c:pt idx="713">
                  <c:v>1.2596000000000001</c:v>
                </c:pt>
                <c:pt idx="714">
                  <c:v>1.2864</c:v>
                </c:pt>
                <c:pt idx="715">
                  <c:v>1.2757000000000001</c:v>
                </c:pt>
                <c:pt idx="716">
                  <c:v>1.2729999999999999</c:v>
                </c:pt>
                <c:pt idx="717">
                  <c:v>1.3212999999999999</c:v>
                </c:pt>
                <c:pt idx="718">
                  <c:v>1.2543</c:v>
                </c:pt>
                <c:pt idx="719">
                  <c:v>1.2810999999999999</c:v>
                </c:pt>
                <c:pt idx="720">
                  <c:v>1.2382</c:v>
                </c:pt>
                <c:pt idx="721">
                  <c:v>1.2168000000000001</c:v>
                </c:pt>
                <c:pt idx="722">
                  <c:v>1.2114</c:v>
                </c:pt>
                <c:pt idx="723">
                  <c:v>1.1792</c:v>
                </c:pt>
                <c:pt idx="724">
                  <c:v>1.2087000000000001</c:v>
                </c:pt>
                <c:pt idx="725">
                  <c:v>1.1926000000000001</c:v>
                </c:pt>
                <c:pt idx="726">
                  <c:v>1.1926000000000001</c:v>
                </c:pt>
                <c:pt idx="727">
                  <c:v>1.2007000000000001</c:v>
                </c:pt>
                <c:pt idx="728">
                  <c:v>1.2007000000000001</c:v>
                </c:pt>
                <c:pt idx="729">
                  <c:v>1.2275</c:v>
                </c:pt>
                <c:pt idx="730">
                  <c:v>1.2194</c:v>
                </c:pt>
                <c:pt idx="731">
                  <c:v>1.2087000000000001</c:v>
                </c:pt>
                <c:pt idx="732">
                  <c:v>1.2141</c:v>
                </c:pt>
                <c:pt idx="733">
                  <c:v>1.2114</c:v>
                </c:pt>
                <c:pt idx="734">
                  <c:v>1.2141</c:v>
                </c:pt>
                <c:pt idx="735">
                  <c:v>1.2248000000000001</c:v>
                </c:pt>
                <c:pt idx="736">
                  <c:v>1.2275</c:v>
                </c:pt>
                <c:pt idx="737">
                  <c:v>1.2543</c:v>
                </c:pt>
                <c:pt idx="738">
                  <c:v>1.2462</c:v>
                </c:pt>
                <c:pt idx="739">
                  <c:v>1.2569999999999999</c:v>
                </c:pt>
                <c:pt idx="740">
                  <c:v>1.2649999999999999</c:v>
                </c:pt>
                <c:pt idx="741">
                  <c:v>1.2436</c:v>
                </c:pt>
                <c:pt idx="742">
                  <c:v>1.2221</c:v>
                </c:pt>
                <c:pt idx="743">
                  <c:v>1.2034</c:v>
                </c:pt>
                <c:pt idx="744">
                  <c:v>1.2034</c:v>
                </c:pt>
                <c:pt idx="745">
                  <c:v>1.2114</c:v>
                </c:pt>
                <c:pt idx="746">
                  <c:v>1.1953</c:v>
                </c:pt>
                <c:pt idx="747">
                  <c:v>1.1712</c:v>
                </c:pt>
                <c:pt idx="748">
                  <c:v>1.1657999999999999</c:v>
                </c:pt>
                <c:pt idx="749">
                  <c:v>1.2114</c:v>
                </c:pt>
                <c:pt idx="750">
                  <c:v>1.206</c:v>
                </c:pt>
                <c:pt idx="751">
                  <c:v>1.19</c:v>
                </c:pt>
                <c:pt idx="752">
                  <c:v>1.198</c:v>
                </c:pt>
                <c:pt idx="753">
                  <c:v>1.2034</c:v>
                </c:pt>
                <c:pt idx="754">
                  <c:v>1.2141</c:v>
                </c:pt>
                <c:pt idx="755">
                  <c:v>1.2087000000000001</c:v>
                </c:pt>
                <c:pt idx="756">
                  <c:v>1.2382</c:v>
                </c:pt>
                <c:pt idx="757">
                  <c:v>1.2623</c:v>
                </c:pt>
                <c:pt idx="758">
                  <c:v>1.2382</c:v>
                </c:pt>
                <c:pt idx="759">
                  <c:v>1.2462</c:v>
                </c:pt>
                <c:pt idx="760">
                  <c:v>1.2462</c:v>
                </c:pt>
                <c:pt idx="761">
                  <c:v>1.2488999999999999</c:v>
                </c:pt>
                <c:pt idx="762">
                  <c:v>1.2462</c:v>
                </c:pt>
                <c:pt idx="763">
                  <c:v>1.2436</c:v>
                </c:pt>
                <c:pt idx="764">
                  <c:v>1.2141</c:v>
                </c:pt>
                <c:pt idx="765">
                  <c:v>1.2114</c:v>
                </c:pt>
                <c:pt idx="766">
                  <c:v>1.206</c:v>
                </c:pt>
                <c:pt idx="767">
                  <c:v>1.206</c:v>
                </c:pt>
                <c:pt idx="768">
                  <c:v>1.1719999999999999</c:v>
                </c:pt>
                <c:pt idx="769">
                  <c:v>1.1852</c:v>
                </c:pt>
                <c:pt idx="770">
                  <c:v>1.1983999999999999</c:v>
                </c:pt>
                <c:pt idx="771">
                  <c:v>1.2089000000000001</c:v>
                </c:pt>
                <c:pt idx="772">
                  <c:v>1.2037</c:v>
                </c:pt>
                <c:pt idx="773">
                  <c:v>1.2037</c:v>
                </c:pt>
                <c:pt idx="774">
                  <c:v>1.1983999999999999</c:v>
                </c:pt>
                <c:pt idx="775">
                  <c:v>1.2221</c:v>
                </c:pt>
                <c:pt idx="776">
                  <c:v>1.2301</c:v>
                </c:pt>
                <c:pt idx="777">
                  <c:v>1.2195</c:v>
                </c:pt>
                <c:pt idx="778">
                  <c:v>1.2141999999999999</c:v>
                </c:pt>
                <c:pt idx="779">
                  <c:v>1.2169000000000001</c:v>
                </c:pt>
                <c:pt idx="780">
                  <c:v>1.2433000000000001</c:v>
                </c:pt>
                <c:pt idx="781">
                  <c:v>1.2934000000000001</c:v>
                </c:pt>
                <c:pt idx="782">
                  <c:v>1.3145</c:v>
                </c:pt>
                <c:pt idx="783">
                  <c:v>1.3409</c:v>
                </c:pt>
                <c:pt idx="784">
                  <c:v>1.3304</c:v>
                </c:pt>
                <c:pt idx="785">
                  <c:v>1.2617</c:v>
                </c:pt>
                <c:pt idx="786">
                  <c:v>1.2644</c:v>
                </c:pt>
                <c:pt idx="787">
                  <c:v>1.2644</c:v>
                </c:pt>
                <c:pt idx="788">
                  <c:v>1.2828999999999999</c:v>
                </c:pt>
                <c:pt idx="789">
                  <c:v>1.2723</c:v>
                </c:pt>
                <c:pt idx="790">
                  <c:v>1.2934000000000001</c:v>
                </c:pt>
                <c:pt idx="791">
                  <c:v>1.2881</c:v>
                </c:pt>
                <c:pt idx="792">
                  <c:v>1.2353000000000001</c:v>
                </c:pt>
                <c:pt idx="793">
                  <c:v>1.2565</c:v>
                </c:pt>
                <c:pt idx="794">
                  <c:v>1.2116</c:v>
                </c:pt>
                <c:pt idx="795">
                  <c:v>1.2353000000000001</c:v>
                </c:pt>
                <c:pt idx="796">
                  <c:v>1.2326999999999999</c:v>
                </c:pt>
                <c:pt idx="797">
                  <c:v>1.2169000000000001</c:v>
                </c:pt>
                <c:pt idx="798">
                  <c:v>1.238</c:v>
                </c:pt>
                <c:pt idx="799">
                  <c:v>1.2512000000000001</c:v>
                </c:pt>
                <c:pt idx="800">
                  <c:v>1.2459</c:v>
                </c:pt>
                <c:pt idx="801">
                  <c:v>1.2353000000000001</c:v>
                </c:pt>
                <c:pt idx="802">
                  <c:v>1.2274</c:v>
                </c:pt>
                <c:pt idx="803">
                  <c:v>1.2697000000000001</c:v>
                </c:pt>
                <c:pt idx="804">
                  <c:v>1.2697000000000001</c:v>
                </c:pt>
                <c:pt idx="805">
                  <c:v>1.2802</c:v>
                </c:pt>
                <c:pt idx="806">
                  <c:v>1.3066</c:v>
                </c:pt>
                <c:pt idx="807">
                  <c:v>1.2881</c:v>
                </c:pt>
                <c:pt idx="808">
                  <c:v>1.2961</c:v>
                </c:pt>
                <c:pt idx="809">
                  <c:v>1.2907999999999999</c:v>
                </c:pt>
                <c:pt idx="810">
                  <c:v>1.2881</c:v>
                </c:pt>
                <c:pt idx="811">
                  <c:v>1.3012999999999999</c:v>
                </c:pt>
                <c:pt idx="812">
                  <c:v>1.3119000000000001</c:v>
                </c:pt>
                <c:pt idx="813">
                  <c:v>1.3119000000000001</c:v>
                </c:pt>
                <c:pt idx="814">
                  <c:v>1.2881</c:v>
                </c:pt>
                <c:pt idx="815">
                  <c:v>1.2644</c:v>
                </c:pt>
                <c:pt idx="816">
                  <c:v>1.2669999999999999</c:v>
                </c:pt>
                <c:pt idx="817">
                  <c:v>1.2644</c:v>
                </c:pt>
                <c:pt idx="818">
                  <c:v>1.2538</c:v>
                </c:pt>
                <c:pt idx="819">
                  <c:v>1.2617</c:v>
                </c:pt>
                <c:pt idx="820">
                  <c:v>1.2669999999999999</c:v>
                </c:pt>
                <c:pt idx="821">
                  <c:v>1.2617</c:v>
                </c:pt>
                <c:pt idx="822">
                  <c:v>1.2617</c:v>
                </c:pt>
                <c:pt idx="823">
                  <c:v>1.2802</c:v>
                </c:pt>
                <c:pt idx="824">
                  <c:v>1.2881</c:v>
                </c:pt>
                <c:pt idx="825">
                  <c:v>1.2881</c:v>
                </c:pt>
                <c:pt idx="826">
                  <c:v>1.3066</c:v>
                </c:pt>
                <c:pt idx="827">
                  <c:v>1.3092999999999999</c:v>
                </c:pt>
                <c:pt idx="828">
                  <c:v>1.333</c:v>
                </c:pt>
                <c:pt idx="829">
                  <c:v>1.3593999999999999</c:v>
                </c:pt>
                <c:pt idx="830">
                  <c:v>1.3568</c:v>
                </c:pt>
                <c:pt idx="831">
                  <c:v>1.3568</c:v>
                </c:pt>
                <c:pt idx="832">
                  <c:v>1.2843</c:v>
                </c:pt>
                <c:pt idx="833">
                  <c:v>1.2818000000000001</c:v>
                </c:pt>
                <c:pt idx="834">
                  <c:v>1.2843</c:v>
                </c:pt>
                <c:pt idx="835">
                  <c:v>1.2743</c:v>
                </c:pt>
                <c:pt idx="836">
                  <c:v>1.2543</c:v>
                </c:pt>
                <c:pt idx="837">
                  <c:v>1.2593000000000001</c:v>
                </c:pt>
                <c:pt idx="838">
                  <c:v>1.2593000000000001</c:v>
                </c:pt>
                <c:pt idx="839">
                  <c:v>1.2793000000000001</c:v>
                </c:pt>
                <c:pt idx="840">
                  <c:v>1.2743</c:v>
                </c:pt>
                <c:pt idx="841">
                  <c:v>1.2767999999999999</c:v>
                </c:pt>
                <c:pt idx="842">
                  <c:v>1.2918000000000001</c:v>
                </c:pt>
                <c:pt idx="843">
                  <c:v>1.2818000000000001</c:v>
                </c:pt>
                <c:pt idx="844">
                  <c:v>1.2743</c:v>
                </c:pt>
                <c:pt idx="845">
                  <c:v>1.2943</c:v>
                </c:pt>
                <c:pt idx="846">
                  <c:v>1.2867999999999999</c:v>
                </c:pt>
                <c:pt idx="847">
                  <c:v>1.2767999999999999</c:v>
                </c:pt>
                <c:pt idx="848">
                  <c:v>1.2618</c:v>
                </c:pt>
                <c:pt idx="849">
                  <c:v>1.2618</c:v>
                </c:pt>
                <c:pt idx="850">
                  <c:v>1.2343</c:v>
                </c:pt>
                <c:pt idx="851">
                  <c:v>1.2318</c:v>
                </c:pt>
                <c:pt idx="852">
                  <c:v>1.2393000000000001</c:v>
                </c:pt>
                <c:pt idx="853">
                  <c:v>1.2493000000000001</c:v>
                </c:pt>
                <c:pt idx="854">
                  <c:v>1.2493000000000001</c:v>
                </c:pt>
                <c:pt idx="855">
                  <c:v>1.2518</c:v>
                </c:pt>
                <c:pt idx="856">
                  <c:v>1.2293000000000001</c:v>
                </c:pt>
                <c:pt idx="857">
                  <c:v>1.2218</c:v>
                </c:pt>
                <c:pt idx="858">
                  <c:v>1.2218</c:v>
                </c:pt>
                <c:pt idx="859">
                  <c:v>1.2418</c:v>
                </c:pt>
                <c:pt idx="860">
                  <c:v>1.2393000000000001</c:v>
                </c:pt>
                <c:pt idx="861">
                  <c:v>1.2267999999999999</c:v>
                </c:pt>
                <c:pt idx="862">
                  <c:v>1.2142999999999999</c:v>
                </c:pt>
                <c:pt idx="863">
                  <c:v>1.2042999999999999</c:v>
                </c:pt>
                <c:pt idx="864">
                  <c:v>1.2068000000000001</c:v>
                </c:pt>
                <c:pt idx="865">
                  <c:v>1.1893</c:v>
                </c:pt>
                <c:pt idx="866">
                  <c:v>1.1742999999999999</c:v>
                </c:pt>
                <c:pt idx="867">
                  <c:v>1.1693</c:v>
                </c:pt>
                <c:pt idx="868">
                  <c:v>1.1568000000000001</c:v>
                </c:pt>
                <c:pt idx="869">
                  <c:v>1.1768000000000001</c:v>
                </c:pt>
                <c:pt idx="870">
                  <c:v>1.1993</c:v>
                </c:pt>
                <c:pt idx="871">
                  <c:v>1.1993</c:v>
                </c:pt>
                <c:pt idx="872">
                  <c:v>1.1968000000000001</c:v>
                </c:pt>
                <c:pt idx="873">
                  <c:v>1.2042999999999999</c:v>
                </c:pt>
                <c:pt idx="874">
                  <c:v>1.2042999999999999</c:v>
                </c:pt>
                <c:pt idx="875">
                  <c:v>1.1993</c:v>
                </c:pt>
                <c:pt idx="876">
                  <c:v>1.2068000000000001</c:v>
                </c:pt>
                <c:pt idx="877">
                  <c:v>1.2068000000000001</c:v>
                </c:pt>
                <c:pt idx="878">
                  <c:v>1.1968000000000001</c:v>
                </c:pt>
                <c:pt idx="879">
                  <c:v>1.1918</c:v>
                </c:pt>
                <c:pt idx="880">
                  <c:v>1.2267999999999999</c:v>
                </c:pt>
                <c:pt idx="881">
                  <c:v>1.2168000000000001</c:v>
                </c:pt>
                <c:pt idx="882">
                  <c:v>1.2193000000000001</c:v>
                </c:pt>
                <c:pt idx="883">
                  <c:v>1.2118</c:v>
                </c:pt>
                <c:pt idx="884">
                  <c:v>1.2142999999999999</c:v>
                </c:pt>
                <c:pt idx="885">
                  <c:v>1.2142999999999999</c:v>
                </c:pt>
                <c:pt idx="886">
                  <c:v>1.2118</c:v>
                </c:pt>
                <c:pt idx="887">
                  <c:v>1.2042999999999999</c:v>
                </c:pt>
                <c:pt idx="888">
                  <c:v>1.2068000000000001</c:v>
                </c:pt>
                <c:pt idx="889">
                  <c:v>1.2093</c:v>
                </c:pt>
                <c:pt idx="890">
                  <c:v>1.1918</c:v>
                </c:pt>
                <c:pt idx="891">
                  <c:v>1.1993</c:v>
                </c:pt>
                <c:pt idx="892">
                  <c:v>1.2018</c:v>
                </c:pt>
                <c:pt idx="893">
                  <c:v>1.1942999999999999</c:v>
                </c:pt>
                <c:pt idx="894">
                  <c:v>1.2218</c:v>
                </c:pt>
                <c:pt idx="895">
                  <c:v>1.2443</c:v>
                </c:pt>
                <c:pt idx="896">
                  <c:v>1.2518</c:v>
                </c:pt>
                <c:pt idx="897">
                  <c:v>1.2393000000000001</c:v>
                </c:pt>
                <c:pt idx="898">
                  <c:v>1.1876</c:v>
                </c:pt>
                <c:pt idx="899">
                  <c:v>1.1922999999999999</c:v>
                </c:pt>
                <c:pt idx="900">
                  <c:v>1.1687000000000001</c:v>
                </c:pt>
                <c:pt idx="901">
                  <c:v>1.1545000000000001</c:v>
                </c:pt>
                <c:pt idx="902">
                  <c:v>1.1779999999999999</c:v>
                </c:pt>
                <c:pt idx="903">
                  <c:v>1.1753</c:v>
                </c:pt>
                <c:pt idx="904">
                  <c:v>1.1698999999999999</c:v>
                </c:pt>
                <c:pt idx="905">
                  <c:v>1.1508</c:v>
                </c:pt>
                <c:pt idx="906">
                  <c:v>1.1698999999999999</c:v>
                </c:pt>
                <c:pt idx="907">
                  <c:v>1.159</c:v>
                </c:pt>
                <c:pt idx="908">
                  <c:v>1.1617</c:v>
                </c:pt>
                <c:pt idx="909">
                  <c:v>1.1644000000000001</c:v>
                </c:pt>
                <c:pt idx="910">
                  <c:v>1.1698999999999999</c:v>
                </c:pt>
                <c:pt idx="911">
                  <c:v>1.1889000000000001</c:v>
                </c:pt>
                <c:pt idx="912">
                  <c:v>1.1889000000000001</c:v>
                </c:pt>
                <c:pt idx="913">
                  <c:v>1.1861999999999999</c:v>
                </c:pt>
                <c:pt idx="914">
                  <c:v>1.208</c:v>
                </c:pt>
                <c:pt idx="915">
                  <c:v>1.2188000000000001</c:v>
                </c:pt>
                <c:pt idx="916">
                  <c:v>1.1998</c:v>
                </c:pt>
                <c:pt idx="917">
                  <c:v>1.2216</c:v>
                </c:pt>
                <c:pt idx="918">
                  <c:v>1.2242999999999999</c:v>
                </c:pt>
                <c:pt idx="919">
                  <c:v>1.2297</c:v>
                </c:pt>
                <c:pt idx="920">
                  <c:v>1.2379</c:v>
                </c:pt>
                <c:pt idx="921">
                  <c:v>1.246</c:v>
                </c:pt>
                <c:pt idx="922">
                  <c:v>1.2515000000000001</c:v>
                </c:pt>
                <c:pt idx="923">
                  <c:v>1.2352000000000001</c:v>
                </c:pt>
                <c:pt idx="924">
                  <c:v>1.246</c:v>
                </c:pt>
                <c:pt idx="925">
                  <c:v>1.2433000000000001</c:v>
                </c:pt>
                <c:pt idx="926">
                  <c:v>1.2323999999999999</c:v>
                </c:pt>
                <c:pt idx="927">
                  <c:v>1.2352000000000001</c:v>
                </c:pt>
                <c:pt idx="928">
                  <c:v>1.2433000000000001</c:v>
                </c:pt>
                <c:pt idx="929">
                  <c:v>1.2433000000000001</c:v>
                </c:pt>
                <c:pt idx="930">
                  <c:v>1.246</c:v>
                </c:pt>
                <c:pt idx="931">
                  <c:v>1.2515000000000001</c:v>
                </c:pt>
                <c:pt idx="932">
                  <c:v>1.2732000000000001</c:v>
                </c:pt>
                <c:pt idx="933">
                  <c:v>1.2624</c:v>
                </c:pt>
                <c:pt idx="934">
                  <c:v>1.2624</c:v>
                </c:pt>
                <c:pt idx="935">
                  <c:v>1.2515000000000001</c:v>
                </c:pt>
                <c:pt idx="936">
                  <c:v>1.2568999999999999</c:v>
                </c:pt>
                <c:pt idx="937">
                  <c:v>1.2732000000000001</c:v>
                </c:pt>
                <c:pt idx="938">
                  <c:v>1.2814000000000001</c:v>
                </c:pt>
                <c:pt idx="939">
                  <c:v>1.3112999999999999</c:v>
                </c:pt>
                <c:pt idx="940">
                  <c:v>1.3331</c:v>
                </c:pt>
                <c:pt idx="941">
                  <c:v>1.3331</c:v>
                </c:pt>
                <c:pt idx="942">
                  <c:v>1.3493999999999999</c:v>
                </c:pt>
                <c:pt idx="943">
                  <c:v>1.3385</c:v>
                </c:pt>
                <c:pt idx="944">
                  <c:v>1.3222</c:v>
                </c:pt>
                <c:pt idx="945">
                  <c:v>1.3222</c:v>
                </c:pt>
                <c:pt idx="946">
                  <c:v>1.3222</c:v>
                </c:pt>
                <c:pt idx="947">
                  <c:v>1.3005</c:v>
                </c:pt>
                <c:pt idx="948">
                  <c:v>1.2977000000000001</c:v>
                </c:pt>
                <c:pt idx="949">
                  <c:v>1.3194999999999999</c:v>
                </c:pt>
                <c:pt idx="950">
                  <c:v>1.3222</c:v>
                </c:pt>
                <c:pt idx="951">
                  <c:v>1.3277000000000001</c:v>
                </c:pt>
                <c:pt idx="952">
                  <c:v>1.3168</c:v>
                </c:pt>
                <c:pt idx="953">
                  <c:v>1.3059000000000001</c:v>
                </c:pt>
                <c:pt idx="954">
                  <c:v>1.3005</c:v>
                </c:pt>
                <c:pt idx="955">
                  <c:v>1.3005</c:v>
                </c:pt>
                <c:pt idx="956">
                  <c:v>1.2402</c:v>
                </c:pt>
                <c:pt idx="957">
                  <c:v>1.2659</c:v>
                </c:pt>
                <c:pt idx="958">
                  <c:v>1.2529999999999999</c:v>
                </c:pt>
                <c:pt idx="959">
                  <c:v>1.1656</c:v>
                </c:pt>
                <c:pt idx="960">
                  <c:v>1.1553</c:v>
                </c:pt>
                <c:pt idx="961">
                  <c:v>1.0754999999999999</c:v>
                </c:pt>
                <c:pt idx="962">
                  <c:v>1.0626</c:v>
                </c:pt>
                <c:pt idx="963">
                  <c:v>1.1347</c:v>
                </c:pt>
                <c:pt idx="964">
                  <c:v>1.2067000000000001</c:v>
                </c:pt>
                <c:pt idx="965">
                  <c:v>1.2067000000000001</c:v>
                </c:pt>
                <c:pt idx="966">
                  <c:v>1.1836</c:v>
                </c:pt>
                <c:pt idx="967">
                  <c:v>1.1783999999999999</c:v>
                </c:pt>
                <c:pt idx="968">
                  <c:v>1.1836</c:v>
                </c:pt>
                <c:pt idx="969">
                  <c:v>1.1963999999999999</c:v>
                </c:pt>
                <c:pt idx="970">
                  <c:v>1.181</c:v>
                </c:pt>
                <c:pt idx="971">
                  <c:v>1.1887000000000001</c:v>
                </c:pt>
                <c:pt idx="972">
                  <c:v>1.2041999999999999</c:v>
                </c:pt>
                <c:pt idx="973">
                  <c:v>1.1963999999999999</c:v>
                </c:pt>
                <c:pt idx="974">
                  <c:v>1.2119</c:v>
                </c:pt>
                <c:pt idx="975">
                  <c:v>1.2196</c:v>
                </c:pt>
                <c:pt idx="976">
                  <c:v>1.2119</c:v>
                </c:pt>
                <c:pt idx="977">
                  <c:v>1.2119</c:v>
                </c:pt>
                <c:pt idx="978">
                  <c:v>1.2119</c:v>
                </c:pt>
                <c:pt idx="979">
                  <c:v>1.1963999999999999</c:v>
                </c:pt>
                <c:pt idx="980">
                  <c:v>1.2119</c:v>
                </c:pt>
                <c:pt idx="981">
                  <c:v>1.2093</c:v>
                </c:pt>
                <c:pt idx="982">
                  <c:v>1.2246999999999999</c:v>
                </c:pt>
                <c:pt idx="983">
                  <c:v>1.2607999999999999</c:v>
                </c:pt>
                <c:pt idx="984">
                  <c:v>1.2607999999999999</c:v>
                </c:pt>
                <c:pt idx="985">
                  <c:v>1.2890999999999999</c:v>
                </c:pt>
                <c:pt idx="986">
                  <c:v>1.2685</c:v>
                </c:pt>
                <c:pt idx="987">
                  <c:v>1.2659</c:v>
                </c:pt>
                <c:pt idx="988">
                  <c:v>1.2787999999999999</c:v>
                </c:pt>
                <c:pt idx="989">
                  <c:v>1.2890999999999999</c:v>
                </c:pt>
                <c:pt idx="990">
                  <c:v>1.2685</c:v>
                </c:pt>
                <c:pt idx="991">
                  <c:v>1.2685</c:v>
                </c:pt>
                <c:pt idx="992">
                  <c:v>1.2762</c:v>
                </c:pt>
                <c:pt idx="993">
                  <c:v>1.2736000000000001</c:v>
                </c:pt>
                <c:pt idx="994">
                  <c:v>1.2659</c:v>
                </c:pt>
                <c:pt idx="995">
                  <c:v>1.2607999999999999</c:v>
                </c:pt>
                <c:pt idx="996">
                  <c:v>1.2529999999999999</c:v>
                </c:pt>
                <c:pt idx="997">
                  <c:v>1.2659</c:v>
                </c:pt>
                <c:pt idx="998">
                  <c:v>1.2710999999999999</c:v>
                </c:pt>
                <c:pt idx="999">
                  <c:v>1.2633000000000001</c:v>
                </c:pt>
                <c:pt idx="1000">
                  <c:v>1.2556</c:v>
                </c:pt>
                <c:pt idx="1001">
                  <c:v>1.2427999999999999</c:v>
                </c:pt>
                <c:pt idx="1002">
                  <c:v>1.2479</c:v>
                </c:pt>
                <c:pt idx="1003">
                  <c:v>1.2453000000000001</c:v>
                </c:pt>
                <c:pt idx="1004">
                  <c:v>1.2479</c:v>
                </c:pt>
                <c:pt idx="1005">
                  <c:v>1.2710999999999999</c:v>
                </c:pt>
                <c:pt idx="1006">
                  <c:v>1.2787999999999999</c:v>
                </c:pt>
                <c:pt idx="1007">
                  <c:v>1.2916000000000001</c:v>
                </c:pt>
                <c:pt idx="1008">
                  <c:v>1.2865</c:v>
                </c:pt>
                <c:pt idx="1009">
                  <c:v>1.2890999999999999</c:v>
                </c:pt>
                <c:pt idx="1010">
                  <c:v>1.2916000000000001</c:v>
                </c:pt>
                <c:pt idx="1011">
                  <c:v>1.3277000000000001</c:v>
                </c:pt>
                <c:pt idx="1012">
                  <c:v>1.3328</c:v>
                </c:pt>
                <c:pt idx="1013">
                  <c:v>1.3328</c:v>
                </c:pt>
                <c:pt idx="1014">
                  <c:v>1.3173999999999999</c:v>
                </c:pt>
                <c:pt idx="1015">
                  <c:v>1.3328</c:v>
                </c:pt>
                <c:pt idx="1016">
                  <c:v>1.3225</c:v>
                </c:pt>
                <c:pt idx="1017">
                  <c:v>1.2837000000000001</c:v>
                </c:pt>
                <c:pt idx="1018">
                  <c:v>1.2937000000000001</c:v>
                </c:pt>
                <c:pt idx="1019">
                  <c:v>1.2962</c:v>
                </c:pt>
                <c:pt idx="1020">
                  <c:v>1.2911999999999999</c:v>
                </c:pt>
                <c:pt idx="1021">
                  <c:v>1.2937000000000001</c:v>
                </c:pt>
                <c:pt idx="1022">
                  <c:v>1.3136000000000001</c:v>
                </c:pt>
                <c:pt idx="1023">
                  <c:v>1.3136000000000001</c:v>
                </c:pt>
                <c:pt idx="1024">
                  <c:v>1.3234999999999999</c:v>
                </c:pt>
                <c:pt idx="1025">
                  <c:v>1.3161</c:v>
                </c:pt>
                <c:pt idx="1026">
                  <c:v>1.3285</c:v>
                </c:pt>
                <c:pt idx="1027">
                  <c:v>1.3334999999999999</c:v>
                </c:pt>
                <c:pt idx="1028">
                  <c:v>1.3234999999999999</c:v>
                </c:pt>
                <c:pt idx="1029">
                  <c:v>1.3285</c:v>
                </c:pt>
                <c:pt idx="1030">
                  <c:v>1.331</c:v>
                </c:pt>
                <c:pt idx="1031">
                  <c:v>1.3533999999999999</c:v>
                </c:pt>
                <c:pt idx="1032">
                  <c:v>1.3409</c:v>
                </c:pt>
                <c:pt idx="1033">
                  <c:v>1.3509</c:v>
                </c:pt>
                <c:pt idx="1034">
                  <c:v>1.3633</c:v>
                </c:pt>
                <c:pt idx="1035">
                  <c:v>1.4131</c:v>
                </c:pt>
                <c:pt idx="1036">
                  <c:v>1.4156</c:v>
                </c:pt>
                <c:pt idx="1037">
                  <c:v>1.4305000000000001</c:v>
                </c:pt>
                <c:pt idx="1038">
                  <c:v>1.3360000000000001</c:v>
                </c:pt>
                <c:pt idx="1039">
                  <c:v>1.3633</c:v>
                </c:pt>
                <c:pt idx="1040">
                  <c:v>1.3657999999999999</c:v>
                </c:pt>
                <c:pt idx="1041">
                  <c:v>1.3509</c:v>
                </c:pt>
                <c:pt idx="1042">
                  <c:v>1.3832</c:v>
                </c:pt>
                <c:pt idx="1043">
                  <c:v>1.4778</c:v>
                </c:pt>
                <c:pt idx="1044">
                  <c:v>1.5225</c:v>
                </c:pt>
                <c:pt idx="1045">
                  <c:v>1.53</c:v>
                </c:pt>
                <c:pt idx="1046">
                  <c:v>1.5201</c:v>
                </c:pt>
                <c:pt idx="1047">
                  <c:v>1.5822000000000001</c:v>
                </c:pt>
                <c:pt idx="1048">
                  <c:v>1.6121000000000001</c:v>
                </c:pt>
                <c:pt idx="1049">
                  <c:v>1.6944999999999999</c:v>
                </c:pt>
                <c:pt idx="1050">
                  <c:v>1.8127</c:v>
                </c:pt>
                <c:pt idx="1051">
                  <c:v>1.8553999999999999</c:v>
                </c:pt>
                <c:pt idx="1052">
                  <c:v>1.8259000000000001</c:v>
                </c:pt>
                <c:pt idx="1053">
                  <c:v>1.8521000000000001</c:v>
                </c:pt>
                <c:pt idx="1054">
                  <c:v>1.8259000000000001</c:v>
                </c:pt>
                <c:pt idx="1055">
                  <c:v>1.8521000000000001</c:v>
                </c:pt>
                <c:pt idx="1056">
                  <c:v>1.7666999999999999</c:v>
                </c:pt>
                <c:pt idx="1057">
                  <c:v>1.7208000000000001</c:v>
                </c:pt>
                <c:pt idx="1058">
                  <c:v>1.8093999999999999</c:v>
                </c:pt>
                <c:pt idx="1059">
                  <c:v>1.7996000000000001</c:v>
                </c:pt>
                <c:pt idx="1060">
                  <c:v>1.7864</c:v>
                </c:pt>
                <c:pt idx="1061">
                  <c:v>1.8226</c:v>
                </c:pt>
                <c:pt idx="1062">
                  <c:v>1.8685</c:v>
                </c:pt>
                <c:pt idx="1063">
                  <c:v>1.8553999999999999</c:v>
                </c:pt>
                <c:pt idx="1064">
                  <c:v>1.7996000000000001</c:v>
                </c:pt>
                <c:pt idx="1065">
                  <c:v>1.7536</c:v>
                </c:pt>
                <c:pt idx="1066">
                  <c:v>1.7503</c:v>
                </c:pt>
                <c:pt idx="1067">
                  <c:v>1.77</c:v>
                </c:pt>
                <c:pt idx="1068">
                  <c:v>1.7536</c:v>
                </c:pt>
                <c:pt idx="1069">
                  <c:v>1.7470000000000001</c:v>
                </c:pt>
                <c:pt idx="1070">
                  <c:v>1.7635000000000001</c:v>
                </c:pt>
                <c:pt idx="1071">
                  <c:v>1.8062</c:v>
                </c:pt>
                <c:pt idx="1072">
                  <c:v>1.7733000000000001</c:v>
                </c:pt>
                <c:pt idx="1073">
                  <c:v>1.7602</c:v>
                </c:pt>
                <c:pt idx="1074">
                  <c:v>1.7503</c:v>
                </c:pt>
                <c:pt idx="1075">
                  <c:v>1.7175</c:v>
                </c:pt>
                <c:pt idx="1076">
                  <c:v>1.7305999999999999</c:v>
                </c:pt>
                <c:pt idx="1077">
                  <c:v>1.7602</c:v>
                </c:pt>
                <c:pt idx="1078">
                  <c:v>1.7438</c:v>
                </c:pt>
                <c:pt idx="1079">
                  <c:v>1.7241</c:v>
                </c:pt>
                <c:pt idx="1080">
                  <c:v>1.7175</c:v>
                </c:pt>
                <c:pt idx="1081">
                  <c:v>1.6558999999999999</c:v>
                </c:pt>
                <c:pt idx="1082">
                  <c:v>1.6685000000000001</c:v>
                </c:pt>
                <c:pt idx="1083">
                  <c:v>1.6938</c:v>
                </c:pt>
                <c:pt idx="1084">
                  <c:v>1.6779999999999999</c:v>
                </c:pt>
                <c:pt idx="1085">
                  <c:v>1.7285999999999999</c:v>
                </c:pt>
                <c:pt idx="1086">
                  <c:v>1.6970000000000001</c:v>
                </c:pt>
                <c:pt idx="1087">
                  <c:v>1.6970000000000001</c:v>
                </c:pt>
                <c:pt idx="1088">
                  <c:v>1.7285999999999999</c:v>
                </c:pt>
                <c:pt idx="1089">
                  <c:v>1.7349000000000001</c:v>
                </c:pt>
                <c:pt idx="1090">
                  <c:v>1.7285999999999999</c:v>
                </c:pt>
                <c:pt idx="1091">
                  <c:v>1.7096</c:v>
                </c:pt>
                <c:pt idx="1092">
                  <c:v>1.7222999999999999</c:v>
                </c:pt>
                <c:pt idx="1093">
                  <c:v>1.7191000000000001</c:v>
                </c:pt>
                <c:pt idx="1094">
                  <c:v>1.7128000000000001</c:v>
                </c:pt>
                <c:pt idx="1095">
                  <c:v>1.5959000000000001</c:v>
                </c:pt>
                <c:pt idx="1096">
                  <c:v>1.599</c:v>
                </c:pt>
                <c:pt idx="1097">
                  <c:v>1.6085</c:v>
                </c:pt>
                <c:pt idx="1098">
                  <c:v>1.5927</c:v>
                </c:pt>
                <c:pt idx="1099">
                  <c:v>1.5421</c:v>
                </c:pt>
                <c:pt idx="1100">
                  <c:v>1.5042</c:v>
                </c:pt>
                <c:pt idx="1101">
                  <c:v>1.5168999999999999</c:v>
                </c:pt>
                <c:pt idx="1102">
                  <c:v>1.5389999999999999</c:v>
                </c:pt>
                <c:pt idx="1103">
                  <c:v>1.5137</c:v>
                </c:pt>
                <c:pt idx="1104">
                  <c:v>1.4916</c:v>
                </c:pt>
                <c:pt idx="1105">
                  <c:v>1.46</c:v>
                </c:pt>
                <c:pt idx="1106">
                  <c:v>1.5168999999999999</c:v>
                </c:pt>
                <c:pt idx="1107">
                  <c:v>1.5105</c:v>
                </c:pt>
                <c:pt idx="1108">
                  <c:v>1.4979</c:v>
                </c:pt>
                <c:pt idx="1109">
                  <c:v>1.4725999999999999</c:v>
                </c:pt>
                <c:pt idx="1110">
                  <c:v>1.46</c:v>
                </c:pt>
                <c:pt idx="1111">
                  <c:v>1.4662999999999999</c:v>
                </c:pt>
                <c:pt idx="1112">
                  <c:v>1.4979</c:v>
                </c:pt>
                <c:pt idx="1113">
                  <c:v>1.4853000000000001</c:v>
                </c:pt>
                <c:pt idx="1114">
                  <c:v>1.4853000000000001</c:v>
                </c:pt>
                <c:pt idx="1115">
                  <c:v>1.5042</c:v>
                </c:pt>
                <c:pt idx="1116">
                  <c:v>1.4979</c:v>
                </c:pt>
                <c:pt idx="1117">
                  <c:v>1.4853000000000001</c:v>
                </c:pt>
                <c:pt idx="1118">
                  <c:v>1.4758</c:v>
                </c:pt>
                <c:pt idx="1119">
                  <c:v>1.4662999999999999</c:v>
                </c:pt>
                <c:pt idx="1120">
                  <c:v>1.4631000000000001</c:v>
                </c:pt>
                <c:pt idx="1121">
                  <c:v>1.4441999999999999</c:v>
                </c:pt>
                <c:pt idx="1122">
                  <c:v>1.4695</c:v>
                </c:pt>
                <c:pt idx="1123">
                  <c:v>1.4853000000000001</c:v>
                </c:pt>
                <c:pt idx="1124">
                  <c:v>1.4695</c:v>
                </c:pt>
                <c:pt idx="1125">
                  <c:v>1.4662999999999999</c:v>
                </c:pt>
                <c:pt idx="1126">
                  <c:v>1.4883999999999999</c:v>
                </c:pt>
                <c:pt idx="1127">
                  <c:v>1.5516000000000001</c:v>
                </c:pt>
                <c:pt idx="1128">
                  <c:v>1.6243000000000001</c:v>
                </c:pt>
                <c:pt idx="1129">
                  <c:v>1.5894999999999999</c:v>
                </c:pt>
                <c:pt idx="1130">
                  <c:v>1.599</c:v>
                </c:pt>
                <c:pt idx="1131">
                  <c:v>1.5610999999999999</c:v>
                </c:pt>
                <c:pt idx="1132">
                  <c:v>1.5894999999999999</c:v>
                </c:pt>
                <c:pt idx="1133">
                  <c:v>1.5706</c:v>
                </c:pt>
                <c:pt idx="1134">
                  <c:v>1.5168999999999999</c:v>
                </c:pt>
                <c:pt idx="1135">
                  <c:v>1.5011000000000001</c:v>
                </c:pt>
                <c:pt idx="1136">
                  <c:v>1.5452999999999999</c:v>
                </c:pt>
                <c:pt idx="1137">
                  <c:v>1.5421</c:v>
                </c:pt>
                <c:pt idx="1138">
                  <c:v>1.5579000000000001</c:v>
                </c:pt>
                <c:pt idx="1139">
                  <c:v>1.5610999999999999</c:v>
                </c:pt>
                <c:pt idx="1140">
                  <c:v>1.5959000000000001</c:v>
                </c:pt>
                <c:pt idx="1141">
                  <c:v>1.5864</c:v>
                </c:pt>
                <c:pt idx="1142">
                  <c:v>1.599</c:v>
                </c:pt>
                <c:pt idx="1143">
                  <c:v>1.5801000000000001</c:v>
                </c:pt>
                <c:pt idx="1144">
                  <c:v>1.5706</c:v>
                </c:pt>
                <c:pt idx="1145">
                  <c:v>1.5706</c:v>
                </c:pt>
                <c:pt idx="1146">
                  <c:v>1.5801000000000001</c:v>
                </c:pt>
                <c:pt idx="1147">
                  <c:v>1.4970000000000001</c:v>
                </c:pt>
                <c:pt idx="1148">
                  <c:v>1.4999</c:v>
                </c:pt>
                <c:pt idx="1149">
                  <c:v>1.5768</c:v>
                </c:pt>
                <c:pt idx="1150">
                  <c:v>1.5798000000000001</c:v>
                </c:pt>
                <c:pt idx="1151">
                  <c:v>1.5739000000000001</c:v>
                </c:pt>
                <c:pt idx="1152">
                  <c:v>1.6153</c:v>
                </c:pt>
                <c:pt idx="1153">
                  <c:v>1.6686000000000001</c:v>
                </c:pt>
                <c:pt idx="1154">
                  <c:v>1.6301000000000001</c:v>
                </c:pt>
                <c:pt idx="1155">
                  <c:v>1.6064000000000001</c:v>
                </c:pt>
                <c:pt idx="1156">
                  <c:v>1.6123000000000001</c:v>
                </c:pt>
                <c:pt idx="1157">
                  <c:v>1.6005</c:v>
                </c:pt>
                <c:pt idx="1158">
                  <c:v>1.6271</c:v>
                </c:pt>
                <c:pt idx="1159">
                  <c:v>1.6212</c:v>
                </c:pt>
                <c:pt idx="1160">
                  <c:v>1.5975999999999999</c:v>
                </c:pt>
                <c:pt idx="1161">
                  <c:v>1.5946</c:v>
                </c:pt>
                <c:pt idx="1162">
                  <c:v>1.5946</c:v>
                </c:pt>
                <c:pt idx="1163">
                  <c:v>1.5443</c:v>
                </c:pt>
                <c:pt idx="1164">
                  <c:v>1.5680000000000001</c:v>
                </c:pt>
                <c:pt idx="1165">
                  <c:v>1.5709</c:v>
                </c:pt>
                <c:pt idx="1166">
                  <c:v>1.5798000000000001</c:v>
                </c:pt>
                <c:pt idx="1167">
                  <c:v>1.6093999999999999</c:v>
                </c:pt>
                <c:pt idx="1168">
                  <c:v>1.6153</c:v>
                </c:pt>
                <c:pt idx="1169">
                  <c:v>1.639</c:v>
                </c:pt>
                <c:pt idx="1170">
                  <c:v>1.6449</c:v>
                </c:pt>
                <c:pt idx="1171">
                  <c:v>1.6005</c:v>
                </c:pt>
                <c:pt idx="1172">
                  <c:v>1.6183000000000001</c:v>
                </c:pt>
                <c:pt idx="1173">
                  <c:v>1.6331</c:v>
                </c:pt>
                <c:pt idx="1174">
                  <c:v>1.6477999999999999</c:v>
                </c:pt>
                <c:pt idx="1175">
                  <c:v>1.7159</c:v>
                </c:pt>
                <c:pt idx="1176">
                  <c:v>1.6774</c:v>
                </c:pt>
                <c:pt idx="1177">
                  <c:v>1.6745000000000001</c:v>
                </c:pt>
                <c:pt idx="1178">
                  <c:v>1.6774</c:v>
                </c:pt>
                <c:pt idx="1179">
                  <c:v>1.6715</c:v>
                </c:pt>
                <c:pt idx="1180">
                  <c:v>1.7011000000000001</c:v>
                </c:pt>
                <c:pt idx="1181">
                  <c:v>1.7040999999999999</c:v>
                </c:pt>
                <c:pt idx="1182">
                  <c:v>1.6862999999999999</c:v>
                </c:pt>
                <c:pt idx="1183">
                  <c:v>1.6359999999999999</c:v>
                </c:pt>
                <c:pt idx="1184">
                  <c:v>1.6005</c:v>
                </c:pt>
                <c:pt idx="1185">
                  <c:v>1.5946</c:v>
                </c:pt>
                <c:pt idx="1186">
                  <c:v>1.6005</c:v>
                </c:pt>
                <c:pt idx="1187">
                  <c:v>1.5798000000000001</c:v>
                </c:pt>
                <c:pt idx="1188">
                  <c:v>1.4702999999999999</c:v>
                </c:pt>
                <c:pt idx="1189">
                  <c:v>1.5709</c:v>
                </c:pt>
                <c:pt idx="1190">
                  <c:v>1.5857000000000001</c:v>
                </c:pt>
                <c:pt idx="1191">
                  <c:v>1.5531999999999999</c:v>
                </c:pt>
                <c:pt idx="1192">
                  <c:v>1.5472999999999999</c:v>
                </c:pt>
                <c:pt idx="1193">
                  <c:v>1.5443</c:v>
                </c:pt>
                <c:pt idx="1194">
                  <c:v>1.5590999999999999</c:v>
                </c:pt>
                <c:pt idx="1195">
                  <c:v>1.5561</c:v>
                </c:pt>
                <c:pt idx="1196">
                  <c:v>1.5621</c:v>
                </c:pt>
                <c:pt idx="1197">
                  <c:v>1.5354000000000001</c:v>
                </c:pt>
                <c:pt idx="1198">
                  <c:v>1.4792000000000001</c:v>
                </c:pt>
                <c:pt idx="1199">
                  <c:v>1.5146999999999999</c:v>
                </c:pt>
                <c:pt idx="1200">
                  <c:v>1.5384</c:v>
                </c:pt>
                <c:pt idx="1201">
                  <c:v>1.5266</c:v>
                </c:pt>
                <c:pt idx="1202">
                  <c:v>1.5472999999999999</c:v>
                </c:pt>
                <c:pt idx="1203">
                  <c:v>1.5236000000000001</c:v>
                </c:pt>
                <c:pt idx="1204">
                  <c:v>1.4838</c:v>
                </c:pt>
                <c:pt idx="1205">
                  <c:v>1.4865999999999999</c:v>
                </c:pt>
                <c:pt idx="1206">
                  <c:v>1.4754</c:v>
                </c:pt>
                <c:pt idx="1207">
                  <c:v>1.4558</c:v>
                </c:pt>
                <c:pt idx="1208">
                  <c:v>1.4390000000000001</c:v>
                </c:pt>
                <c:pt idx="1209">
                  <c:v>1.4360999999999999</c:v>
                </c:pt>
                <c:pt idx="1210">
                  <c:v>1.4922</c:v>
                </c:pt>
                <c:pt idx="1211">
                  <c:v>1.4865999999999999</c:v>
                </c:pt>
                <c:pt idx="1212">
                  <c:v>1.4979</c:v>
                </c:pt>
                <c:pt idx="1213">
                  <c:v>1.4838</c:v>
                </c:pt>
                <c:pt idx="1214">
                  <c:v>1.4979</c:v>
                </c:pt>
                <c:pt idx="1215">
                  <c:v>1.4922</c:v>
                </c:pt>
                <c:pt idx="1216">
                  <c:v>1.4754</c:v>
                </c:pt>
                <c:pt idx="1217">
                  <c:v>1.4838</c:v>
                </c:pt>
                <c:pt idx="1218">
                  <c:v>1.4782</c:v>
                </c:pt>
                <c:pt idx="1219">
                  <c:v>1.4754</c:v>
                </c:pt>
                <c:pt idx="1220">
                  <c:v>1.4698</c:v>
                </c:pt>
                <c:pt idx="1221">
                  <c:v>1.4810000000000001</c:v>
                </c:pt>
                <c:pt idx="1222">
                  <c:v>1.4698</c:v>
                </c:pt>
                <c:pt idx="1223">
                  <c:v>1.4585999999999999</c:v>
                </c:pt>
                <c:pt idx="1224">
                  <c:v>1.4614</c:v>
                </c:pt>
                <c:pt idx="1225">
                  <c:v>1.4641999999999999</c:v>
                </c:pt>
                <c:pt idx="1226">
                  <c:v>1.4558</c:v>
                </c:pt>
                <c:pt idx="1227">
                  <c:v>1.4614</c:v>
                </c:pt>
                <c:pt idx="1228">
                  <c:v>1.4641999999999999</c:v>
                </c:pt>
                <c:pt idx="1229">
                  <c:v>1.4670000000000001</c:v>
                </c:pt>
                <c:pt idx="1230">
                  <c:v>1.4585999999999999</c:v>
                </c:pt>
                <c:pt idx="1231">
                  <c:v>1.4530000000000001</c:v>
                </c:pt>
                <c:pt idx="1232">
                  <c:v>1.4474</c:v>
                </c:pt>
                <c:pt idx="1233">
                  <c:v>1.4501999999999999</c:v>
                </c:pt>
                <c:pt idx="1234">
                  <c:v>1.4390000000000001</c:v>
                </c:pt>
                <c:pt idx="1235">
                  <c:v>1.4305000000000001</c:v>
                </c:pt>
                <c:pt idx="1236">
                  <c:v>1.4053</c:v>
                </c:pt>
                <c:pt idx="1237">
                  <c:v>1.38</c:v>
                </c:pt>
                <c:pt idx="1238">
                  <c:v>1.3913</c:v>
                </c:pt>
                <c:pt idx="1239">
                  <c:v>1.3829</c:v>
                </c:pt>
                <c:pt idx="1240">
                  <c:v>1.3913</c:v>
                </c:pt>
                <c:pt idx="1241">
                  <c:v>1.4305000000000001</c:v>
                </c:pt>
                <c:pt idx="1242">
                  <c:v>1.4249000000000001</c:v>
                </c:pt>
                <c:pt idx="1243">
                  <c:v>1.4025000000000001</c:v>
                </c:pt>
                <c:pt idx="1244">
                  <c:v>1.4025000000000001</c:v>
                </c:pt>
                <c:pt idx="1245">
                  <c:v>1.4080999999999999</c:v>
                </c:pt>
                <c:pt idx="1246">
                  <c:v>1.3913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369-482A-AABF-3F96793D909E}"/>
            </c:ext>
          </c:extLst>
        </c:ser>
        <c:ser>
          <c:idx val="2"/>
          <c:order val="1"/>
          <c:tx>
            <c:strRef>
              <c:f>'PB ratio'!$D$105</c:f>
              <c:strCache>
                <c:ptCount val="1"/>
                <c:pt idx="0">
                  <c:v>+1SD</c:v>
                </c:pt>
              </c:strCache>
            </c:strRef>
          </c:tx>
          <c:spPr>
            <a:ln w="12700" cap="rnd">
              <a:solidFill>
                <a:srgbClr val="E8E8E8">
                  <a:lumMod val="50000"/>
                </a:srgbClr>
              </a:solidFill>
              <a:round/>
            </a:ln>
            <a:effectLst/>
          </c:spPr>
          <c:marker>
            <c:symbol val="none"/>
          </c:marker>
          <c:cat>
            <c:numRef>
              <c:f>'PB ratio'!$A$106:$A$1353</c:f>
              <c:numCache>
                <c:formatCode>m/d/yyyy</c:formatCode>
                <c:ptCount val="1248"/>
                <c:pt idx="0">
                  <c:v>44349</c:v>
                </c:pt>
                <c:pt idx="1">
                  <c:v>44350</c:v>
                </c:pt>
                <c:pt idx="2">
                  <c:v>44351</c:v>
                </c:pt>
                <c:pt idx="3">
                  <c:v>44354</c:v>
                </c:pt>
                <c:pt idx="4">
                  <c:v>44355</c:v>
                </c:pt>
                <c:pt idx="5">
                  <c:v>44356</c:v>
                </c:pt>
                <c:pt idx="6">
                  <c:v>44357</c:v>
                </c:pt>
                <c:pt idx="7">
                  <c:v>44358</c:v>
                </c:pt>
                <c:pt idx="8">
                  <c:v>44361</c:v>
                </c:pt>
                <c:pt idx="9">
                  <c:v>44362</c:v>
                </c:pt>
                <c:pt idx="10">
                  <c:v>44363</c:v>
                </c:pt>
                <c:pt idx="11">
                  <c:v>44364</c:v>
                </c:pt>
                <c:pt idx="12">
                  <c:v>44365</c:v>
                </c:pt>
                <c:pt idx="13">
                  <c:v>44368</c:v>
                </c:pt>
                <c:pt idx="14">
                  <c:v>44369</c:v>
                </c:pt>
                <c:pt idx="15">
                  <c:v>44370</c:v>
                </c:pt>
                <c:pt idx="16">
                  <c:v>44371</c:v>
                </c:pt>
                <c:pt idx="17">
                  <c:v>44372</c:v>
                </c:pt>
                <c:pt idx="18">
                  <c:v>44375</c:v>
                </c:pt>
                <c:pt idx="19">
                  <c:v>44376</c:v>
                </c:pt>
                <c:pt idx="20">
                  <c:v>44377</c:v>
                </c:pt>
                <c:pt idx="21">
                  <c:v>44378</c:v>
                </c:pt>
                <c:pt idx="22">
                  <c:v>44379</c:v>
                </c:pt>
                <c:pt idx="23">
                  <c:v>44382</c:v>
                </c:pt>
                <c:pt idx="24">
                  <c:v>44383</c:v>
                </c:pt>
                <c:pt idx="25">
                  <c:v>44384</c:v>
                </c:pt>
                <c:pt idx="26">
                  <c:v>44385</c:v>
                </c:pt>
                <c:pt idx="27">
                  <c:v>44386</c:v>
                </c:pt>
                <c:pt idx="28">
                  <c:v>44389</c:v>
                </c:pt>
                <c:pt idx="29">
                  <c:v>44390</c:v>
                </c:pt>
                <c:pt idx="30">
                  <c:v>44391</c:v>
                </c:pt>
                <c:pt idx="31">
                  <c:v>44392</c:v>
                </c:pt>
                <c:pt idx="32">
                  <c:v>44393</c:v>
                </c:pt>
                <c:pt idx="33">
                  <c:v>44396</c:v>
                </c:pt>
                <c:pt idx="34">
                  <c:v>44397</c:v>
                </c:pt>
                <c:pt idx="35">
                  <c:v>44398</c:v>
                </c:pt>
                <c:pt idx="36">
                  <c:v>44399</c:v>
                </c:pt>
                <c:pt idx="37">
                  <c:v>44400</c:v>
                </c:pt>
                <c:pt idx="38">
                  <c:v>44403</c:v>
                </c:pt>
                <c:pt idx="39">
                  <c:v>44404</c:v>
                </c:pt>
                <c:pt idx="40">
                  <c:v>44405</c:v>
                </c:pt>
                <c:pt idx="41">
                  <c:v>44406</c:v>
                </c:pt>
                <c:pt idx="42">
                  <c:v>44407</c:v>
                </c:pt>
                <c:pt idx="43">
                  <c:v>44410</c:v>
                </c:pt>
                <c:pt idx="44">
                  <c:v>44411</c:v>
                </c:pt>
                <c:pt idx="45">
                  <c:v>44412</c:v>
                </c:pt>
                <c:pt idx="46">
                  <c:v>44413</c:v>
                </c:pt>
                <c:pt idx="47">
                  <c:v>44414</c:v>
                </c:pt>
                <c:pt idx="48">
                  <c:v>44417</c:v>
                </c:pt>
                <c:pt idx="49">
                  <c:v>44418</c:v>
                </c:pt>
                <c:pt idx="50">
                  <c:v>44419</c:v>
                </c:pt>
                <c:pt idx="51">
                  <c:v>44420</c:v>
                </c:pt>
                <c:pt idx="52">
                  <c:v>44421</c:v>
                </c:pt>
                <c:pt idx="53">
                  <c:v>44424</c:v>
                </c:pt>
                <c:pt idx="54">
                  <c:v>44425</c:v>
                </c:pt>
                <c:pt idx="55">
                  <c:v>44426</c:v>
                </c:pt>
                <c:pt idx="56">
                  <c:v>44427</c:v>
                </c:pt>
                <c:pt idx="57">
                  <c:v>44428</c:v>
                </c:pt>
                <c:pt idx="58">
                  <c:v>44431</c:v>
                </c:pt>
                <c:pt idx="59">
                  <c:v>44432</c:v>
                </c:pt>
                <c:pt idx="60">
                  <c:v>44433</c:v>
                </c:pt>
                <c:pt idx="61">
                  <c:v>44434</c:v>
                </c:pt>
                <c:pt idx="62">
                  <c:v>44435</c:v>
                </c:pt>
                <c:pt idx="63">
                  <c:v>44438</c:v>
                </c:pt>
                <c:pt idx="64">
                  <c:v>44439</c:v>
                </c:pt>
                <c:pt idx="65">
                  <c:v>44440</c:v>
                </c:pt>
                <c:pt idx="66">
                  <c:v>44445</c:v>
                </c:pt>
                <c:pt idx="67">
                  <c:v>44446</c:v>
                </c:pt>
                <c:pt idx="68">
                  <c:v>44447</c:v>
                </c:pt>
                <c:pt idx="69">
                  <c:v>44448</c:v>
                </c:pt>
                <c:pt idx="70">
                  <c:v>44449</c:v>
                </c:pt>
                <c:pt idx="71">
                  <c:v>44452</c:v>
                </c:pt>
                <c:pt idx="72">
                  <c:v>44453</c:v>
                </c:pt>
                <c:pt idx="73">
                  <c:v>44454</c:v>
                </c:pt>
                <c:pt idx="74">
                  <c:v>44455</c:v>
                </c:pt>
                <c:pt idx="75">
                  <c:v>44456</c:v>
                </c:pt>
                <c:pt idx="76">
                  <c:v>44459</c:v>
                </c:pt>
                <c:pt idx="77">
                  <c:v>44460</c:v>
                </c:pt>
                <c:pt idx="78">
                  <c:v>44461</c:v>
                </c:pt>
                <c:pt idx="79">
                  <c:v>44462</c:v>
                </c:pt>
                <c:pt idx="80">
                  <c:v>44463</c:v>
                </c:pt>
                <c:pt idx="81">
                  <c:v>44466</c:v>
                </c:pt>
                <c:pt idx="82">
                  <c:v>44467</c:v>
                </c:pt>
                <c:pt idx="83">
                  <c:v>44468</c:v>
                </c:pt>
                <c:pt idx="84">
                  <c:v>44469</c:v>
                </c:pt>
                <c:pt idx="85">
                  <c:v>44470</c:v>
                </c:pt>
                <c:pt idx="86">
                  <c:v>44473</c:v>
                </c:pt>
                <c:pt idx="87">
                  <c:v>44474</c:v>
                </c:pt>
                <c:pt idx="88">
                  <c:v>44475</c:v>
                </c:pt>
                <c:pt idx="89">
                  <c:v>44476</c:v>
                </c:pt>
                <c:pt idx="90">
                  <c:v>44477</c:v>
                </c:pt>
                <c:pt idx="91">
                  <c:v>44480</c:v>
                </c:pt>
                <c:pt idx="92">
                  <c:v>44481</c:v>
                </c:pt>
                <c:pt idx="93">
                  <c:v>44482</c:v>
                </c:pt>
                <c:pt idx="94">
                  <c:v>44483</c:v>
                </c:pt>
                <c:pt idx="95">
                  <c:v>44484</c:v>
                </c:pt>
                <c:pt idx="96">
                  <c:v>44487</c:v>
                </c:pt>
                <c:pt idx="97">
                  <c:v>44488</c:v>
                </c:pt>
                <c:pt idx="98">
                  <c:v>44489</c:v>
                </c:pt>
                <c:pt idx="99">
                  <c:v>44490</c:v>
                </c:pt>
                <c:pt idx="100">
                  <c:v>44491</c:v>
                </c:pt>
                <c:pt idx="101">
                  <c:v>44494</c:v>
                </c:pt>
                <c:pt idx="102">
                  <c:v>44495</c:v>
                </c:pt>
                <c:pt idx="103">
                  <c:v>44496</c:v>
                </c:pt>
                <c:pt idx="104">
                  <c:v>44497</c:v>
                </c:pt>
                <c:pt idx="105">
                  <c:v>44498</c:v>
                </c:pt>
                <c:pt idx="106">
                  <c:v>44501</c:v>
                </c:pt>
                <c:pt idx="107">
                  <c:v>44502</c:v>
                </c:pt>
                <c:pt idx="108">
                  <c:v>44503</c:v>
                </c:pt>
                <c:pt idx="109">
                  <c:v>44504</c:v>
                </c:pt>
                <c:pt idx="110">
                  <c:v>44505</c:v>
                </c:pt>
                <c:pt idx="111">
                  <c:v>44508</c:v>
                </c:pt>
                <c:pt idx="112">
                  <c:v>44509</c:v>
                </c:pt>
                <c:pt idx="113">
                  <c:v>44510</c:v>
                </c:pt>
                <c:pt idx="114">
                  <c:v>44511</c:v>
                </c:pt>
                <c:pt idx="115">
                  <c:v>44512</c:v>
                </c:pt>
                <c:pt idx="116">
                  <c:v>44515</c:v>
                </c:pt>
                <c:pt idx="117">
                  <c:v>44516</c:v>
                </c:pt>
                <c:pt idx="118">
                  <c:v>44517</c:v>
                </c:pt>
                <c:pt idx="119">
                  <c:v>44518</c:v>
                </c:pt>
                <c:pt idx="120">
                  <c:v>44519</c:v>
                </c:pt>
                <c:pt idx="121">
                  <c:v>44522</c:v>
                </c:pt>
                <c:pt idx="122">
                  <c:v>44523</c:v>
                </c:pt>
                <c:pt idx="123">
                  <c:v>44524</c:v>
                </c:pt>
                <c:pt idx="124">
                  <c:v>44525</c:v>
                </c:pt>
                <c:pt idx="125">
                  <c:v>44526</c:v>
                </c:pt>
                <c:pt idx="126">
                  <c:v>44529</c:v>
                </c:pt>
                <c:pt idx="127">
                  <c:v>44530</c:v>
                </c:pt>
                <c:pt idx="128">
                  <c:v>44531</c:v>
                </c:pt>
                <c:pt idx="129">
                  <c:v>44532</c:v>
                </c:pt>
                <c:pt idx="130">
                  <c:v>44533</c:v>
                </c:pt>
                <c:pt idx="131">
                  <c:v>44536</c:v>
                </c:pt>
                <c:pt idx="132">
                  <c:v>44537</c:v>
                </c:pt>
                <c:pt idx="133">
                  <c:v>44538</c:v>
                </c:pt>
                <c:pt idx="134">
                  <c:v>44539</c:v>
                </c:pt>
                <c:pt idx="135">
                  <c:v>44540</c:v>
                </c:pt>
                <c:pt idx="136">
                  <c:v>44543</c:v>
                </c:pt>
                <c:pt idx="137">
                  <c:v>44544</c:v>
                </c:pt>
                <c:pt idx="138">
                  <c:v>44545</c:v>
                </c:pt>
                <c:pt idx="139">
                  <c:v>44546</c:v>
                </c:pt>
                <c:pt idx="140">
                  <c:v>44547</c:v>
                </c:pt>
                <c:pt idx="141">
                  <c:v>44550</c:v>
                </c:pt>
                <c:pt idx="142">
                  <c:v>44551</c:v>
                </c:pt>
                <c:pt idx="143">
                  <c:v>44552</c:v>
                </c:pt>
                <c:pt idx="144">
                  <c:v>44553</c:v>
                </c:pt>
                <c:pt idx="145">
                  <c:v>44554</c:v>
                </c:pt>
                <c:pt idx="146">
                  <c:v>44557</c:v>
                </c:pt>
                <c:pt idx="147">
                  <c:v>44558</c:v>
                </c:pt>
                <c:pt idx="148">
                  <c:v>44559</c:v>
                </c:pt>
                <c:pt idx="149">
                  <c:v>44560</c:v>
                </c:pt>
                <c:pt idx="150">
                  <c:v>44561</c:v>
                </c:pt>
                <c:pt idx="151">
                  <c:v>44565</c:v>
                </c:pt>
                <c:pt idx="152">
                  <c:v>44566</c:v>
                </c:pt>
                <c:pt idx="153">
                  <c:v>44567</c:v>
                </c:pt>
                <c:pt idx="154">
                  <c:v>44568</c:v>
                </c:pt>
                <c:pt idx="155">
                  <c:v>44571</c:v>
                </c:pt>
                <c:pt idx="156">
                  <c:v>44572</c:v>
                </c:pt>
                <c:pt idx="157">
                  <c:v>44573</c:v>
                </c:pt>
                <c:pt idx="158">
                  <c:v>44574</c:v>
                </c:pt>
                <c:pt idx="159">
                  <c:v>44575</c:v>
                </c:pt>
                <c:pt idx="160">
                  <c:v>44578</c:v>
                </c:pt>
                <c:pt idx="161">
                  <c:v>44579</c:v>
                </c:pt>
                <c:pt idx="162">
                  <c:v>44580</c:v>
                </c:pt>
                <c:pt idx="163">
                  <c:v>44581</c:v>
                </c:pt>
                <c:pt idx="164">
                  <c:v>44582</c:v>
                </c:pt>
                <c:pt idx="165">
                  <c:v>44585</c:v>
                </c:pt>
                <c:pt idx="166">
                  <c:v>44586</c:v>
                </c:pt>
                <c:pt idx="167">
                  <c:v>44587</c:v>
                </c:pt>
                <c:pt idx="168">
                  <c:v>44588</c:v>
                </c:pt>
                <c:pt idx="169">
                  <c:v>44589</c:v>
                </c:pt>
                <c:pt idx="170">
                  <c:v>44599</c:v>
                </c:pt>
                <c:pt idx="171">
                  <c:v>44600</c:v>
                </c:pt>
                <c:pt idx="172">
                  <c:v>44601</c:v>
                </c:pt>
                <c:pt idx="173">
                  <c:v>44602</c:v>
                </c:pt>
                <c:pt idx="174">
                  <c:v>44603</c:v>
                </c:pt>
                <c:pt idx="175">
                  <c:v>44606</c:v>
                </c:pt>
                <c:pt idx="176">
                  <c:v>44607</c:v>
                </c:pt>
                <c:pt idx="177">
                  <c:v>44608</c:v>
                </c:pt>
                <c:pt idx="178">
                  <c:v>44609</c:v>
                </c:pt>
                <c:pt idx="179">
                  <c:v>44610</c:v>
                </c:pt>
                <c:pt idx="180">
                  <c:v>44613</c:v>
                </c:pt>
                <c:pt idx="181">
                  <c:v>44614</c:v>
                </c:pt>
                <c:pt idx="182">
                  <c:v>44615</c:v>
                </c:pt>
                <c:pt idx="183">
                  <c:v>44616</c:v>
                </c:pt>
                <c:pt idx="184">
                  <c:v>44617</c:v>
                </c:pt>
                <c:pt idx="185">
                  <c:v>44620</c:v>
                </c:pt>
                <c:pt idx="186">
                  <c:v>44621</c:v>
                </c:pt>
                <c:pt idx="187">
                  <c:v>44622</c:v>
                </c:pt>
                <c:pt idx="188">
                  <c:v>44623</c:v>
                </c:pt>
                <c:pt idx="189">
                  <c:v>44624</c:v>
                </c:pt>
                <c:pt idx="190">
                  <c:v>44627</c:v>
                </c:pt>
                <c:pt idx="191">
                  <c:v>44628</c:v>
                </c:pt>
                <c:pt idx="192">
                  <c:v>44629</c:v>
                </c:pt>
                <c:pt idx="193">
                  <c:v>44630</c:v>
                </c:pt>
                <c:pt idx="194">
                  <c:v>44631</c:v>
                </c:pt>
                <c:pt idx="195">
                  <c:v>44634</c:v>
                </c:pt>
                <c:pt idx="196">
                  <c:v>44635</c:v>
                </c:pt>
                <c:pt idx="197">
                  <c:v>44636</c:v>
                </c:pt>
                <c:pt idx="198">
                  <c:v>44637</c:v>
                </c:pt>
                <c:pt idx="199">
                  <c:v>44638</c:v>
                </c:pt>
                <c:pt idx="200">
                  <c:v>44641</c:v>
                </c:pt>
                <c:pt idx="201">
                  <c:v>44642</c:v>
                </c:pt>
                <c:pt idx="202">
                  <c:v>44643</c:v>
                </c:pt>
                <c:pt idx="203">
                  <c:v>44644</c:v>
                </c:pt>
                <c:pt idx="204">
                  <c:v>44645</c:v>
                </c:pt>
                <c:pt idx="205">
                  <c:v>44648</c:v>
                </c:pt>
                <c:pt idx="206">
                  <c:v>44649</c:v>
                </c:pt>
                <c:pt idx="207">
                  <c:v>44650</c:v>
                </c:pt>
                <c:pt idx="208">
                  <c:v>44651</c:v>
                </c:pt>
                <c:pt idx="209">
                  <c:v>44652</c:v>
                </c:pt>
                <c:pt idx="210">
                  <c:v>44655</c:v>
                </c:pt>
                <c:pt idx="211">
                  <c:v>44656</c:v>
                </c:pt>
                <c:pt idx="212">
                  <c:v>44657</c:v>
                </c:pt>
                <c:pt idx="213">
                  <c:v>44658</c:v>
                </c:pt>
                <c:pt idx="214">
                  <c:v>44659</c:v>
                </c:pt>
                <c:pt idx="215">
                  <c:v>44663</c:v>
                </c:pt>
                <c:pt idx="216">
                  <c:v>44664</c:v>
                </c:pt>
                <c:pt idx="217">
                  <c:v>44665</c:v>
                </c:pt>
                <c:pt idx="218">
                  <c:v>44666</c:v>
                </c:pt>
                <c:pt idx="219">
                  <c:v>44669</c:v>
                </c:pt>
                <c:pt idx="220">
                  <c:v>44670</c:v>
                </c:pt>
                <c:pt idx="221">
                  <c:v>44671</c:v>
                </c:pt>
                <c:pt idx="222">
                  <c:v>44672</c:v>
                </c:pt>
                <c:pt idx="223">
                  <c:v>44673</c:v>
                </c:pt>
                <c:pt idx="224">
                  <c:v>44676</c:v>
                </c:pt>
                <c:pt idx="225">
                  <c:v>44677</c:v>
                </c:pt>
                <c:pt idx="226">
                  <c:v>44678</c:v>
                </c:pt>
                <c:pt idx="227">
                  <c:v>44679</c:v>
                </c:pt>
                <c:pt idx="228">
                  <c:v>44680</c:v>
                </c:pt>
                <c:pt idx="229">
                  <c:v>44685</c:v>
                </c:pt>
                <c:pt idx="230">
                  <c:v>44686</c:v>
                </c:pt>
                <c:pt idx="231">
                  <c:v>44687</c:v>
                </c:pt>
                <c:pt idx="232">
                  <c:v>44690</c:v>
                </c:pt>
                <c:pt idx="233">
                  <c:v>44691</c:v>
                </c:pt>
                <c:pt idx="234">
                  <c:v>44692</c:v>
                </c:pt>
                <c:pt idx="235">
                  <c:v>44693</c:v>
                </c:pt>
                <c:pt idx="236">
                  <c:v>44694</c:v>
                </c:pt>
                <c:pt idx="237">
                  <c:v>44697</c:v>
                </c:pt>
                <c:pt idx="238">
                  <c:v>44698</c:v>
                </c:pt>
                <c:pt idx="239">
                  <c:v>44699</c:v>
                </c:pt>
                <c:pt idx="240">
                  <c:v>44700</c:v>
                </c:pt>
                <c:pt idx="241">
                  <c:v>44701</c:v>
                </c:pt>
                <c:pt idx="242">
                  <c:v>44704</c:v>
                </c:pt>
                <c:pt idx="243">
                  <c:v>44705</c:v>
                </c:pt>
                <c:pt idx="244">
                  <c:v>44706</c:v>
                </c:pt>
                <c:pt idx="245">
                  <c:v>44707</c:v>
                </c:pt>
                <c:pt idx="246">
                  <c:v>44708</c:v>
                </c:pt>
                <c:pt idx="247">
                  <c:v>44711</c:v>
                </c:pt>
                <c:pt idx="248">
                  <c:v>44712</c:v>
                </c:pt>
                <c:pt idx="249">
                  <c:v>44713</c:v>
                </c:pt>
                <c:pt idx="250">
                  <c:v>44714</c:v>
                </c:pt>
                <c:pt idx="251">
                  <c:v>44715</c:v>
                </c:pt>
                <c:pt idx="252">
                  <c:v>44718</c:v>
                </c:pt>
                <c:pt idx="253">
                  <c:v>44719</c:v>
                </c:pt>
                <c:pt idx="254">
                  <c:v>44720</c:v>
                </c:pt>
                <c:pt idx="255">
                  <c:v>44721</c:v>
                </c:pt>
                <c:pt idx="256">
                  <c:v>44722</c:v>
                </c:pt>
                <c:pt idx="257">
                  <c:v>44725</c:v>
                </c:pt>
                <c:pt idx="258">
                  <c:v>44726</c:v>
                </c:pt>
                <c:pt idx="259">
                  <c:v>44727</c:v>
                </c:pt>
                <c:pt idx="260">
                  <c:v>44728</c:v>
                </c:pt>
                <c:pt idx="261">
                  <c:v>44729</c:v>
                </c:pt>
                <c:pt idx="262">
                  <c:v>44732</c:v>
                </c:pt>
                <c:pt idx="263">
                  <c:v>44733</c:v>
                </c:pt>
                <c:pt idx="264">
                  <c:v>44734</c:v>
                </c:pt>
                <c:pt idx="265">
                  <c:v>44735</c:v>
                </c:pt>
                <c:pt idx="266">
                  <c:v>44736</c:v>
                </c:pt>
                <c:pt idx="267">
                  <c:v>44739</c:v>
                </c:pt>
                <c:pt idx="268">
                  <c:v>44740</c:v>
                </c:pt>
                <c:pt idx="269">
                  <c:v>44741</c:v>
                </c:pt>
                <c:pt idx="270">
                  <c:v>44742</c:v>
                </c:pt>
                <c:pt idx="271">
                  <c:v>44743</c:v>
                </c:pt>
                <c:pt idx="272">
                  <c:v>44746</c:v>
                </c:pt>
                <c:pt idx="273">
                  <c:v>44747</c:v>
                </c:pt>
                <c:pt idx="274">
                  <c:v>44748</c:v>
                </c:pt>
                <c:pt idx="275">
                  <c:v>44749</c:v>
                </c:pt>
                <c:pt idx="276">
                  <c:v>44750</c:v>
                </c:pt>
                <c:pt idx="277">
                  <c:v>44753</c:v>
                </c:pt>
                <c:pt idx="278">
                  <c:v>44754</c:v>
                </c:pt>
                <c:pt idx="279">
                  <c:v>44755</c:v>
                </c:pt>
                <c:pt idx="280">
                  <c:v>44756</c:v>
                </c:pt>
                <c:pt idx="281">
                  <c:v>44757</c:v>
                </c:pt>
                <c:pt idx="282">
                  <c:v>44760</c:v>
                </c:pt>
                <c:pt idx="283">
                  <c:v>44761</c:v>
                </c:pt>
                <c:pt idx="284">
                  <c:v>44762</c:v>
                </c:pt>
                <c:pt idx="285">
                  <c:v>44763</c:v>
                </c:pt>
                <c:pt idx="286">
                  <c:v>44764</c:v>
                </c:pt>
                <c:pt idx="287">
                  <c:v>44767</c:v>
                </c:pt>
                <c:pt idx="288">
                  <c:v>44768</c:v>
                </c:pt>
                <c:pt idx="289">
                  <c:v>44769</c:v>
                </c:pt>
                <c:pt idx="290">
                  <c:v>44770</c:v>
                </c:pt>
                <c:pt idx="291">
                  <c:v>44771</c:v>
                </c:pt>
                <c:pt idx="292">
                  <c:v>44774</c:v>
                </c:pt>
                <c:pt idx="293">
                  <c:v>44775</c:v>
                </c:pt>
                <c:pt idx="294">
                  <c:v>44776</c:v>
                </c:pt>
                <c:pt idx="295">
                  <c:v>44777</c:v>
                </c:pt>
                <c:pt idx="296">
                  <c:v>44778</c:v>
                </c:pt>
                <c:pt idx="297">
                  <c:v>44781</c:v>
                </c:pt>
                <c:pt idx="298">
                  <c:v>44782</c:v>
                </c:pt>
                <c:pt idx="299">
                  <c:v>44783</c:v>
                </c:pt>
                <c:pt idx="300">
                  <c:v>44784</c:v>
                </c:pt>
                <c:pt idx="301">
                  <c:v>44785</c:v>
                </c:pt>
                <c:pt idx="302">
                  <c:v>44788</c:v>
                </c:pt>
                <c:pt idx="303">
                  <c:v>44789</c:v>
                </c:pt>
                <c:pt idx="304">
                  <c:v>44790</c:v>
                </c:pt>
                <c:pt idx="305">
                  <c:v>44791</c:v>
                </c:pt>
                <c:pt idx="306">
                  <c:v>44792</c:v>
                </c:pt>
                <c:pt idx="307">
                  <c:v>44795</c:v>
                </c:pt>
                <c:pt idx="308">
                  <c:v>44796</c:v>
                </c:pt>
                <c:pt idx="309">
                  <c:v>44797</c:v>
                </c:pt>
                <c:pt idx="310">
                  <c:v>44798</c:v>
                </c:pt>
                <c:pt idx="311">
                  <c:v>44799</c:v>
                </c:pt>
                <c:pt idx="312">
                  <c:v>44802</c:v>
                </c:pt>
                <c:pt idx="313">
                  <c:v>44803</c:v>
                </c:pt>
                <c:pt idx="314">
                  <c:v>44804</c:v>
                </c:pt>
                <c:pt idx="315">
                  <c:v>44809</c:v>
                </c:pt>
                <c:pt idx="316">
                  <c:v>44810</c:v>
                </c:pt>
                <c:pt idx="317">
                  <c:v>44811</c:v>
                </c:pt>
                <c:pt idx="318">
                  <c:v>44812</c:v>
                </c:pt>
                <c:pt idx="319">
                  <c:v>44813</c:v>
                </c:pt>
                <c:pt idx="320">
                  <c:v>44816</c:v>
                </c:pt>
                <c:pt idx="321">
                  <c:v>44817</c:v>
                </c:pt>
                <c:pt idx="322">
                  <c:v>44818</c:v>
                </c:pt>
                <c:pt idx="323">
                  <c:v>44819</c:v>
                </c:pt>
                <c:pt idx="324">
                  <c:v>44820</c:v>
                </c:pt>
                <c:pt idx="325">
                  <c:v>44823</c:v>
                </c:pt>
                <c:pt idx="326">
                  <c:v>44824</c:v>
                </c:pt>
                <c:pt idx="327">
                  <c:v>44825</c:v>
                </c:pt>
                <c:pt idx="328">
                  <c:v>44826</c:v>
                </c:pt>
                <c:pt idx="329">
                  <c:v>44827</c:v>
                </c:pt>
                <c:pt idx="330">
                  <c:v>44830</c:v>
                </c:pt>
                <c:pt idx="331">
                  <c:v>44831</c:v>
                </c:pt>
                <c:pt idx="332">
                  <c:v>44832</c:v>
                </c:pt>
                <c:pt idx="333">
                  <c:v>44833</c:v>
                </c:pt>
                <c:pt idx="334">
                  <c:v>44834</c:v>
                </c:pt>
                <c:pt idx="335">
                  <c:v>44837</c:v>
                </c:pt>
                <c:pt idx="336">
                  <c:v>44838</c:v>
                </c:pt>
                <c:pt idx="337">
                  <c:v>44839</c:v>
                </c:pt>
                <c:pt idx="338">
                  <c:v>44840</c:v>
                </c:pt>
                <c:pt idx="339">
                  <c:v>44841</c:v>
                </c:pt>
                <c:pt idx="340">
                  <c:v>44844</c:v>
                </c:pt>
                <c:pt idx="341">
                  <c:v>44845</c:v>
                </c:pt>
                <c:pt idx="342">
                  <c:v>44846</c:v>
                </c:pt>
                <c:pt idx="343">
                  <c:v>44847</c:v>
                </c:pt>
                <c:pt idx="344">
                  <c:v>44848</c:v>
                </c:pt>
                <c:pt idx="345">
                  <c:v>44851</c:v>
                </c:pt>
                <c:pt idx="346">
                  <c:v>44852</c:v>
                </c:pt>
                <c:pt idx="347">
                  <c:v>44853</c:v>
                </c:pt>
                <c:pt idx="348">
                  <c:v>44854</c:v>
                </c:pt>
                <c:pt idx="349">
                  <c:v>44855</c:v>
                </c:pt>
                <c:pt idx="350">
                  <c:v>44858</c:v>
                </c:pt>
                <c:pt idx="351">
                  <c:v>44859</c:v>
                </c:pt>
                <c:pt idx="352">
                  <c:v>44860</c:v>
                </c:pt>
                <c:pt idx="353">
                  <c:v>44861</c:v>
                </c:pt>
                <c:pt idx="354">
                  <c:v>44862</c:v>
                </c:pt>
                <c:pt idx="355">
                  <c:v>44865</c:v>
                </c:pt>
                <c:pt idx="356">
                  <c:v>44866</c:v>
                </c:pt>
                <c:pt idx="357">
                  <c:v>44867</c:v>
                </c:pt>
                <c:pt idx="358">
                  <c:v>44868</c:v>
                </c:pt>
                <c:pt idx="359">
                  <c:v>44869</c:v>
                </c:pt>
                <c:pt idx="360">
                  <c:v>44872</c:v>
                </c:pt>
                <c:pt idx="361">
                  <c:v>44873</c:v>
                </c:pt>
                <c:pt idx="362">
                  <c:v>44874</c:v>
                </c:pt>
                <c:pt idx="363">
                  <c:v>44875</c:v>
                </c:pt>
                <c:pt idx="364">
                  <c:v>44876</c:v>
                </c:pt>
                <c:pt idx="365">
                  <c:v>44879</c:v>
                </c:pt>
                <c:pt idx="366">
                  <c:v>44880</c:v>
                </c:pt>
                <c:pt idx="367">
                  <c:v>44881</c:v>
                </c:pt>
                <c:pt idx="368">
                  <c:v>44882</c:v>
                </c:pt>
                <c:pt idx="369">
                  <c:v>44883</c:v>
                </c:pt>
                <c:pt idx="370">
                  <c:v>44886</c:v>
                </c:pt>
                <c:pt idx="371">
                  <c:v>44887</c:v>
                </c:pt>
                <c:pt idx="372">
                  <c:v>44888</c:v>
                </c:pt>
                <c:pt idx="373">
                  <c:v>44889</c:v>
                </c:pt>
                <c:pt idx="374">
                  <c:v>44890</c:v>
                </c:pt>
                <c:pt idx="375">
                  <c:v>44893</c:v>
                </c:pt>
                <c:pt idx="376">
                  <c:v>44894</c:v>
                </c:pt>
                <c:pt idx="377">
                  <c:v>44895</c:v>
                </c:pt>
                <c:pt idx="378">
                  <c:v>44896</c:v>
                </c:pt>
                <c:pt idx="379">
                  <c:v>44897</c:v>
                </c:pt>
                <c:pt idx="380">
                  <c:v>44900</c:v>
                </c:pt>
                <c:pt idx="381">
                  <c:v>44901</c:v>
                </c:pt>
                <c:pt idx="382">
                  <c:v>44902</c:v>
                </c:pt>
                <c:pt idx="383">
                  <c:v>44903</c:v>
                </c:pt>
                <c:pt idx="384">
                  <c:v>44904</c:v>
                </c:pt>
                <c:pt idx="385">
                  <c:v>44907</c:v>
                </c:pt>
                <c:pt idx="386">
                  <c:v>44908</c:v>
                </c:pt>
                <c:pt idx="387">
                  <c:v>44909</c:v>
                </c:pt>
                <c:pt idx="388">
                  <c:v>44910</c:v>
                </c:pt>
                <c:pt idx="389">
                  <c:v>44911</c:v>
                </c:pt>
                <c:pt idx="390">
                  <c:v>44914</c:v>
                </c:pt>
                <c:pt idx="391">
                  <c:v>44915</c:v>
                </c:pt>
                <c:pt idx="392">
                  <c:v>44916</c:v>
                </c:pt>
                <c:pt idx="393">
                  <c:v>44917</c:v>
                </c:pt>
                <c:pt idx="394">
                  <c:v>44918</c:v>
                </c:pt>
                <c:pt idx="395">
                  <c:v>44921</c:v>
                </c:pt>
                <c:pt idx="396">
                  <c:v>44922</c:v>
                </c:pt>
                <c:pt idx="397">
                  <c:v>44923</c:v>
                </c:pt>
                <c:pt idx="398">
                  <c:v>44924</c:v>
                </c:pt>
                <c:pt idx="399">
                  <c:v>44925</c:v>
                </c:pt>
                <c:pt idx="400">
                  <c:v>44929</c:v>
                </c:pt>
                <c:pt idx="401">
                  <c:v>44930</c:v>
                </c:pt>
                <c:pt idx="402">
                  <c:v>44931</c:v>
                </c:pt>
                <c:pt idx="403">
                  <c:v>44932</c:v>
                </c:pt>
                <c:pt idx="404">
                  <c:v>44935</c:v>
                </c:pt>
                <c:pt idx="405">
                  <c:v>44936</c:v>
                </c:pt>
                <c:pt idx="406">
                  <c:v>44937</c:v>
                </c:pt>
                <c:pt idx="407">
                  <c:v>44938</c:v>
                </c:pt>
                <c:pt idx="408">
                  <c:v>44939</c:v>
                </c:pt>
                <c:pt idx="409">
                  <c:v>44942</c:v>
                </c:pt>
                <c:pt idx="410">
                  <c:v>44943</c:v>
                </c:pt>
                <c:pt idx="411">
                  <c:v>44944</c:v>
                </c:pt>
                <c:pt idx="412">
                  <c:v>44945</c:v>
                </c:pt>
                <c:pt idx="413">
                  <c:v>44953</c:v>
                </c:pt>
                <c:pt idx="414">
                  <c:v>44956</c:v>
                </c:pt>
                <c:pt idx="415">
                  <c:v>44957</c:v>
                </c:pt>
                <c:pt idx="416">
                  <c:v>44958</c:v>
                </c:pt>
                <c:pt idx="417">
                  <c:v>44959</c:v>
                </c:pt>
                <c:pt idx="418">
                  <c:v>44960</c:v>
                </c:pt>
                <c:pt idx="419">
                  <c:v>44963</c:v>
                </c:pt>
                <c:pt idx="420">
                  <c:v>44964</c:v>
                </c:pt>
                <c:pt idx="421">
                  <c:v>44965</c:v>
                </c:pt>
                <c:pt idx="422">
                  <c:v>44966</c:v>
                </c:pt>
                <c:pt idx="423">
                  <c:v>44967</c:v>
                </c:pt>
                <c:pt idx="424">
                  <c:v>44970</c:v>
                </c:pt>
                <c:pt idx="425">
                  <c:v>44971</c:v>
                </c:pt>
                <c:pt idx="426">
                  <c:v>44972</c:v>
                </c:pt>
                <c:pt idx="427">
                  <c:v>44973</c:v>
                </c:pt>
                <c:pt idx="428">
                  <c:v>44974</c:v>
                </c:pt>
                <c:pt idx="429">
                  <c:v>44977</c:v>
                </c:pt>
                <c:pt idx="430">
                  <c:v>44978</c:v>
                </c:pt>
                <c:pt idx="431">
                  <c:v>44979</c:v>
                </c:pt>
                <c:pt idx="432">
                  <c:v>44980</c:v>
                </c:pt>
                <c:pt idx="433">
                  <c:v>44981</c:v>
                </c:pt>
                <c:pt idx="434">
                  <c:v>44984</c:v>
                </c:pt>
                <c:pt idx="435">
                  <c:v>44985</c:v>
                </c:pt>
                <c:pt idx="436">
                  <c:v>44986</c:v>
                </c:pt>
                <c:pt idx="437">
                  <c:v>44987</c:v>
                </c:pt>
                <c:pt idx="438">
                  <c:v>44988</c:v>
                </c:pt>
                <c:pt idx="439">
                  <c:v>44991</c:v>
                </c:pt>
                <c:pt idx="440">
                  <c:v>44992</c:v>
                </c:pt>
                <c:pt idx="441">
                  <c:v>44993</c:v>
                </c:pt>
                <c:pt idx="442">
                  <c:v>44994</c:v>
                </c:pt>
                <c:pt idx="443">
                  <c:v>44995</c:v>
                </c:pt>
                <c:pt idx="444">
                  <c:v>44998</c:v>
                </c:pt>
                <c:pt idx="445">
                  <c:v>44999</c:v>
                </c:pt>
                <c:pt idx="446">
                  <c:v>45000</c:v>
                </c:pt>
                <c:pt idx="447">
                  <c:v>45001</c:v>
                </c:pt>
                <c:pt idx="448">
                  <c:v>45002</c:v>
                </c:pt>
                <c:pt idx="449">
                  <c:v>45005</c:v>
                </c:pt>
                <c:pt idx="450">
                  <c:v>45006</c:v>
                </c:pt>
                <c:pt idx="451">
                  <c:v>45007</c:v>
                </c:pt>
                <c:pt idx="452">
                  <c:v>45008</c:v>
                </c:pt>
                <c:pt idx="453">
                  <c:v>45009</c:v>
                </c:pt>
                <c:pt idx="454">
                  <c:v>45012</c:v>
                </c:pt>
                <c:pt idx="455">
                  <c:v>45013</c:v>
                </c:pt>
                <c:pt idx="456">
                  <c:v>45014</c:v>
                </c:pt>
                <c:pt idx="457">
                  <c:v>45015</c:v>
                </c:pt>
                <c:pt idx="458">
                  <c:v>45016</c:v>
                </c:pt>
                <c:pt idx="459">
                  <c:v>45019</c:v>
                </c:pt>
                <c:pt idx="460">
                  <c:v>45020</c:v>
                </c:pt>
                <c:pt idx="461">
                  <c:v>45021</c:v>
                </c:pt>
                <c:pt idx="462">
                  <c:v>45022</c:v>
                </c:pt>
                <c:pt idx="463">
                  <c:v>45023</c:v>
                </c:pt>
                <c:pt idx="464">
                  <c:v>45026</c:v>
                </c:pt>
                <c:pt idx="465">
                  <c:v>45027</c:v>
                </c:pt>
                <c:pt idx="466">
                  <c:v>45028</c:v>
                </c:pt>
                <c:pt idx="467">
                  <c:v>45029</c:v>
                </c:pt>
                <c:pt idx="468">
                  <c:v>45030</c:v>
                </c:pt>
                <c:pt idx="469">
                  <c:v>45033</c:v>
                </c:pt>
                <c:pt idx="470">
                  <c:v>45034</c:v>
                </c:pt>
                <c:pt idx="471">
                  <c:v>45035</c:v>
                </c:pt>
                <c:pt idx="472">
                  <c:v>45036</c:v>
                </c:pt>
                <c:pt idx="473">
                  <c:v>45037</c:v>
                </c:pt>
                <c:pt idx="474">
                  <c:v>45040</c:v>
                </c:pt>
                <c:pt idx="475">
                  <c:v>45041</c:v>
                </c:pt>
                <c:pt idx="476">
                  <c:v>45042</c:v>
                </c:pt>
                <c:pt idx="477">
                  <c:v>45043</c:v>
                </c:pt>
                <c:pt idx="478">
                  <c:v>45044</c:v>
                </c:pt>
                <c:pt idx="479">
                  <c:v>45050</c:v>
                </c:pt>
                <c:pt idx="480">
                  <c:v>45051</c:v>
                </c:pt>
                <c:pt idx="481">
                  <c:v>45054</c:v>
                </c:pt>
                <c:pt idx="482">
                  <c:v>45055</c:v>
                </c:pt>
                <c:pt idx="483">
                  <c:v>45056</c:v>
                </c:pt>
                <c:pt idx="484">
                  <c:v>45057</c:v>
                </c:pt>
                <c:pt idx="485">
                  <c:v>45058</c:v>
                </c:pt>
                <c:pt idx="486">
                  <c:v>45061</c:v>
                </c:pt>
                <c:pt idx="487">
                  <c:v>45062</c:v>
                </c:pt>
                <c:pt idx="488">
                  <c:v>45063</c:v>
                </c:pt>
                <c:pt idx="489">
                  <c:v>45064</c:v>
                </c:pt>
                <c:pt idx="490">
                  <c:v>45065</c:v>
                </c:pt>
                <c:pt idx="491">
                  <c:v>45068</c:v>
                </c:pt>
                <c:pt idx="492">
                  <c:v>45069</c:v>
                </c:pt>
                <c:pt idx="493">
                  <c:v>45070</c:v>
                </c:pt>
                <c:pt idx="494">
                  <c:v>45071</c:v>
                </c:pt>
                <c:pt idx="495">
                  <c:v>45072</c:v>
                </c:pt>
                <c:pt idx="496">
                  <c:v>45075</c:v>
                </c:pt>
                <c:pt idx="497">
                  <c:v>45076</c:v>
                </c:pt>
                <c:pt idx="498">
                  <c:v>45077</c:v>
                </c:pt>
                <c:pt idx="499">
                  <c:v>45078</c:v>
                </c:pt>
                <c:pt idx="500">
                  <c:v>45079</c:v>
                </c:pt>
                <c:pt idx="501">
                  <c:v>45082</c:v>
                </c:pt>
                <c:pt idx="502">
                  <c:v>45083</c:v>
                </c:pt>
                <c:pt idx="503">
                  <c:v>45084</c:v>
                </c:pt>
                <c:pt idx="504">
                  <c:v>45085</c:v>
                </c:pt>
                <c:pt idx="505">
                  <c:v>45086</c:v>
                </c:pt>
                <c:pt idx="506">
                  <c:v>45089</c:v>
                </c:pt>
                <c:pt idx="507">
                  <c:v>45090</c:v>
                </c:pt>
                <c:pt idx="508">
                  <c:v>45091</c:v>
                </c:pt>
                <c:pt idx="509">
                  <c:v>45092</c:v>
                </c:pt>
                <c:pt idx="510">
                  <c:v>45093</c:v>
                </c:pt>
                <c:pt idx="511">
                  <c:v>45096</c:v>
                </c:pt>
                <c:pt idx="512">
                  <c:v>45097</c:v>
                </c:pt>
                <c:pt idx="513">
                  <c:v>45098</c:v>
                </c:pt>
                <c:pt idx="514">
                  <c:v>45099</c:v>
                </c:pt>
                <c:pt idx="515">
                  <c:v>45100</c:v>
                </c:pt>
                <c:pt idx="516">
                  <c:v>45103</c:v>
                </c:pt>
                <c:pt idx="517">
                  <c:v>45104</c:v>
                </c:pt>
                <c:pt idx="518">
                  <c:v>45105</c:v>
                </c:pt>
                <c:pt idx="519">
                  <c:v>45106</c:v>
                </c:pt>
                <c:pt idx="520">
                  <c:v>45107</c:v>
                </c:pt>
                <c:pt idx="521">
                  <c:v>45110</c:v>
                </c:pt>
                <c:pt idx="522">
                  <c:v>45111</c:v>
                </c:pt>
                <c:pt idx="523">
                  <c:v>45112</c:v>
                </c:pt>
                <c:pt idx="524">
                  <c:v>45113</c:v>
                </c:pt>
                <c:pt idx="525">
                  <c:v>45114</c:v>
                </c:pt>
                <c:pt idx="526">
                  <c:v>45117</c:v>
                </c:pt>
                <c:pt idx="527">
                  <c:v>45118</c:v>
                </c:pt>
                <c:pt idx="528">
                  <c:v>45119</c:v>
                </c:pt>
                <c:pt idx="529">
                  <c:v>45120</c:v>
                </c:pt>
                <c:pt idx="530">
                  <c:v>45121</c:v>
                </c:pt>
                <c:pt idx="531">
                  <c:v>45124</c:v>
                </c:pt>
                <c:pt idx="532">
                  <c:v>45125</c:v>
                </c:pt>
                <c:pt idx="533">
                  <c:v>45126</c:v>
                </c:pt>
                <c:pt idx="534">
                  <c:v>45127</c:v>
                </c:pt>
                <c:pt idx="535">
                  <c:v>45128</c:v>
                </c:pt>
                <c:pt idx="536">
                  <c:v>45131</c:v>
                </c:pt>
                <c:pt idx="537">
                  <c:v>45132</c:v>
                </c:pt>
                <c:pt idx="538">
                  <c:v>45133</c:v>
                </c:pt>
                <c:pt idx="539">
                  <c:v>45134</c:v>
                </c:pt>
                <c:pt idx="540">
                  <c:v>45135</c:v>
                </c:pt>
                <c:pt idx="541">
                  <c:v>45138</c:v>
                </c:pt>
                <c:pt idx="542">
                  <c:v>45139</c:v>
                </c:pt>
                <c:pt idx="543">
                  <c:v>45140</c:v>
                </c:pt>
                <c:pt idx="544">
                  <c:v>45141</c:v>
                </c:pt>
                <c:pt idx="545">
                  <c:v>45142</c:v>
                </c:pt>
                <c:pt idx="546">
                  <c:v>45145</c:v>
                </c:pt>
                <c:pt idx="547">
                  <c:v>45146</c:v>
                </c:pt>
                <c:pt idx="548">
                  <c:v>45147</c:v>
                </c:pt>
                <c:pt idx="549">
                  <c:v>45148</c:v>
                </c:pt>
                <c:pt idx="550">
                  <c:v>45149</c:v>
                </c:pt>
                <c:pt idx="551">
                  <c:v>45152</c:v>
                </c:pt>
                <c:pt idx="552">
                  <c:v>45153</c:v>
                </c:pt>
                <c:pt idx="553">
                  <c:v>45154</c:v>
                </c:pt>
                <c:pt idx="554">
                  <c:v>45155</c:v>
                </c:pt>
                <c:pt idx="555">
                  <c:v>45156</c:v>
                </c:pt>
                <c:pt idx="556">
                  <c:v>45159</c:v>
                </c:pt>
                <c:pt idx="557">
                  <c:v>45160</c:v>
                </c:pt>
                <c:pt idx="558">
                  <c:v>45161</c:v>
                </c:pt>
                <c:pt idx="559">
                  <c:v>45162</c:v>
                </c:pt>
                <c:pt idx="560">
                  <c:v>45163</c:v>
                </c:pt>
                <c:pt idx="561">
                  <c:v>45166</c:v>
                </c:pt>
                <c:pt idx="562">
                  <c:v>45167</c:v>
                </c:pt>
                <c:pt idx="563">
                  <c:v>45168</c:v>
                </c:pt>
                <c:pt idx="564">
                  <c:v>45169</c:v>
                </c:pt>
                <c:pt idx="565">
                  <c:v>45174</c:v>
                </c:pt>
                <c:pt idx="566">
                  <c:v>45175</c:v>
                </c:pt>
                <c:pt idx="567">
                  <c:v>45176</c:v>
                </c:pt>
                <c:pt idx="568">
                  <c:v>45177</c:v>
                </c:pt>
                <c:pt idx="569">
                  <c:v>45180</c:v>
                </c:pt>
                <c:pt idx="570">
                  <c:v>45181</c:v>
                </c:pt>
                <c:pt idx="571">
                  <c:v>45182</c:v>
                </c:pt>
                <c:pt idx="572">
                  <c:v>45183</c:v>
                </c:pt>
                <c:pt idx="573">
                  <c:v>45184</c:v>
                </c:pt>
                <c:pt idx="574">
                  <c:v>45187</c:v>
                </c:pt>
                <c:pt idx="575">
                  <c:v>45188</c:v>
                </c:pt>
                <c:pt idx="576">
                  <c:v>45189</c:v>
                </c:pt>
                <c:pt idx="577">
                  <c:v>45190</c:v>
                </c:pt>
                <c:pt idx="578">
                  <c:v>45191</c:v>
                </c:pt>
                <c:pt idx="579">
                  <c:v>45194</c:v>
                </c:pt>
                <c:pt idx="580">
                  <c:v>45195</c:v>
                </c:pt>
                <c:pt idx="581">
                  <c:v>45196</c:v>
                </c:pt>
                <c:pt idx="582">
                  <c:v>45197</c:v>
                </c:pt>
                <c:pt idx="583">
                  <c:v>45198</c:v>
                </c:pt>
                <c:pt idx="584">
                  <c:v>45201</c:v>
                </c:pt>
                <c:pt idx="585">
                  <c:v>45202</c:v>
                </c:pt>
                <c:pt idx="586">
                  <c:v>45203</c:v>
                </c:pt>
                <c:pt idx="587">
                  <c:v>45204</c:v>
                </c:pt>
                <c:pt idx="588">
                  <c:v>45205</c:v>
                </c:pt>
                <c:pt idx="589">
                  <c:v>45208</c:v>
                </c:pt>
                <c:pt idx="590">
                  <c:v>45209</c:v>
                </c:pt>
                <c:pt idx="591">
                  <c:v>45210</c:v>
                </c:pt>
                <c:pt idx="592">
                  <c:v>45211</c:v>
                </c:pt>
                <c:pt idx="593">
                  <c:v>45212</c:v>
                </c:pt>
                <c:pt idx="594">
                  <c:v>45215</c:v>
                </c:pt>
                <c:pt idx="595">
                  <c:v>45216</c:v>
                </c:pt>
                <c:pt idx="596">
                  <c:v>45217</c:v>
                </c:pt>
                <c:pt idx="597">
                  <c:v>45218</c:v>
                </c:pt>
                <c:pt idx="598">
                  <c:v>45219</c:v>
                </c:pt>
                <c:pt idx="599">
                  <c:v>45222</c:v>
                </c:pt>
                <c:pt idx="600">
                  <c:v>45223</c:v>
                </c:pt>
                <c:pt idx="601">
                  <c:v>45224</c:v>
                </c:pt>
                <c:pt idx="602">
                  <c:v>45225</c:v>
                </c:pt>
                <c:pt idx="603">
                  <c:v>45226</c:v>
                </c:pt>
                <c:pt idx="604">
                  <c:v>45229</c:v>
                </c:pt>
                <c:pt idx="605">
                  <c:v>45230</c:v>
                </c:pt>
                <c:pt idx="606">
                  <c:v>45231</c:v>
                </c:pt>
                <c:pt idx="607">
                  <c:v>45232</c:v>
                </c:pt>
                <c:pt idx="608">
                  <c:v>45233</c:v>
                </c:pt>
                <c:pt idx="609">
                  <c:v>45236</c:v>
                </c:pt>
                <c:pt idx="610">
                  <c:v>45237</c:v>
                </c:pt>
                <c:pt idx="611">
                  <c:v>45238</c:v>
                </c:pt>
                <c:pt idx="612">
                  <c:v>45239</c:v>
                </c:pt>
                <c:pt idx="613">
                  <c:v>45240</c:v>
                </c:pt>
                <c:pt idx="614">
                  <c:v>45243</c:v>
                </c:pt>
                <c:pt idx="615">
                  <c:v>45244</c:v>
                </c:pt>
                <c:pt idx="616">
                  <c:v>45245</c:v>
                </c:pt>
                <c:pt idx="617">
                  <c:v>45246</c:v>
                </c:pt>
                <c:pt idx="618">
                  <c:v>45247</c:v>
                </c:pt>
                <c:pt idx="619">
                  <c:v>45250</c:v>
                </c:pt>
                <c:pt idx="620">
                  <c:v>45251</c:v>
                </c:pt>
                <c:pt idx="621">
                  <c:v>45252</c:v>
                </c:pt>
                <c:pt idx="622">
                  <c:v>45253</c:v>
                </c:pt>
                <c:pt idx="623">
                  <c:v>45254</c:v>
                </c:pt>
                <c:pt idx="624">
                  <c:v>45257</c:v>
                </c:pt>
                <c:pt idx="625">
                  <c:v>45258</c:v>
                </c:pt>
                <c:pt idx="626">
                  <c:v>45259</c:v>
                </c:pt>
                <c:pt idx="627">
                  <c:v>45260</c:v>
                </c:pt>
                <c:pt idx="628">
                  <c:v>45261</c:v>
                </c:pt>
                <c:pt idx="629">
                  <c:v>45264</c:v>
                </c:pt>
                <c:pt idx="630">
                  <c:v>45265</c:v>
                </c:pt>
                <c:pt idx="631">
                  <c:v>45266</c:v>
                </c:pt>
                <c:pt idx="632">
                  <c:v>45267</c:v>
                </c:pt>
                <c:pt idx="633">
                  <c:v>45268</c:v>
                </c:pt>
                <c:pt idx="634">
                  <c:v>45271</c:v>
                </c:pt>
                <c:pt idx="635">
                  <c:v>45272</c:v>
                </c:pt>
                <c:pt idx="636">
                  <c:v>45273</c:v>
                </c:pt>
                <c:pt idx="637">
                  <c:v>45274</c:v>
                </c:pt>
                <c:pt idx="638">
                  <c:v>45275</c:v>
                </c:pt>
                <c:pt idx="639">
                  <c:v>45278</c:v>
                </c:pt>
                <c:pt idx="640">
                  <c:v>45279</c:v>
                </c:pt>
                <c:pt idx="641">
                  <c:v>45280</c:v>
                </c:pt>
                <c:pt idx="642">
                  <c:v>45281</c:v>
                </c:pt>
                <c:pt idx="643">
                  <c:v>45282</c:v>
                </c:pt>
                <c:pt idx="644">
                  <c:v>45285</c:v>
                </c:pt>
                <c:pt idx="645">
                  <c:v>45286</c:v>
                </c:pt>
                <c:pt idx="646">
                  <c:v>45287</c:v>
                </c:pt>
                <c:pt idx="647">
                  <c:v>45288</c:v>
                </c:pt>
                <c:pt idx="648">
                  <c:v>45289</c:v>
                </c:pt>
                <c:pt idx="649">
                  <c:v>45293</c:v>
                </c:pt>
                <c:pt idx="650">
                  <c:v>45294</c:v>
                </c:pt>
                <c:pt idx="651">
                  <c:v>45295</c:v>
                </c:pt>
                <c:pt idx="652">
                  <c:v>45296</c:v>
                </c:pt>
                <c:pt idx="653">
                  <c:v>45299</c:v>
                </c:pt>
                <c:pt idx="654">
                  <c:v>45300</c:v>
                </c:pt>
                <c:pt idx="655">
                  <c:v>45301</c:v>
                </c:pt>
                <c:pt idx="656">
                  <c:v>45302</c:v>
                </c:pt>
                <c:pt idx="657">
                  <c:v>45303</c:v>
                </c:pt>
                <c:pt idx="658">
                  <c:v>45306</c:v>
                </c:pt>
                <c:pt idx="659">
                  <c:v>45307</c:v>
                </c:pt>
                <c:pt idx="660">
                  <c:v>45308</c:v>
                </c:pt>
                <c:pt idx="661">
                  <c:v>45309</c:v>
                </c:pt>
                <c:pt idx="662">
                  <c:v>45310</c:v>
                </c:pt>
                <c:pt idx="663">
                  <c:v>45313</c:v>
                </c:pt>
                <c:pt idx="664">
                  <c:v>45314</c:v>
                </c:pt>
                <c:pt idx="665">
                  <c:v>45315</c:v>
                </c:pt>
                <c:pt idx="666">
                  <c:v>45316</c:v>
                </c:pt>
                <c:pt idx="667">
                  <c:v>45317</c:v>
                </c:pt>
                <c:pt idx="668">
                  <c:v>45320</c:v>
                </c:pt>
                <c:pt idx="669">
                  <c:v>45321</c:v>
                </c:pt>
                <c:pt idx="670">
                  <c:v>45322</c:v>
                </c:pt>
                <c:pt idx="671">
                  <c:v>45323</c:v>
                </c:pt>
                <c:pt idx="672">
                  <c:v>45324</c:v>
                </c:pt>
                <c:pt idx="673">
                  <c:v>45327</c:v>
                </c:pt>
                <c:pt idx="674">
                  <c:v>45328</c:v>
                </c:pt>
                <c:pt idx="675">
                  <c:v>45329</c:v>
                </c:pt>
                <c:pt idx="676">
                  <c:v>45337</c:v>
                </c:pt>
                <c:pt idx="677">
                  <c:v>45338</c:v>
                </c:pt>
                <c:pt idx="678">
                  <c:v>45341</c:v>
                </c:pt>
                <c:pt idx="679">
                  <c:v>45342</c:v>
                </c:pt>
                <c:pt idx="680">
                  <c:v>45343</c:v>
                </c:pt>
                <c:pt idx="681">
                  <c:v>45344</c:v>
                </c:pt>
                <c:pt idx="682">
                  <c:v>45345</c:v>
                </c:pt>
                <c:pt idx="683">
                  <c:v>45348</c:v>
                </c:pt>
                <c:pt idx="684">
                  <c:v>45349</c:v>
                </c:pt>
                <c:pt idx="685">
                  <c:v>45350</c:v>
                </c:pt>
                <c:pt idx="686">
                  <c:v>45351</c:v>
                </c:pt>
                <c:pt idx="687">
                  <c:v>45352</c:v>
                </c:pt>
                <c:pt idx="688">
                  <c:v>45355</c:v>
                </c:pt>
                <c:pt idx="689">
                  <c:v>45356</c:v>
                </c:pt>
                <c:pt idx="690">
                  <c:v>45357</c:v>
                </c:pt>
                <c:pt idx="691">
                  <c:v>45358</c:v>
                </c:pt>
                <c:pt idx="692">
                  <c:v>45359</c:v>
                </c:pt>
                <c:pt idx="693">
                  <c:v>45362</c:v>
                </c:pt>
                <c:pt idx="694">
                  <c:v>45363</c:v>
                </c:pt>
                <c:pt idx="695">
                  <c:v>45364</c:v>
                </c:pt>
                <c:pt idx="696">
                  <c:v>45365</c:v>
                </c:pt>
                <c:pt idx="697">
                  <c:v>45366</c:v>
                </c:pt>
                <c:pt idx="698">
                  <c:v>45369</c:v>
                </c:pt>
                <c:pt idx="699">
                  <c:v>45370</c:v>
                </c:pt>
                <c:pt idx="700">
                  <c:v>45371</c:v>
                </c:pt>
                <c:pt idx="701">
                  <c:v>45372</c:v>
                </c:pt>
                <c:pt idx="702">
                  <c:v>45373</c:v>
                </c:pt>
                <c:pt idx="703">
                  <c:v>45376</c:v>
                </c:pt>
                <c:pt idx="704">
                  <c:v>45377</c:v>
                </c:pt>
                <c:pt idx="705">
                  <c:v>45378</c:v>
                </c:pt>
                <c:pt idx="706">
                  <c:v>45379</c:v>
                </c:pt>
                <c:pt idx="707">
                  <c:v>45380</c:v>
                </c:pt>
                <c:pt idx="708">
                  <c:v>45383</c:v>
                </c:pt>
                <c:pt idx="709">
                  <c:v>45384</c:v>
                </c:pt>
                <c:pt idx="710">
                  <c:v>45385</c:v>
                </c:pt>
                <c:pt idx="711">
                  <c:v>45386</c:v>
                </c:pt>
                <c:pt idx="712">
                  <c:v>45387</c:v>
                </c:pt>
                <c:pt idx="713">
                  <c:v>45390</c:v>
                </c:pt>
                <c:pt idx="714">
                  <c:v>45391</c:v>
                </c:pt>
                <c:pt idx="715">
                  <c:v>45392</c:v>
                </c:pt>
                <c:pt idx="716">
                  <c:v>45393</c:v>
                </c:pt>
                <c:pt idx="717">
                  <c:v>45394</c:v>
                </c:pt>
                <c:pt idx="718">
                  <c:v>45397</c:v>
                </c:pt>
                <c:pt idx="719">
                  <c:v>45398</c:v>
                </c:pt>
                <c:pt idx="720">
                  <c:v>45399</c:v>
                </c:pt>
                <c:pt idx="721">
                  <c:v>45401</c:v>
                </c:pt>
                <c:pt idx="722">
                  <c:v>45404</c:v>
                </c:pt>
                <c:pt idx="723">
                  <c:v>45405</c:v>
                </c:pt>
                <c:pt idx="724">
                  <c:v>45406</c:v>
                </c:pt>
                <c:pt idx="725">
                  <c:v>45407</c:v>
                </c:pt>
                <c:pt idx="726">
                  <c:v>45408</c:v>
                </c:pt>
                <c:pt idx="727">
                  <c:v>45414</c:v>
                </c:pt>
                <c:pt idx="728">
                  <c:v>45415</c:v>
                </c:pt>
                <c:pt idx="729">
                  <c:v>45418</c:v>
                </c:pt>
                <c:pt idx="730">
                  <c:v>45419</c:v>
                </c:pt>
                <c:pt idx="731">
                  <c:v>45420</c:v>
                </c:pt>
                <c:pt idx="732">
                  <c:v>45421</c:v>
                </c:pt>
                <c:pt idx="733">
                  <c:v>45422</c:v>
                </c:pt>
                <c:pt idx="734">
                  <c:v>45425</c:v>
                </c:pt>
                <c:pt idx="735">
                  <c:v>45426</c:v>
                </c:pt>
                <c:pt idx="736">
                  <c:v>45427</c:v>
                </c:pt>
                <c:pt idx="737">
                  <c:v>45428</c:v>
                </c:pt>
                <c:pt idx="738">
                  <c:v>45429</c:v>
                </c:pt>
                <c:pt idx="739">
                  <c:v>45432</c:v>
                </c:pt>
                <c:pt idx="740">
                  <c:v>45433</c:v>
                </c:pt>
                <c:pt idx="741">
                  <c:v>45434</c:v>
                </c:pt>
                <c:pt idx="742">
                  <c:v>45435</c:v>
                </c:pt>
                <c:pt idx="743">
                  <c:v>45436</c:v>
                </c:pt>
                <c:pt idx="744">
                  <c:v>45439</c:v>
                </c:pt>
                <c:pt idx="745">
                  <c:v>45440</c:v>
                </c:pt>
                <c:pt idx="746">
                  <c:v>45441</c:v>
                </c:pt>
                <c:pt idx="747">
                  <c:v>45442</c:v>
                </c:pt>
                <c:pt idx="748">
                  <c:v>45443</c:v>
                </c:pt>
                <c:pt idx="749">
                  <c:v>45446</c:v>
                </c:pt>
                <c:pt idx="750">
                  <c:v>45447</c:v>
                </c:pt>
                <c:pt idx="751">
                  <c:v>45448</c:v>
                </c:pt>
                <c:pt idx="752">
                  <c:v>45449</c:v>
                </c:pt>
                <c:pt idx="753">
                  <c:v>45450</c:v>
                </c:pt>
                <c:pt idx="754">
                  <c:v>45453</c:v>
                </c:pt>
                <c:pt idx="755">
                  <c:v>45454</c:v>
                </c:pt>
                <c:pt idx="756">
                  <c:v>45455</c:v>
                </c:pt>
                <c:pt idx="757">
                  <c:v>45456</c:v>
                </c:pt>
                <c:pt idx="758">
                  <c:v>45457</c:v>
                </c:pt>
                <c:pt idx="759">
                  <c:v>45460</c:v>
                </c:pt>
                <c:pt idx="760">
                  <c:v>45461</c:v>
                </c:pt>
                <c:pt idx="761">
                  <c:v>45462</c:v>
                </c:pt>
                <c:pt idx="762">
                  <c:v>45463</c:v>
                </c:pt>
                <c:pt idx="763">
                  <c:v>45464</c:v>
                </c:pt>
                <c:pt idx="764">
                  <c:v>45467</c:v>
                </c:pt>
                <c:pt idx="765">
                  <c:v>45468</c:v>
                </c:pt>
                <c:pt idx="766">
                  <c:v>45469</c:v>
                </c:pt>
                <c:pt idx="767">
                  <c:v>45470</c:v>
                </c:pt>
                <c:pt idx="768">
                  <c:v>45471</c:v>
                </c:pt>
                <c:pt idx="769">
                  <c:v>45474</c:v>
                </c:pt>
                <c:pt idx="770">
                  <c:v>45475</c:v>
                </c:pt>
                <c:pt idx="771">
                  <c:v>45476</c:v>
                </c:pt>
                <c:pt idx="772">
                  <c:v>45477</c:v>
                </c:pt>
                <c:pt idx="773">
                  <c:v>45478</c:v>
                </c:pt>
                <c:pt idx="774">
                  <c:v>45481</c:v>
                </c:pt>
                <c:pt idx="775">
                  <c:v>45482</c:v>
                </c:pt>
                <c:pt idx="776">
                  <c:v>45483</c:v>
                </c:pt>
                <c:pt idx="777">
                  <c:v>45484</c:v>
                </c:pt>
                <c:pt idx="778">
                  <c:v>45485</c:v>
                </c:pt>
                <c:pt idx="779">
                  <c:v>45488</c:v>
                </c:pt>
                <c:pt idx="780">
                  <c:v>45489</c:v>
                </c:pt>
                <c:pt idx="781">
                  <c:v>45490</c:v>
                </c:pt>
                <c:pt idx="782">
                  <c:v>45491</c:v>
                </c:pt>
                <c:pt idx="783">
                  <c:v>45492</c:v>
                </c:pt>
                <c:pt idx="784">
                  <c:v>45495</c:v>
                </c:pt>
                <c:pt idx="785">
                  <c:v>45496</c:v>
                </c:pt>
                <c:pt idx="786">
                  <c:v>45497</c:v>
                </c:pt>
                <c:pt idx="787">
                  <c:v>45498</c:v>
                </c:pt>
                <c:pt idx="788">
                  <c:v>45499</c:v>
                </c:pt>
                <c:pt idx="789">
                  <c:v>45502</c:v>
                </c:pt>
                <c:pt idx="790">
                  <c:v>45503</c:v>
                </c:pt>
                <c:pt idx="791">
                  <c:v>45504</c:v>
                </c:pt>
                <c:pt idx="792">
                  <c:v>45505</c:v>
                </c:pt>
                <c:pt idx="793">
                  <c:v>45506</c:v>
                </c:pt>
                <c:pt idx="794">
                  <c:v>45509</c:v>
                </c:pt>
                <c:pt idx="795">
                  <c:v>45510</c:v>
                </c:pt>
                <c:pt idx="796">
                  <c:v>45511</c:v>
                </c:pt>
                <c:pt idx="797">
                  <c:v>45512</c:v>
                </c:pt>
                <c:pt idx="798">
                  <c:v>45513</c:v>
                </c:pt>
                <c:pt idx="799">
                  <c:v>45516</c:v>
                </c:pt>
                <c:pt idx="800">
                  <c:v>45517</c:v>
                </c:pt>
                <c:pt idx="801">
                  <c:v>45518</c:v>
                </c:pt>
                <c:pt idx="802">
                  <c:v>45519</c:v>
                </c:pt>
                <c:pt idx="803">
                  <c:v>45520</c:v>
                </c:pt>
                <c:pt idx="804">
                  <c:v>45523</c:v>
                </c:pt>
                <c:pt idx="805">
                  <c:v>45524</c:v>
                </c:pt>
                <c:pt idx="806">
                  <c:v>45525</c:v>
                </c:pt>
                <c:pt idx="807">
                  <c:v>45526</c:v>
                </c:pt>
                <c:pt idx="808">
                  <c:v>45527</c:v>
                </c:pt>
                <c:pt idx="809">
                  <c:v>45530</c:v>
                </c:pt>
                <c:pt idx="810">
                  <c:v>45531</c:v>
                </c:pt>
                <c:pt idx="811">
                  <c:v>45532</c:v>
                </c:pt>
                <c:pt idx="812">
                  <c:v>45533</c:v>
                </c:pt>
                <c:pt idx="813">
                  <c:v>45534</c:v>
                </c:pt>
                <c:pt idx="814">
                  <c:v>45539</c:v>
                </c:pt>
                <c:pt idx="815">
                  <c:v>45540</c:v>
                </c:pt>
                <c:pt idx="816">
                  <c:v>45541</c:v>
                </c:pt>
                <c:pt idx="817">
                  <c:v>45544</c:v>
                </c:pt>
                <c:pt idx="818">
                  <c:v>45545</c:v>
                </c:pt>
                <c:pt idx="819">
                  <c:v>45546</c:v>
                </c:pt>
                <c:pt idx="820">
                  <c:v>45547</c:v>
                </c:pt>
                <c:pt idx="821">
                  <c:v>45548</c:v>
                </c:pt>
                <c:pt idx="822">
                  <c:v>45551</c:v>
                </c:pt>
                <c:pt idx="823">
                  <c:v>45552</c:v>
                </c:pt>
                <c:pt idx="824">
                  <c:v>45553</c:v>
                </c:pt>
                <c:pt idx="825">
                  <c:v>45554</c:v>
                </c:pt>
                <c:pt idx="826">
                  <c:v>45555</c:v>
                </c:pt>
                <c:pt idx="827">
                  <c:v>45558</c:v>
                </c:pt>
                <c:pt idx="828">
                  <c:v>45559</c:v>
                </c:pt>
                <c:pt idx="829">
                  <c:v>45560</c:v>
                </c:pt>
                <c:pt idx="830">
                  <c:v>45561</c:v>
                </c:pt>
                <c:pt idx="831">
                  <c:v>45562</c:v>
                </c:pt>
                <c:pt idx="832">
                  <c:v>45565</c:v>
                </c:pt>
                <c:pt idx="833">
                  <c:v>45566</c:v>
                </c:pt>
                <c:pt idx="834">
                  <c:v>45567</c:v>
                </c:pt>
                <c:pt idx="835">
                  <c:v>45568</c:v>
                </c:pt>
                <c:pt idx="836">
                  <c:v>45569</c:v>
                </c:pt>
                <c:pt idx="837">
                  <c:v>45572</c:v>
                </c:pt>
                <c:pt idx="838">
                  <c:v>45573</c:v>
                </c:pt>
                <c:pt idx="839">
                  <c:v>45574</c:v>
                </c:pt>
                <c:pt idx="840">
                  <c:v>45575</c:v>
                </c:pt>
                <c:pt idx="841">
                  <c:v>45576</c:v>
                </c:pt>
                <c:pt idx="842">
                  <c:v>45579</c:v>
                </c:pt>
                <c:pt idx="843">
                  <c:v>45580</c:v>
                </c:pt>
                <c:pt idx="844">
                  <c:v>45581</c:v>
                </c:pt>
                <c:pt idx="845">
                  <c:v>45582</c:v>
                </c:pt>
                <c:pt idx="846">
                  <c:v>45583</c:v>
                </c:pt>
                <c:pt idx="847">
                  <c:v>45586</c:v>
                </c:pt>
                <c:pt idx="848">
                  <c:v>45587</c:v>
                </c:pt>
                <c:pt idx="849">
                  <c:v>45588</c:v>
                </c:pt>
                <c:pt idx="850">
                  <c:v>45589</c:v>
                </c:pt>
                <c:pt idx="851">
                  <c:v>45590</c:v>
                </c:pt>
                <c:pt idx="852">
                  <c:v>45593</c:v>
                </c:pt>
                <c:pt idx="853">
                  <c:v>45594</c:v>
                </c:pt>
                <c:pt idx="854">
                  <c:v>45595</c:v>
                </c:pt>
                <c:pt idx="855">
                  <c:v>45596</c:v>
                </c:pt>
                <c:pt idx="856">
                  <c:v>45597</c:v>
                </c:pt>
                <c:pt idx="857">
                  <c:v>45600</c:v>
                </c:pt>
                <c:pt idx="858">
                  <c:v>45601</c:v>
                </c:pt>
                <c:pt idx="859">
                  <c:v>45602</c:v>
                </c:pt>
                <c:pt idx="860">
                  <c:v>45603</c:v>
                </c:pt>
                <c:pt idx="861">
                  <c:v>45604</c:v>
                </c:pt>
                <c:pt idx="862">
                  <c:v>45607</c:v>
                </c:pt>
                <c:pt idx="863">
                  <c:v>45608</c:v>
                </c:pt>
                <c:pt idx="864">
                  <c:v>45609</c:v>
                </c:pt>
                <c:pt idx="865">
                  <c:v>45610</c:v>
                </c:pt>
                <c:pt idx="866">
                  <c:v>45611</c:v>
                </c:pt>
                <c:pt idx="867">
                  <c:v>45614</c:v>
                </c:pt>
                <c:pt idx="868">
                  <c:v>45615</c:v>
                </c:pt>
                <c:pt idx="869">
                  <c:v>45616</c:v>
                </c:pt>
                <c:pt idx="870">
                  <c:v>45617</c:v>
                </c:pt>
                <c:pt idx="871">
                  <c:v>45618</c:v>
                </c:pt>
                <c:pt idx="872">
                  <c:v>45621</c:v>
                </c:pt>
                <c:pt idx="873">
                  <c:v>45622</c:v>
                </c:pt>
                <c:pt idx="874">
                  <c:v>45623</c:v>
                </c:pt>
                <c:pt idx="875">
                  <c:v>45624</c:v>
                </c:pt>
                <c:pt idx="876">
                  <c:v>45625</c:v>
                </c:pt>
                <c:pt idx="877">
                  <c:v>45628</c:v>
                </c:pt>
                <c:pt idx="878">
                  <c:v>45629</c:v>
                </c:pt>
                <c:pt idx="879">
                  <c:v>45630</c:v>
                </c:pt>
                <c:pt idx="880">
                  <c:v>45631</c:v>
                </c:pt>
                <c:pt idx="881">
                  <c:v>45632</c:v>
                </c:pt>
                <c:pt idx="882">
                  <c:v>45635</c:v>
                </c:pt>
                <c:pt idx="883">
                  <c:v>45636</c:v>
                </c:pt>
                <c:pt idx="884">
                  <c:v>45637</c:v>
                </c:pt>
                <c:pt idx="885">
                  <c:v>45638</c:v>
                </c:pt>
                <c:pt idx="886">
                  <c:v>45639</c:v>
                </c:pt>
                <c:pt idx="887">
                  <c:v>45642</c:v>
                </c:pt>
                <c:pt idx="888">
                  <c:v>45643</c:v>
                </c:pt>
                <c:pt idx="889">
                  <c:v>45644</c:v>
                </c:pt>
                <c:pt idx="890">
                  <c:v>45645</c:v>
                </c:pt>
                <c:pt idx="891">
                  <c:v>45646</c:v>
                </c:pt>
                <c:pt idx="892">
                  <c:v>45649</c:v>
                </c:pt>
                <c:pt idx="893">
                  <c:v>45650</c:v>
                </c:pt>
                <c:pt idx="894">
                  <c:v>45651</c:v>
                </c:pt>
                <c:pt idx="895">
                  <c:v>45652</c:v>
                </c:pt>
                <c:pt idx="896">
                  <c:v>45653</c:v>
                </c:pt>
                <c:pt idx="897">
                  <c:v>45656</c:v>
                </c:pt>
                <c:pt idx="898">
                  <c:v>45657</c:v>
                </c:pt>
                <c:pt idx="899">
                  <c:v>45659</c:v>
                </c:pt>
                <c:pt idx="900">
                  <c:v>45660</c:v>
                </c:pt>
                <c:pt idx="901">
                  <c:v>45663</c:v>
                </c:pt>
                <c:pt idx="902">
                  <c:v>45664</c:v>
                </c:pt>
                <c:pt idx="903">
                  <c:v>45665</c:v>
                </c:pt>
                <c:pt idx="904">
                  <c:v>45666</c:v>
                </c:pt>
                <c:pt idx="905">
                  <c:v>45667</c:v>
                </c:pt>
                <c:pt idx="906">
                  <c:v>45670</c:v>
                </c:pt>
                <c:pt idx="907">
                  <c:v>45671</c:v>
                </c:pt>
                <c:pt idx="908">
                  <c:v>45672</c:v>
                </c:pt>
                <c:pt idx="909">
                  <c:v>45673</c:v>
                </c:pt>
                <c:pt idx="910">
                  <c:v>45674</c:v>
                </c:pt>
                <c:pt idx="911">
                  <c:v>45677</c:v>
                </c:pt>
                <c:pt idx="912">
                  <c:v>45678</c:v>
                </c:pt>
                <c:pt idx="913">
                  <c:v>45679</c:v>
                </c:pt>
                <c:pt idx="914">
                  <c:v>45680</c:v>
                </c:pt>
                <c:pt idx="915">
                  <c:v>45681</c:v>
                </c:pt>
                <c:pt idx="916">
                  <c:v>45691</c:v>
                </c:pt>
                <c:pt idx="917">
                  <c:v>45692</c:v>
                </c:pt>
                <c:pt idx="918">
                  <c:v>45693</c:v>
                </c:pt>
                <c:pt idx="919">
                  <c:v>45694</c:v>
                </c:pt>
                <c:pt idx="920">
                  <c:v>45695</c:v>
                </c:pt>
                <c:pt idx="921">
                  <c:v>45698</c:v>
                </c:pt>
                <c:pt idx="922">
                  <c:v>45699</c:v>
                </c:pt>
                <c:pt idx="923">
                  <c:v>45700</c:v>
                </c:pt>
                <c:pt idx="924">
                  <c:v>45701</c:v>
                </c:pt>
                <c:pt idx="925">
                  <c:v>45702</c:v>
                </c:pt>
                <c:pt idx="926">
                  <c:v>45705</c:v>
                </c:pt>
                <c:pt idx="927">
                  <c:v>45706</c:v>
                </c:pt>
                <c:pt idx="928">
                  <c:v>45707</c:v>
                </c:pt>
                <c:pt idx="929">
                  <c:v>45708</c:v>
                </c:pt>
                <c:pt idx="930">
                  <c:v>45709</c:v>
                </c:pt>
                <c:pt idx="931">
                  <c:v>45712</c:v>
                </c:pt>
                <c:pt idx="932">
                  <c:v>45713</c:v>
                </c:pt>
                <c:pt idx="933">
                  <c:v>45714</c:v>
                </c:pt>
                <c:pt idx="934">
                  <c:v>45715</c:v>
                </c:pt>
                <c:pt idx="935">
                  <c:v>45716</c:v>
                </c:pt>
                <c:pt idx="936">
                  <c:v>45719</c:v>
                </c:pt>
                <c:pt idx="937">
                  <c:v>45720</c:v>
                </c:pt>
                <c:pt idx="938">
                  <c:v>45721</c:v>
                </c:pt>
                <c:pt idx="939">
                  <c:v>45722</c:v>
                </c:pt>
                <c:pt idx="940">
                  <c:v>45723</c:v>
                </c:pt>
                <c:pt idx="941">
                  <c:v>45726</c:v>
                </c:pt>
                <c:pt idx="942">
                  <c:v>45727</c:v>
                </c:pt>
                <c:pt idx="943">
                  <c:v>45728</c:v>
                </c:pt>
                <c:pt idx="944">
                  <c:v>45729</c:v>
                </c:pt>
                <c:pt idx="945">
                  <c:v>45730</c:v>
                </c:pt>
                <c:pt idx="946">
                  <c:v>45733</c:v>
                </c:pt>
                <c:pt idx="947">
                  <c:v>45734</c:v>
                </c:pt>
                <c:pt idx="948">
                  <c:v>45735</c:v>
                </c:pt>
                <c:pt idx="949">
                  <c:v>45736</c:v>
                </c:pt>
                <c:pt idx="950">
                  <c:v>45737</c:v>
                </c:pt>
                <c:pt idx="951">
                  <c:v>45740</c:v>
                </c:pt>
                <c:pt idx="952">
                  <c:v>45741</c:v>
                </c:pt>
                <c:pt idx="953">
                  <c:v>45742</c:v>
                </c:pt>
                <c:pt idx="954">
                  <c:v>45743</c:v>
                </c:pt>
                <c:pt idx="955">
                  <c:v>45744</c:v>
                </c:pt>
                <c:pt idx="956">
                  <c:v>45747</c:v>
                </c:pt>
                <c:pt idx="957">
                  <c:v>45748</c:v>
                </c:pt>
                <c:pt idx="958">
                  <c:v>45749</c:v>
                </c:pt>
                <c:pt idx="959">
                  <c:v>45750</c:v>
                </c:pt>
                <c:pt idx="960">
                  <c:v>45751</c:v>
                </c:pt>
                <c:pt idx="961">
                  <c:v>45755</c:v>
                </c:pt>
                <c:pt idx="962">
                  <c:v>45756</c:v>
                </c:pt>
                <c:pt idx="963">
                  <c:v>45757</c:v>
                </c:pt>
                <c:pt idx="964">
                  <c:v>45758</c:v>
                </c:pt>
                <c:pt idx="965">
                  <c:v>45761</c:v>
                </c:pt>
                <c:pt idx="966">
                  <c:v>45762</c:v>
                </c:pt>
                <c:pt idx="967">
                  <c:v>45763</c:v>
                </c:pt>
                <c:pt idx="968">
                  <c:v>45764</c:v>
                </c:pt>
                <c:pt idx="969">
                  <c:v>45765</c:v>
                </c:pt>
                <c:pt idx="970">
                  <c:v>45768</c:v>
                </c:pt>
                <c:pt idx="971">
                  <c:v>45769</c:v>
                </c:pt>
                <c:pt idx="972">
                  <c:v>45770</c:v>
                </c:pt>
                <c:pt idx="973">
                  <c:v>45771</c:v>
                </c:pt>
                <c:pt idx="974">
                  <c:v>45772</c:v>
                </c:pt>
                <c:pt idx="975">
                  <c:v>45775</c:v>
                </c:pt>
                <c:pt idx="976">
                  <c:v>45776</c:v>
                </c:pt>
                <c:pt idx="977">
                  <c:v>45782</c:v>
                </c:pt>
                <c:pt idx="978">
                  <c:v>45783</c:v>
                </c:pt>
                <c:pt idx="979">
                  <c:v>45784</c:v>
                </c:pt>
                <c:pt idx="980">
                  <c:v>45785</c:v>
                </c:pt>
                <c:pt idx="981">
                  <c:v>45786</c:v>
                </c:pt>
                <c:pt idx="982">
                  <c:v>45789</c:v>
                </c:pt>
                <c:pt idx="983">
                  <c:v>45790</c:v>
                </c:pt>
                <c:pt idx="984">
                  <c:v>45791</c:v>
                </c:pt>
                <c:pt idx="985">
                  <c:v>45792</c:v>
                </c:pt>
                <c:pt idx="986">
                  <c:v>45793</c:v>
                </c:pt>
                <c:pt idx="987">
                  <c:v>45796</c:v>
                </c:pt>
                <c:pt idx="988">
                  <c:v>45797</c:v>
                </c:pt>
                <c:pt idx="989">
                  <c:v>45798</c:v>
                </c:pt>
                <c:pt idx="990">
                  <c:v>45799</c:v>
                </c:pt>
                <c:pt idx="991">
                  <c:v>45800</c:v>
                </c:pt>
                <c:pt idx="992">
                  <c:v>45803</c:v>
                </c:pt>
                <c:pt idx="993">
                  <c:v>45804</c:v>
                </c:pt>
                <c:pt idx="994">
                  <c:v>45805</c:v>
                </c:pt>
                <c:pt idx="995">
                  <c:v>45806</c:v>
                </c:pt>
                <c:pt idx="996">
                  <c:v>45807</c:v>
                </c:pt>
                <c:pt idx="997">
                  <c:v>45810</c:v>
                </c:pt>
                <c:pt idx="998">
                  <c:v>45811</c:v>
                </c:pt>
                <c:pt idx="999">
                  <c:v>45812</c:v>
                </c:pt>
                <c:pt idx="1000">
                  <c:v>45813</c:v>
                </c:pt>
                <c:pt idx="1001">
                  <c:v>45814</c:v>
                </c:pt>
                <c:pt idx="1002">
                  <c:v>45817</c:v>
                </c:pt>
                <c:pt idx="1003">
                  <c:v>45818</c:v>
                </c:pt>
                <c:pt idx="1004">
                  <c:v>45819</c:v>
                </c:pt>
                <c:pt idx="1005">
                  <c:v>45820</c:v>
                </c:pt>
                <c:pt idx="1006">
                  <c:v>45821</c:v>
                </c:pt>
                <c:pt idx="1007">
                  <c:v>45824</c:v>
                </c:pt>
                <c:pt idx="1008">
                  <c:v>45825</c:v>
                </c:pt>
                <c:pt idx="1009">
                  <c:v>45826</c:v>
                </c:pt>
                <c:pt idx="1010">
                  <c:v>45827</c:v>
                </c:pt>
                <c:pt idx="1011">
                  <c:v>45828</c:v>
                </c:pt>
                <c:pt idx="1012">
                  <c:v>45831</c:v>
                </c:pt>
                <c:pt idx="1013">
                  <c:v>45832</c:v>
                </c:pt>
                <c:pt idx="1014">
                  <c:v>45833</c:v>
                </c:pt>
                <c:pt idx="1015">
                  <c:v>45834</c:v>
                </c:pt>
                <c:pt idx="1016">
                  <c:v>45835</c:v>
                </c:pt>
                <c:pt idx="1017">
                  <c:v>45838</c:v>
                </c:pt>
                <c:pt idx="1018">
                  <c:v>45839</c:v>
                </c:pt>
                <c:pt idx="1019">
                  <c:v>45840</c:v>
                </c:pt>
                <c:pt idx="1020">
                  <c:v>45841</c:v>
                </c:pt>
                <c:pt idx="1021">
                  <c:v>45842</c:v>
                </c:pt>
                <c:pt idx="1022">
                  <c:v>45845</c:v>
                </c:pt>
                <c:pt idx="1023">
                  <c:v>45846</c:v>
                </c:pt>
                <c:pt idx="1024">
                  <c:v>45847</c:v>
                </c:pt>
                <c:pt idx="1025">
                  <c:v>45848</c:v>
                </c:pt>
                <c:pt idx="1026">
                  <c:v>45849</c:v>
                </c:pt>
                <c:pt idx="1027">
                  <c:v>45852</c:v>
                </c:pt>
                <c:pt idx="1028">
                  <c:v>45853</c:v>
                </c:pt>
                <c:pt idx="1029">
                  <c:v>45854</c:v>
                </c:pt>
                <c:pt idx="1030">
                  <c:v>45855</c:v>
                </c:pt>
                <c:pt idx="1031">
                  <c:v>45856</c:v>
                </c:pt>
                <c:pt idx="1032">
                  <c:v>45859</c:v>
                </c:pt>
                <c:pt idx="1033">
                  <c:v>45860</c:v>
                </c:pt>
                <c:pt idx="1034">
                  <c:v>45861</c:v>
                </c:pt>
                <c:pt idx="1035">
                  <c:v>45862</c:v>
                </c:pt>
                <c:pt idx="1036">
                  <c:v>45863</c:v>
                </c:pt>
                <c:pt idx="1037">
                  <c:v>45866</c:v>
                </c:pt>
                <c:pt idx="1038">
                  <c:v>45867</c:v>
                </c:pt>
                <c:pt idx="1039">
                  <c:v>45868</c:v>
                </c:pt>
                <c:pt idx="1040">
                  <c:v>45869</c:v>
                </c:pt>
                <c:pt idx="1041">
                  <c:v>45870</c:v>
                </c:pt>
                <c:pt idx="1042">
                  <c:v>45873</c:v>
                </c:pt>
                <c:pt idx="1043">
                  <c:v>45874</c:v>
                </c:pt>
                <c:pt idx="1044">
                  <c:v>45875</c:v>
                </c:pt>
                <c:pt idx="1045">
                  <c:v>45876</c:v>
                </c:pt>
                <c:pt idx="1046">
                  <c:v>45877</c:v>
                </c:pt>
                <c:pt idx="1047">
                  <c:v>45880</c:v>
                </c:pt>
                <c:pt idx="1048">
                  <c:v>45881</c:v>
                </c:pt>
                <c:pt idx="1049">
                  <c:v>45882</c:v>
                </c:pt>
                <c:pt idx="1050">
                  <c:v>45883</c:v>
                </c:pt>
                <c:pt idx="1051">
                  <c:v>45884</c:v>
                </c:pt>
                <c:pt idx="1052">
                  <c:v>45887</c:v>
                </c:pt>
                <c:pt idx="1053">
                  <c:v>45888</c:v>
                </c:pt>
                <c:pt idx="1054">
                  <c:v>45889</c:v>
                </c:pt>
                <c:pt idx="1055">
                  <c:v>45890</c:v>
                </c:pt>
                <c:pt idx="1056">
                  <c:v>45891</c:v>
                </c:pt>
                <c:pt idx="1057">
                  <c:v>45894</c:v>
                </c:pt>
                <c:pt idx="1058">
                  <c:v>45895</c:v>
                </c:pt>
                <c:pt idx="1059">
                  <c:v>45896</c:v>
                </c:pt>
                <c:pt idx="1060">
                  <c:v>45897</c:v>
                </c:pt>
                <c:pt idx="1061">
                  <c:v>45898</c:v>
                </c:pt>
                <c:pt idx="1062">
                  <c:v>45903</c:v>
                </c:pt>
                <c:pt idx="1063">
                  <c:v>45904</c:v>
                </c:pt>
                <c:pt idx="1064">
                  <c:v>45905</c:v>
                </c:pt>
                <c:pt idx="1065">
                  <c:v>45908</c:v>
                </c:pt>
                <c:pt idx="1066">
                  <c:v>45909</c:v>
                </c:pt>
                <c:pt idx="1067">
                  <c:v>45910</c:v>
                </c:pt>
                <c:pt idx="1068">
                  <c:v>45911</c:v>
                </c:pt>
                <c:pt idx="1069">
                  <c:v>45912</c:v>
                </c:pt>
                <c:pt idx="1070">
                  <c:v>45915</c:v>
                </c:pt>
                <c:pt idx="1071">
                  <c:v>45916</c:v>
                </c:pt>
                <c:pt idx="1072">
                  <c:v>45917</c:v>
                </c:pt>
                <c:pt idx="1073">
                  <c:v>45918</c:v>
                </c:pt>
                <c:pt idx="1074">
                  <c:v>45919</c:v>
                </c:pt>
                <c:pt idx="1075">
                  <c:v>45922</c:v>
                </c:pt>
                <c:pt idx="1076">
                  <c:v>45923</c:v>
                </c:pt>
                <c:pt idx="1077">
                  <c:v>45924</c:v>
                </c:pt>
                <c:pt idx="1078">
                  <c:v>45925</c:v>
                </c:pt>
                <c:pt idx="1079">
                  <c:v>45926</c:v>
                </c:pt>
                <c:pt idx="1080">
                  <c:v>45929</c:v>
                </c:pt>
                <c:pt idx="1081">
                  <c:v>45930</c:v>
                </c:pt>
                <c:pt idx="1082">
                  <c:v>45931</c:v>
                </c:pt>
                <c:pt idx="1083">
                  <c:v>45932</c:v>
                </c:pt>
                <c:pt idx="1084">
                  <c:v>45933</c:v>
                </c:pt>
                <c:pt idx="1085">
                  <c:v>45936</c:v>
                </c:pt>
                <c:pt idx="1086">
                  <c:v>45937</c:v>
                </c:pt>
                <c:pt idx="1087">
                  <c:v>45938</c:v>
                </c:pt>
                <c:pt idx="1088">
                  <c:v>45939</c:v>
                </c:pt>
                <c:pt idx="1089">
                  <c:v>45940</c:v>
                </c:pt>
                <c:pt idx="1090">
                  <c:v>45943</c:v>
                </c:pt>
                <c:pt idx="1091">
                  <c:v>45944</c:v>
                </c:pt>
                <c:pt idx="1092">
                  <c:v>45945</c:v>
                </c:pt>
                <c:pt idx="1093">
                  <c:v>45946</c:v>
                </c:pt>
                <c:pt idx="1094">
                  <c:v>45947</c:v>
                </c:pt>
                <c:pt idx="1095">
                  <c:v>45950</c:v>
                </c:pt>
                <c:pt idx="1096">
                  <c:v>45951</c:v>
                </c:pt>
                <c:pt idx="1097">
                  <c:v>45952</c:v>
                </c:pt>
                <c:pt idx="1098">
                  <c:v>45953</c:v>
                </c:pt>
                <c:pt idx="1099">
                  <c:v>45954</c:v>
                </c:pt>
                <c:pt idx="1100">
                  <c:v>45957</c:v>
                </c:pt>
                <c:pt idx="1101">
                  <c:v>45958</c:v>
                </c:pt>
                <c:pt idx="1102">
                  <c:v>45959</c:v>
                </c:pt>
                <c:pt idx="1103">
                  <c:v>45960</c:v>
                </c:pt>
                <c:pt idx="1104">
                  <c:v>45961</c:v>
                </c:pt>
                <c:pt idx="1105">
                  <c:v>45964</c:v>
                </c:pt>
                <c:pt idx="1106">
                  <c:v>45965</c:v>
                </c:pt>
                <c:pt idx="1107">
                  <c:v>45966</c:v>
                </c:pt>
                <c:pt idx="1108">
                  <c:v>45967</c:v>
                </c:pt>
                <c:pt idx="1109">
                  <c:v>45968</c:v>
                </c:pt>
                <c:pt idx="1110">
                  <c:v>45971</c:v>
                </c:pt>
                <c:pt idx="1111">
                  <c:v>45972</c:v>
                </c:pt>
                <c:pt idx="1112">
                  <c:v>45973</c:v>
                </c:pt>
                <c:pt idx="1113">
                  <c:v>45974</c:v>
                </c:pt>
                <c:pt idx="1114">
                  <c:v>45975</c:v>
                </c:pt>
                <c:pt idx="1115">
                  <c:v>45978</c:v>
                </c:pt>
                <c:pt idx="1116">
                  <c:v>45979</c:v>
                </c:pt>
                <c:pt idx="1117">
                  <c:v>45980</c:v>
                </c:pt>
                <c:pt idx="1118">
                  <c:v>45981</c:v>
                </c:pt>
                <c:pt idx="1119">
                  <c:v>45982</c:v>
                </c:pt>
                <c:pt idx="1120">
                  <c:v>45985</c:v>
                </c:pt>
                <c:pt idx="1121">
                  <c:v>45986</c:v>
                </c:pt>
                <c:pt idx="1122">
                  <c:v>45987</c:v>
                </c:pt>
                <c:pt idx="1123">
                  <c:v>45988</c:v>
                </c:pt>
                <c:pt idx="1124">
                  <c:v>45989</c:v>
                </c:pt>
                <c:pt idx="1125">
                  <c:v>45992</c:v>
                </c:pt>
                <c:pt idx="1126">
                  <c:v>45993</c:v>
                </c:pt>
                <c:pt idx="1127">
                  <c:v>45994</c:v>
                </c:pt>
                <c:pt idx="1128">
                  <c:v>45995</c:v>
                </c:pt>
                <c:pt idx="1129">
                  <c:v>45996</c:v>
                </c:pt>
                <c:pt idx="1130">
                  <c:v>45999</c:v>
                </c:pt>
                <c:pt idx="1131">
                  <c:v>46000</c:v>
                </c:pt>
                <c:pt idx="1132">
                  <c:v>46001</c:v>
                </c:pt>
                <c:pt idx="1133">
                  <c:v>46002</c:v>
                </c:pt>
                <c:pt idx="1134">
                  <c:v>46003</c:v>
                </c:pt>
                <c:pt idx="1135">
                  <c:v>46006</c:v>
                </c:pt>
                <c:pt idx="1136">
                  <c:v>46007</c:v>
                </c:pt>
                <c:pt idx="1137">
                  <c:v>46008</c:v>
                </c:pt>
                <c:pt idx="1138">
                  <c:v>46009</c:v>
                </c:pt>
                <c:pt idx="1139">
                  <c:v>46010</c:v>
                </c:pt>
                <c:pt idx="1140">
                  <c:v>46013</c:v>
                </c:pt>
                <c:pt idx="1141">
                  <c:v>46014</c:v>
                </c:pt>
                <c:pt idx="1142">
                  <c:v>46015</c:v>
                </c:pt>
                <c:pt idx="1143">
                  <c:v>46016</c:v>
                </c:pt>
                <c:pt idx="1144">
                  <c:v>46017</c:v>
                </c:pt>
                <c:pt idx="1145">
                  <c:v>46020</c:v>
                </c:pt>
                <c:pt idx="1146">
                  <c:v>46021</c:v>
                </c:pt>
                <c:pt idx="1147">
                  <c:v>46022</c:v>
                </c:pt>
                <c:pt idx="1148">
                  <c:v>46027</c:v>
                </c:pt>
                <c:pt idx="1149">
                  <c:v>46028</c:v>
                </c:pt>
                <c:pt idx="1150">
                  <c:v>46029</c:v>
                </c:pt>
                <c:pt idx="1151">
                  <c:v>46030</c:v>
                </c:pt>
                <c:pt idx="1152">
                  <c:v>46031</c:v>
                </c:pt>
                <c:pt idx="1153">
                  <c:v>46034</c:v>
                </c:pt>
                <c:pt idx="1154">
                  <c:v>46035</c:v>
                </c:pt>
                <c:pt idx="1155">
                  <c:v>46036</c:v>
                </c:pt>
                <c:pt idx="1156">
                  <c:v>46037</c:v>
                </c:pt>
                <c:pt idx="1157">
                  <c:v>46038</c:v>
                </c:pt>
                <c:pt idx="1158">
                  <c:v>46041</c:v>
                </c:pt>
                <c:pt idx="1159">
                  <c:v>46042</c:v>
                </c:pt>
                <c:pt idx="1160">
                  <c:v>46043</c:v>
                </c:pt>
                <c:pt idx="1161">
                  <c:v>46044</c:v>
                </c:pt>
                <c:pt idx="1162">
                  <c:v>46045</c:v>
                </c:pt>
                <c:pt idx="1163">
                  <c:v>46048</c:v>
                </c:pt>
                <c:pt idx="1164">
                  <c:v>46049</c:v>
                </c:pt>
                <c:pt idx="1165">
                  <c:v>46050</c:v>
                </c:pt>
                <c:pt idx="1166">
                  <c:v>46051</c:v>
                </c:pt>
                <c:pt idx="1167">
                  <c:v>46052</c:v>
                </c:pt>
                <c:pt idx="1168">
                  <c:v>46055</c:v>
                </c:pt>
                <c:pt idx="1169">
                  <c:v>46056</c:v>
                </c:pt>
                <c:pt idx="1170">
                  <c:v>46057</c:v>
                </c:pt>
                <c:pt idx="1171">
                  <c:v>46058</c:v>
                </c:pt>
                <c:pt idx="1172">
                  <c:v>46059</c:v>
                </c:pt>
                <c:pt idx="1173">
                  <c:v>46062</c:v>
                </c:pt>
                <c:pt idx="1174">
                  <c:v>46063</c:v>
                </c:pt>
                <c:pt idx="1175">
                  <c:v>46064</c:v>
                </c:pt>
                <c:pt idx="1176">
                  <c:v>46065</c:v>
                </c:pt>
                <c:pt idx="1177">
                  <c:v>46066</c:v>
                </c:pt>
                <c:pt idx="1178">
                  <c:v>46076</c:v>
                </c:pt>
                <c:pt idx="1179">
                  <c:v>46077</c:v>
                </c:pt>
                <c:pt idx="1180">
                  <c:v>46078</c:v>
                </c:pt>
                <c:pt idx="1181">
                  <c:v>46079</c:v>
                </c:pt>
                <c:pt idx="1182">
                  <c:v>46080</c:v>
                </c:pt>
                <c:pt idx="1183">
                  <c:v>46083</c:v>
                </c:pt>
                <c:pt idx="1184">
                  <c:v>46084</c:v>
                </c:pt>
                <c:pt idx="1185">
                  <c:v>46085</c:v>
                </c:pt>
                <c:pt idx="1186">
                  <c:v>46086</c:v>
                </c:pt>
                <c:pt idx="1187">
                  <c:v>46087</c:v>
                </c:pt>
                <c:pt idx="1188">
                  <c:v>46090</c:v>
                </c:pt>
                <c:pt idx="1189">
                  <c:v>46091</c:v>
                </c:pt>
                <c:pt idx="1190">
                  <c:v>46092</c:v>
                </c:pt>
                <c:pt idx="1191">
                  <c:v>46093</c:v>
                </c:pt>
                <c:pt idx="1192">
                  <c:v>46094</c:v>
                </c:pt>
                <c:pt idx="1193">
                  <c:v>46097</c:v>
                </c:pt>
                <c:pt idx="1194">
                  <c:v>46098</c:v>
                </c:pt>
                <c:pt idx="1195">
                  <c:v>46099</c:v>
                </c:pt>
                <c:pt idx="1196">
                  <c:v>46100</c:v>
                </c:pt>
                <c:pt idx="1197">
                  <c:v>46101</c:v>
                </c:pt>
                <c:pt idx="1198">
                  <c:v>46104</c:v>
                </c:pt>
                <c:pt idx="1199">
                  <c:v>46105</c:v>
                </c:pt>
                <c:pt idx="1200">
                  <c:v>46106</c:v>
                </c:pt>
                <c:pt idx="1201">
                  <c:v>46107</c:v>
                </c:pt>
                <c:pt idx="1202">
                  <c:v>46108</c:v>
                </c:pt>
                <c:pt idx="1203">
                  <c:v>46111</c:v>
                </c:pt>
                <c:pt idx="1204">
                  <c:v>46112</c:v>
                </c:pt>
                <c:pt idx="1205">
                  <c:v>46113</c:v>
                </c:pt>
                <c:pt idx="1206">
                  <c:v>46114</c:v>
                </c:pt>
                <c:pt idx="1207">
                  <c:v>46115</c:v>
                </c:pt>
                <c:pt idx="1208">
                  <c:v>46118</c:v>
                </c:pt>
                <c:pt idx="1209">
                  <c:v>46119</c:v>
                </c:pt>
                <c:pt idx="1210">
                  <c:v>46120</c:v>
                </c:pt>
                <c:pt idx="1211">
                  <c:v>46121</c:v>
                </c:pt>
                <c:pt idx="1212">
                  <c:v>46122</c:v>
                </c:pt>
                <c:pt idx="1213">
                  <c:v>46125</c:v>
                </c:pt>
                <c:pt idx="1214">
                  <c:v>46126</c:v>
                </c:pt>
                <c:pt idx="1215">
                  <c:v>46127</c:v>
                </c:pt>
                <c:pt idx="1216">
                  <c:v>46128</c:v>
                </c:pt>
                <c:pt idx="1217">
                  <c:v>46129</c:v>
                </c:pt>
                <c:pt idx="1218">
                  <c:v>46132</c:v>
                </c:pt>
                <c:pt idx="1219">
                  <c:v>46133</c:v>
                </c:pt>
                <c:pt idx="1220">
                  <c:v>46134</c:v>
                </c:pt>
                <c:pt idx="1221">
                  <c:v>46135</c:v>
                </c:pt>
                <c:pt idx="1222">
                  <c:v>46136</c:v>
                </c:pt>
                <c:pt idx="1223">
                  <c:v>46140</c:v>
                </c:pt>
                <c:pt idx="1224">
                  <c:v>46141</c:v>
                </c:pt>
                <c:pt idx="1225">
                  <c:v>46146</c:v>
                </c:pt>
                <c:pt idx="1226">
                  <c:v>46147</c:v>
                </c:pt>
                <c:pt idx="1227">
                  <c:v>46148</c:v>
                </c:pt>
                <c:pt idx="1228">
                  <c:v>46149</c:v>
                </c:pt>
                <c:pt idx="1229">
                  <c:v>46150</c:v>
                </c:pt>
                <c:pt idx="1230">
                  <c:v>46153</c:v>
                </c:pt>
                <c:pt idx="1231">
                  <c:v>46154</c:v>
                </c:pt>
                <c:pt idx="1232">
                  <c:v>46155</c:v>
                </c:pt>
                <c:pt idx="1233">
                  <c:v>46156</c:v>
                </c:pt>
                <c:pt idx="1234">
                  <c:v>46157</c:v>
                </c:pt>
                <c:pt idx="1235">
                  <c:v>46160</c:v>
                </c:pt>
                <c:pt idx="1236">
                  <c:v>46161</c:v>
                </c:pt>
                <c:pt idx="1237">
                  <c:v>46162</c:v>
                </c:pt>
                <c:pt idx="1238">
                  <c:v>46163</c:v>
                </c:pt>
                <c:pt idx="1239">
                  <c:v>46164</c:v>
                </c:pt>
                <c:pt idx="1240">
                  <c:v>46167</c:v>
                </c:pt>
                <c:pt idx="1241">
                  <c:v>46168</c:v>
                </c:pt>
                <c:pt idx="1242">
                  <c:v>46169</c:v>
                </c:pt>
                <c:pt idx="1243">
                  <c:v>46170</c:v>
                </c:pt>
                <c:pt idx="1244">
                  <c:v>46171</c:v>
                </c:pt>
                <c:pt idx="1245">
                  <c:v>46174</c:v>
                </c:pt>
                <c:pt idx="1246">
                  <c:v>46175</c:v>
                </c:pt>
              </c:numCache>
            </c:numRef>
          </c:cat>
          <c:val>
            <c:numRef>
              <c:f>'PB ratio'!$D$106:$D$1353</c:f>
              <c:numCache>
                <c:formatCode>0.00</c:formatCode>
                <c:ptCount val="1248"/>
                <c:pt idx="0">
                  <c:v>1.7569762188430871</c:v>
                </c:pt>
                <c:pt idx="1">
                  <c:v>1.7569762188430871</c:v>
                </c:pt>
                <c:pt idx="2">
                  <c:v>1.7569762188430871</c:v>
                </c:pt>
                <c:pt idx="3">
                  <c:v>1.7569762188430871</c:v>
                </c:pt>
                <c:pt idx="4">
                  <c:v>1.7569762188430871</c:v>
                </c:pt>
                <c:pt idx="5">
                  <c:v>1.7569762188430871</c:v>
                </c:pt>
                <c:pt idx="6">
                  <c:v>1.7569762188430871</c:v>
                </c:pt>
                <c:pt idx="7">
                  <c:v>1.7569762188430871</c:v>
                </c:pt>
                <c:pt idx="8">
                  <c:v>1.7569762188430871</c:v>
                </c:pt>
                <c:pt idx="9">
                  <c:v>1.7569762188430871</c:v>
                </c:pt>
                <c:pt idx="10">
                  <c:v>1.7569762188430871</c:v>
                </c:pt>
                <c:pt idx="11">
                  <c:v>1.7569762188430871</c:v>
                </c:pt>
                <c:pt idx="12">
                  <c:v>1.7569762188430871</c:v>
                </c:pt>
                <c:pt idx="13">
                  <c:v>1.7569762188430871</c:v>
                </c:pt>
                <c:pt idx="14">
                  <c:v>1.7569762188430871</c:v>
                </c:pt>
                <c:pt idx="15">
                  <c:v>1.7569762188430871</c:v>
                </c:pt>
                <c:pt idx="16">
                  <c:v>1.7569762188430871</c:v>
                </c:pt>
                <c:pt idx="17">
                  <c:v>1.7569762188430871</c:v>
                </c:pt>
                <c:pt idx="18">
                  <c:v>1.7569762188430871</c:v>
                </c:pt>
                <c:pt idx="19">
                  <c:v>1.7569762188430871</c:v>
                </c:pt>
                <c:pt idx="20">
                  <c:v>1.7569762188430871</c:v>
                </c:pt>
                <c:pt idx="21">
                  <c:v>1.7569762188430871</c:v>
                </c:pt>
                <c:pt idx="22">
                  <c:v>1.7569762188430871</c:v>
                </c:pt>
                <c:pt idx="23">
                  <c:v>1.7569762188430871</c:v>
                </c:pt>
                <c:pt idx="24">
                  <c:v>1.7569762188430871</c:v>
                </c:pt>
                <c:pt idx="25">
                  <c:v>1.7569762188430871</c:v>
                </c:pt>
                <c:pt idx="26">
                  <c:v>1.7569762188430871</c:v>
                </c:pt>
                <c:pt idx="27">
                  <c:v>1.7569762188430871</c:v>
                </c:pt>
                <c:pt idx="28">
                  <c:v>1.7569762188430871</c:v>
                </c:pt>
                <c:pt idx="29">
                  <c:v>1.7569762188430871</c:v>
                </c:pt>
                <c:pt idx="30">
                  <c:v>1.7569762188430871</c:v>
                </c:pt>
                <c:pt idx="31">
                  <c:v>1.7569762188430871</c:v>
                </c:pt>
                <c:pt idx="32">
                  <c:v>1.7569762188430871</c:v>
                </c:pt>
                <c:pt idx="33">
                  <c:v>1.7569762188430871</c:v>
                </c:pt>
                <c:pt idx="34">
                  <c:v>1.7569762188430871</c:v>
                </c:pt>
                <c:pt idx="35">
                  <c:v>1.7569762188430871</c:v>
                </c:pt>
                <c:pt idx="36">
                  <c:v>1.7569762188430871</c:v>
                </c:pt>
                <c:pt idx="37">
                  <c:v>1.7569762188430871</c:v>
                </c:pt>
                <c:pt idx="38">
                  <c:v>1.7569762188430871</c:v>
                </c:pt>
                <c:pt idx="39">
                  <c:v>1.7569762188430871</c:v>
                </c:pt>
                <c:pt idx="40">
                  <c:v>1.7569762188430871</c:v>
                </c:pt>
                <c:pt idx="41">
                  <c:v>1.7569762188430871</c:v>
                </c:pt>
                <c:pt idx="42">
                  <c:v>1.7569762188430871</c:v>
                </c:pt>
                <c:pt idx="43">
                  <c:v>1.7569762188430871</c:v>
                </c:pt>
                <c:pt idx="44">
                  <c:v>1.7569762188430871</c:v>
                </c:pt>
                <c:pt idx="45">
                  <c:v>1.7569762188430871</c:v>
                </c:pt>
                <c:pt idx="46">
                  <c:v>1.7569762188430871</c:v>
                </c:pt>
                <c:pt idx="47">
                  <c:v>1.7569762188430871</c:v>
                </c:pt>
                <c:pt idx="48">
                  <c:v>1.7569762188430871</c:v>
                </c:pt>
                <c:pt idx="49">
                  <c:v>1.7569762188430871</c:v>
                </c:pt>
                <c:pt idx="50">
                  <c:v>1.7569762188430871</c:v>
                </c:pt>
                <c:pt idx="51">
                  <c:v>1.7569762188430871</c:v>
                </c:pt>
                <c:pt idx="52">
                  <c:v>1.7569762188430871</c:v>
                </c:pt>
                <c:pt idx="53">
                  <c:v>1.7569762188430871</c:v>
                </c:pt>
                <c:pt idx="54">
                  <c:v>1.7569762188430871</c:v>
                </c:pt>
                <c:pt idx="55">
                  <c:v>1.7569762188430871</c:v>
                </c:pt>
                <c:pt idx="56">
                  <c:v>1.7569762188430871</c:v>
                </c:pt>
                <c:pt idx="57">
                  <c:v>1.7569762188430871</c:v>
                </c:pt>
                <c:pt idx="58">
                  <c:v>1.7569762188430871</c:v>
                </c:pt>
                <c:pt idx="59">
                  <c:v>1.7569762188430871</c:v>
                </c:pt>
                <c:pt idx="60">
                  <c:v>1.7569762188430871</c:v>
                </c:pt>
                <c:pt idx="61">
                  <c:v>1.7569762188430871</c:v>
                </c:pt>
                <c:pt idx="62">
                  <c:v>1.7569762188430871</c:v>
                </c:pt>
                <c:pt idx="63">
                  <c:v>1.7569762188430871</c:v>
                </c:pt>
                <c:pt idx="64">
                  <c:v>1.7569762188430871</c:v>
                </c:pt>
                <c:pt idx="65">
                  <c:v>1.7569762188430871</c:v>
                </c:pt>
                <c:pt idx="66">
                  <c:v>1.7569762188430871</c:v>
                </c:pt>
                <c:pt idx="67">
                  <c:v>1.7569762188430871</c:v>
                </c:pt>
                <c:pt idx="68">
                  <c:v>1.7569762188430871</c:v>
                </c:pt>
                <c:pt idx="69">
                  <c:v>1.7569762188430871</c:v>
                </c:pt>
                <c:pt idx="70">
                  <c:v>1.7569762188430871</c:v>
                </c:pt>
                <c:pt idx="71">
                  <c:v>1.7569762188430871</c:v>
                </c:pt>
                <c:pt idx="72">
                  <c:v>1.7569762188430871</c:v>
                </c:pt>
                <c:pt idx="73">
                  <c:v>1.7569762188430871</c:v>
                </c:pt>
                <c:pt idx="74">
                  <c:v>1.7569762188430871</c:v>
                </c:pt>
                <c:pt idx="75">
                  <c:v>1.7569762188430871</c:v>
                </c:pt>
                <c:pt idx="76">
                  <c:v>1.7569762188430871</c:v>
                </c:pt>
                <c:pt idx="77">
                  <c:v>1.7569762188430871</c:v>
                </c:pt>
                <c:pt idx="78">
                  <c:v>1.7569762188430871</c:v>
                </c:pt>
                <c:pt idx="79">
                  <c:v>1.7569762188430871</c:v>
                </c:pt>
                <c:pt idx="80">
                  <c:v>1.7569762188430871</c:v>
                </c:pt>
                <c:pt idx="81">
                  <c:v>1.7569762188430871</c:v>
                </c:pt>
                <c:pt idx="82">
                  <c:v>1.7569762188430871</c:v>
                </c:pt>
                <c:pt idx="83">
                  <c:v>1.7569762188430871</c:v>
                </c:pt>
                <c:pt idx="84">
                  <c:v>1.7569762188430871</c:v>
                </c:pt>
                <c:pt idx="85">
                  <c:v>1.7569762188430871</c:v>
                </c:pt>
                <c:pt idx="86">
                  <c:v>1.7569762188430871</c:v>
                </c:pt>
                <c:pt idx="87">
                  <c:v>1.7569762188430871</c:v>
                </c:pt>
                <c:pt idx="88">
                  <c:v>1.7569762188430871</c:v>
                </c:pt>
                <c:pt idx="89">
                  <c:v>1.7569762188430871</c:v>
                </c:pt>
                <c:pt idx="90">
                  <c:v>1.7569762188430871</c:v>
                </c:pt>
                <c:pt idx="91">
                  <c:v>1.7569762188430871</c:v>
                </c:pt>
                <c:pt idx="92">
                  <c:v>1.7569762188430871</c:v>
                </c:pt>
                <c:pt idx="93">
                  <c:v>1.7569762188430871</c:v>
                </c:pt>
                <c:pt idx="94">
                  <c:v>1.7569762188430871</c:v>
                </c:pt>
                <c:pt idx="95">
                  <c:v>1.7569762188430871</c:v>
                </c:pt>
                <c:pt idx="96">
                  <c:v>1.7569762188430871</c:v>
                </c:pt>
                <c:pt idx="97">
                  <c:v>1.7569762188430871</c:v>
                </c:pt>
                <c:pt idx="98">
                  <c:v>1.7569762188430871</c:v>
                </c:pt>
                <c:pt idx="99">
                  <c:v>1.7569762188430871</c:v>
                </c:pt>
                <c:pt idx="100">
                  <c:v>1.7569762188430871</c:v>
                </c:pt>
                <c:pt idx="101">
                  <c:v>1.7569762188430871</c:v>
                </c:pt>
                <c:pt idx="102">
                  <c:v>1.7569762188430871</c:v>
                </c:pt>
                <c:pt idx="103">
                  <c:v>1.7569762188430871</c:v>
                </c:pt>
                <c:pt idx="104">
                  <c:v>1.7569762188430871</c:v>
                </c:pt>
                <c:pt idx="105">
                  <c:v>1.7569762188430871</c:v>
                </c:pt>
                <c:pt idx="106">
                  <c:v>1.7569762188430871</c:v>
                </c:pt>
                <c:pt idx="107">
                  <c:v>1.7569762188430871</c:v>
                </c:pt>
                <c:pt idx="108">
                  <c:v>1.7569762188430871</c:v>
                </c:pt>
                <c:pt idx="109">
                  <c:v>1.7569762188430871</c:v>
                </c:pt>
                <c:pt idx="110">
                  <c:v>1.7569762188430871</c:v>
                </c:pt>
                <c:pt idx="111">
                  <c:v>1.7569762188430871</c:v>
                </c:pt>
                <c:pt idx="112">
                  <c:v>1.7569762188430871</c:v>
                </c:pt>
                <c:pt idx="113">
                  <c:v>1.7569762188430871</c:v>
                </c:pt>
                <c:pt idx="114">
                  <c:v>1.7569762188430871</c:v>
                </c:pt>
                <c:pt idx="115">
                  <c:v>1.7569762188430871</c:v>
                </c:pt>
                <c:pt idx="116">
                  <c:v>1.7569762188430871</c:v>
                </c:pt>
                <c:pt idx="117">
                  <c:v>1.7569762188430871</c:v>
                </c:pt>
                <c:pt idx="118">
                  <c:v>1.7569762188430871</c:v>
                </c:pt>
                <c:pt idx="119">
                  <c:v>1.7569762188430871</c:v>
                </c:pt>
                <c:pt idx="120">
                  <c:v>1.7569762188430871</c:v>
                </c:pt>
                <c:pt idx="121">
                  <c:v>1.7569762188430871</c:v>
                </c:pt>
                <c:pt idx="122">
                  <c:v>1.7569762188430871</c:v>
                </c:pt>
                <c:pt idx="123">
                  <c:v>1.7569762188430871</c:v>
                </c:pt>
                <c:pt idx="124">
                  <c:v>1.7569762188430871</c:v>
                </c:pt>
                <c:pt idx="125">
                  <c:v>1.7569762188430871</c:v>
                </c:pt>
                <c:pt idx="126">
                  <c:v>1.7569762188430871</c:v>
                </c:pt>
                <c:pt idx="127">
                  <c:v>1.7569762188430871</c:v>
                </c:pt>
                <c:pt idx="128">
                  <c:v>1.7569762188430871</c:v>
                </c:pt>
                <c:pt idx="129">
                  <c:v>1.7569762188430871</c:v>
                </c:pt>
                <c:pt idx="130">
                  <c:v>1.7569762188430871</c:v>
                </c:pt>
                <c:pt idx="131">
                  <c:v>1.7569762188430871</c:v>
                </c:pt>
                <c:pt idx="132">
                  <c:v>1.7569762188430871</c:v>
                </c:pt>
                <c:pt idx="133">
                  <c:v>1.7569762188430871</c:v>
                </c:pt>
                <c:pt idx="134">
                  <c:v>1.7569762188430871</c:v>
                </c:pt>
                <c:pt idx="135">
                  <c:v>1.7569762188430871</c:v>
                </c:pt>
                <c:pt idx="136">
                  <c:v>1.7569762188430871</c:v>
                </c:pt>
                <c:pt idx="137">
                  <c:v>1.7569762188430871</c:v>
                </c:pt>
                <c:pt idx="138">
                  <c:v>1.7569762188430871</c:v>
                </c:pt>
                <c:pt idx="139">
                  <c:v>1.7569762188430871</c:v>
                </c:pt>
                <c:pt idx="140">
                  <c:v>1.7569762188430871</c:v>
                </c:pt>
                <c:pt idx="141">
                  <c:v>1.7569762188430871</c:v>
                </c:pt>
                <c:pt idx="142">
                  <c:v>1.7569762188430871</c:v>
                </c:pt>
                <c:pt idx="143">
                  <c:v>1.7569762188430871</c:v>
                </c:pt>
                <c:pt idx="144">
                  <c:v>1.7569762188430871</c:v>
                </c:pt>
                <c:pt idx="145">
                  <c:v>1.7569762188430871</c:v>
                </c:pt>
                <c:pt idx="146">
                  <c:v>1.7569762188430871</c:v>
                </c:pt>
                <c:pt idx="147">
                  <c:v>1.7569762188430871</c:v>
                </c:pt>
                <c:pt idx="148">
                  <c:v>1.7569762188430871</c:v>
                </c:pt>
                <c:pt idx="149">
                  <c:v>1.7569762188430871</c:v>
                </c:pt>
                <c:pt idx="150">
                  <c:v>1.7569762188430871</c:v>
                </c:pt>
                <c:pt idx="151">
                  <c:v>1.7569762188430871</c:v>
                </c:pt>
                <c:pt idx="152">
                  <c:v>1.7569762188430871</c:v>
                </c:pt>
                <c:pt idx="153">
                  <c:v>1.7569762188430871</c:v>
                </c:pt>
                <c:pt idx="154">
                  <c:v>1.7569762188430871</c:v>
                </c:pt>
                <c:pt idx="155">
                  <c:v>1.7569762188430871</c:v>
                </c:pt>
                <c:pt idx="156">
                  <c:v>1.7569762188430871</c:v>
                </c:pt>
                <c:pt idx="157">
                  <c:v>1.7569762188430871</c:v>
                </c:pt>
                <c:pt idx="158">
                  <c:v>1.7569762188430871</c:v>
                </c:pt>
                <c:pt idx="159">
                  <c:v>1.7569762188430871</c:v>
                </c:pt>
                <c:pt idx="160">
                  <c:v>1.7569762188430871</c:v>
                </c:pt>
                <c:pt idx="161">
                  <c:v>1.7569762188430871</c:v>
                </c:pt>
                <c:pt idx="162">
                  <c:v>1.7569762188430871</c:v>
                </c:pt>
                <c:pt idx="163">
                  <c:v>1.7569762188430871</c:v>
                </c:pt>
                <c:pt idx="164">
                  <c:v>1.7569762188430871</c:v>
                </c:pt>
                <c:pt idx="165">
                  <c:v>1.7569762188430871</c:v>
                </c:pt>
                <c:pt idx="166">
                  <c:v>1.7569762188430871</c:v>
                </c:pt>
                <c:pt idx="167">
                  <c:v>1.7569762188430871</c:v>
                </c:pt>
                <c:pt idx="168">
                  <c:v>1.7569762188430871</c:v>
                </c:pt>
                <c:pt idx="169">
                  <c:v>1.7569762188430871</c:v>
                </c:pt>
                <c:pt idx="170">
                  <c:v>1.7569762188430871</c:v>
                </c:pt>
                <c:pt idx="171">
                  <c:v>1.7569762188430871</c:v>
                </c:pt>
                <c:pt idx="172">
                  <c:v>1.7569762188430871</c:v>
                </c:pt>
                <c:pt idx="173">
                  <c:v>1.7569762188430871</c:v>
                </c:pt>
                <c:pt idx="174">
                  <c:v>1.7569762188430871</c:v>
                </c:pt>
                <c:pt idx="175">
                  <c:v>1.7569762188430871</c:v>
                </c:pt>
                <c:pt idx="176">
                  <c:v>1.7569762188430871</c:v>
                </c:pt>
                <c:pt idx="177">
                  <c:v>1.7569762188430871</c:v>
                </c:pt>
                <c:pt idx="178">
                  <c:v>1.7569762188430871</c:v>
                </c:pt>
                <c:pt idx="179">
                  <c:v>1.7569762188430871</c:v>
                </c:pt>
                <c:pt idx="180">
                  <c:v>1.7569762188430871</c:v>
                </c:pt>
                <c:pt idx="181">
                  <c:v>1.7569762188430871</c:v>
                </c:pt>
                <c:pt idx="182">
                  <c:v>1.7569762188430871</c:v>
                </c:pt>
                <c:pt idx="183">
                  <c:v>1.7569762188430871</c:v>
                </c:pt>
                <c:pt idx="184">
                  <c:v>1.7569762188430871</c:v>
                </c:pt>
                <c:pt idx="185">
                  <c:v>1.7569762188430871</c:v>
                </c:pt>
                <c:pt idx="186">
                  <c:v>1.7569762188430871</c:v>
                </c:pt>
                <c:pt idx="187">
                  <c:v>1.7569762188430871</c:v>
                </c:pt>
                <c:pt idx="188">
                  <c:v>1.7569762188430871</c:v>
                </c:pt>
                <c:pt idx="189">
                  <c:v>1.7569762188430871</c:v>
                </c:pt>
                <c:pt idx="190">
                  <c:v>1.7569762188430871</c:v>
                </c:pt>
                <c:pt idx="191">
                  <c:v>1.7569762188430871</c:v>
                </c:pt>
                <c:pt idx="192">
                  <c:v>1.7569762188430871</c:v>
                </c:pt>
                <c:pt idx="193">
                  <c:v>1.7569762188430871</c:v>
                </c:pt>
                <c:pt idx="194">
                  <c:v>1.7569762188430871</c:v>
                </c:pt>
                <c:pt idx="195">
                  <c:v>1.7569762188430871</c:v>
                </c:pt>
                <c:pt idx="196">
                  <c:v>1.7569762188430871</c:v>
                </c:pt>
                <c:pt idx="197">
                  <c:v>1.7569762188430871</c:v>
                </c:pt>
                <c:pt idx="198">
                  <c:v>1.7569762188430871</c:v>
                </c:pt>
                <c:pt idx="199">
                  <c:v>1.7569762188430871</c:v>
                </c:pt>
                <c:pt idx="200">
                  <c:v>1.7569762188430871</c:v>
                </c:pt>
                <c:pt idx="201">
                  <c:v>1.7569762188430871</c:v>
                </c:pt>
                <c:pt idx="202">
                  <c:v>1.7569762188430871</c:v>
                </c:pt>
                <c:pt idx="203">
                  <c:v>1.7569762188430871</c:v>
                </c:pt>
                <c:pt idx="204">
                  <c:v>1.7569762188430871</c:v>
                </c:pt>
                <c:pt idx="205">
                  <c:v>1.7569762188430871</c:v>
                </c:pt>
                <c:pt idx="206">
                  <c:v>1.7569762188430871</c:v>
                </c:pt>
                <c:pt idx="207">
                  <c:v>1.7569762188430871</c:v>
                </c:pt>
                <c:pt idx="208">
                  <c:v>1.7569762188430871</c:v>
                </c:pt>
                <c:pt idx="209">
                  <c:v>1.7569762188430871</c:v>
                </c:pt>
                <c:pt idx="210">
                  <c:v>1.7569762188430871</c:v>
                </c:pt>
                <c:pt idx="211">
                  <c:v>1.7569762188430871</c:v>
                </c:pt>
                <c:pt idx="212">
                  <c:v>1.7569762188430871</c:v>
                </c:pt>
                <c:pt idx="213">
                  <c:v>1.7569762188430871</c:v>
                </c:pt>
                <c:pt idx="214">
                  <c:v>1.7569762188430871</c:v>
                </c:pt>
                <c:pt idx="215">
                  <c:v>1.7569762188430871</c:v>
                </c:pt>
                <c:pt idx="216">
                  <c:v>1.7569762188430871</c:v>
                </c:pt>
                <c:pt idx="217">
                  <c:v>1.7569762188430871</c:v>
                </c:pt>
                <c:pt idx="218">
                  <c:v>1.7569762188430871</c:v>
                </c:pt>
                <c:pt idx="219">
                  <c:v>1.7569762188430871</c:v>
                </c:pt>
                <c:pt idx="220">
                  <c:v>1.7569762188430871</c:v>
                </c:pt>
                <c:pt idx="221">
                  <c:v>1.7569762188430871</c:v>
                </c:pt>
                <c:pt idx="222">
                  <c:v>1.7569762188430871</c:v>
                </c:pt>
                <c:pt idx="223">
                  <c:v>1.7569762188430871</c:v>
                </c:pt>
                <c:pt idx="224">
                  <c:v>1.7569762188430871</c:v>
                </c:pt>
                <c:pt idx="225">
                  <c:v>1.7569762188430871</c:v>
                </c:pt>
                <c:pt idx="226">
                  <c:v>1.7569762188430871</c:v>
                </c:pt>
                <c:pt idx="227">
                  <c:v>1.7569762188430871</c:v>
                </c:pt>
                <c:pt idx="228">
                  <c:v>1.7569762188430871</c:v>
                </c:pt>
                <c:pt idx="229">
                  <c:v>1.7569762188430871</c:v>
                </c:pt>
                <c:pt idx="230">
                  <c:v>1.7569762188430871</c:v>
                </c:pt>
                <c:pt idx="231">
                  <c:v>1.7569762188430871</c:v>
                </c:pt>
                <c:pt idx="232">
                  <c:v>1.7569762188430871</c:v>
                </c:pt>
                <c:pt idx="233">
                  <c:v>1.7569762188430871</c:v>
                </c:pt>
                <c:pt idx="234">
                  <c:v>1.7569762188430871</c:v>
                </c:pt>
                <c:pt idx="235">
                  <c:v>1.7569762188430871</c:v>
                </c:pt>
                <c:pt idx="236">
                  <c:v>1.7569762188430871</c:v>
                </c:pt>
                <c:pt idx="237">
                  <c:v>1.7569762188430871</c:v>
                </c:pt>
                <c:pt idx="238">
                  <c:v>1.7569762188430871</c:v>
                </c:pt>
                <c:pt idx="239">
                  <c:v>1.7569762188430871</c:v>
                </c:pt>
                <c:pt idx="240">
                  <c:v>1.7569762188430871</c:v>
                </c:pt>
                <c:pt idx="241">
                  <c:v>1.7569762188430871</c:v>
                </c:pt>
                <c:pt idx="242">
                  <c:v>1.7569762188430871</c:v>
                </c:pt>
                <c:pt idx="243">
                  <c:v>1.7569762188430871</c:v>
                </c:pt>
                <c:pt idx="244">
                  <c:v>1.7569762188430871</c:v>
                </c:pt>
                <c:pt idx="245">
                  <c:v>1.7569762188430871</c:v>
                </c:pt>
                <c:pt idx="246">
                  <c:v>1.7569762188430871</c:v>
                </c:pt>
                <c:pt idx="247">
                  <c:v>1.7569762188430871</c:v>
                </c:pt>
                <c:pt idx="248">
                  <c:v>1.7569762188430871</c:v>
                </c:pt>
                <c:pt idx="249">
                  <c:v>1.7569762188430871</c:v>
                </c:pt>
                <c:pt idx="250">
                  <c:v>1.7569762188430871</c:v>
                </c:pt>
                <c:pt idx="251">
                  <c:v>1.7569762188430871</c:v>
                </c:pt>
                <c:pt idx="252">
                  <c:v>1.7569762188430871</c:v>
                </c:pt>
                <c:pt idx="253">
                  <c:v>1.7569762188430871</c:v>
                </c:pt>
                <c:pt idx="254">
                  <c:v>1.7569762188430871</c:v>
                </c:pt>
                <c:pt idx="255">
                  <c:v>1.7569762188430871</c:v>
                </c:pt>
                <c:pt idx="256">
                  <c:v>1.7569762188430871</c:v>
                </c:pt>
                <c:pt idx="257">
                  <c:v>1.7569762188430871</c:v>
                </c:pt>
                <c:pt idx="258">
                  <c:v>1.7569762188430871</c:v>
                </c:pt>
                <c:pt idx="259">
                  <c:v>1.7569762188430871</c:v>
                </c:pt>
                <c:pt idx="260">
                  <c:v>1.7569762188430871</c:v>
                </c:pt>
                <c:pt idx="261">
                  <c:v>1.7569762188430871</c:v>
                </c:pt>
                <c:pt idx="262">
                  <c:v>1.7569762188430871</c:v>
                </c:pt>
                <c:pt idx="263">
                  <c:v>1.7569762188430871</c:v>
                </c:pt>
                <c:pt idx="264">
                  <c:v>1.7569762188430871</c:v>
                </c:pt>
                <c:pt idx="265">
                  <c:v>1.7569762188430871</c:v>
                </c:pt>
                <c:pt idx="266">
                  <c:v>1.7569762188430871</c:v>
                </c:pt>
                <c:pt idx="267">
                  <c:v>1.7569762188430871</c:v>
                </c:pt>
                <c:pt idx="268">
                  <c:v>1.7569762188430871</c:v>
                </c:pt>
                <c:pt idx="269">
                  <c:v>1.7569762188430871</c:v>
                </c:pt>
                <c:pt idx="270">
                  <c:v>1.7569762188430871</c:v>
                </c:pt>
                <c:pt idx="271">
                  <c:v>1.7569762188430871</c:v>
                </c:pt>
                <c:pt idx="272">
                  <c:v>1.7569762188430871</c:v>
                </c:pt>
                <c:pt idx="273">
                  <c:v>1.7569762188430871</c:v>
                </c:pt>
                <c:pt idx="274">
                  <c:v>1.7569762188430871</c:v>
                </c:pt>
                <c:pt idx="275">
                  <c:v>1.7569762188430871</c:v>
                </c:pt>
                <c:pt idx="276">
                  <c:v>1.7569762188430871</c:v>
                </c:pt>
                <c:pt idx="277">
                  <c:v>1.7569762188430871</c:v>
                </c:pt>
                <c:pt idx="278">
                  <c:v>1.7569762188430871</c:v>
                </c:pt>
                <c:pt idx="279">
                  <c:v>1.7569762188430871</c:v>
                </c:pt>
                <c:pt idx="280">
                  <c:v>1.7569762188430871</c:v>
                </c:pt>
                <c:pt idx="281">
                  <c:v>1.7569762188430871</c:v>
                </c:pt>
                <c:pt idx="282">
                  <c:v>1.7569762188430871</c:v>
                </c:pt>
                <c:pt idx="283">
                  <c:v>1.7569762188430871</c:v>
                </c:pt>
                <c:pt idx="284">
                  <c:v>1.7569762188430871</c:v>
                </c:pt>
                <c:pt idx="285">
                  <c:v>1.7569762188430871</c:v>
                </c:pt>
                <c:pt idx="286">
                  <c:v>1.7569762188430871</c:v>
                </c:pt>
                <c:pt idx="287">
                  <c:v>1.7569762188430871</c:v>
                </c:pt>
                <c:pt idx="288">
                  <c:v>1.7569762188430871</c:v>
                </c:pt>
                <c:pt idx="289">
                  <c:v>1.7569762188430871</c:v>
                </c:pt>
                <c:pt idx="290">
                  <c:v>1.7569762188430871</c:v>
                </c:pt>
                <c:pt idx="291">
                  <c:v>1.7569762188430871</c:v>
                </c:pt>
                <c:pt idx="292">
                  <c:v>1.7569762188430871</c:v>
                </c:pt>
                <c:pt idx="293">
                  <c:v>1.7569762188430871</c:v>
                </c:pt>
                <c:pt idx="294">
                  <c:v>1.7569762188430871</c:v>
                </c:pt>
                <c:pt idx="295">
                  <c:v>1.7569762188430871</c:v>
                </c:pt>
                <c:pt idx="296">
                  <c:v>1.7569762188430871</c:v>
                </c:pt>
                <c:pt idx="297">
                  <c:v>1.7569762188430871</c:v>
                </c:pt>
                <c:pt idx="298">
                  <c:v>1.7569762188430871</c:v>
                </c:pt>
                <c:pt idx="299">
                  <c:v>1.7569762188430871</c:v>
                </c:pt>
                <c:pt idx="300">
                  <c:v>1.7569762188430871</c:v>
                </c:pt>
                <c:pt idx="301">
                  <c:v>1.7569762188430871</c:v>
                </c:pt>
                <c:pt idx="302">
                  <c:v>1.7569762188430871</c:v>
                </c:pt>
                <c:pt idx="303">
                  <c:v>1.7569762188430871</c:v>
                </c:pt>
                <c:pt idx="304">
                  <c:v>1.7569762188430871</c:v>
                </c:pt>
                <c:pt idx="305">
                  <c:v>1.7569762188430871</c:v>
                </c:pt>
                <c:pt idx="306">
                  <c:v>1.7569762188430871</c:v>
                </c:pt>
                <c:pt idx="307">
                  <c:v>1.7569762188430871</c:v>
                </c:pt>
                <c:pt idx="308">
                  <c:v>1.7569762188430871</c:v>
                </c:pt>
                <c:pt idx="309">
                  <c:v>1.7569762188430871</c:v>
                </c:pt>
                <c:pt idx="310">
                  <c:v>1.7569762188430871</c:v>
                </c:pt>
                <c:pt idx="311">
                  <c:v>1.7569762188430871</c:v>
                </c:pt>
                <c:pt idx="312">
                  <c:v>1.7569762188430871</c:v>
                </c:pt>
                <c:pt idx="313">
                  <c:v>1.7569762188430871</c:v>
                </c:pt>
                <c:pt idx="314">
                  <c:v>1.7569762188430871</c:v>
                </c:pt>
                <c:pt idx="315">
                  <c:v>1.7569762188430871</c:v>
                </c:pt>
                <c:pt idx="316">
                  <c:v>1.7569762188430871</c:v>
                </c:pt>
                <c:pt idx="317">
                  <c:v>1.7569762188430871</c:v>
                </c:pt>
                <c:pt idx="318">
                  <c:v>1.7569762188430871</c:v>
                </c:pt>
                <c:pt idx="319">
                  <c:v>1.7569762188430871</c:v>
                </c:pt>
                <c:pt idx="320">
                  <c:v>1.7569762188430871</c:v>
                </c:pt>
                <c:pt idx="321">
                  <c:v>1.7569762188430871</c:v>
                </c:pt>
                <c:pt idx="322">
                  <c:v>1.7569762188430871</c:v>
                </c:pt>
                <c:pt idx="323">
                  <c:v>1.7569762188430871</c:v>
                </c:pt>
                <c:pt idx="324">
                  <c:v>1.7569762188430871</c:v>
                </c:pt>
                <c:pt idx="325">
                  <c:v>1.7569762188430871</c:v>
                </c:pt>
                <c:pt idx="326">
                  <c:v>1.7569762188430871</c:v>
                </c:pt>
                <c:pt idx="327">
                  <c:v>1.7569762188430871</c:v>
                </c:pt>
                <c:pt idx="328">
                  <c:v>1.7569762188430871</c:v>
                </c:pt>
                <c:pt idx="329">
                  <c:v>1.7569762188430871</c:v>
                </c:pt>
                <c:pt idx="330">
                  <c:v>1.7569762188430871</c:v>
                </c:pt>
                <c:pt idx="331">
                  <c:v>1.7569762188430871</c:v>
                </c:pt>
                <c:pt idx="332">
                  <c:v>1.7569762188430871</c:v>
                </c:pt>
                <c:pt idx="333">
                  <c:v>1.7569762188430871</c:v>
                </c:pt>
                <c:pt idx="334">
                  <c:v>1.7569762188430871</c:v>
                </c:pt>
                <c:pt idx="335">
                  <c:v>1.7569762188430871</c:v>
                </c:pt>
                <c:pt idx="336">
                  <c:v>1.7569762188430871</c:v>
                </c:pt>
                <c:pt idx="337">
                  <c:v>1.7569762188430871</c:v>
                </c:pt>
                <c:pt idx="338">
                  <c:v>1.7569762188430871</c:v>
                </c:pt>
                <c:pt idx="339">
                  <c:v>1.7569762188430871</c:v>
                </c:pt>
                <c:pt idx="340">
                  <c:v>1.7569762188430871</c:v>
                </c:pt>
                <c:pt idx="341">
                  <c:v>1.7569762188430871</c:v>
                </c:pt>
                <c:pt idx="342">
                  <c:v>1.7569762188430871</c:v>
                </c:pt>
                <c:pt idx="343">
                  <c:v>1.7569762188430871</c:v>
                </c:pt>
                <c:pt idx="344">
                  <c:v>1.7569762188430871</c:v>
                </c:pt>
                <c:pt idx="345">
                  <c:v>1.7569762188430871</c:v>
                </c:pt>
                <c:pt idx="346">
                  <c:v>1.7569762188430871</c:v>
                </c:pt>
                <c:pt idx="347">
                  <c:v>1.7569762188430871</c:v>
                </c:pt>
                <c:pt idx="348">
                  <c:v>1.7569762188430871</c:v>
                </c:pt>
                <c:pt idx="349">
                  <c:v>1.7569762188430871</c:v>
                </c:pt>
                <c:pt idx="350">
                  <c:v>1.7569762188430871</c:v>
                </c:pt>
                <c:pt idx="351">
                  <c:v>1.7569762188430871</c:v>
                </c:pt>
                <c:pt idx="352">
                  <c:v>1.7569762188430871</c:v>
                </c:pt>
                <c:pt idx="353">
                  <c:v>1.7569762188430871</c:v>
                </c:pt>
                <c:pt idx="354">
                  <c:v>1.7569762188430871</c:v>
                </c:pt>
                <c:pt idx="355">
                  <c:v>1.7569762188430871</c:v>
                </c:pt>
                <c:pt idx="356">
                  <c:v>1.7569762188430871</c:v>
                </c:pt>
                <c:pt idx="357">
                  <c:v>1.7569762188430871</c:v>
                </c:pt>
                <c:pt idx="358">
                  <c:v>1.7569762188430871</c:v>
                </c:pt>
                <c:pt idx="359">
                  <c:v>1.7569762188430871</c:v>
                </c:pt>
                <c:pt idx="360">
                  <c:v>1.7569762188430871</c:v>
                </c:pt>
                <c:pt idx="361">
                  <c:v>1.7569762188430871</c:v>
                </c:pt>
                <c:pt idx="362">
                  <c:v>1.7569762188430871</c:v>
                </c:pt>
                <c:pt idx="363">
                  <c:v>1.7569762188430871</c:v>
                </c:pt>
                <c:pt idx="364">
                  <c:v>1.7569762188430871</c:v>
                </c:pt>
                <c:pt idx="365">
                  <c:v>1.7569762188430871</c:v>
                </c:pt>
                <c:pt idx="366">
                  <c:v>1.7569762188430871</c:v>
                </c:pt>
                <c:pt idx="367">
                  <c:v>1.7569762188430871</c:v>
                </c:pt>
                <c:pt idx="368">
                  <c:v>1.7569762188430871</c:v>
                </c:pt>
                <c:pt idx="369">
                  <c:v>1.7569762188430871</c:v>
                </c:pt>
                <c:pt idx="370">
                  <c:v>1.7569762188430871</c:v>
                </c:pt>
                <c:pt idx="371">
                  <c:v>1.7569762188430871</c:v>
                </c:pt>
                <c:pt idx="372">
                  <c:v>1.7569762188430871</c:v>
                </c:pt>
                <c:pt idx="373">
                  <c:v>1.7569762188430871</c:v>
                </c:pt>
                <c:pt idx="374">
                  <c:v>1.7569762188430871</c:v>
                </c:pt>
                <c:pt idx="375">
                  <c:v>1.7569762188430871</c:v>
                </c:pt>
                <c:pt idx="376">
                  <c:v>1.7569762188430871</c:v>
                </c:pt>
                <c:pt idx="377">
                  <c:v>1.7569762188430871</c:v>
                </c:pt>
                <c:pt idx="378">
                  <c:v>1.7569762188430871</c:v>
                </c:pt>
                <c:pt idx="379">
                  <c:v>1.7569762188430871</c:v>
                </c:pt>
                <c:pt idx="380">
                  <c:v>1.7569762188430871</c:v>
                </c:pt>
                <c:pt idx="381">
                  <c:v>1.7569762188430871</c:v>
                </c:pt>
                <c:pt idx="382">
                  <c:v>1.7569762188430871</c:v>
                </c:pt>
                <c:pt idx="383">
                  <c:v>1.7569762188430871</c:v>
                </c:pt>
                <c:pt idx="384">
                  <c:v>1.7569762188430871</c:v>
                </c:pt>
                <c:pt idx="385">
                  <c:v>1.7569762188430871</c:v>
                </c:pt>
                <c:pt idx="386">
                  <c:v>1.7569762188430871</c:v>
                </c:pt>
                <c:pt idx="387">
                  <c:v>1.7569762188430871</c:v>
                </c:pt>
                <c:pt idx="388">
                  <c:v>1.7569762188430871</c:v>
                </c:pt>
                <c:pt idx="389">
                  <c:v>1.7569762188430871</c:v>
                </c:pt>
                <c:pt idx="390">
                  <c:v>1.7569762188430871</c:v>
                </c:pt>
                <c:pt idx="391">
                  <c:v>1.7569762188430871</c:v>
                </c:pt>
                <c:pt idx="392">
                  <c:v>1.7569762188430871</c:v>
                </c:pt>
                <c:pt idx="393">
                  <c:v>1.7569762188430871</c:v>
                </c:pt>
                <c:pt idx="394">
                  <c:v>1.7569762188430871</c:v>
                </c:pt>
                <c:pt idx="395">
                  <c:v>1.7569762188430871</c:v>
                </c:pt>
                <c:pt idx="396">
                  <c:v>1.7569762188430871</c:v>
                </c:pt>
                <c:pt idx="397">
                  <c:v>1.7569762188430871</c:v>
                </c:pt>
                <c:pt idx="398">
                  <c:v>1.7569762188430871</c:v>
                </c:pt>
                <c:pt idx="399">
                  <c:v>1.7569762188430871</c:v>
                </c:pt>
                <c:pt idx="400">
                  <c:v>1.7569762188430871</c:v>
                </c:pt>
                <c:pt idx="401">
                  <c:v>1.7569762188430871</c:v>
                </c:pt>
                <c:pt idx="402">
                  <c:v>1.7569762188430871</c:v>
                </c:pt>
                <c:pt idx="403">
                  <c:v>1.7569762188430871</c:v>
                </c:pt>
                <c:pt idx="404">
                  <c:v>1.7569762188430871</c:v>
                </c:pt>
                <c:pt idx="405">
                  <c:v>1.7569762188430871</c:v>
                </c:pt>
                <c:pt idx="406">
                  <c:v>1.7569762188430871</c:v>
                </c:pt>
                <c:pt idx="407">
                  <c:v>1.7569762188430871</c:v>
                </c:pt>
                <c:pt idx="408">
                  <c:v>1.7569762188430871</c:v>
                </c:pt>
                <c:pt idx="409">
                  <c:v>1.7569762188430871</c:v>
                </c:pt>
                <c:pt idx="410">
                  <c:v>1.7569762188430871</c:v>
                </c:pt>
                <c:pt idx="411">
                  <c:v>1.7569762188430871</c:v>
                </c:pt>
                <c:pt idx="412">
                  <c:v>1.7569762188430871</c:v>
                </c:pt>
                <c:pt idx="413">
                  <c:v>1.7569762188430871</c:v>
                </c:pt>
                <c:pt idx="414">
                  <c:v>1.7569762188430871</c:v>
                </c:pt>
                <c:pt idx="415">
                  <c:v>1.7569762188430871</c:v>
                </c:pt>
                <c:pt idx="416">
                  <c:v>1.7569762188430871</c:v>
                </c:pt>
                <c:pt idx="417">
                  <c:v>1.7569762188430871</c:v>
                </c:pt>
                <c:pt idx="418">
                  <c:v>1.7569762188430871</c:v>
                </c:pt>
                <c:pt idx="419">
                  <c:v>1.7569762188430871</c:v>
                </c:pt>
                <c:pt idx="420">
                  <c:v>1.7569762188430871</c:v>
                </c:pt>
                <c:pt idx="421">
                  <c:v>1.7569762188430871</c:v>
                </c:pt>
                <c:pt idx="422">
                  <c:v>1.7569762188430871</c:v>
                </c:pt>
                <c:pt idx="423">
                  <c:v>1.7569762188430871</c:v>
                </c:pt>
                <c:pt idx="424">
                  <c:v>1.7569762188430871</c:v>
                </c:pt>
                <c:pt idx="425">
                  <c:v>1.7569762188430871</c:v>
                </c:pt>
                <c:pt idx="426">
                  <c:v>1.7569762188430871</c:v>
                </c:pt>
                <c:pt idx="427">
                  <c:v>1.7569762188430871</c:v>
                </c:pt>
                <c:pt idx="428">
                  <c:v>1.7569762188430871</c:v>
                </c:pt>
                <c:pt idx="429">
                  <c:v>1.7569762188430871</c:v>
                </c:pt>
                <c:pt idx="430">
                  <c:v>1.7569762188430871</c:v>
                </c:pt>
                <c:pt idx="431">
                  <c:v>1.7569762188430871</c:v>
                </c:pt>
                <c:pt idx="432">
                  <c:v>1.7569762188430871</c:v>
                </c:pt>
                <c:pt idx="433">
                  <c:v>1.7569762188430871</c:v>
                </c:pt>
                <c:pt idx="434">
                  <c:v>1.7569762188430871</c:v>
                </c:pt>
                <c:pt idx="435">
                  <c:v>1.7569762188430871</c:v>
                </c:pt>
                <c:pt idx="436">
                  <c:v>1.7569762188430871</c:v>
                </c:pt>
                <c:pt idx="437">
                  <c:v>1.7569762188430871</c:v>
                </c:pt>
                <c:pt idx="438">
                  <c:v>1.7569762188430871</c:v>
                </c:pt>
                <c:pt idx="439">
                  <c:v>1.7569762188430871</c:v>
                </c:pt>
                <c:pt idx="440">
                  <c:v>1.7569762188430871</c:v>
                </c:pt>
                <c:pt idx="441">
                  <c:v>1.7569762188430871</c:v>
                </c:pt>
                <c:pt idx="442">
                  <c:v>1.7569762188430871</c:v>
                </c:pt>
                <c:pt idx="443">
                  <c:v>1.7569762188430871</c:v>
                </c:pt>
                <c:pt idx="444">
                  <c:v>1.7569762188430871</c:v>
                </c:pt>
                <c:pt idx="445">
                  <c:v>1.7569762188430871</c:v>
                </c:pt>
                <c:pt idx="446">
                  <c:v>1.7569762188430871</c:v>
                </c:pt>
                <c:pt idx="447">
                  <c:v>1.7569762188430871</c:v>
                </c:pt>
                <c:pt idx="448">
                  <c:v>1.7569762188430871</c:v>
                </c:pt>
                <c:pt idx="449">
                  <c:v>1.7569762188430871</c:v>
                </c:pt>
                <c:pt idx="450">
                  <c:v>1.7569762188430871</c:v>
                </c:pt>
                <c:pt idx="451">
                  <c:v>1.7569762188430871</c:v>
                </c:pt>
                <c:pt idx="452">
                  <c:v>1.7569762188430871</c:v>
                </c:pt>
                <c:pt idx="453">
                  <c:v>1.7569762188430871</c:v>
                </c:pt>
                <c:pt idx="454">
                  <c:v>1.7569762188430871</c:v>
                </c:pt>
                <c:pt idx="455">
                  <c:v>1.7569762188430871</c:v>
                </c:pt>
                <c:pt idx="456">
                  <c:v>1.7569762188430871</c:v>
                </c:pt>
                <c:pt idx="457">
                  <c:v>1.7569762188430871</c:v>
                </c:pt>
                <c:pt idx="458">
                  <c:v>1.7569762188430871</c:v>
                </c:pt>
                <c:pt idx="459">
                  <c:v>1.7569762188430871</c:v>
                </c:pt>
                <c:pt idx="460">
                  <c:v>1.7569762188430871</c:v>
                </c:pt>
                <c:pt idx="461">
                  <c:v>1.7569762188430871</c:v>
                </c:pt>
                <c:pt idx="462">
                  <c:v>1.7569762188430871</c:v>
                </c:pt>
                <c:pt idx="463">
                  <c:v>1.7569762188430871</c:v>
                </c:pt>
                <c:pt idx="464">
                  <c:v>1.7569762188430871</c:v>
                </c:pt>
                <c:pt idx="465">
                  <c:v>1.7569762188430871</c:v>
                </c:pt>
                <c:pt idx="466">
                  <c:v>1.7569762188430871</c:v>
                </c:pt>
                <c:pt idx="467">
                  <c:v>1.7569762188430871</c:v>
                </c:pt>
                <c:pt idx="468">
                  <c:v>1.7569762188430871</c:v>
                </c:pt>
                <c:pt idx="469">
                  <c:v>1.7569762188430871</c:v>
                </c:pt>
                <c:pt idx="470">
                  <c:v>1.7569762188430871</c:v>
                </c:pt>
                <c:pt idx="471">
                  <c:v>1.7569762188430871</c:v>
                </c:pt>
                <c:pt idx="472">
                  <c:v>1.7569762188430871</c:v>
                </c:pt>
                <c:pt idx="473">
                  <c:v>1.7569762188430871</c:v>
                </c:pt>
                <c:pt idx="474">
                  <c:v>1.7569762188430871</c:v>
                </c:pt>
                <c:pt idx="475">
                  <c:v>1.7569762188430871</c:v>
                </c:pt>
                <c:pt idx="476">
                  <c:v>1.7569762188430871</c:v>
                </c:pt>
                <c:pt idx="477">
                  <c:v>1.7569762188430871</c:v>
                </c:pt>
                <c:pt idx="478">
                  <c:v>1.7569762188430871</c:v>
                </c:pt>
                <c:pt idx="479">
                  <c:v>1.7569762188430871</c:v>
                </c:pt>
                <c:pt idx="480">
                  <c:v>1.7569762188430871</c:v>
                </c:pt>
                <c:pt idx="481">
                  <c:v>1.7569762188430871</c:v>
                </c:pt>
                <c:pt idx="482">
                  <c:v>1.7569762188430871</c:v>
                </c:pt>
                <c:pt idx="483">
                  <c:v>1.7569762188430871</c:v>
                </c:pt>
                <c:pt idx="484">
                  <c:v>1.7569762188430871</c:v>
                </c:pt>
                <c:pt idx="485">
                  <c:v>1.7569762188430871</c:v>
                </c:pt>
                <c:pt idx="486">
                  <c:v>1.7569762188430871</c:v>
                </c:pt>
                <c:pt idx="487">
                  <c:v>1.7569762188430871</c:v>
                </c:pt>
                <c:pt idx="488">
                  <c:v>1.7569762188430871</c:v>
                </c:pt>
                <c:pt idx="489">
                  <c:v>1.7569762188430871</c:v>
                </c:pt>
                <c:pt idx="490">
                  <c:v>1.7569762188430871</c:v>
                </c:pt>
                <c:pt idx="491">
                  <c:v>1.7569762188430871</c:v>
                </c:pt>
                <c:pt idx="492">
                  <c:v>1.7569762188430871</c:v>
                </c:pt>
                <c:pt idx="493">
                  <c:v>1.7569762188430871</c:v>
                </c:pt>
                <c:pt idx="494">
                  <c:v>1.7569762188430871</c:v>
                </c:pt>
                <c:pt idx="495">
                  <c:v>1.7569762188430871</c:v>
                </c:pt>
                <c:pt idx="496">
                  <c:v>1.7569762188430871</c:v>
                </c:pt>
                <c:pt idx="497">
                  <c:v>1.7569762188430871</c:v>
                </c:pt>
                <c:pt idx="498">
                  <c:v>1.7569762188430871</c:v>
                </c:pt>
                <c:pt idx="499">
                  <c:v>1.7569762188430871</c:v>
                </c:pt>
                <c:pt idx="500">
                  <c:v>1.7569762188430871</c:v>
                </c:pt>
                <c:pt idx="501">
                  <c:v>1.7569762188430871</c:v>
                </c:pt>
                <c:pt idx="502">
                  <c:v>1.7569762188430871</c:v>
                </c:pt>
                <c:pt idx="503">
                  <c:v>1.7569762188430871</c:v>
                </c:pt>
                <c:pt idx="504">
                  <c:v>1.7569762188430871</c:v>
                </c:pt>
                <c:pt idx="505">
                  <c:v>1.7569762188430871</c:v>
                </c:pt>
                <c:pt idx="506">
                  <c:v>1.7569762188430871</c:v>
                </c:pt>
                <c:pt idx="507">
                  <c:v>1.7569762188430871</c:v>
                </c:pt>
                <c:pt idx="508">
                  <c:v>1.7569762188430871</c:v>
                </c:pt>
                <c:pt idx="509">
                  <c:v>1.7569762188430871</c:v>
                </c:pt>
                <c:pt idx="510">
                  <c:v>1.7569762188430871</c:v>
                </c:pt>
                <c:pt idx="511">
                  <c:v>1.7569762188430871</c:v>
                </c:pt>
                <c:pt idx="512">
                  <c:v>1.7569762188430871</c:v>
                </c:pt>
                <c:pt idx="513">
                  <c:v>1.7569762188430871</c:v>
                </c:pt>
                <c:pt idx="514">
                  <c:v>1.7569762188430871</c:v>
                </c:pt>
                <c:pt idx="515">
                  <c:v>1.7569762188430871</c:v>
                </c:pt>
                <c:pt idx="516">
                  <c:v>1.7569762188430871</c:v>
                </c:pt>
                <c:pt idx="517">
                  <c:v>1.7569762188430871</c:v>
                </c:pt>
                <c:pt idx="518">
                  <c:v>1.7569762188430871</c:v>
                </c:pt>
                <c:pt idx="519">
                  <c:v>1.7569762188430871</c:v>
                </c:pt>
                <c:pt idx="520">
                  <c:v>1.7569762188430871</c:v>
                </c:pt>
                <c:pt idx="521">
                  <c:v>1.7569762188430871</c:v>
                </c:pt>
                <c:pt idx="522">
                  <c:v>1.7569762188430871</c:v>
                </c:pt>
                <c:pt idx="523">
                  <c:v>1.7569762188430871</c:v>
                </c:pt>
                <c:pt idx="524">
                  <c:v>1.7569762188430871</c:v>
                </c:pt>
                <c:pt idx="525">
                  <c:v>1.7569762188430871</c:v>
                </c:pt>
                <c:pt idx="526">
                  <c:v>1.7569762188430871</c:v>
                </c:pt>
                <c:pt idx="527">
                  <c:v>1.7569762188430871</c:v>
                </c:pt>
                <c:pt idx="528">
                  <c:v>1.7569762188430871</c:v>
                </c:pt>
                <c:pt idx="529">
                  <c:v>1.7569762188430871</c:v>
                </c:pt>
                <c:pt idx="530">
                  <c:v>1.7569762188430871</c:v>
                </c:pt>
                <c:pt idx="531">
                  <c:v>1.7569762188430871</c:v>
                </c:pt>
                <c:pt idx="532">
                  <c:v>1.7569762188430871</c:v>
                </c:pt>
                <c:pt idx="533">
                  <c:v>1.7569762188430871</c:v>
                </c:pt>
                <c:pt idx="534">
                  <c:v>1.7569762188430871</c:v>
                </c:pt>
                <c:pt idx="535">
                  <c:v>1.7569762188430871</c:v>
                </c:pt>
                <c:pt idx="536">
                  <c:v>1.7569762188430871</c:v>
                </c:pt>
                <c:pt idx="537">
                  <c:v>1.7569762188430871</c:v>
                </c:pt>
                <c:pt idx="538">
                  <c:v>1.7569762188430871</c:v>
                </c:pt>
                <c:pt idx="539">
                  <c:v>1.7569762188430871</c:v>
                </c:pt>
                <c:pt idx="540">
                  <c:v>1.7569762188430871</c:v>
                </c:pt>
                <c:pt idx="541">
                  <c:v>1.7569762188430871</c:v>
                </c:pt>
                <c:pt idx="542">
                  <c:v>1.7569762188430871</c:v>
                </c:pt>
                <c:pt idx="543">
                  <c:v>1.7569762188430871</c:v>
                </c:pt>
                <c:pt idx="544">
                  <c:v>1.7569762188430871</c:v>
                </c:pt>
                <c:pt idx="545">
                  <c:v>1.7569762188430871</c:v>
                </c:pt>
                <c:pt idx="546">
                  <c:v>1.7569762188430871</c:v>
                </c:pt>
                <c:pt idx="547">
                  <c:v>1.7569762188430871</c:v>
                </c:pt>
                <c:pt idx="548">
                  <c:v>1.7569762188430871</c:v>
                </c:pt>
                <c:pt idx="549">
                  <c:v>1.7569762188430871</c:v>
                </c:pt>
                <c:pt idx="550">
                  <c:v>1.7569762188430871</c:v>
                </c:pt>
                <c:pt idx="551">
                  <c:v>1.7569762188430871</c:v>
                </c:pt>
                <c:pt idx="552">
                  <c:v>1.7569762188430871</c:v>
                </c:pt>
                <c:pt idx="553">
                  <c:v>1.7569762188430871</c:v>
                </c:pt>
                <c:pt idx="554">
                  <c:v>1.7569762188430871</c:v>
                </c:pt>
                <c:pt idx="555">
                  <c:v>1.7569762188430871</c:v>
                </c:pt>
                <c:pt idx="556">
                  <c:v>1.7569762188430871</c:v>
                </c:pt>
                <c:pt idx="557">
                  <c:v>1.7569762188430871</c:v>
                </c:pt>
                <c:pt idx="558">
                  <c:v>1.7569762188430871</c:v>
                </c:pt>
                <c:pt idx="559">
                  <c:v>1.7569762188430871</c:v>
                </c:pt>
                <c:pt idx="560">
                  <c:v>1.7569762188430871</c:v>
                </c:pt>
                <c:pt idx="561">
                  <c:v>1.7569762188430871</c:v>
                </c:pt>
                <c:pt idx="562">
                  <c:v>1.7569762188430871</c:v>
                </c:pt>
                <c:pt idx="563">
                  <c:v>1.7569762188430871</c:v>
                </c:pt>
                <c:pt idx="564">
                  <c:v>1.7569762188430871</c:v>
                </c:pt>
                <c:pt idx="565">
                  <c:v>1.7569762188430871</c:v>
                </c:pt>
                <c:pt idx="566">
                  <c:v>1.7569762188430871</c:v>
                </c:pt>
                <c:pt idx="567">
                  <c:v>1.7569762188430871</c:v>
                </c:pt>
                <c:pt idx="568">
                  <c:v>1.7569762188430871</c:v>
                </c:pt>
                <c:pt idx="569">
                  <c:v>1.7569762188430871</c:v>
                </c:pt>
                <c:pt idx="570">
                  <c:v>1.7569762188430871</c:v>
                </c:pt>
                <c:pt idx="571">
                  <c:v>1.7569762188430871</c:v>
                </c:pt>
                <c:pt idx="572">
                  <c:v>1.7569762188430871</c:v>
                </c:pt>
                <c:pt idx="573">
                  <c:v>1.7569762188430871</c:v>
                </c:pt>
                <c:pt idx="574">
                  <c:v>1.7569762188430871</c:v>
                </c:pt>
                <c:pt idx="575">
                  <c:v>1.7569762188430871</c:v>
                </c:pt>
                <c:pt idx="576">
                  <c:v>1.7569762188430871</c:v>
                </c:pt>
                <c:pt idx="577">
                  <c:v>1.7569762188430871</c:v>
                </c:pt>
                <c:pt idx="578">
                  <c:v>1.7569762188430871</c:v>
                </c:pt>
                <c:pt idx="579">
                  <c:v>1.7569762188430871</c:v>
                </c:pt>
                <c:pt idx="580">
                  <c:v>1.7569762188430871</c:v>
                </c:pt>
                <c:pt idx="581">
                  <c:v>1.7569762188430871</c:v>
                </c:pt>
                <c:pt idx="582">
                  <c:v>1.7569762188430871</c:v>
                </c:pt>
                <c:pt idx="583">
                  <c:v>1.7569762188430871</c:v>
                </c:pt>
                <c:pt idx="584">
                  <c:v>1.7569762188430871</c:v>
                </c:pt>
                <c:pt idx="585">
                  <c:v>1.7569762188430871</c:v>
                </c:pt>
                <c:pt idx="586">
                  <c:v>1.7569762188430871</c:v>
                </c:pt>
                <c:pt idx="587">
                  <c:v>1.7569762188430871</c:v>
                </c:pt>
                <c:pt idx="588">
                  <c:v>1.7569762188430871</c:v>
                </c:pt>
                <c:pt idx="589">
                  <c:v>1.7569762188430871</c:v>
                </c:pt>
                <c:pt idx="590">
                  <c:v>1.7569762188430871</c:v>
                </c:pt>
                <c:pt idx="591">
                  <c:v>1.7569762188430871</c:v>
                </c:pt>
                <c:pt idx="592">
                  <c:v>1.7569762188430871</c:v>
                </c:pt>
                <c:pt idx="593">
                  <c:v>1.7569762188430871</c:v>
                </c:pt>
                <c:pt idx="594">
                  <c:v>1.7569762188430871</c:v>
                </c:pt>
                <c:pt idx="595">
                  <c:v>1.7569762188430871</c:v>
                </c:pt>
                <c:pt idx="596">
                  <c:v>1.7569762188430871</c:v>
                </c:pt>
                <c:pt idx="597">
                  <c:v>1.7569762188430871</c:v>
                </c:pt>
                <c:pt idx="598">
                  <c:v>1.7569762188430871</c:v>
                </c:pt>
                <c:pt idx="599">
                  <c:v>1.7569762188430871</c:v>
                </c:pt>
                <c:pt idx="600">
                  <c:v>1.7569762188430871</c:v>
                </c:pt>
                <c:pt idx="601">
                  <c:v>1.7569762188430871</c:v>
                </c:pt>
                <c:pt idx="602">
                  <c:v>1.7569762188430871</c:v>
                </c:pt>
                <c:pt idx="603">
                  <c:v>1.7569762188430871</c:v>
                </c:pt>
                <c:pt idx="604">
                  <c:v>1.7569762188430871</c:v>
                </c:pt>
                <c:pt idx="605">
                  <c:v>1.7569762188430871</c:v>
                </c:pt>
                <c:pt idx="606">
                  <c:v>1.7569762188430871</c:v>
                </c:pt>
                <c:pt idx="607">
                  <c:v>1.7569762188430871</c:v>
                </c:pt>
                <c:pt idx="608">
                  <c:v>1.7569762188430871</c:v>
                </c:pt>
                <c:pt idx="609">
                  <c:v>1.7569762188430871</c:v>
                </c:pt>
                <c:pt idx="610">
                  <c:v>1.7569762188430871</c:v>
                </c:pt>
                <c:pt idx="611">
                  <c:v>1.7569762188430871</c:v>
                </c:pt>
                <c:pt idx="612">
                  <c:v>1.7569762188430871</c:v>
                </c:pt>
                <c:pt idx="613">
                  <c:v>1.7569762188430871</c:v>
                </c:pt>
                <c:pt idx="614">
                  <c:v>1.7569762188430871</c:v>
                </c:pt>
                <c:pt idx="615">
                  <c:v>1.7569762188430871</c:v>
                </c:pt>
                <c:pt idx="616">
                  <c:v>1.7569762188430871</c:v>
                </c:pt>
                <c:pt idx="617">
                  <c:v>1.7569762188430871</c:v>
                </c:pt>
                <c:pt idx="618">
                  <c:v>1.7569762188430871</c:v>
                </c:pt>
                <c:pt idx="619">
                  <c:v>1.7569762188430871</c:v>
                </c:pt>
                <c:pt idx="620">
                  <c:v>1.7569762188430871</c:v>
                </c:pt>
                <c:pt idx="621">
                  <c:v>1.7569762188430871</c:v>
                </c:pt>
                <c:pt idx="622">
                  <c:v>1.7569762188430871</c:v>
                </c:pt>
                <c:pt idx="623">
                  <c:v>1.7569762188430871</c:v>
                </c:pt>
                <c:pt idx="624">
                  <c:v>1.7569762188430871</c:v>
                </c:pt>
                <c:pt idx="625">
                  <c:v>1.7569762188430871</c:v>
                </c:pt>
                <c:pt idx="626">
                  <c:v>1.7569762188430871</c:v>
                </c:pt>
                <c:pt idx="627">
                  <c:v>1.7569762188430871</c:v>
                </c:pt>
                <c:pt idx="628">
                  <c:v>1.7569762188430871</c:v>
                </c:pt>
                <c:pt idx="629">
                  <c:v>1.7569762188430871</c:v>
                </c:pt>
                <c:pt idx="630">
                  <c:v>1.7569762188430871</c:v>
                </c:pt>
                <c:pt idx="631">
                  <c:v>1.7569762188430871</c:v>
                </c:pt>
                <c:pt idx="632">
                  <c:v>1.7569762188430871</c:v>
                </c:pt>
                <c:pt idx="633">
                  <c:v>1.7569762188430871</c:v>
                </c:pt>
                <c:pt idx="634">
                  <c:v>1.7569762188430871</c:v>
                </c:pt>
                <c:pt idx="635">
                  <c:v>1.7569762188430871</c:v>
                </c:pt>
                <c:pt idx="636">
                  <c:v>1.7569762188430871</c:v>
                </c:pt>
                <c:pt idx="637">
                  <c:v>1.7569762188430871</c:v>
                </c:pt>
                <c:pt idx="638">
                  <c:v>1.7569762188430871</c:v>
                </c:pt>
                <c:pt idx="639">
                  <c:v>1.7569762188430871</c:v>
                </c:pt>
                <c:pt idx="640">
                  <c:v>1.7569762188430871</c:v>
                </c:pt>
                <c:pt idx="641">
                  <c:v>1.7569762188430871</c:v>
                </c:pt>
                <c:pt idx="642">
                  <c:v>1.7569762188430871</c:v>
                </c:pt>
                <c:pt idx="643">
                  <c:v>1.7569762188430871</c:v>
                </c:pt>
                <c:pt idx="644">
                  <c:v>1.7569762188430871</c:v>
                </c:pt>
                <c:pt idx="645">
                  <c:v>1.7569762188430871</c:v>
                </c:pt>
                <c:pt idx="646">
                  <c:v>1.7569762188430871</c:v>
                </c:pt>
                <c:pt idx="647">
                  <c:v>1.7569762188430871</c:v>
                </c:pt>
                <c:pt idx="648">
                  <c:v>1.7569762188430871</c:v>
                </c:pt>
                <c:pt idx="649">
                  <c:v>1.7569762188430871</c:v>
                </c:pt>
                <c:pt idx="650">
                  <c:v>1.7569762188430871</c:v>
                </c:pt>
                <c:pt idx="651">
                  <c:v>1.7569762188430871</c:v>
                </c:pt>
                <c:pt idx="652">
                  <c:v>1.7569762188430871</c:v>
                </c:pt>
                <c:pt idx="653">
                  <c:v>1.7569762188430871</c:v>
                </c:pt>
                <c:pt idx="654">
                  <c:v>1.7569762188430871</c:v>
                </c:pt>
                <c:pt idx="655">
                  <c:v>1.7569762188430871</c:v>
                </c:pt>
                <c:pt idx="656">
                  <c:v>1.7569762188430871</c:v>
                </c:pt>
                <c:pt idx="657">
                  <c:v>1.7569762188430871</c:v>
                </c:pt>
                <c:pt idx="658">
                  <c:v>1.7569762188430871</c:v>
                </c:pt>
                <c:pt idx="659">
                  <c:v>1.7569762188430871</c:v>
                </c:pt>
                <c:pt idx="660">
                  <c:v>1.7569762188430871</c:v>
                </c:pt>
                <c:pt idx="661">
                  <c:v>1.7569762188430871</c:v>
                </c:pt>
                <c:pt idx="662">
                  <c:v>1.7569762188430871</c:v>
                </c:pt>
                <c:pt idx="663">
                  <c:v>1.7569762188430871</c:v>
                </c:pt>
                <c:pt idx="664">
                  <c:v>1.7569762188430871</c:v>
                </c:pt>
                <c:pt idx="665">
                  <c:v>1.7569762188430871</c:v>
                </c:pt>
                <c:pt idx="666">
                  <c:v>1.7569762188430871</c:v>
                </c:pt>
                <c:pt idx="667">
                  <c:v>1.7569762188430871</c:v>
                </c:pt>
                <c:pt idx="668">
                  <c:v>1.7569762188430871</c:v>
                </c:pt>
                <c:pt idx="669">
                  <c:v>1.7569762188430871</c:v>
                </c:pt>
                <c:pt idx="670">
                  <c:v>1.7569762188430871</c:v>
                </c:pt>
                <c:pt idx="671">
                  <c:v>1.7569762188430871</c:v>
                </c:pt>
                <c:pt idx="672">
                  <c:v>1.7569762188430871</c:v>
                </c:pt>
                <c:pt idx="673">
                  <c:v>1.7569762188430871</c:v>
                </c:pt>
                <c:pt idx="674">
                  <c:v>1.7569762188430871</c:v>
                </c:pt>
                <c:pt idx="675">
                  <c:v>1.7569762188430871</c:v>
                </c:pt>
                <c:pt idx="676">
                  <c:v>1.7569762188430871</c:v>
                </c:pt>
                <c:pt idx="677">
                  <c:v>1.7569762188430871</c:v>
                </c:pt>
                <c:pt idx="678">
                  <c:v>1.7569762188430871</c:v>
                </c:pt>
                <c:pt idx="679">
                  <c:v>1.7569762188430871</c:v>
                </c:pt>
                <c:pt idx="680">
                  <c:v>1.7569762188430871</c:v>
                </c:pt>
                <c:pt idx="681">
                  <c:v>1.7569762188430871</c:v>
                </c:pt>
                <c:pt idx="682">
                  <c:v>1.7569762188430871</c:v>
                </c:pt>
                <c:pt idx="683">
                  <c:v>1.7569762188430871</c:v>
                </c:pt>
                <c:pt idx="684">
                  <c:v>1.7569762188430871</c:v>
                </c:pt>
                <c:pt idx="685">
                  <c:v>1.7569762188430871</c:v>
                </c:pt>
                <c:pt idx="686">
                  <c:v>1.7569762188430871</c:v>
                </c:pt>
                <c:pt idx="687">
                  <c:v>1.7569762188430871</c:v>
                </c:pt>
                <c:pt idx="688">
                  <c:v>1.7569762188430871</c:v>
                </c:pt>
                <c:pt idx="689">
                  <c:v>1.7569762188430871</c:v>
                </c:pt>
                <c:pt idx="690">
                  <c:v>1.7569762188430871</c:v>
                </c:pt>
                <c:pt idx="691">
                  <c:v>1.7569762188430871</c:v>
                </c:pt>
                <c:pt idx="692">
                  <c:v>1.7569762188430871</c:v>
                </c:pt>
                <c:pt idx="693">
                  <c:v>1.7569762188430871</c:v>
                </c:pt>
                <c:pt idx="694">
                  <c:v>1.7569762188430871</c:v>
                </c:pt>
                <c:pt idx="695">
                  <c:v>1.7569762188430871</c:v>
                </c:pt>
                <c:pt idx="696">
                  <c:v>1.7569762188430871</c:v>
                </c:pt>
                <c:pt idx="697">
                  <c:v>1.7569762188430871</c:v>
                </c:pt>
                <c:pt idx="698">
                  <c:v>1.7569762188430871</c:v>
                </c:pt>
                <c:pt idx="699">
                  <c:v>1.7569762188430871</c:v>
                </c:pt>
                <c:pt idx="700">
                  <c:v>1.7569762188430871</c:v>
                </c:pt>
                <c:pt idx="701">
                  <c:v>1.7569762188430871</c:v>
                </c:pt>
                <c:pt idx="702">
                  <c:v>1.7569762188430871</c:v>
                </c:pt>
                <c:pt idx="703">
                  <c:v>1.7569762188430871</c:v>
                </c:pt>
                <c:pt idx="704">
                  <c:v>1.7569762188430871</c:v>
                </c:pt>
                <c:pt idx="705">
                  <c:v>1.7569762188430871</c:v>
                </c:pt>
                <c:pt idx="706">
                  <c:v>1.7569762188430871</c:v>
                </c:pt>
                <c:pt idx="707">
                  <c:v>1.7569762188430871</c:v>
                </c:pt>
                <c:pt idx="708">
                  <c:v>1.7569762188430871</c:v>
                </c:pt>
                <c:pt idx="709">
                  <c:v>1.7569762188430871</c:v>
                </c:pt>
                <c:pt idx="710">
                  <c:v>1.7569762188430871</c:v>
                </c:pt>
                <c:pt idx="711">
                  <c:v>1.7569762188430871</c:v>
                </c:pt>
                <c:pt idx="712">
                  <c:v>1.7569762188430871</c:v>
                </c:pt>
                <c:pt idx="713">
                  <c:v>1.7569762188430871</c:v>
                </c:pt>
                <c:pt idx="714">
                  <c:v>1.7569762188430871</c:v>
                </c:pt>
                <c:pt idx="715">
                  <c:v>1.7569762188430871</c:v>
                </c:pt>
                <c:pt idx="716">
                  <c:v>1.7569762188430871</c:v>
                </c:pt>
                <c:pt idx="717">
                  <c:v>1.7569762188430871</c:v>
                </c:pt>
                <c:pt idx="718">
                  <c:v>1.7569762188430871</c:v>
                </c:pt>
                <c:pt idx="719">
                  <c:v>1.7569762188430871</c:v>
                </c:pt>
                <c:pt idx="720">
                  <c:v>1.7569762188430871</c:v>
                </c:pt>
                <c:pt idx="721">
                  <c:v>1.7569762188430871</c:v>
                </c:pt>
                <c:pt idx="722">
                  <c:v>1.7569762188430871</c:v>
                </c:pt>
                <c:pt idx="723">
                  <c:v>1.7569762188430871</c:v>
                </c:pt>
                <c:pt idx="724">
                  <c:v>1.7569762188430871</c:v>
                </c:pt>
                <c:pt idx="725">
                  <c:v>1.7569762188430871</c:v>
                </c:pt>
                <c:pt idx="726">
                  <c:v>1.7569762188430871</c:v>
                </c:pt>
                <c:pt idx="727">
                  <c:v>1.7569762188430871</c:v>
                </c:pt>
                <c:pt idx="728">
                  <c:v>1.7569762188430871</c:v>
                </c:pt>
                <c:pt idx="729">
                  <c:v>1.7569762188430871</c:v>
                </c:pt>
                <c:pt idx="730">
                  <c:v>1.7569762188430871</c:v>
                </c:pt>
                <c:pt idx="731">
                  <c:v>1.7569762188430871</c:v>
                </c:pt>
                <c:pt idx="732">
                  <c:v>1.7569762188430871</c:v>
                </c:pt>
                <c:pt idx="733">
                  <c:v>1.7569762188430871</c:v>
                </c:pt>
                <c:pt idx="734">
                  <c:v>1.7569762188430871</c:v>
                </c:pt>
                <c:pt idx="735">
                  <c:v>1.7569762188430871</c:v>
                </c:pt>
                <c:pt idx="736">
                  <c:v>1.7569762188430871</c:v>
                </c:pt>
                <c:pt idx="737">
                  <c:v>1.7569762188430871</c:v>
                </c:pt>
                <c:pt idx="738">
                  <c:v>1.7569762188430871</c:v>
                </c:pt>
                <c:pt idx="739">
                  <c:v>1.7569762188430871</c:v>
                </c:pt>
                <c:pt idx="740">
                  <c:v>1.7569762188430871</c:v>
                </c:pt>
                <c:pt idx="741">
                  <c:v>1.7569762188430871</c:v>
                </c:pt>
                <c:pt idx="742">
                  <c:v>1.7569762188430871</c:v>
                </c:pt>
                <c:pt idx="743">
                  <c:v>1.7569762188430871</c:v>
                </c:pt>
                <c:pt idx="744">
                  <c:v>1.7569762188430871</c:v>
                </c:pt>
                <c:pt idx="745">
                  <c:v>1.7569762188430871</c:v>
                </c:pt>
                <c:pt idx="746">
                  <c:v>1.7569762188430871</c:v>
                </c:pt>
                <c:pt idx="747">
                  <c:v>1.7569762188430871</c:v>
                </c:pt>
                <c:pt idx="748">
                  <c:v>1.7569762188430871</c:v>
                </c:pt>
                <c:pt idx="749">
                  <c:v>1.7569762188430871</c:v>
                </c:pt>
                <c:pt idx="750">
                  <c:v>1.7569762188430871</c:v>
                </c:pt>
                <c:pt idx="751">
                  <c:v>1.7569762188430871</c:v>
                </c:pt>
                <c:pt idx="752">
                  <c:v>1.7569762188430871</c:v>
                </c:pt>
                <c:pt idx="753">
                  <c:v>1.7569762188430871</c:v>
                </c:pt>
                <c:pt idx="754">
                  <c:v>1.7569762188430871</c:v>
                </c:pt>
                <c:pt idx="755">
                  <c:v>1.7569762188430871</c:v>
                </c:pt>
                <c:pt idx="756">
                  <c:v>1.7569762188430871</c:v>
                </c:pt>
                <c:pt idx="757">
                  <c:v>1.7569762188430871</c:v>
                </c:pt>
                <c:pt idx="758">
                  <c:v>1.7569762188430871</c:v>
                </c:pt>
                <c:pt idx="759">
                  <c:v>1.7569762188430871</c:v>
                </c:pt>
                <c:pt idx="760">
                  <c:v>1.7569762188430871</c:v>
                </c:pt>
                <c:pt idx="761">
                  <c:v>1.7569762188430871</c:v>
                </c:pt>
                <c:pt idx="762">
                  <c:v>1.7569762188430871</c:v>
                </c:pt>
                <c:pt idx="763">
                  <c:v>1.7569762188430871</c:v>
                </c:pt>
                <c:pt idx="764">
                  <c:v>1.7569762188430871</c:v>
                </c:pt>
                <c:pt idx="765">
                  <c:v>1.7569762188430871</c:v>
                </c:pt>
                <c:pt idx="766">
                  <c:v>1.7569762188430871</c:v>
                </c:pt>
                <c:pt idx="767">
                  <c:v>1.7569762188430871</c:v>
                </c:pt>
                <c:pt idx="768">
                  <c:v>1.7569762188430871</c:v>
                </c:pt>
                <c:pt idx="769">
                  <c:v>1.7569762188430871</c:v>
                </c:pt>
                <c:pt idx="770">
                  <c:v>1.7569762188430871</c:v>
                </c:pt>
                <c:pt idx="771">
                  <c:v>1.7569762188430871</c:v>
                </c:pt>
                <c:pt idx="772">
                  <c:v>1.7569762188430871</c:v>
                </c:pt>
                <c:pt idx="773">
                  <c:v>1.7569762188430871</c:v>
                </c:pt>
                <c:pt idx="774">
                  <c:v>1.7569762188430871</c:v>
                </c:pt>
                <c:pt idx="775">
                  <c:v>1.7569762188430871</c:v>
                </c:pt>
                <c:pt idx="776">
                  <c:v>1.7569762188430871</c:v>
                </c:pt>
                <c:pt idx="777">
                  <c:v>1.7569762188430871</c:v>
                </c:pt>
                <c:pt idx="778">
                  <c:v>1.7569762188430871</c:v>
                </c:pt>
                <c:pt idx="779">
                  <c:v>1.7569762188430871</c:v>
                </c:pt>
                <c:pt idx="780">
                  <c:v>1.7569762188430871</c:v>
                </c:pt>
                <c:pt idx="781">
                  <c:v>1.7569762188430871</c:v>
                </c:pt>
                <c:pt idx="782">
                  <c:v>1.7569762188430871</c:v>
                </c:pt>
                <c:pt idx="783">
                  <c:v>1.7569762188430871</c:v>
                </c:pt>
                <c:pt idx="784">
                  <c:v>1.7569762188430871</c:v>
                </c:pt>
                <c:pt idx="785">
                  <c:v>1.7569762188430871</c:v>
                </c:pt>
                <c:pt idx="786">
                  <c:v>1.7569762188430871</c:v>
                </c:pt>
                <c:pt idx="787">
                  <c:v>1.7569762188430871</c:v>
                </c:pt>
                <c:pt idx="788">
                  <c:v>1.7569762188430871</c:v>
                </c:pt>
                <c:pt idx="789">
                  <c:v>1.7569762188430871</c:v>
                </c:pt>
                <c:pt idx="790">
                  <c:v>1.7569762188430871</c:v>
                </c:pt>
                <c:pt idx="791">
                  <c:v>1.7569762188430871</c:v>
                </c:pt>
                <c:pt idx="792">
                  <c:v>1.7569762188430871</c:v>
                </c:pt>
                <c:pt idx="793">
                  <c:v>1.7569762188430871</c:v>
                </c:pt>
                <c:pt idx="794">
                  <c:v>1.7569762188430871</c:v>
                </c:pt>
                <c:pt idx="795">
                  <c:v>1.7569762188430871</c:v>
                </c:pt>
                <c:pt idx="796">
                  <c:v>1.7569762188430871</c:v>
                </c:pt>
                <c:pt idx="797">
                  <c:v>1.7569762188430871</c:v>
                </c:pt>
                <c:pt idx="798">
                  <c:v>1.7569762188430871</c:v>
                </c:pt>
                <c:pt idx="799">
                  <c:v>1.7569762188430871</c:v>
                </c:pt>
                <c:pt idx="800">
                  <c:v>1.7569762188430871</c:v>
                </c:pt>
                <c:pt idx="801">
                  <c:v>1.7569762188430871</c:v>
                </c:pt>
                <c:pt idx="802">
                  <c:v>1.7569762188430871</c:v>
                </c:pt>
                <c:pt idx="803">
                  <c:v>1.7569762188430871</c:v>
                </c:pt>
                <c:pt idx="804">
                  <c:v>1.7569762188430871</c:v>
                </c:pt>
                <c:pt idx="805">
                  <c:v>1.7569762188430871</c:v>
                </c:pt>
                <c:pt idx="806">
                  <c:v>1.7569762188430871</c:v>
                </c:pt>
                <c:pt idx="807">
                  <c:v>1.7569762188430871</c:v>
                </c:pt>
                <c:pt idx="808">
                  <c:v>1.7569762188430871</c:v>
                </c:pt>
                <c:pt idx="809">
                  <c:v>1.7569762188430871</c:v>
                </c:pt>
                <c:pt idx="810">
                  <c:v>1.7569762188430871</c:v>
                </c:pt>
                <c:pt idx="811">
                  <c:v>1.7569762188430871</c:v>
                </c:pt>
                <c:pt idx="812">
                  <c:v>1.7569762188430871</c:v>
                </c:pt>
                <c:pt idx="813">
                  <c:v>1.7569762188430871</c:v>
                </c:pt>
                <c:pt idx="814">
                  <c:v>1.7569762188430871</c:v>
                </c:pt>
                <c:pt idx="815">
                  <c:v>1.7569762188430871</c:v>
                </c:pt>
                <c:pt idx="816">
                  <c:v>1.7569762188430871</c:v>
                </c:pt>
                <c:pt idx="817">
                  <c:v>1.7569762188430871</c:v>
                </c:pt>
                <c:pt idx="818">
                  <c:v>1.7569762188430871</c:v>
                </c:pt>
                <c:pt idx="819">
                  <c:v>1.7569762188430871</c:v>
                </c:pt>
                <c:pt idx="820">
                  <c:v>1.7569762188430871</c:v>
                </c:pt>
                <c:pt idx="821">
                  <c:v>1.7569762188430871</c:v>
                </c:pt>
                <c:pt idx="822">
                  <c:v>1.7569762188430871</c:v>
                </c:pt>
                <c:pt idx="823">
                  <c:v>1.7569762188430871</c:v>
                </c:pt>
                <c:pt idx="824">
                  <c:v>1.7569762188430871</c:v>
                </c:pt>
                <c:pt idx="825">
                  <c:v>1.7569762188430871</c:v>
                </c:pt>
                <c:pt idx="826">
                  <c:v>1.7569762188430871</c:v>
                </c:pt>
                <c:pt idx="827">
                  <c:v>1.7569762188430871</c:v>
                </c:pt>
                <c:pt idx="828">
                  <c:v>1.7569762188430871</c:v>
                </c:pt>
                <c:pt idx="829">
                  <c:v>1.7569762188430871</c:v>
                </c:pt>
                <c:pt idx="830">
                  <c:v>1.7569762188430871</c:v>
                </c:pt>
                <c:pt idx="831">
                  <c:v>1.7569762188430871</c:v>
                </c:pt>
                <c:pt idx="832">
                  <c:v>1.7569762188430871</c:v>
                </c:pt>
                <c:pt idx="833">
                  <c:v>1.7569762188430871</c:v>
                </c:pt>
                <c:pt idx="834">
                  <c:v>1.7569762188430871</c:v>
                </c:pt>
                <c:pt idx="835">
                  <c:v>1.7569762188430871</c:v>
                </c:pt>
                <c:pt idx="836">
                  <c:v>1.7569762188430871</c:v>
                </c:pt>
                <c:pt idx="837">
                  <c:v>1.7569762188430871</c:v>
                </c:pt>
                <c:pt idx="838">
                  <c:v>1.7569762188430871</c:v>
                </c:pt>
                <c:pt idx="839">
                  <c:v>1.7569762188430871</c:v>
                </c:pt>
                <c:pt idx="840">
                  <c:v>1.7569762188430871</c:v>
                </c:pt>
                <c:pt idx="841">
                  <c:v>1.7569762188430871</c:v>
                </c:pt>
                <c:pt idx="842">
                  <c:v>1.7569762188430871</c:v>
                </c:pt>
                <c:pt idx="843">
                  <c:v>1.7569762188430871</c:v>
                </c:pt>
                <c:pt idx="844">
                  <c:v>1.7569762188430871</c:v>
                </c:pt>
                <c:pt idx="845">
                  <c:v>1.7569762188430871</c:v>
                </c:pt>
                <c:pt idx="846">
                  <c:v>1.7569762188430871</c:v>
                </c:pt>
                <c:pt idx="847">
                  <c:v>1.7569762188430871</c:v>
                </c:pt>
                <c:pt idx="848">
                  <c:v>1.7569762188430871</c:v>
                </c:pt>
                <c:pt idx="849">
                  <c:v>1.7569762188430871</c:v>
                </c:pt>
                <c:pt idx="850">
                  <c:v>1.7569762188430871</c:v>
                </c:pt>
                <c:pt idx="851">
                  <c:v>1.7569762188430871</c:v>
                </c:pt>
                <c:pt idx="852">
                  <c:v>1.7569762188430871</c:v>
                </c:pt>
                <c:pt idx="853">
                  <c:v>1.7569762188430871</c:v>
                </c:pt>
                <c:pt idx="854">
                  <c:v>1.7569762188430871</c:v>
                </c:pt>
                <c:pt idx="855">
                  <c:v>1.7569762188430871</c:v>
                </c:pt>
                <c:pt idx="856">
                  <c:v>1.7569762188430871</c:v>
                </c:pt>
                <c:pt idx="857">
                  <c:v>1.7569762188430871</c:v>
                </c:pt>
                <c:pt idx="858">
                  <c:v>1.7569762188430871</c:v>
                </c:pt>
                <c:pt idx="859">
                  <c:v>1.7569762188430871</c:v>
                </c:pt>
                <c:pt idx="860">
                  <c:v>1.7569762188430871</c:v>
                </c:pt>
                <c:pt idx="861">
                  <c:v>1.7569762188430871</c:v>
                </c:pt>
                <c:pt idx="862">
                  <c:v>1.7569762188430871</c:v>
                </c:pt>
                <c:pt idx="863">
                  <c:v>1.7569762188430871</c:v>
                </c:pt>
                <c:pt idx="864">
                  <c:v>1.7569762188430871</c:v>
                </c:pt>
                <c:pt idx="865">
                  <c:v>1.7569762188430871</c:v>
                </c:pt>
                <c:pt idx="866">
                  <c:v>1.7569762188430871</c:v>
                </c:pt>
                <c:pt idx="867">
                  <c:v>1.7569762188430871</c:v>
                </c:pt>
                <c:pt idx="868">
                  <c:v>1.7569762188430871</c:v>
                </c:pt>
                <c:pt idx="869">
                  <c:v>1.7569762188430871</c:v>
                </c:pt>
                <c:pt idx="870">
                  <c:v>1.7569762188430871</c:v>
                </c:pt>
                <c:pt idx="871">
                  <c:v>1.7569762188430871</c:v>
                </c:pt>
                <c:pt idx="872">
                  <c:v>1.7569762188430871</c:v>
                </c:pt>
                <c:pt idx="873">
                  <c:v>1.7569762188430871</c:v>
                </c:pt>
                <c:pt idx="874">
                  <c:v>1.7569762188430871</c:v>
                </c:pt>
                <c:pt idx="875">
                  <c:v>1.7569762188430871</c:v>
                </c:pt>
                <c:pt idx="876">
                  <c:v>1.7569762188430871</c:v>
                </c:pt>
                <c:pt idx="877">
                  <c:v>1.7569762188430871</c:v>
                </c:pt>
                <c:pt idx="878">
                  <c:v>1.7569762188430871</c:v>
                </c:pt>
                <c:pt idx="879">
                  <c:v>1.7569762188430871</c:v>
                </c:pt>
                <c:pt idx="880">
                  <c:v>1.7569762188430871</c:v>
                </c:pt>
                <c:pt idx="881">
                  <c:v>1.7569762188430871</c:v>
                </c:pt>
                <c:pt idx="882">
                  <c:v>1.7569762188430871</c:v>
                </c:pt>
                <c:pt idx="883">
                  <c:v>1.7569762188430871</c:v>
                </c:pt>
                <c:pt idx="884">
                  <c:v>1.7569762188430871</c:v>
                </c:pt>
                <c:pt idx="885">
                  <c:v>1.7569762188430871</c:v>
                </c:pt>
                <c:pt idx="886">
                  <c:v>1.7569762188430871</c:v>
                </c:pt>
                <c:pt idx="887">
                  <c:v>1.7569762188430871</c:v>
                </c:pt>
                <c:pt idx="888">
                  <c:v>1.7569762188430871</c:v>
                </c:pt>
                <c:pt idx="889">
                  <c:v>1.7569762188430871</c:v>
                </c:pt>
                <c:pt idx="890">
                  <c:v>1.7569762188430871</c:v>
                </c:pt>
                <c:pt idx="891">
                  <c:v>1.7569762188430871</c:v>
                </c:pt>
                <c:pt idx="892">
                  <c:v>1.7569762188430871</c:v>
                </c:pt>
                <c:pt idx="893">
                  <c:v>1.7569762188430871</c:v>
                </c:pt>
                <c:pt idx="894">
                  <c:v>1.7569762188430871</c:v>
                </c:pt>
                <c:pt idx="895">
                  <c:v>1.7569762188430871</c:v>
                </c:pt>
                <c:pt idx="896">
                  <c:v>1.7569762188430871</c:v>
                </c:pt>
                <c:pt idx="897">
                  <c:v>1.7569762188430871</c:v>
                </c:pt>
                <c:pt idx="898">
                  <c:v>1.7569762188430871</c:v>
                </c:pt>
                <c:pt idx="899">
                  <c:v>1.7569762188430871</c:v>
                </c:pt>
                <c:pt idx="900">
                  <c:v>1.7569762188430871</c:v>
                </c:pt>
                <c:pt idx="901">
                  <c:v>1.7569762188430871</c:v>
                </c:pt>
                <c:pt idx="902">
                  <c:v>1.7569762188430871</c:v>
                </c:pt>
                <c:pt idx="903">
                  <c:v>1.7569762188430871</c:v>
                </c:pt>
                <c:pt idx="904">
                  <c:v>1.7569762188430871</c:v>
                </c:pt>
                <c:pt idx="905">
                  <c:v>1.7569762188430871</c:v>
                </c:pt>
                <c:pt idx="906">
                  <c:v>1.7569762188430871</c:v>
                </c:pt>
                <c:pt idx="907">
                  <c:v>1.7569762188430871</c:v>
                </c:pt>
                <c:pt idx="908">
                  <c:v>1.7569762188430871</c:v>
                </c:pt>
                <c:pt idx="909">
                  <c:v>1.7569762188430871</c:v>
                </c:pt>
                <c:pt idx="910">
                  <c:v>1.7569762188430871</c:v>
                </c:pt>
                <c:pt idx="911">
                  <c:v>1.7569762188430871</c:v>
                </c:pt>
                <c:pt idx="912">
                  <c:v>1.7569762188430871</c:v>
                </c:pt>
                <c:pt idx="913">
                  <c:v>1.7569762188430871</c:v>
                </c:pt>
                <c:pt idx="914">
                  <c:v>1.7569762188430871</c:v>
                </c:pt>
                <c:pt idx="915">
                  <c:v>1.7569762188430871</c:v>
                </c:pt>
                <c:pt idx="916">
                  <c:v>1.7569762188430871</c:v>
                </c:pt>
                <c:pt idx="917">
                  <c:v>1.7569762188430871</c:v>
                </c:pt>
                <c:pt idx="918">
                  <c:v>1.7569762188430871</c:v>
                </c:pt>
                <c:pt idx="919">
                  <c:v>1.7569762188430871</c:v>
                </c:pt>
                <c:pt idx="920">
                  <c:v>1.7569762188430871</c:v>
                </c:pt>
                <c:pt idx="921">
                  <c:v>1.7569762188430871</c:v>
                </c:pt>
                <c:pt idx="922">
                  <c:v>1.7569762188430871</c:v>
                </c:pt>
                <c:pt idx="923">
                  <c:v>1.7569762188430871</c:v>
                </c:pt>
                <c:pt idx="924">
                  <c:v>1.7569762188430871</c:v>
                </c:pt>
                <c:pt idx="925">
                  <c:v>1.7569762188430871</c:v>
                </c:pt>
                <c:pt idx="926">
                  <c:v>1.7569762188430871</c:v>
                </c:pt>
                <c:pt idx="927">
                  <c:v>1.7569762188430871</c:v>
                </c:pt>
                <c:pt idx="928">
                  <c:v>1.7569762188430871</c:v>
                </c:pt>
                <c:pt idx="929">
                  <c:v>1.7569762188430871</c:v>
                </c:pt>
                <c:pt idx="930">
                  <c:v>1.7569762188430871</c:v>
                </c:pt>
                <c:pt idx="931">
                  <c:v>1.7569762188430871</c:v>
                </c:pt>
                <c:pt idx="932">
                  <c:v>1.7569762188430871</c:v>
                </c:pt>
                <c:pt idx="933">
                  <c:v>1.7569762188430871</c:v>
                </c:pt>
                <c:pt idx="934">
                  <c:v>1.7569762188430871</c:v>
                </c:pt>
                <c:pt idx="935">
                  <c:v>1.7569762188430871</c:v>
                </c:pt>
                <c:pt idx="936">
                  <c:v>1.7569762188430871</c:v>
                </c:pt>
                <c:pt idx="937">
                  <c:v>1.7569762188430871</c:v>
                </c:pt>
                <c:pt idx="938">
                  <c:v>1.7569762188430871</c:v>
                </c:pt>
                <c:pt idx="939">
                  <c:v>1.7569762188430871</c:v>
                </c:pt>
                <c:pt idx="940">
                  <c:v>1.7569762188430871</c:v>
                </c:pt>
                <c:pt idx="941">
                  <c:v>1.7569762188430871</c:v>
                </c:pt>
                <c:pt idx="942">
                  <c:v>1.7569762188430871</c:v>
                </c:pt>
                <c:pt idx="943">
                  <c:v>1.7569762188430871</c:v>
                </c:pt>
                <c:pt idx="944">
                  <c:v>1.7569762188430871</c:v>
                </c:pt>
                <c:pt idx="945">
                  <c:v>1.7569762188430871</c:v>
                </c:pt>
                <c:pt idx="946">
                  <c:v>1.7569762188430871</c:v>
                </c:pt>
                <c:pt idx="947">
                  <c:v>1.7569762188430871</c:v>
                </c:pt>
                <c:pt idx="948">
                  <c:v>1.7569762188430871</c:v>
                </c:pt>
                <c:pt idx="949">
                  <c:v>1.7569762188430871</c:v>
                </c:pt>
                <c:pt idx="950">
                  <c:v>1.7569762188430871</c:v>
                </c:pt>
                <c:pt idx="951">
                  <c:v>1.7569762188430871</c:v>
                </c:pt>
                <c:pt idx="952">
                  <c:v>1.7569762188430871</c:v>
                </c:pt>
                <c:pt idx="953">
                  <c:v>1.7569762188430871</c:v>
                </c:pt>
                <c:pt idx="954">
                  <c:v>1.7569762188430871</c:v>
                </c:pt>
                <c:pt idx="955">
                  <c:v>1.7569762188430871</c:v>
                </c:pt>
                <c:pt idx="956">
                  <c:v>1.7569762188430871</c:v>
                </c:pt>
                <c:pt idx="957">
                  <c:v>1.7569762188430871</c:v>
                </c:pt>
                <c:pt idx="958">
                  <c:v>1.7569762188430871</c:v>
                </c:pt>
                <c:pt idx="959">
                  <c:v>1.7569762188430871</c:v>
                </c:pt>
                <c:pt idx="960">
                  <c:v>1.7569762188430871</c:v>
                </c:pt>
                <c:pt idx="961">
                  <c:v>1.7569762188430871</c:v>
                </c:pt>
                <c:pt idx="962">
                  <c:v>1.7569762188430871</c:v>
                </c:pt>
                <c:pt idx="963">
                  <c:v>1.7569762188430871</c:v>
                </c:pt>
                <c:pt idx="964">
                  <c:v>1.7569762188430871</c:v>
                </c:pt>
                <c:pt idx="965">
                  <c:v>1.7569762188430871</c:v>
                </c:pt>
                <c:pt idx="966">
                  <c:v>1.7569762188430871</c:v>
                </c:pt>
                <c:pt idx="967">
                  <c:v>1.7569762188430871</c:v>
                </c:pt>
                <c:pt idx="968">
                  <c:v>1.7569762188430871</c:v>
                </c:pt>
                <c:pt idx="969">
                  <c:v>1.7569762188430871</c:v>
                </c:pt>
                <c:pt idx="970">
                  <c:v>1.7569762188430871</c:v>
                </c:pt>
                <c:pt idx="971">
                  <c:v>1.7569762188430871</c:v>
                </c:pt>
                <c:pt idx="972">
                  <c:v>1.7569762188430871</c:v>
                </c:pt>
                <c:pt idx="973">
                  <c:v>1.7569762188430871</c:v>
                </c:pt>
                <c:pt idx="974">
                  <c:v>1.7569762188430871</c:v>
                </c:pt>
                <c:pt idx="975">
                  <c:v>1.7569762188430871</c:v>
                </c:pt>
                <c:pt idx="976">
                  <c:v>1.7569762188430871</c:v>
                </c:pt>
                <c:pt idx="977">
                  <c:v>1.7569762188430871</c:v>
                </c:pt>
                <c:pt idx="978">
                  <c:v>1.7569762188430871</c:v>
                </c:pt>
                <c:pt idx="979">
                  <c:v>1.7569762188430871</c:v>
                </c:pt>
                <c:pt idx="980">
                  <c:v>1.7569762188430871</c:v>
                </c:pt>
                <c:pt idx="981">
                  <c:v>1.7569762188430871</c:v>
                </c:pt>
                <c:pt idx="982">
                  <c:v>1.7569762188430871</c:v>
                </c:pt>
                <c:pt idx="983">
                  <c:v>1.7569762188430871</c:v>
                </c:pt>
                <c:pt idx="984">
                  <c:v>1.7569762188430871</c:v>
                </c:pt>
                <c:pt idx="985">
                  <c:v>1.7569762188430871</c:v>
                </c:pt>
                <c:pt idx="986">
                  <c:v>1.7569762188430871</c:v>
                </c:pt>
                <c:pt idx="987">
                  <c:v>1.7569762188430871</c:v>
                </c:pt>
                <c:pt idx="988">
                  <c:v>1.7569762188430871</c:v>
                </c:pt>
                <c:pt idx="989">
                  <c:v>1.7569762188430871</c:v>
                </c:pt>
                <c:pt idx="990">
                  <c:v>1.7569762188430871</c:v>
                </c:pt>
                <c:pt idx="991">
                  <c:v>1.7569762188430871</c:v>
                </c:pt>
                <c:pt idx="992">
                  <c:v>1.7569762188430871</c:v>
                </c:pt>
                <c:pt idx="993">
                  <c:v>1.7569762188430871</c:v>
                </c:pt>
                <c:pt idx="994">
                  <c:v>1.7569762188430871</c:v>
                </c:pt>
                <c:pt idx="995">
                  <c:v>1.7569762188430871</c:v>
                </c:pt>
                <c:pt idx="996">
                  <c:v>1.7569762188430871</c:v>
                </c:pt>
                <c:pt idx="997">
                  <c:v>1.7569762188430871</c:v>
                </c:pt>
                <c:pt idx="998">
                  <c:v>1.7569762188430871</c:v>
                </c:pt>
                <c:pt idx="999">
                  <c:v>1.7569762188430871</c:v>
                </c:pt>
                <c:pt idx="1000">
                  <c:v>1.7569762188430871</c:v>
                </c:pt>
                <c:pt idx="1001">
                  <c:v>1.7569762188430871</c:v>
                </c:pt>
                <c:pt idx="1002">
                  <c:v>1.7569762188430871</c:v>
                </c:pt>
                <c:pt idx="1003">
                  <c:v>1.7569762188430871</c:v>
                </c:pt>
                <c:pt idx="1004">
                  <c:v>1.7569762188430871</c:v>
                </c:pt>
                <c:pt idx="1005">
                  <c:v>1.7569762188430871</c:v>
                </c:pt>
                <c:pt idx="1006">
                  <c:v>1.7569762188430871</c:v>
                </c:pt>
                <c:pt idx="1007">
                  <c:v>1.7569762188430871</c:v>
                </c:pt>
                <c:pt idx="1008">
                  <c:v>1.7569762188430871</c:v>
                </c:pt>
                <c:pt idx="1009">
                  <c:v>1.7569762188430871</c:v>
                </c:pt>
                <c:pt idx="1010">
                  <c:v>1.7569762188430871</c:v>
                </c:pt>
                <c:pt idx="1011">
                  <c:v>1.7569762188430871</c:v>
                </c:pt>
                <c:pt idx="1012">
                  <c:v>1.7569762188430871</c:v>
                </c:pt>
                <c:pt idx="1013">
                  <c:v>1.7569762188430871</c:v>
                </c:pt>
                <c:pt idx="1014">
                  <c:v>1.7569762188430871</c:v>
                </c:pt>
                <c:pt idx="1015">
                  <c:v>1.7569762188430871</c:v>
                </c:pt>
                <c:pt idx="1016">
                  <c:v>1.7569762188430871</c:v>
                </c:pt>
                <c:pt idx="1017">
                  <c:v>1.7569762188430871</c:v>
                </c:pt>
                <c:pt idx="1018">
                  <c:v>1.7569762188430871</c:v>
                </c:pt>
                <c:pt idx="1019">
                  <c:v>1.7569762188430871</c:v>
                </c:pt>
                <c:pt idx="1020">
                  <c:v>1.7569762188430871</c:v>
                </c:pt>
                <c:pt idx="1021">
                  <c:v>1.7569762188430871</c:v>
                </c:pt>
                <c:pt idx="1022">
                  <c:v>1.7569762188430871</c:v>
                </c:pt>
                <c:pt idx="1023">
                  <c:v>1.7569762188430871</c:v>
                </c:pt>
                <c:pt idx="1024">
                  <c:v>1.7569762188430871</c:v>
                </c:pt>
                <c:pt idx="1025">
                  <c:v>1.7569762188430871</c:v>
                </c:pt>
                <c:pt idx="1026">
                  <c:v>1.7569762188430871</c:v>
                </c:pt>
                <c:pt idx="1027">
                  <c:v>1.7569762188430871</c:v>
                </c:pt>
                <c:pt idx="1028">
                  <c:v>1.7569762188430871</c:v>
                </c:pt>
                <c:pt idx="1029">
                  <c:v>1.7569762188430871</c:v>
                </c:pt>
                <c:pt idx="1030">
                  <c:v>1.7569762188430871</c:v>
                </c:pt>
                <c:pt idx="1031">
                  <c:v>1.7569762188430871</c:v>
                </c:pt>
                <c:pt idx="1032">
                  <c:v>1.7569762188430871</c:v>
                </c:pt>
                <c:pt idx="1033">
                  <c:v>1.7569762188430871</c:v>
                </c:pt>
                <c:pt idx="1034">
                  <c:v>1.7569762188430871</c:v>
                </c:pt>
                <c:pt idx="1035">
                  <c:v>1.7569762188430871</c:v>
                </c:pt>
                <c:pt idx="1036">
                  <c:v>1.7569762188430871</c:v>
                </c:pt>
                <c:pt idx="1037">
                  <c:v>1.7569762188430871</c:v>
                </c:pt>
                <c:pt idx="1038">
                  <c:v>1.7569762188430871</c:v>
                </c:pt>
                <c:pt idx="1039">
                  <c:v>1.7569762188430871</c:v>
                </c:pt>
                <c:pt idx="1040">
                  <c:v>1.7569762188430871</c:v>
                </c:pt>
                <c:pt idx="1041">
                  <c:v>1.7569762188430871</c:v>
                </c:pt>
                <c:pt idx="1042">
                  <c:v>1.7569762188430871</c:v>
                </c:pt>
                <c:pt idx="1043">
                  <c:v>1.7569762188430871</c:v>
                </c:pt>
                <c:pt idx="1044">
                  <c:v>1.7569762188430871</c:v>
                </c:pt>
                <c:pt idx="1045">
                  <c:v>1.7569762188430871</c:v>
                </c:pt>
                <c:pt idx="1046">
                  <c:v>1.7569762188430871</c:v>
                </c:pt>
                <c:pt idx="1047">
                  <c:v>1.7569762188430871</c:v>
                </c:pt>
                <c:pt idx="1048">
                  <c:v>1.7569762188430871</c:v>
                </c:pt>
                <c:pt idx="1049">
                  <c:v>1.7569762188430871</c:v>
                </c:pt>
                <c:pt idx="1050">
                  <c:v>1.7569762188430871</c:v>
                </c:pt>
                <c:pt idx="1051">
                  <c:v>1.7569762188430871</c:v>
                </c:pt>
                <c:pt idx="1052">
                  <c:v>1.7569762188430871</c:v>
                </c:pt>
                <c:pt idx="1053">
                  <c:v>1.7569762188430871</c:v>
                </c:pt>
                <c:pt idx="1054">
                  <c:v>1.7569762188430871</c:v>
                </c:pt>
                <c:pt idx="1055">
                  <c:v>1.7569762188430871</c:v>
                </c:pt>
                <c:pt idx="1056">
                  <c:v>1.7569762188430871</c:v>
                </c:pt>
                <c:pt idx="1057">
                  <c:v>1.7569762188430871</c:v>
                </c:pt>
                <c:pt idx="1058">
                  <c:v>1.7569762188430871</c:v>
                </c:pt>
                <c:pt idx="1059">
                  <c:v>1.7569762188430871</c:v>
                </c:pt>
                <c:pt idx="1060">
                  <c:v>1.7569762188430871</c:v>
                </c:pt>
                <c:pt idx="1061">
                  <c:v>1.7569762188430871</c:v>
                </c:pt>
                <c:pt idx="1062">
                  <c:v>1.7569762188430871</c:v>
                </c:pt>
                <c:pt idx="1063">
                  <c:v>1.7569762188430871</c:v>
                </c:pt>
                <c:pt idx="1064">
                  <c:v>1.7569762188430871</c:v>
                </c:pt>
                <c:pt idx="1065">
                  <c:v>1.7569762188430871</c:v>
                </c:pt>
                <c:pt idx="1066">
                  <c:v>1.7569762188430871</c:v>
                </c:pt>
                <c:pt idx="1067">
                  <c:v>1.7569762188430871</c:v>
                </c:pt>
                <c:pt idx="1068">
                  <c:v>1.7569762188430871</c:v>
                </c:pt>
                <c:pt idx="1069">
                  <c:v>1.7569762188430871</c:v>
                </c:pt>
                <c:pt idx="1070">
                  <c:v>1.7569762188430871</c:v>
                </c:pt>
                <c:pt idx="1071">
                  <c:v>1.7569762188430871</c:v>
                </c:pt>
                <c:pt idx="1072">
                  <c:v>1.7569762188430871</c:v>
                </c:pt>
                <c:pt idx="1073">
                  <c:v>1.7569762188430871</c:v>
                </c:pt>
                <c:pt idx="1074">
                  <c:v>1.7569762188430871</c:v>
                </c:pt>
                <c:pt idx="1075">
                  <c:v>1.7569762188430871</c:v>
                </c:pt>
                <c:pt idx="1076">
                  <c:v>1.7569762188430871</c:v>
                </c:pt>
                <c:pt idx="1077">
                  <c:v>1.7569762188430871</c:v>
                </c:pt>
                <c:pt idx="1078">
                  <c:v>1.7569762188430871</c:v>
                </c:pt>
                <c:pt idx="1079">
                  <c:v>1.7569762188430871</c:v>
                </c:pt>
                <c:pt idx="1080">
                  <c:v>1.7569762188430871</c:v>
                </c:pt>
                <c:pt idx="1081">
                  <c:v>1.7569762188430871</c:v>
                </c:pt>
                <c:pt idx="1082">
                  <c:v>1.7569762188430871</c:v>
                </c:pt>
                <c:pt idx="1083">
                  <c:v>1.7569762188430871</c:v>
                </c:pt>
                <c:pt idx="1084">
                  <c:v>1.7569762188430871</c:v>
                </c:pt>
                <c:pt idx="1085">
                  <c:v>1.7569762188430871</c:v>
                </c:pt>
                <c:pt idx="1086">
                  <c:v>1.7569762188430871</c:v>
                </c:pt>
                <c:pt idx="1087">
                  <c:v>1.7569762188430871</c:v>
                </c:pt>
                <c:pt idx="1088">
                  <c:v>1.7569762188430871</c:v>
                </c:pt>
                <c:pt idx="1089">
                  <c:v>1.7569762188430871</c:v>
                </c:pt>
                <c:pt idx="1090">
                  <c:v>1.7569762188430871</c:v>
                </c:pt>
                <c:pt idx="1091">
                  <c:v>1.7569762188430871</c:v>
                </c:pt>
                <c:pt idx="1092">
                  <c:v>1.7569762188430871</c:v>
                </c:pt>
                <c:pt idx="1093">
                  <c:v>1.7569762188430871</c:v>
                </c:pt>
                <c:pt idx="1094">
                  <c:v>1.7569762188430871</c:v>
                </c:pt>
                <c:pt idx="1095">
                  <c:v>1.7569762188430871</c:v>
                </c:pt>
                <c:pt idx="1096">
                  <c:v>1.7569762188430871</c:v>
                </c:pt>
                <c:pt idx="1097">
                  <c:v>1.7569762188430871</c:v>
                </c:pt>
                <c:pt idx="1098">
                  <c:v>1.7569762188430871</c:v>
                </c:pt>
                <c:pt idx="1099">
                  <c:v>1.7569762188430871</c:v>
                </c:pt>
                <c:pt idx="1100">
                  <c:v>1.7569762188430871</c:v>
                </c:pt>
                <c:pt idx="1101">
                  <c:v>1.7569762188430871</c:v>
                </c:pt>
                <c:pt idx="1102">
                  <c:v>1.7569762188430871</c:v>
                </c:pt>
                <c:pt idx="1103">
                  <c:v>1.7569762188430871</c:v>
                </c:pt>
                <c:pt idx="1104">
                  <c:v>1.7569762188430871</c:v>
                </c:pt>
                <c:pt idx="1105">
                  <c:v>1.7569762188430871</c:v>
                </c:pt>
                <c:pt idx="1106">
                  <c:v>1.7569762188430871</c:v>
                </c:pt>
                <c:pt idx="1107">
                  <c:v>1.7569762188430871</c:v>
                </c:pt>
                <c:pt idx="1108">
                  <c:v>1.7569762188430871</c:v>
                </c:pt>
                <c:pt idx="1109">
                  <c:v>1.7569762188430871</c:v>
                </c:pt>
                <c:pt idx="1110">
                  <c:v>1.7569762188430871</c:v>
                </c:pt>
                <c:pt idx="1111">
                  <c:v>1.7569762188430871</c:v>
                </c:pt>
                <c:pt idx="1112">
                  <c:v>1.7569762188430871</c:v>
                </c:pt>
                <c:pt idx="1113">
                  <c:v>1.7569762188430871</c:v>
                </c:pt>
                <c:pt idx="1114">
                  <c:v>1.7569762188430871</c:v>
                </c:pt>
                <c:pt idx="1115">
                  <c:v>1.7569762188430871</c:v>
                </c:pt>
                <c:pt idx="1116">
                  <c:v>1.7569762188430871</c:v>
                </c:pt>
                <c:pt idx="1117">
                  <c:v>1.7569762188430871</c:v>
                </c:pt>
                <c:pt idx="1118">
                  <c:v>1.7569762188430871</c:v>
                </c:pt>
                <c:pt idx="1119">
                  <c:v>1.7569762188430871</c:v>
                </c:pt>
                <c:pt idx="1120">
                  <c:v>1.7569762188430871</c:v>
                </c:pt>
                <c:pt idx="1121">
                  <c:v>1.7569762188430871</c:v>
                </c:pt>
                <c:pt idx="1122">
                  <c:v>1.7569762188430871</c:v>
                </c:pt>
                <c:pt idx="1123">
                  <c:v>1.7569762188430871</c:v>
                </c:pt>
                <c:pt idx="1124">
                  <c:v>1.7569762188430871</c:v>
                </c:pt>
                <c:pt idx="1125">
                  <c:v>1.7569762188430871</c:v>
                </c:pt>
                <c:pt idx="1126">
                  <c:v>1.7569762188430871</c:v>
                </c:pt>
                <c:pt idx="1127">
                  <c:v>1.7569762188430871</c:v>
                </c:pt>
                <c:pt idx="1128">
                  <c:v>1.7569762188430871</c:v>
                </c:pt>
                <c:pt idx="1129">
                  <c:v>1.7569762188430871</c:v>
                </c:pt>
                <c:pt idx="1130">
                  <c:v>1.7569762188430871</c:v>
                </c:pt>
                <c:pt idx="1131">
                  <c:v>1.7569762188430871</c:v>
                </c:pt>
                <c:pt idx="1132">
                  <c:v>1.7569762188430871</c:v>
                </c:pt>
                <c:pt idx="1133">
                  <c:v>1.7569762188430871</c:v>
                </c:pt>
                <c:pt idx="1134">
                  <c:v>1.7569762188430871</c:v>
                </c:pt>
                <c:pt idx="1135">
                  <c:v>1.7569762188430871</c:v>
                </c:pt>
                <c:pt idx="1136">
                  <c:v>1.7569762188430871</c:v>
                </c:pt>
                <c:pt idx="1137">
                  <c:v>1.7569762188430871</c:v>
                </c:pt>
                <c:pt idx="1138">
                  <c:v>1.7569762188430871</c:v>
                </c:pt>
                <c:pt idx="1139">
                  <c:v>1.7569762188430871</c:v>
                </c:pt>
                <c:pt idx="1140">
                  <c:v>1.7569762188430871</c:v>
                </c:pt>
                <c:pt idx="1141">
                  <c:v>1.7569762188430871</c:v>
                </c:pt>
                <c:pt idx="1142">
                  <c:v>1.7569762188430871</c:v>
                </c:pt>
                <c:pt idx="1143">
                  <c:v>1.7569762188430871</c:v>
                </c:pt>
                <c:pt idx="1144">
                  <c:v>1.7569762188430871</c:v>
                </c:pt>
                <c:pt idx="1145">
                  <c:v>1.7569762188430871</c:v>
                </c:pt>
                <c:pt idx="1146">
                  <c:v>1.7569762188430871</c:v>
                </c:pt>
                <c:pt idx="1147">
                  <c:v>1.7569762188430871</c:v>
                </c:pt>
                <c:pt idx="1148">
                  <c:v>1.7569762188430871</c:v>
                </c:pt>
                <c:pt idx="1149">
                  <c:v>1.7569762188430871</c:v>
                </c:pt>
                <c:pt idx="1150">
                  <c:v>1.7569762188430871</c:v>
                </c:pt>
                <c:pt idx="1151">
                  <c:v>1.7569762188430871</c:v>
                </c:pt>
                <c:pt idx="1152">
                  <c:v>1.7569762188430871</c:v>
                </c:pt>
                <c:pt idx="1153">
                  <c:v>1.7569762188430871</c:v>
                </c:pt>
                <c:pt idx="1154">
                  <c:v>1.7569762188430871</c:v>
                </c:pt>
                <c:pt idx="1155">
                  <c:v>1.7569762188430871</c:v>
                </c:pt>
                <c:pt idx="1156">
                  <c:v>1.7569762188430871</c:v>
                </c:pt>
                <c:pt idx="1157">
                  <c:v>1.7569762188430871</c:v>
                </c:pt>
                <c:pt idx="1158">
                  <c:v>1.7569762188430871</c:v>
                </c:pt>
                <c:pt idx="1159">
                  <c:v>1.7569762188430871</c:v>
                </c:pt>
                <c:pt idx="1160">
                  <c:v>1.7569762188430871</c:v>
                </c:pt>
                <c:pt idx="1161">
                  <c:v>1.7569762188430871</c:v>
                </c:pt>
                <c:pt idx="1162">
                  <c:v>1.7569762188430871</c:v>
                </c:pt>
                <c:pt idx="1163">
                  <c:v>1.7569762188430871</c:v>
                </c:pt>
                <c:pt idx="1164">
                  <c:v>1.7569762188430871</c:v>
                </c:pt>
                <c:pt idx="1165">
                  <c:v>1.7569762188430871</c:v>
                </c:pt>
                <c:pt idx="1166">
                  <c:v>1.7569762188430871</c:v>
                </c:pt>
                <c:pt idx="1167">
                  <c:v>1.7569762188430871</c:v>
                </c:pt>
                <c:pt idx="1168">
                  <c:v>1.7569762188430871</c:v>
                </c:pt>
                <c:pt idx="1169">
                  <c:v>1.7569762188430871</c:v>
                </c:pt>
                <c:pt idx="1170">
                  <c:v>1.7569762188430871</c:v>
                </c:pt>
                <c:pt idx="1171">
                  <c:v>1.7569762188430871</c:v>
                </c:pt>
                <c:pt idx="1172">
                  <c:v>1.7569762188430871</c:v>
                </c:pt>
                <c:pt idx="1173">
                  <c:v>1.7569762188430871</c:v>
                </c:pt>
                <c:pt idx="1174">
                  <c:v>1.7569762188430871</c:v>
                </c:pt>
                <c:pt idx="1175">
                  <c:v>1.7569762188430871</c:v>
                </c:pt>
                <c:pt idx="1176">
                  <c:v>1.7569762188430871</c:v>
                </c:pt>
                <c:pt idx="1177">
                  <c:v>1.7569762188430871</c:v>
                </c:pt>
                <c:pt idx="1178">
                  <c:v>1.7569762188430871</c:v>
                </c:pt>
                <c:pt idx="1179">
                  <c:v>1.7569762188430871</c:v>
                </c:pt>
                <c:pt idx="1180">
                  <c:v>1.7569762188430871</c:v>
                </c:pt>
                <c:pt idx="1181">
                  <c:v>1.7569762188430871</c:v>
                </c:pt>
                <c:pt idx="1182">
                  <c:v>1.7569762188430871</c:v>
                </c:pt>
                <c:pt idx="1183">
                  <c:v>1.7569762188430871</c:v>
                </c:pt>
                <c:pt idx="1184">
                  <c:v>1.7569762188430871</c:v>
                </c:pt>
                <c:pt idx="1185">
                  <c:v>1.7569762188430871</c:v>
                </c:pt>
                <c:pt idx="1186">
                  <c:v>1.7569762188430871</c:v>
                </c:pt>
                <c:pt idx="1187">
                  <c:v>1.7569762188430871</c:v>
                </c:pt>
                <c:pt idx="1188">
                  <c:v>1.7569762188430871</c:v>
                </c:pt>
                <c:pt idx="1189">
                  <c:v>1.7569762188430871</c:v>
                </c:pt>
                <c:pt idx="1190">
                  <c:v>1.7569762188430871</c:v>
                </c:pt>
                <c:pt idx="1191">
                  <c:v>1.7569762188430871</c:v>
                </c:pt>
                <c:pt idx="1192">
                  <c:v>1.7569762188430871</c:v>
                </c:pt>
                <c:pt idx="1193">
                  <c:v>1.7569762188430871</c:v>
                </c:pt>
                <c:pt idx="1194">
                  <c:v>1.7569762188430871</c:v>
                </c:pt>
                <c:pt idx="1195">
                  <c:v>1.7569762188430871</c:v>
                </c:pt>
                <c:pt idx="1196">
                  <c:v>1.7569762188430871</c:v>
                </c:pt>
                <c:pt idx="1197">
                  <c:v>1.7569762188430871</c:v>
                </c:pt>
                <c:pt idx="1198">
                  <c:v>1.7569762188430871</c:v>
                </c:pt>
                <c:pt idx="1199">
                  <c:v>1.7569762188430871</c:v>
                </c:pt>
                <c:pt idx="1200">
                  <c:v>1.7569762188430871</c:v>
                </c:pt>
                <c:pt idx="1201">
                  <c:v>1.7569762188430871</c:v>
                </c:pt>
                <c:pt idx="1202">
                  <c:v>1.7569762188430871</c:v>
                </c:pt>
                <c:pt idx="1203">
                  <c:v>1.7569762188430871</c:v>
                </c:pt>
                <c:pt idx="1204">
                  <c:v>1.7569762188430871</c:v>
                </c:pt>
                <c:pt idx="1205">
                  <c:v>1.7569762188430871</c:v>
                </c:pt>
                <c:pt idx="1206">
                  <c:v>1.7569762188430871</c:v>
                </c:pt>
                <c:pt idx="1207">
                  <c:v>1.7569762188430871</c:v>
                </c:pt>
                <c:pt idx="1208">
                  <c:v>1.7569762188430871</c:v>
                </c:pt>
                <c:pt idx="1209">
                  <c:v>1.7569762188430871</c:v>
                </c:pt>
                <c:pt idx="1210">
                  <c:v>1.7569762188430871</c:v>
                </c:pt>
                <c:pt idx="1211">
                  <c:v>1.7569762188430871</c:v>
                </c:pt>
                <c:pt idx="1212">
                  <c:v>1.7569762188430871</c:v>
                </c:pt>
                <c:pt idx="1213">
                  <c:v>1.7569762188430871</c:v>
                </c:pt>
                <c:pt idx="1214">
                  <c:v>1.7569762188430871</c:v>
                </c:pt>
                <c:pt idx="1215">
                  <c:v>1.7569762188430871</c:v>
                </c:pt>
                <c:pt idx="1216">
                  <c:v>1.7569762188430871</c:v>
                </c:pt>
                <c:pt idx="1217">
                  <c:v>1.7569762188430871</c:v>
                </c:pt>
                <c:pt idx="1218">
                  <c:v>1.7569762188430871</c:v>
                </c:pt>
                <c:pt idx="1219">
                  <c:v>1.7569762188430871</c:v>
                </c:pt>
                <c:pt idx="1220">
                  <c:v>1.7569762188430871</c:v>
                </c:pt>
                <c:pt idx="1221">
                  <c:v>1.7569762188430871</c:v>
                </c:pt>
                <c:pt idx="1222">
                  <c:v>1.7569762188430871</c:v>
                </c:pt>
                <c:pt idx="1223">
                  <c:v>1.7569762188430871</c:v>
                </c:pt>
                <c:pt idx="1224">
                  <c:v>1.7569762188430871</c:v>
                </c:pt>
                <c:pt idx="1225">
                  <c:v>1.7569762188430871</c:v>
                </c:pt>
                <c:pt idx="1226">
                  <c:v>1.7569762188430871</c:v>
                </c:pt>
                <c:pt idx="1227">
                  <c:v>1.7569762188430871</c:v>
                </c:pt>
                <c:pt idx="1228">
                  <c:v>1.7569762188430871</c:v>
                </c:pt>
                <c:pt idx="1229">
                  <c:v>1.7569762188430871</c:v>
                </c:pt>
                <c:pt idx="1230">
                  <c:v>1.7569762188430871</c:v>
                </c:pt>
                <c:pt idx="1231">
                  <c:v>1.7569762188430871</c:v>
                </c:pt>
                <c:pt idx="1232">
                  <c:v>1.7569762188430871</c:v>
                </c:pt>
                <c:pt idx="1233">
                  <c:v>1.7569762188430871</c:v>
                </c:pt>
                <c:pt idx="1234">
                  <c:v>1.7569762188430871</c:v>
                </c:pt>
                <c:pt idx="1235">
                  <c:v>1.7569762188430871</c:v>
                </c:pt>
                <c:pt idx="1236">
                  <c:v>1.7569762188430871</c:v>
                </c:pt>
                <c:pt idx="1237">
                  <c:v>1.7569762188430871</c:v>
                </c:pt>
                <c:pt idx="1238">
                  <c:v>1.7569762188430871</c:v>
                </c:pt>
                <c:pt idx="1239">
                  <c:v>1.7569762188430871</c:v>
                </c:pt>
                <c:pt idx="1240">
                  <c:v>1.7569762188430871</c:v>
                </c:pt>
                <c:pt idx="1241">
                  <c:v>1.7569762188430871</c:v>
                </c:pt>
                <c:pt idx="1242">
                  <c:v>1.7569762188430871</c:v>
                </c:pt>
                <c:pt idx="1243">
                  <c:v>1.7569762188430871</c:v>
                </c:pt>
                <c:pt idx="1244">
                  <c:v>1.7569762188430871</c:v>
                </c:pt>
                <c:pt idx="1245">
                  <c:v>1.7569762188430871</c:v>
                </c:pt>
                <c:pt idx="1246">
                  <c:v>1.7569762188430871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369-482A-AABF-3F96793D909E}"/>
            </c:ext>
          </c:extLst>
        </c:ser>
        <c:ser>
          <c:idx val="3"/>
          <c:order val="2"/>
          <c:tx>
            <c:strRef>
              <c:f>'PB ratio'!$E$105</c:f>
              <c:strCache>
                <c:ptCount val="1"/>
                <c:pt idx="0">
                  <c:v>+2SD</c:v>
                </c:pt>
              </c:strCache>
            </c:strRef>
          </c:tx>
          <c:spPr>
            <a:ln w="9525" cap="rnd">
              <a:solidFill>
                <a:srgbClr val="E8E8E8">
                  <a:lumMod val="50000"/>
                </a:srgbClr>
              </a:solidFill>
              <a:round/>
            </a:ln>
            <a:effectLst/>
          </c:spPr>
          <c:marker>
            <c:symbol val="none"/>
          </c:marker>
          <c:cat>
            <c:numRef>
              <c:f>'PB ratio'!$A$106:$A$1353</c:f>
              <c:numCache>
                <c:formatCode>m/d/yyyy</c:formatCode>
                <c:ptCount val="1248"/>
                <c:pt idx="0">
                  <c:v>44349</c:v>
                </c:pt>
                <c:pt idx="1">
                  <c:v>44350</c:v>
                </c:pt>
                <c:pt idx="2">
                  <c:v>44351</c:v>
                </c:pt>
                <c:pt idx="3">
                  <c:v>44354</c:v>
                </c:pt>
                <c:pt idx="4">
                  <c:v>44355</c:v>
                </c:pt>
                <c:pt idx="5">
                  <c:v>44356</c:v>
                </c:pt>
                <c:pt idx="6">
                  <c:v>44357</c:v>
                </c:pt>
                <c:pt idx="7">
                  <c:v>44358</c:v>
                </c:pt>
                <c:pt idx="8">
                  <c:v>44361</c:v>
                </c:pt>
                <c:pt idx="9">
                  <c:v>44362</c:v>
                </c:pt>
                <c:pt idx="10">
                  <c:v>44363</c:v>
                </c:pt>
                <c:pt idx="11">
                  <c:v>44364</c:v>
                </c:pt>
                <c:pt idx="12">
                  <c:v>44365</c:v>
                </c:pt>
                <c:pt idx="13">
                  <c:v>44368</c:v>
                </c:pt>
                <c:pt idx="14">
                  <c:v>44369</c:v>
                </c:pt>
                <c:pt idx="15">
                  <c:v>44370</c:v>
                </c:pt>
                <c:pt idx="16">
                  <c:v>44371</c:v>
                </c:pt>
                <c:pt idx="17">
                  <c:v>44372</c:v>
                </c:pt>
                <c:pt idx="18">
                  <c:v>44375</c:v>
                </c:pt>
                <c:pt idx="19">
                  <c:v>44376</c:v>
                </c:pt>
                <c:pt idx="20">
                  <c:v>44377</c:v>
                </c:pt>
                <c:pt idx="21">
                  <c:v>44378</c:v>
                </c:pt>
                <c:pt idx="22">
                  <c:v>44379</c:v>
                </c:pt>
                <c:pt idx="23">
                  <c:v>44382</c:v>
                </c:pt>
                <c:pt idx="24">
                  <c:v>44383</c:v>
                </c:pt>
                <c:pt idx="25">
                  <c:v>44384</c:v>
                </c:pt>
                <c:pt idx="26">
                  <c:v>44385</c:v>
                </c:pt>
                <c:pt idx="27">
                  <c:v>44386</c:v>
                </c:pt>
                <c:pt idx="28">
                  <c:v>44389</c:v>
                </c:pt>
                <c:pt idx="29">
                  <c:v>44390</c:v>
                </c:pt>
                <c:pt idx="30">
                  <c:v>44391</c:v>
                </c:pt>
                <c:pt idx="31">
                  <c:v>44392</c:v>
                </c:pt>
                <c:pt idx="32">
                  <c:v>44393</c:v>
                </c:pt>
                <c:pt idx="33">
                  <c:v>44396</c:v>
                </c:pt>
                <c:pt idx="34">
                  <c:v>44397</c:v>
                </c:pt>
                <c:pt idx="35">
                  <c:v>44398</c:v>
                </c:pt>
                <c:pt idx="36">
                  <c:v>44399</c:v>
                </c:pt>
                <c:pt idx="37">
                  <c:v>44400</c:v>
                </c:pt>
                <c:pt idx="38">
                  <c:v>44403</c:v>
                </c:pt>
                <c:pt idx="39">
                  <c:v>44404</c:v>
                </c:pt>
                <c:pt idx="40">
                  <c:v>44405</c:v>
                </c:pt>
                <c:pt idx="41">
                  <c:v>44406</c:v>
                </c:pt>
                <c:pt idx="42">
                  <c:v>44407</c:v>
                </c:pt>
                <c:pt idx="43">
                  <c:v>44410</c:v>
                </c:pt>
                <c:pt idx="44">
                  <c:v>44411</c:v>
                </c:pt>
                <c:pt idx="45">
                  <c:v>44412</c:v>
                </c:pt>
                <c:pt idx="46">
                  <c:v>44413</c:v>
                </c:pt>
                <c:pt idx="47">
                  <c:v>44414</c:v>
                </c:pt>
                <c:pt idx="48">
                  <c:v>44417</c:v>
                </c:pt>
                <c:pt idx="49">
                  <c:v>44418</c:v>
                </c:pt>
                <c:pt idx="50">
                  <c:v>44419</c:v>
                </c:pt>
                <c:pt idx="51">
                  <c:v>44420</c:v>
                </c:pt>
                <c:pt idx="52">
                  <c:v>44421</c:v>
                </c:pt>
                <c:pt idx="53">
                  <c:v>44424</c:v>
                </c:pt>
                <c:pt idx="54">
                  <c:v>44425</c:v>
                </c:pt>
                <c:pt idx="55">
                  <c:v>44426</c:v>
                </c:pt>
                <c:pt idx="56">
                  <c:v>44427</c:v>
                </c:pt>
                <c:pt idx="57">
                  <c:v>44428</c:v>
                </c:pt>
                <c:pt idx="58">
                  <c:v>44431</c:v>
                </c:pt>
                <c:pt idx="59">
                  <c:v>44432</c:v>
                </c:pt>
                <c:pt idx="60">
                  <c:v>44433</c:v>
                </c:pt>
                <c:pt idx="61">
                  <c:v>44434</c:v>
                </c:pt>
                <c:pt idx="62">
                  <c:v>44435</c:v>
                </c:pt>
                <c:pt idx="63">
                  <c:v>44438</c:v>
                </c:pt>
                <c:pt idx="64">
                  <c:v>44439</c:v>
                </c:pt>
                <c:pt idx="65">
                  <c:v>44440</c:v>
                </c:pt>
                <c:pt idx="66">
                  <c:v>44445</c:v>
                </c:pt>
                <c:pt idx="67">
                  <c:v>44446</c:v>
                </c:pt>
                <c:pt idx="68">
                  <c:v>44447</c:v>
                </c:pt>
                <c:pt idx="69">
                  <c:v>44448</c:v>
                </c:pt>
                <c:pt idx="70">
                  <c:v>44449</c:v>
                </c:pt>
                <c:pt idx="71">
                  <c:v>44452</c:v>
                </c:pt>
                <c:pt idx="72">
                  <c:v>44453</c:v>
                </c:pt>
                <c:pt idx="73">
                  <c:v>44454</c:v>
                </c:pt>
                <c:pt idx="74">
                  <c:v>44455</c:v>
                </c:pt>
                <c:pt idx="75">
                  <c:v>44456</c:v>
                </c:pt>
                <c:pt idx="76">
                  <c:v>44459</c:v>
                </c:pt>
                <c:pt idx="77">
                  <c:v>44460</c:v>
                </c:pt>
                <c:pt idx="78">
                  <c:v>44461</c:v>
                </c:pt>
                <c:pt idx="79">
                  <c:v>44462</c:v>
                </c:pt>
                <c:pt idx="80">
                  <c:v>44463</c:v>
                </c:pt>
                <c:pt idx="81">
                  <c:v>44466</c:v>
                </c:pt>
                <c:pt idx="82">
                  <c:v>44467</c:v>
                </c:pt>
                <c:pt idx="83">
                  <c:v>44468</c:v>
                </c:pt>
                <c:pt idx="84">
                  <c:v>44469</c:v>
                </c:pt>
                <c:pt idx="85">
                  <c:v>44470</c:v>
                </c:pt>
                <c:pt idx="86">
                  <c:v>44473</c:v>
                </c:pt>
                <c:pt idx="87">
                  <c:v>44474</c:v>
                </c:pt>
                <c:pt idx="88">
                  <c:v>44475</c:v>
                </c:pt>
                <c:pt idx="89">
                  <c:v>44476</c:v>
                </c:pt>
                <c:pt idx="90">
                  <c:v>44477</c:v>
                </c:pt>
                <c:pt idx="91">
                  <c:v>44480</c:v>
                </c:pt>
                <c:pt idx="92">
                  <c:v>44481</c:v>
                </c:pt>
                <c:pt idx="93">
                  <c:v>44482</c:v>
                </c:pt>
                <c:pt idx="94">
                  <c:v>44483</c:v>
                </c:pt>
                <c:pt idx="95">
                  <c:v>44484</c:v>
                </c:pt>
                <c:pt idx="96">
                  <c:v>44487</c:v>
                </c:pt>
                <c:pt idx="97">
                  <c:v>44488</c:v>
                </c:pt>
                <c:pt idx="98">
                  <c:v>44489</c:v>
                </c:pt>
                <c:pt idx="99">
                  <c:v>44490</c:v>
                </c:pt>
                <c:pt idx="100">
                  <c:v>44491</c:v>
                </c:pt>
                <c:pt idx="101">
                  <c:v>44494</c:v>
                </c:pt>
                <c:pt idx="102">
                  <c:v>44495</c:v>
                </c:pt>
                <c:pt idx="103">
                  <c:v>44496</c:v>
                </c:pt>
                <c:pt idx="104">
                  <c:v>44497</c:v>
                </c:pt>
                <c:pt idx="105">
                  <c:v>44498</c:v>
                </c:pt>
                <c:pt idx="106">
                  <c:v>44501</c:v>
                </c:pt>
                <c:pt idx="107">
                  <c:v>44502</c:v>
                </c:pt>
                <c:pt idx="108">
                  <c:v>44503</c:v>
                </c:pt>
                <c:pt idx="109">
                  <c:v>44504</c:v>
                </c:pt>
                <c:pt idx="110">
                  <c:v>44505</c:v>
                </c:pt>
                <c:pt idx="111">
                  <c:v>44508</c:v>
                </c:pt>
                <c:pt idx="112">
                  <c:v>44509</c:v>
                </c:pt>
                <c:pt idx="113">
                  <c:v>44510</c:v>
                </c:pt>
                <c:pt idx="114">
                  <c:v>44511</c:v>
                </c:pt>
                <c:pt idx="115">
                  <c:v>44512</c:v>
                </c:pt>
                <c:pt idx="116">
                  <c:v>44515</c:v>
                </c:pt>
                <c:pt idx="117">
                  <c:v>44516</c:v>
                </c:pt>
                <c:pt idx="118">
                  <c:v>44517</c:v>
                </c:pt>
                <c:pt idx="119">
                  <c:v>44518</c:v>
                </c:pt>
                <c:pt idx="120">
                  <c:v>44519</c:v>
                </c:pt>
                <c:pt idx="121">
                  <c:v>44522</c:v>
                </c:pt>
                <c:pt idx="122">
                  <c:v>44523</c:v>
                </c:pt>
                <c:pt idx="123">
                  <c:v>44524</c:v>
                </c:pt>
                <c:pt idx="124">
                  <c:v>44525</c:v>
                </c:pt>
                <c:pt idx="125">
                  <c:v>44526</c:v>
                </c:pt>
                <c:pt idx="126">
                  <c:v>44529</c:v>
                </c:pt>
                <c:pt idx="127">
                  <c:v>44530</c:v>
                </c:pt>
                <c:pt idx="128">
                  <c:v>44531</c:v>
                </c:pt>
                <c:pt idx="129">
                  <c:v>44532</c:v>
                </c:pt>
                <c:pt idx="130">
                  <c:v>44533</c:v>
                </c:pt>
                <c:pt idx="131">
                  <c:v>44536</c:v>
                </c:pt>
                <c:pt idx="132">
                  <c:v>44537</c:v>
                </c:pt>
                <c:pt idx="133">
                  <c:v>44538</c:v>
                </c:pt>
                <c:pt idx="134">
                  <c:v>44539</c:v>
                </c:pt>
                <c:pt idx="135">
                  <c:v>44540</c:v>
                </c:pt>
                <c:pt idx="136">
                  <c:v>44543</c:v>
                </c:pt>
                <c:pt idx="137">
                  <c:v>44544</c:v>
                </c:pt>
                <c:pt idx="138">
                  <c:v>44545</c:v>
                </c:pt>
                <c:pt idx="139">
                  <c:v>44546</c:v>
                </c:pt>
                <c:pt idx="140">
                  <c:v>44547</c:v>
                </c:pt>
                <c:pt idx="141">
                  <c:v>44550</c:v>
                </c:pt>
                <c:pt idx="142">
                  <c:v>44551</c:v>
                </c:pt>
                <c:pt idx="143">
                  <c:v>44552</c:v>
                </c:pt>
                <c:pt idx="144">
                  <c:v>44553</c:v>
                </c:pt>
                <c:pt idx="145">
                  <c:v>44554</c:v>
                </c:pt>
                <c:pt idx="146">
                  <c:v>44557</c:v>
                </c:pt>
                <c:pt idx="147">
                  <c:v>44558</c:v>
                </c:pt>
                <c:pt idx="148">
                  <c:v>44559</c:v>
                </c:pt>
                <c:pt idx="149">
                  <c:v>44560</c:v>
                </c:pt>
                <c:pt idx="150">
                  <c:v>44561</c:v>
                </c:pt>
                <c:pt idx="151">
                  <c:v>44565</c:v>
                </c:pt>
                <c:pt idx="152">
                  <c:v>44566</c:v>
                </c:pt>
                <c:pt idx="153">
                  <c:v>44567</c:v>
                </c:pt>
                <c:pt idx="154">
                  <c:v>44568</c:v>
                </c:pt>
                <c:pt idx="155">
                  <c:v>44571</c:v>
                </c:pt>
                <c:pt idx="156">
                  <c:v>44572</c:v>
                </c:pt>
                <c:pt idx="157">
                  <c:v>44573</c:v>
                </c:pt>
                <c:pt idx="158">
                  <c:v>44574</c:v>
                </c:pt>
                <c:pt idx="159">
                  <c:v>44575</c:v>
                </c:pt>
                <c:pt idx="160">
                  <c:v>44578</c:v>
                </c:pt>
                <c:pt idx="161">
                  <c:v>44579</c:v>
                </c:pt>
                <c:pt idx="162">
                  <c:v>44580</c:v>
                </c:pt>
                <c:pt idx="163">
                  <c:v>44581</c:v>
                </c:pt>
                <c:pt idx="164">
                  <c:v>44582</c:v>
                </c:pt>
                <c:pt idx="165">
                  <c:v>44585</c:v>
                </c:pt>
                <c:pt idx="166">
                  <c:v>44586</c:v>
                </c:pt>
                <c:pt idx="167">
                  <c:v>44587</c:v>
                </c:pt>
                <c:pt idx="168">
                  <c:v>44588</c:v>
                </c:pt>
                <c:pt idx="169">
                  <c:v>44589</c:v>
                </c:pt>
                <c:pt idx="170">
                  <c:v>44599</c:v>
                </c:pt>
                <c:pt idx="171">
                  <c:v>44600</c:v>
                </c:pt>
                <c:pt idx="172">
                  <c:v>44601</c:v>
                </c:pt>
                <c:pt idx="173">
                  <c:v>44602</c:v>
                </c:pt>
                <c:pt idx="174">
                  <c:v>44603</c:v>
                </c:pt>
                <c:pt idx="175">
                  <c:v>44606</c:v>
                </c:pt>
                <c:pt idx="176">
                  <c:v>44607</c:v>
                </c:pt>
                <c:pt idx="177">
                  <c:v>44608</c:v>
                </c:pt>
                <c:pt idx="178">
                  <c:v>44609</c:v>
                </c:pt>
                <c:pt idx="179">
                  <c:v>44610</c:v>
                </c:pt>
                <c:pt idx="180">
                  <c:v>44613</c:v>
                </c:pt>
                <c:pt idx="181">
                  <c:v>44614</c:v>
                </c:pt>
                <c:pt idx="182">
                  <c:v>44615</c:v>
                </c:pt>
                <c:pt idx="183">
                  <c:v>44616</c:v>
                </c:pt>
                <c:pt idx="184">
                  <c:v>44617</c:v>
                </c:pt>
                <c:pt idx="185">
                  <c:v>44620</c:v>
                </c:pt>
                <c:pt idx="186">
                  <c:v>44621</c:v>
                </c:pt>
                <c:pt idx="187">
                  <c:v>44622</c:v>
                </c:pt>
                <c:pt idx="188">
                  <c:v>44623</c:v>
                </c:pt>
                <c:pt idx="189">
                  <c:v>44624</c:v>
                </c:pt>
                <c:pt idx="190">
                  <c:v>44627</c:v>
                </c:pt>
                <c:pt idx="191">
                  <c:v>44628</c:v>
                </c:pt>
                <c:pt idx="192">
                  <c:v>44629</c:v>
                </c:pt>
                <c:pt idx="193">
                  <c:v>44630</c:v>
                </c:pt>
                <c:pt idx="194">
                  <c:v>44631</c:v>
                </c:pt>
                <c:pt idx="195">
                  <c:v>44634</c:v>
                </c:pt>
                <c:pt idx="196">
                  <c:v>44635</c:v>
                </c:pt>
                <c:pt idx="197">
                  <c:v>44636</c:v>
                </c:pt>
                <c:pt idx="198">
                  <c:v>44637</c:v>
                </c:pt>
                <c:pt idx="199">
                  <c:v>44638</c:v>
                </c:pt>
                <c:pt idx="200">
                  <c:v>44641</c:v>
                </c:pt>
                <c:pt idx="201">
                  <c:v>44642</c:v>
                </c:pt>
                <c:pt idx="202">
                  <c:v>44643</c:v>
                </c:pt>
                <c:pt idx="203">
                  <c:v>44644</c:v>
                </c:pt>
                <c:pt idx="204">
                  <c:v>44645</c:v>
                </c:pt>
                <c:pt idx="205">
                  <c:v>44648</c:v>
                </c:pt>
                <c:pt idx="206">
                  <c:v>44649</c:v>
                </c:pt>
                <c:pt idx="207">
                  <c:v>44650</c:v>
                </c:pt>
                <c:pt idx="208">
                  <c:v>44651</c:v>
                </c:pt>
                <c:pt idx="209">
                  <c:v>44652</c:v>
                </c:pt>
                <c:pt idx="210">
                  <c:v>44655</c:v>
                </c:pt>
                <c:pt idx="211">
                  <c:v>44656</c:v>
                </c:pt>
                <c:pt idx="212">
                  <c:v>44657</c:v>
                </c:pt>
                <c:pt idx="213">
                  <c:v>44658</c:v>
                </c:pt>
                <c:pt idx="214">
                  <c:v>44659</c:v>
                </c:pt>
                <c:pt idx="215">
                  <c:v>44663</c:v>
                </c:pt>
                <c:pt idx="216">
                  <c:v>44664</c:v>
                </c:pt>
                <c:pt idx="217">
                  <c:v>44665</c:v>
                </c:pt>
                <c:pt idx="218">
                  <c:v>44666</c:v>
                </c:pt>
                <c:pt idx="219">
                  <c:v>44669</c:v>
                </c:pt>
                <c:pt idx="220">
                  <c:v>44670</c:v>
                </c:pt>
                <c:pt idx="221">
                  <c:v>44671</c:v>
                </c:pt>
                <c:pt idx="222">
                  <c:v>44672</c:v>
                </c:pt>
                <c:pt idx="223">
                  <c:v>44673</c:v>
                </c:pt>
                <c:pt idx="224">
                  <c:v>44676</c:v>
                </c:pt>
                <c:pt idx="225">
                  <c:v>44677</c:v>
                </c:pt>
                <c:pt idx="226">
                  <c:v>44678</c:v>
                </c:pt>
                <c:pt idx="227">
                  <c:v>44679</c:v>
                </c:pt>
                <c:pt idx="228">
                  <c:v>44680</c:v>
                </c:pt>
                <c:pt idx="229">
                  <c:v>44685</c:v>
                </c:pt>
                <c:pt idx="230">
                  <c:v>44686</c:v>
                </c:pt>
                <c:pt idx="231">
                  <c:v>44687</c:v>
                </c:pt>
                <c:pt idx="232">
                  <c:v>44690</c:v>
                </c:pt>
                <c:pt idx="233">
                  <c:v>44691</c:v>
                </c:pt>
                <c:pt idx="234">
                  <c:v>44692</c:v>
                </c:pt>
                <c:pt idx="235">
                  <c:v>44693</c:v>
                </c:pt>
                <c:pt idx="236">
                  <c:v>44694</c:v>
                </c:pt>
                <c:pt idx="237">
                  <c:v>44697</c:v>
                </c:pt>
                <c:pt idx="238">
                  <c:v>44698</c:v>
                </c:pt>
                <c:pt idx="239">
                  <c:v>44699</c:v>
                </c:pt>
                <c:pt idx="240">
                  <c:v>44700</c:v>
                </c:pt>
                <c:pt idx="241">
                  <c:v>44701</c:v>
                </c:pt>
                <c:pt idx="242">
                  <c:v>44704</c:v>
                </c:pt>
                <c:pt idx="243">
                  <c:v>44705</c:v>
                </c:pt>
                <c:pt idx="244">
                  <c:v>44706</c:v>
                </c:pt>
                <c:pt idx="245">
                  <c:v>44707</c:v>
                </c:pt>
                <c:pt idx="246">
                  <c:v>44708</c:v>
                </c:pt>
                <c:pt idx="247">
                  <c:v>44711</c:v>
                </c:pt>
                <c:pt idx="248">
                  <c:v>44712</c:v>
                </c:pt>
                <c:pt idx="249">
                  <c:v>44713</c:v>
                </c:pt>
                <c:pt idx="250">
                  <c:v>44714</c:v>
                </c:pt>
                <c:pt idx="251">
                  <c:v>44715</c:v>
                </c:pt>
                <c:pt idx="252">
                  <c:v>44718</c:v>
                </c:pt>
                <c:pt idx="253">
                  <c:v>44719</c:v>
                </c:pt>
                <c:pt idx="254">
                  <c:v>44720</c:v>
                </c:pt>
                <c:pt idx="255">
                  <c:v>44721</c:v>
                </c:pt>
                <c:pt idx="256">
                  <c:v>44722</c:v>
                </c:pt>
                <c:pt idx="257">
                  <c:v>44725</c:v>
                </c:pt>
                <c:pt idx="258">
                  <c:v>44726</c:v>
                </c:pt>
                <c:pt idx="259">
                  <c:v>44727</c:v>
                </c:pt>
                <c:pt idx="260">
                  <c:v>44728</c:v>
                </c:pt>
                <c:pt idx="261">
                  <c:v>44729</c:v>
                </c:pt>
                <c:pt idx="262">
                  <c:v>44732</c:v>
                </c:pt>
                <c:pt idx="263">
                  <c:v>44733</c:v>
                </c:pt>
                <c:pt idx="264">
                  <c:v>44734</c:v>
                </c:pt>
                <c:pt idx="265">
                  <c:v>44735</c:v>
                </c:pt>
                <c:pt idx="266">
                  <c:v>44736</c:v>
                </c:pt>
                <c:pt idx="267">
                  <c:v>44739</c:v>
                </c:pt>
                <c:pt idx="268">
                  <c:v>44740</c:v>
                </c:pt>
                <c:pt idx="269">
                  <c:v>44741</c:v>
                </c:pt>
                <c:pt idx="270">
                  <c:v>44742</c:v>
                </c:pt>
                <c:pt idx="271">
                  <c:v>44743</c:v>
                </c:pt>
                <c:pt idx="272">
                  <c:v>44746</c:v>
                </c:pt>
                <c:pt idx="273">
                  <c:v>44747</c:v>
                </c:pt>
                <c:pt idx="274">
                  <c:v>44748</c:v>
                </c:pt>
                <c:pt idx="275">
                  <c:v>44749</c:v>
                </c:pt>
                <c:pt idx="276">
                  <c:v>44750</c:v>
                </c:pt>
                <c:pt idx="277">
                  <c:v>44753</c:v>
                </c:pt>
                <c:pt idx="278">
                  <c:v>44754</c:v>
                </c:pt>
                <c:pt idx="279">
                  <c:v>44755</c:v>
                </c:pt>
                <c:pt idx="280">
                  <c:v>44756</c:v>
                </c:pt>
                <c:pt idx="281">
                  <c:v>44757</c:v>
                </c:pt>
                <c:pt idx="282">
                  <c:v>44760</c:v>
                </c:pt>
                <c:pt idx="283">
                  <c:v>44761</c:v>
                </c:pt>
                <c:pt idx="284">
                  <c:v>44762</c:v>
                </c:pt>
                <c:pt idx="285">
                  <c:v>44763</c:v>
                </c:pt>
                <c:pt idx="286">
                  <c:v>44764</c:v>
                </c:pt>
                <c:pt idx="287">
                  <c:v>44767</c:v>
                </c:pt>
                <c:pt idx="288">
                  <c:v>44768</c:v>
                </c:pt>
                <c:pt idx="289">
                  <c:v>44769</c:v>
                </c:pt>
                <c:pt idx="290">
                  <c:v>44770</c:v>
                </c:pt>
                <c:pt idx="291">
                  <c:v>44771</c:v>
                </c:pt>
                <c:pt idx="292">
                  <c:v>44774</c:v>
                </c:pt>
                <c:pt idx="293">
                  <c:v>44775</c:v>
                </c:pt>
                <c:pt idx="294">
                  <c:v>44776</c:v>
                </c:pt>
                <c:pt idx="295">
                  <c:v>44777</c:v>
                </c:pt>
                <c:pt idx="296">
                  <c:v>44778</c:v>
                </c:pt>
                <c:pt idx="297">
                  <c:v>44781</c:v>
                </c:pt>
                <c:pt idx="298">
                  <c:v>44782</c:v>
                </c:pt>
                <c:pt idx="299">
                  <c:v>44783</c:v>
                </c:pt>
                <c:pt idx="300">
                  <c:v>44784</c:v>
                </c:pt>
                <c:pt idx="301">
                  <c:v>44785</c:v>
                </c:pt>
                <c:pt idx="302">
                  <c:v>44788</c:v>
                </c:pt>
                <c:pt idx="303">
                  <c:v>44789</c:v>
                </c:pt>
                <c:pt idx="304">
                  <c:v>44790</c:v>
                </c:pt>
                <c:pt idx="305">
                  <c:v>44791</c:v>
                </c:pt>
                <c:pt idx="306">
                  <c:v>44792</c:v>
                </c:pt>
                <c:pt idx="307">
                  <c:v>44795</c:v>
                </c:pt>
                <c:pt idx="308">
                  <c:v>44796</c:v>
                </c:pt>
                <c:pt idx="309">
                  <c:v>44797</c:v>
                </c:pt>
                <c:pt idx="310">
                  <c:v>44798</c:v>
                </c:pt>
                <c:pt idx="311">
                  <c:v>44799</c:v>
                </c:pt>
                <c:pt idx="312">
                  <c:v>44802</c:v>
                </c:pt>
                <c:pt idx="313">
                  <c:v>44803</c:v>
                </c:pt>
                <c:pt idx="314">
                  <c:v>44804</c:v>
                </c:pt>
                <c:pt idx="315">
                  <c:v>44809</c:v>
                </c:pt>
                <c:pt idx="316">
                  <c:v>44810</c:v>
                </c:pt>
                <c:pt idx="317">
                  <c:v>44811</c:v>
                </c:pt>
                <c:pt idx="318">
                  <c:v>44812</c:v>
                </c:pt>
                <c:pt idx="319">
                  <c:v>44813</c:v>
                </c:pt>
                <c:pt idx="320">
                  <c:v>44816</c:v>
                </c:pt>
                <c:pt idx="321">
                  <c:v>44817</c:v>
                </c:pt>
                <c:pt idx="322">
                  <c:v>44818</c:v>
                </c:pt>
                <c:pt idx="323">
                  <c:v>44819</c:v>
                </c:pt>
                <c:pt idx="324">
                  <c:v>44820</c:v>
                </c:pt>
                <c:pt idx="325">
                  <c:v>44823</c:v>
                </c:pt>
                <c:pt idx="326">
                  <c:v>44824</c:v>
                </c:pt>
                <c:pt idx="327">
                  <c:v>44825</c:v>
                </c:pt>
                <c:pt idx="328">
                  <c:v>44826</c:v>
                </c:pt>
                <c:pt idx="329">
                  <c:v>44827</c:v>
                </c:pt>
                <c:pt idx="330">
                  <c:v>44830</c:v>
                </c:pt>
                <c:pt idx="331">
                  <c:v>44831</c:v>
                </c:pt>
                <c:pt idx="332">
                  <c:v>44832</c:v>
                </c:pt>
                <c:pt idx="333">
                  <c:v>44833</c:v>
                </c:pt>
                <c:pt idx="334">
                  <c:v>44834</c:v>
                </c:pt>
                <c:pt idx="335">
                  <c:v>44837</c:v>
                </c:pt>
                <c:pt idx="336">
                  <c:v>44838</c:v>
                </c:pt>
                <c:pt idx="337">
                  <c:v>44839</c:v>
                </c:pt>
                <c:pt idx="338">
                  <c:v>44840</c:v>
                </c:pt>
                <c:pt idx="339">
                  <c:v>44841</c:v>
                </c:pt>
                <c:pt idx="340">
                  <c:v>44844</c:v>
                </c:pt>
                <c:pt idx="341">
                  <c:v>44845</c:v>
                </c:pt>
                <c:pt idx="342">
                  <c:v>44846</c:v>
                </c:pt>
                <c:pt idx="343">
                  <c:v>44847</c:v>
                </c:pt>
                <c:pt idx="344">
                  <c:v>44848</c:v>
                </c:pt>
                <c:pt idx="345">
                  <c:v>44851</c:v>
                </c:pt>
                <c:pt idx="346">
                  <c:v>44852</c:v>
                </c:pt>
                <c:pt idx="347">
                  <c:v>44853</c:v>
                </c:pt>
                <c:pt idx="348">
                  <c:v>44854</c:v>
                </c:pt>
                <c:pt idx="349">
                  <c:v>44855</c:v>
                </c:pt>
                <c:pt idx="350">
                  <c:v>44858</c:v>
                </c:pt>
                <c:pt idx="351">
                  <c:v>44859</c:v>
                </c:pt>
                <c:pt idx="352">
                  <c:v>44860</c:v>
                </c:pt>
                <c:pt idx="353">
                  <c:v>44861</c:v>
                </c:pt>
                <c:pt idx="354">
                  <c:v>44862</c:v>
                </c:pt>
                <c:pt idx="355">
                  <c:v>44865</c:v>
                </c:pt>
                <c:pt idx="356">
                  <c:v>44866</c:v>
                </c:pt>
                <c:pt idx="357">
                  <c:v>44867</c:v>
                </c:pt>
                <c:pt idx="358">
                  <c:v>44868</c:v>
                </c:pt>
                <c:pt idx="359">
                  <c:v>44869</c:v>
                </c:pt>
                <c:pt idx="360">
                  <c:v>44872</c:v>
                </c:pt>
                <c:pt idx="361">
                  <c:v>44873</c:v>
                </c:pt>
                <c:pt idx="362">
                  <c:v>44874</c:v>
                </c:pt>
                <c:pt idx="363">
                  <c:v>44875</c:v>
                </c:pt>
                <c:pt idx="364">
                  <c:v>44876</c:v>
                </c:pt>
                <c:pt idx="365">
                  <c:v>44879</c:v>
                </c:pt>
                <c:pt idx="366">
                  <c:v>44880</c:v>
                </c:pt>
                <c:pt idx="367">
                  <c:v>44881</c:v>
                </c:pt>
                <c:pt idx="368">
                  <c:v>44882</c:v>
                </c:pt>
                <c:pt idx="369">
                  <c:v>44883</c:v>
                </c:pt>
                <c:pt idx="370">
                  <c:v>44886</c:v>
                </c:pt>
                <c:pt idx="371">
                  <c:v>44887</c:v>
                </c:pt>
                <c:pt idx="372">
                  <c:v>44888</c:v>
                </c:pt>
                <c:pt idx="373">
                  <c:v>44889</c:v>
                </c:pt>
                <c:pt idx="374">
                  <c:v>44890</c:v>
                </c:pt>
                <c:pt idx="375">
                  <c:v>44893</c:v>
                </c:pt>
                <c:pt idx="376">
                  <c:v>44894</c:v>
                </c:pt>
                <c:pt idx="377">
                  <c:v>44895</c:v>
                </c:pt>
                <c:pt idx="378">
                  <c:v>44896</c:v>
                </c:pt>
                <c:pt idx="379">
                  <c:v>44897</c:v>
                </c:pt>
                <c:pt idx="380">
                  <c:v>44900</c:v>
                </c:pt>
                <c:pt idx="381">
                  <c:v>44901</c:v>
                </c:pt>
                <c:pt idx="382">
                  <c:v>44902</c:v>
                </c:pt>
                <c:pt idx="383">
                  <c:v>44903</c:v>
                </c:pt>
                <c:pt idx="384">
                  <c:v>44904</c:v>
                </c:pt>
                <c:pt idx="385">
                  <c:v>44907</c:v>
                </c:pt>
                <c:pt idx="386">
                  <c:v>44908</c:v>
                </c:pt>
                <c:pt idx="387">
                  <c:v>44909</c:v>
                </c:pt>
                <c:pt idx="388">
                  <c:v>44910</c:v>
                </c:pt>
                <c:pt idx="389">
                  <c:v>44911</c:v>
                </c:pt>
                <c:pt idx="390">
                  <c:v>44914</c:v>
                </c:pt>
                <c:pt idx="391">
                  <c:v>44915</c:v>
                </c:pt>
                <c:pt idx="392">
                  <c:v>44916</c:v>
                </c:pt>
                <c:pt idx="393">
                  <c:v>44917</c:v>
                </c:pt>
                <c:pt idx="394">
                  <c:v>44918</c:v>
                </c:pt>
                <c:pt idx="395">
                  <c:v>44921</c:v>
                </c:pt>
                <c:pt idx="396">
                  <c:v>44922</c:v>
                </c:pt>
                <c:pt idx="397">
                  <c:v>44923</c:v>
                </c:pt>
                <c:pt idx="398">
                  <c:v>44924</c:v>
                </c:pt>
                <c:pt idx="399">
                  <c:v>44925</c:v>
                </c:pt>
                <c:pt idx="400">
                  <c:v>44929</c:v>
                </c:pt>
                <c:pt idx="401">
                  <c:v>44930</c:v>
                </c:pt>
                <c:pt idx="402">
                  <c:v>44931</c:v>
                </c:pt>
                <c:pt idx="403">
                  <c:v>44932</c:v>
                </c:pt>
                <c:pt idx="404">
                  <c:v>44935</c:v>
                </c:pt>
                <c:pt idx="405">
                  <c:v>44936</c:v>
                </c:pt>
                <c:pt idx="406">
                  <c:v>44937</c:v>
                </c:pt>
                <c:pt idx="407">
                  <c:v>44938</c:v>
                </c:pt>
                <c:pt idx="408">
                  <c:v>44939</c:v>
                </c:pt>
                <c:pt idx="409">
                  <c:v>44942</c:v>
                </c:pt>
                <c:pt idx="410">
                  <c:v>44943</c:v>
                </c:pt>
                <c:pt idx="411">
                  <c:v>44944</c:v>
                </c:pt>
                <c:pt idx="412">
                  <c:v>44945</c:v>
                </c:pt>
                <c:pt idx="413">
                  <c:v>44953</c:v>
                </c:pt>
                <c:pt idx="414">
                  <c:v>44956</c:v>
                </c:pt>
                <c:pt idx="415">
                  <c:v>44957</c:v>
                </c:pt>
                <c:pt idx="416">
                  <c:v>44958</c:v>
                </c:pt>
                <c:pt idx="417">
                  <c:v>44959</c:v>
                </c:pt>
                <c:pt idx="418">
                  <c:v>44960</c:v>
                </c:pt>
                <c:pt idx="419">
                  <c:v>44963</c:v>
                </c:pt>
                <c:pt idx="420">
                  <c:v>44964</c:v>
                </c:pt>
                <c:pt idx="421">
                  <c:v>44965</c:v>
                </c:pt>
                <c:pt idx="422">
                  <c:v>44966</c:v>
                </c:pt>
                <c:pt idx="423">
                  <c:v>44967</c:v>
                </c:pt>
                <c:pt idx="424">
                  <c:v>44970</c:v>
                </c:pt>
                <c:pt idx="425">
                  <c:v>44971</c:v>
                </c:pt>
                <c:pt idx="426">
                  <c:v>44972</c:v>
                </c:pt>
                <c:pt idx="427">
                  <c:v>44973</c:v>
                </c:pt>
                <c:pt idx="428">
                  <c:v>44974</c:v>
                </c:pt>
                <c:pt idx="429">
                  <c:v>44977</c:v>
                </c:pt>
                <c:pt idx="430">
                  <c:v>44978</c:v>
                </c:pt>
                <c:pt idx="431">
                  <c:v>44979</c:v>
                </c:pt>
                <c:pt idx="432">
                  <c:v>44980</c:v>
                </c:pt>
                <c:pt idx="433">
                  <c:v>44981</c:v>
                </c:pt>
                <c:pt idx="434">
                  <c:v>44984</c:v>
                </c:pt>
                <c:pt idx="435">
                  <c:v>44985</c:v>
                </c:pt>
                <c:pt idx="436">
                  <c:v>44986</c:v>
                </c:pt>
                <c:pt idx="437">
                  <c:v>44987</c:v>
                </c:pt>
                <c:pt idx="438">
                  <c:v>44988</c:v>
                </c:pt>
                <c:pt idx="439">
                  <c:v>44991</c:v>
                </c:pt>
                <c:pt idx="440">
                  <c:v>44992</c:v>
                </c:pt>
                <c:pt idx="441">
                  <c:v>44993</c:v>
                </c:pt>
                <c:pt idx="442">
                  <c:v>44994</c:v>
                </c:pt>
                <c:pt idx="443">
                  <c:v>44995</c:v>
                </c:pt>
                <c:pt idx="444">
                  <c:v>44998</c:v>
                </c:pt>
                <c:pt idx="445">
                  <c:v>44999</c:v>
                </c:pt>
                <c:pt idx="446">
                  <c:v>45000</c:v>
                </c:pt>
                <c:pt idx="447">
                  <c:v>45001</c:v>
                </c:pt>
                <c:pt idx="448">
                  <c:v>45002</c:v>
                </c:pt>
                <c:pt idx="449">
                  <c:v>45005</c:v>
                </c:pt>
                <c:pt idx="450">
                  <c:v>45006</c:v>
                </c:pt>
                <c:pt idx="451">
                  <c:v>45007</c:v>
                </c:pt>
                <c:pt idx="452">
                  <c:v>45008</c:v>
                </c:pt>
                <c:pt idx="453">
                  <c:v>45009</c:v>
                </c:pt>
                <c:pt idx="454">
                  <c:v>45012</c:v>
                </c:pt>
                <c:pt idx="455">
                  <c:v>45013</c:v>
                </c:pt>
                <c:pt idx="456">
                  <c:v>45014</c:v>
                </c:pt>
                <c:pt idx="457">
                  <c:v>45015</c:v>
                </c:pt>
                <c:pt idx="458">
                  <c:v>45016</c:v>
                </c:pt>
                <c:pt idx="459">
                  <c:v>45019</c:v>
                </c:pt>
                <c:pt idx="460">
                  <c:v>45020</c:v>
                </c:pt>
                <c:pt idx="461">
                  <c:v>45021</c:v>
                </c:pt>
                <c:pt idx="462">
                  <c:v>45022</c:v>
                </c:pt>
                <c:pt idx="463">
                  <c:v>45023</c:v>
                </c:pt>
                <c:pt idx="464">
                  <c:v>45026</c:v>
                </c:pt>
                <c:pt idx="465">
                  <c:v>45027</c:v>
                </c:pt>
                <c:pt idx="466">
                  <c:v>45028</c:v>
                </c:pt>
                <c:pt idx="467">
                  <c:v>45029</c:v>
                </c:pt>
                <c:pt idx="468">
                  <c:v>45030</c:v>
                </c:pt>
                <c:pt idx="469">
                  <c:v>45033</c:v>
                </c:pt>
                <c:pt idx="470">
                  <c:v>45034</c:v>
                </c:pt>
                <c:pt idx="471">
                  <c:v>45035</c:v>
                </c:pt>
                <c:pt idx="472">
                  <c:v>45036</c:v>
                </c:pt>
                <c:pt idx="473">
                  <c:v>45037</c:v>
                </c:pt>
                <c:pt idx="474">
                  <c:v>45040</c:v>
                </c:pt>
                <c:pt idx="475">
                  <c:v>45041</c:v>
                </c:pt>
                <c:pt idx="476">
                  <c:v>45042</c:v>
                </c:pt>
                <c:pt idx="477">
                  <c:v>45043</c:v>
                </c:pt>
                <c:pt idx="478">
                  <c:v>45044</c:v>
                </c:pt>
                <c:pt idx="479">
                  <c:v>45050</c:v>
                </c:pt>
                <c:pt idx="480">
                  <c:v>45051</c:v>
                </c:pt>
                <c:pt idx="481">
                  <c:v>45054</c:v>
                </c:pt>
                <c:pt idx="482">
                  <c:v>45055</c:v>
                </c:pt>
                <c:pt idx="483">
                  <c:v>45056</c:v>
                </c:pt>
                <c:pt idx="484">
                  <c:v>45057</c:v>
                </c:pt>
                <c:pt idx="485">
                  <c:v>45058</c:v>
                </c:pt>
                <c:pt idx="486">
                  <c:v>45061</c:v>
                </c:pt>
                <c:pt idx="487">
                  <c:v>45062</c:v>
                </c:pt>
                <c:pt idx="488">
                  <c:v>45063</c:v>
                </c:pt>
                <c:pt idx="489">
                  <c:v>45064</c:v>
                </c:pt>
                <c:pt idx="490">
                  <c:v>45065</c:v>
                </c:pt>
                <c:pt idx="491">
                  <c:v>45068</c:v>
                </c:pt>
                <c:pt idx="492">
                  <c:v>45069</c:v>
                </c:pt>
                <c:pt idx="493">
                  <c:v>45070</c:v>
                </c:pt>
                <c:pt idx="494">
                  <c:v>45071</c:v>
                </c:pt>
                <c:pt idx="495">
                  <c:v>45072</c:v>
                </c:pt>
                <c:pt idx="496">
                  <c:v>45075</c:v>
                </c:pt>
                <c:pt idx="497">
                  <c:v>45076</c:v>
                </c:pt>
                <c:pt idx="498">
                  <c:v>45077</c:v>
                </c:pt>
                <c:pt idx="499">
                  <c:v>45078</c:v>
                </c:pt>
                <c:pt idx="500">
                  <c:v>45079</c:v>
                </c:pt>
                <c:pt idx="501">
                  <c:v>45082</c:v>
                </c:pt>
                <c:pt idx="502">
                  <c:v>45083</c:v>
                </c:pt>
                <c:pt idx="503">
                  <c:v>45084</c:v>
                </c:pt>
                <c:pt idx="504">
                  <c:v>45085</c:v>
                </c:pt>
                <c:pt idx="505">
                  <c:v>45086</c:v>
                </c:pt>
                <c:pt idx="506">
                  <c:v>45089</c:v>
                </c:pt>
                <c:pt idx="507">
                  <c:v>45090</c:v>
                </c:pt>
                <c:pt idx="508">
                  <c:v>45091</c:v>
                </c:pt>
                <c:pt idx="509">
                  <c:v>45092</c:v>
                </c:pt>
                <c:pt idx="510">
                  <c:v>45093</c:v>
                </c:pt>
                <c:pt idx="511">
                  <c:v>45096</c:v>
                </c:pt>
                <c:pt idx="512">
                  <c:v>45097</c:v>
                </c:pt>
                <c:pt idx="513">
                  <c:v>45098</c:v>
                </c:pt>
                <c:pt idx="514">
                  <c:v>45099</c:v>
                </c:pt>
                <c:pt idx="515">
                  <c:v>45100</c:v>
                </c:pt>
                <c:pt idx="516">
                  <c:v>45103</c:v>
                </c:pt>
                <c:pt idx="517">
                  <c:v>45104</c:v>
                </c:pt>
                <c:pt idx="518">
                  <c:v>45105</c:v>
                </c:pt>
                <c:pt idx="519">
                  <c:v>45106</c:v>
                </c:pt>
                <c:pt idx="520">
                  <c:v>45107</c:v>
                </c:pt>
                <c:pt idx="521">
                  <c:v>45110</c:v>
                </c:pt>
                <c:pt idx="522">
                  <c:v>45111</c:v>
                </c:pt>
                <c:pt idx="523">
                  <c:v>45112</c:v>
                </c:pt>
                <c:pt idx="524">
                  <c:v>45113</c:v>
                </c:pt>
                <c:pt idx="525">
                  <c:v>45114</c:v>
                </c:pt>
                <c:pt idx="526">
                  <c:v>45117</c:v>
                </c:pt>
                <c:pt idx="527">
                  <c:v>45118</c:v>
                </c:pt>
                <c:pt idx="528">
                  <c:v>45119</c:v>
                </c:pt>
                <c:pt idx="529">
                  <c:v>45120</c:v>
                </c:pt>
                <c:pt idx="530">
                  <c:v>45121</c:v>
                </c:pt>
                <c:pt idx="531">
                  <c:v>45124</c:v>
                </c:pt>
                <c:pt idx="532">
                  <c:v>45125</c:v>
                </c:pt>
                <c:pt idx="533">
                  <c:v>45126</c:v>
                </c:pt>
                <c:pt idx="534">
                  <c:v>45127</c:v>
                </c:pt>
                <c:pt idx="535">
                  <c:v>45128</c:v>
                </c:pt>
                <c:pt idx="536">
                  <c:v>45131</c:v>
                </c:pt>
                <c:pt idx="537">
                  <c:v>45132</c:v>
                </c:pt>
                <c:pt idx="538">
                  <c:v>45133</c:v>
                </c:pt>
                <c:pt idx="539">
                  <c:v>45134</c:v>
                </c:pt>
                <c:pt idx="540">
                  <c:v>45135</c:v>
                </c:pt>
                <c:pt idx="541">
                  <c:v>45138</c:v>
                </c:pt>
                <c:pt idx="542">
                  <c:v>45139</c:v>
                </c:pt>
                <c:pt idx="543">
                  <c:v>45140</c:v>
                </c:pt>
                <c:pt idx="544">
                  <c:v>45141</c:v>
                </c:pt>
                <c:pt idx="545">
                  <c:v>45142</c:v>
                </c:pt>
                <c:pt idx="546">
                  <c:v>45145</c:v>
                </c:pt>
                <c:pt idx="547">
                  <c:v>45146</c:v>
                </c:pt>
                <c:pt idx="548">
                  <c:v>45147</c:v>
                </c:pt>
                <c:pt idx="549">
                  <c:v>45148</c:v>
                </c:pt>
                <c:pt idx="550">
                  <c:v>45149</c:v>
                </c:pt>
                <c:pt idx="551">
                  <c:v>45152</c:v>
                </c:pt>
                <c:pt idx="552">
                  <c:v>45153</c:v>
                </c:pt>
                <c:pt idx="553">
                  <c:v>45154</c:v>
                </c:pt>
                <c:pt idx="554">
                  <c:v>45155</c:v>
                </c:pt>
                <c:pt idx="555">
                  <c:v>45156</c:v>
                </c:pt>
                <c:pt idx="556">
                  <c:v>45159</c:v>
                </c:pt>
                <c:pt idx="557">
                  <c:v>45160</c:v>
                </c:pt>
                <c:pt idx="558">
                  <c:v>45161</c:v>
                </c:pt>
                <c:pt idx="559">
                  <c:v>45162</c:v>
                </c:pt>
                <c:pt idx="560">
                  <c:v>45163</c:v>
                </c:pt>
                <c:pt idx="561">
                  <c:v>45166</c:v>
                </c:pt>
                <c:pt idx="562">
                  <c:v>45167</c:v>
                </c:pt>
                <c:pt idx="563">
                  <c:v>45168</c:v>
                </c:pt>
                <c:pt idx="564">
                  <c:v>45169</c:v>
                </c:pt>
                <c:pt idx="565">
                  <c:v>45174</c:v>
                </c:pt>
                <c:pt idx="566">
                  <c:v>45175</c:v>
                </c:pt>
                <c:pt idx="567">
                  <c:v>45176</c:v>
                </c:pt>
                <c:pt idx="568">
                  <c:v>45177</c:v>
                </c:pt>
                <c:pt idx="569">
                  <c:v>45180</c:v>
                </c:pt>
                <c:pt idx="570">
                  <c:v>45181</c:v>
                </c:pt>
                <c:pt idx="571">
                  <c:v>45182</c:v>
                </c:pt>
                <c:pt idx="572">
                  <c:v>45183</c:v>
                </c:pt>
                <c:pt idx="573">
                  <c:v>45184</c:v>
                </c:pt>
                <c:pt idx="574">
                  <c:v>45187</c:v>
                </c:pt>
                <c:pt idx="575">
                  <c:v>45188</c:v>
                </c:pt>
                <c:pt idx="576">
                  <c:v>45189</c:v>
                </c:pt>
                <c:pt idx="577">
                  <c:v>45190</c:v>
                </c:pt>
                <c:pt idx="578">
                  <c:v>45191</c:v>
                </c:pt>
                <c:pt idx="579">
                  <c:v>45194</c:v>
                </c:pt>
                <c:pt idx="580">
                  <c:v>45195</c:v>
                </c:pt>
                <c:pt idx="581">
                  <c:v>45196</c:v>
                </c:pt>
                <c:pt idx="582">
                  <c:v>45197</c:v>
                </c:pt>
                <c:pt idx="583">
                  <c:v>45198</c:v>
                </c:pt>
                <c:pt idx="584">
                  <c:v>45201</c:v>
                </c:pt>
                <c:pt idx="585">
                  <c:v>45202</c:v>
                </c:pt>
                <c:pt idx="586">
                  <c:v>45203</c:v>
                </c:pt>
                <c:pt idx="587">
                  <c:v>45204</c:v>
                </c:pt>
                <c:pt idx="588">
                  <c:v>45205</c:v>
                </c:pt>
                <c:pt idx="589">
                  <c:v>45208</c:v>
                </c:pt>
                <c:pt idx="590">
                  <c:v>45209</c:v>
                </c:pt>
                <c:pt idx="591">
                  <c:v>45210</c:v>
                </c:pt>
                <c:pt idx="592">
                  <c:v>45211</c:v>
                </c:pt>
                <c:pt idx="593">
                  <c:v>45212</c:v>
                </c:pt>
                <c:pt idx="594">
                  <c:v>45215</c:v>
                </c:pt>
                <c:pt idx="595">
                  <c:v>45216</c:v>
                </c:pt>
                <c:pt idx="596">
                  <c:v>45217</c:v>
                </c:pt>
                <c:pt idx="597">
                  <c:v>45218</c:v>
                </c:pt>
                <c:pt idx="598">
                  <c:v>45219</c:v>
                </c:pt>
                <c:pt idx="599">
                  <c:v>45222</c:v>
                </c:pt>
                <c:pt idx="600">
                  <c:v>45223</c:v>
                </c:pt>
                <c:pt idx="601">
                  <c:v>45224</c:v>
                </c:pt>
                <c:pt idx="602">
                  <c:v>45225</c:v>
                </c:pt>
                <c:pt idx="603">
                  <c:v>45226</c:v>
                </c:pt>
                <c:pt idx="604">
                  <c:v>45229</c:v>
                </c:pt>
                <c:pt idx="605">
                  <c:v>45230</c:v>
                </c:pt>
                <c:pt idx="606">
                  <c:v>45231</c:v>
                </c:pt>
                <c:pt idx="607">
                  <c:v>45232</c:v>
                </c:pt>
                <c:pt idx="608">
                  <c:v>45233</c:v>
                </c:pt>
                <c:pt idx="609">
                  <c:v>45236</c:v>
                </c:pt>
                <c:pt idx="610">
                  <c:v>45237</c:v>
                </c:pt>
                <c:pt idx="611">
                  <c:v>45238</c:v>
                </c:pt>
                <c:pt idx="612">
                  <c:v>45239</c:v>
                </c:pt>
                <c:pt idx="613">
                  <c:v>45240</c:v>
                </c:pt>
                <c:pt idx="614">
                  <c:v>45243</c:v>
                </c:pt>
                <c:pt idx="615">
                  <c:v>45244</c:v>
                </c:pt>
                <c:pt idx="616">
                  <c:v>45245</c:v>
                </c:pt>
                <c:pt idx="617">
                  <c:v>45246</c:v>
                </c:pt>
                <c:pt idx="618">
                  <c:v>45247</c:v>
                </c:pt>
                <c:pt idx="619">
                  <c:v>45250</c:v>
                </c:pt>
                <c:pt idx="620">
                  <c:v>45251</c:v>
                </c:pt>
                <c:pt idx="621">
                  <c:v>45252</c:v>
                </c:pt>
                <c:pt idx="622">
                  <c:v>45253</c:v>
                </c:pt>
                <c:pt idx="623">
                  <c:v>45254</c:v>
                </c:pt>
                <c:pt idx="624">
                  <c:v>45257</c:v>
                </c:pt>
                <c:pt idx="625">
                  <c:v>45258</c:v>
                </c:pt>
                <c:pt idx="626">
                  <c:v>45259</c:v>
                </c:pt>
                <c:pt idx="627">
                  <c:v>45260</c:v>
                </c:pt>
                <c:pt idx="628">
                  <c:v>45261</c:v>
                </c:pt>
                <c:pt idx="629">
                  <c:v>45264</c:v>
                </c:pt>
                <c:pt idx="630">
                  <c:v>45265</c:v>
                </c:pt>
                <c:pt idx="631">
                  <c:v>45266</c:v>
                </c:pt>
                <c:pt idx="632">
                  <c:v>45267</c:v>
                </c:pt>
                <c:pt idx="633">
                  <c:v>45268</c:v>
                </c:pt>
                <c:pt idx="634">
                  <c:v>45271</c:v>
                </c:pt>
                <c:pt idx="635">
                  <c:v>45272</c:v>
                </c:pt>
                <c:pt idx="636">
                  <c:v>45273</c:v>
                </c:pt>
                <c:pt idx="637">
                  <c:v>45274</c:v>
                </c:pt>
                <c:pt idx="638">
                  <c:v>45275</c:v>
                </c:pt>
                <c:pt idx="639">
                  <c:v>45278</c:v>
                </c:pt>
                <c:pt idx="640">
                  <c:v>45279</c:v>
                </c:pt>
                <c:pt idx="641">
                  <c:v>45280</c:v>
                </c:pt>
                <c:pt idx="642">
                  <c:v>45281</c:v>
                </c:pt>
                <c:pt idx="643">
                  <c:v>45282</c:v>
                </c:pt>
                <c:pt idx="644">
                  <c:v>45285</c:v>
                </c:pt>
                <c:pt idx="645">
                  <c:v>45286</c:v>
                </c:pt>
                <c:pt idx="646">
                  <c:v>45287</c:v>
                </c:pt>
                <c:pt idx="647">
                  <c:v>45288</c:v>
                </c:pt>
                <c:pt idx="648">
                  <c:v>45289</c:v>
                </c:pt>
                <c:pt idx="649">
                  <c:v>45293</c:v>
                </c:pt>
                <c:pt idx="650">
                  <c:v>45294</c:v>
                </c:pt>
                <c:pt idx="651">
                  <c:v>45295</c:v>
                </c:pt>
                <c:pt idx="652">
                  <c:v>45296</c:v>
                </c:pt>
                <c:pt idx="653">
                  <c:v>45299</c:v>
                </c:pt>
                <c:pt idx="654">
                  <c:v>45300</c:v>
                </c:pt>
                <c:pt idx="655">
                  <c:v>45301</c:v>
                </c:pt>
                <c:pt idx="656">
                  <c:v>45302</c:v>
                </c:pt>
                <c:pt idx="657">
                  <c:v>45303</c:v>
                </c:pt>
                <c:pt idx="658">
                  <c:v>45306</c:v>
                </c:pt>
                <c:pt idx="659">
                  <c:v>45307</c:v>
                </c:pt>
                <c:pt idx="660">
                  <c:v>45308</c:v>
                </c:pt>
                <c:pt idx="661">
                  <c:v>45309</c:v>
                </c:pt>
                <c:pt idx="662">
                  <c:v>45310</c:v>
                </c:pt>
                <c:pt idx="663">
                  <c:v>45313</c:v>
                </c:pt>
                <c:pt idx="664">
                  <c:v>45314</c:v>
                </c:pt>
                <c:pt idx="665">
                  <c:v>45315</c:v>
                </c:pt>
                <c:pt idx="666">
                  <c:v>45316</c:v>
                </c:pt>
                <c:pt idx="667">
                  <c:v>45317</c:v>
                </c:pt>
                <c:pt idx="668">
                  <c:v>45320</c:v>
                </c:pt>
                <c:pt idx="669">
                  <c:v>45321</c:v>
                </c:pt>
                <c:pt idx="670">
                  <c:v>45322</c:v>
                </c:pt>
                <c:pt idx="671">
                  <c:v>45323</c:v>
                </c:pt>
                <c:pt idx="672">
                  <c:v>45324</c:v>
                </c:pt>
                <c:pt idx="673">
                  <c:v>45327</c:v>
                </c:pt>
                <c:pt idx="674">
                  <c:v>45328</c:v>
                </c:pt>
                <c:pt idx="675">
                  <c:v>45329</c:v>
                </c:pt>
                <c:pt idx="676">
                  <c:v>45337</c:v>
                </c:pt>
                <c:pt idx="677">
                  <c:v>45338</c:v>
                </c:pt>
                <c:pt idx="678">
                  <c:v>45341</c:v>
                </c:pt>
                <c:pt idx="679">
                  <c:v>45342</c:v>
                </c:pt>
                <c:pt idx="680">
                  <c:v>45343</c:v>
                </c:pt>
                <c:pt idx="681">
                  <c:v>45344</c:v>
                </c:pt>
                <c:pt idx="682">
                  <c:v>45345</c:v>
                </c:pt>
                <c:pt idx="683">
                  <c:v>45348</c:v>
                </c:pt>
                <c:pt idx="684">
                  <c:v>45349</c:v>
                </c:pt>
                <c:pt idx="685">
                  <c:v>45350</c:v>
                </c:pt>
                <c:pt idx="686">
                  <c:v>45351</c:v>
                </c:pt>
                <c:pt idx="687">
                  <c:v>45352</c:v>
                </c:pt>
                <c:pt idx="688">
                  <c:v>45355</c:v>
                </c:pt>
                <c:pt idx="689">
                  <c:v>45356</c:v>
                </c:pt>
                <c:pt idx="690">
                  <c:v>45357</c:v>
                </c:pt>
                <c:pt idx="691">
                  <c:v>45358</c:v>
                </c:pt>
                <c:pt idx="692">
                  <c:v>45359</c:v>
                </c:pt>
                <c:pt idx="693">
                  <c:v>45362</c:v>
                </c:pt>
                <c:pt idx="694">
                  <c:v>45363</c:v>
                </c:pt>
                <c:pt idx="695">
                  <c:v>45364</c:v>
                </c:pt>
                <c:pt idx="696">
                  <c:v>45365</c:v>
                </c:pt>
                <c:pt idx="697">
                  <c:v>45366</c:v>
                </c:pt>
                <c:pt idx="698">
                  <c:v>45369</c:v>
                </c:pt>
                <c:pt idx="699">
                  <c:v>45370</c:v>
                </c:pt>
                <c:pt idx="700">
                  <c:v>45371</c:v>
                </c:pt>
                <c:pt idx="701">
                  <c:v>45372</c:v>
                </c:pt>
                <c:pt idx="702">
                  <c:v>45373</c:v>
                </c:pt>
                <c:pt idx="703">
                  <c:v>45376</c:v>
                </c:pt>
                <c:pt idx="704">
                  <c:v>45377</c:v>
                </c:pt>
                <c:pt idx="705">
                  <c:v>45378</c:v>
                </c:pt>
                <c:pt idx="706">
                  <c:v>45379</c:v>
                </c:pt>
                <c:pt idx="707">
                  <c:v>45380</c:v>
                </c:pt>
                <c:pt idx="708">
                  <c:v>45383</c:v>
                </c:pt>
                <c:pt idx="709">
                  <c:v>45384</c:v>
                </c:pt>
                <c:pt idx="710">
                  <c:v>45385</c:v>
                </c:pt>
                <c:pt idx="711">
                  <c:v>45386</c:v>
                </c:pt>
                <c:pt idx="712">
                  <c:v>45387</c:v>
                </c:pt>
                <c:pt idx="713">
                  <c:v>45390</c:v>
                </c:pt>
                <c:pt idx="714">
                  <c:v>45391</c:v>
                </c:pt>
                <c:pt idx="715">
                  <c:v>45392</c:v>
                </c:pt>
                <c:pt idx="716">
                  <c:v>45393</c:v>
                </c:pt>
                <c:pt idx="717">
                  <c:v>45394</c:v>
                </c:pt>
                <c:pt idx="718">
                  <c:v>45397</c:v>
                </c:pt>
                <c:pt idx="719">
                  <c:v>45398</c:v>
                </c:pt>
                <c:pt idx="720">
                  <c:v>45399</c:v>
                </c:pt>
                <c:pt idx="721">
                  <c:v>45401</c:v>
                </c:pt>
                <c:pt idx="722">
                  <c:v>45404</c:v>
                </c:pt>
                <c:pt idx="723">
                  <c:v>45405</c:v>
                </c:pt>
                <c:pt idx="724">
                  <c:v>45406</c:v>
                </c:pt>
                <c:pt idx="725">
                  <c:v>45407</c:v>
                </c:pt>
                <c:pt idx="726">
                  <c:v>45408</c:v>
                </c:pt>
                <c:pt idx="727">
                  <c:v>45414</c:v>
                </c:pt>
                <c:pt idx="728">
                  <c:v>45415</c:v>
                </c:pt>
                <c:pt idx="729">
                  <c:v>45418</c:v>
                </c:pt>
                <c:pt idx="730">
                  <c:v>45419</c:v>
                </c:pt>
                <c:pt idx="731">
                  <c:v>45420</c:v>
                </c:pt>
                <c:pt idx="732">
                  <c:v>45421</c:v>
                </c:pt>
                <c:pt idx="733">
                  <c:v>45422</c:v>
                </c:pt>
                <c:pt idx="734">
                  <c:v>45425</c:v>
                </c:pt>
                <c:pt idx="735">
                  <c:v>45426</c:v>
                </c:pt>
                <c:pt idx="736">
                  <c:v>45427</c:v>
                </c:pt>
                <c:pt idx="737">
                  <c:v>45428</c:v>
                </c:pt>
                <c:pt idx="738">
                  <c:v>45429</c:v>
                </c:pt>
                <c:pt idx="739">
                  <c:v>45432</c:v>
                </c:pt>
                <c:pt idx="740">
                  <c:v>45433</c:v>
                </c:pt>
                <c:pt idx="741">
                  <c:v>45434</c:v>
                </c:pt>
                <c:pt idx="742">
                  <c:v>45435</c:v>
                </c:pt>
                <c:pt idx="743">
                  <c:v>45436</c:v>
                </c:pt>
                <c:pt idx="744">
                  <c:v>45439</c:v>
                </c:pt>
                <c:pt idx="745">
                  <c:v>45440</c:v>
                </c:pt>
                <c:pt idx="746">
                  <c:v>45441</c:v>
                </c:pt>
                <c:pt idx="747">
                  <c:v>45442</c:v>
                </c:pt>
                <c:pt idx="748">
                  <c:v>45443</c:v>
                </c:pt>
                <c:pt idx="749">
                  <c:v>45446</c:v>
                </c:pt>
                <c:pt idx="750">
                  <c:v>45447</c:v>
                </c:pt>
                <c:pt idx="751">
                  <c:v>45448</c:v>
                </c:pt>
                <c:pt idx="752">
                  <c:v>45449</c:v>
                </c:pt>
                <c:pt idx="753">
                  <c:v>45450</c:v>
                </c:pt>
                <c:pt idx="754">
                  <c:v>45453</c:v>
                </c:pt>
                <c:pt idx="755">
                  <c:v>45454</c:v>
                </c:pt>
                <c:pt idx="756">
                  <c:v>45455</c:v>
                </c:pt>
                <c:pt idx="757">
                  <c:v>45456</c:v>
                </c:pt>
                <c:pt idx="758">
                  <c:v>45457</c:v>
                </c:pt>
                <c:pt idx="759">
                  <c:v>45460</c:v>
                </c:pt>
                <c:pt idx="760">
                  <c:v>45461</c:v>
                </c:pt>
                <c:pt idx="761">
                  <c:v>45462</c:v>
                </c:pt>
                <c:pt idx="762">
                  <c:v>45463</c:v>
                </c:pt>
                <c:pt idx="763">
                  <c:v>45464</c:v>
                </c:pt>
                <c:pt idx="764">
                  <c:v>45467</c:v>
                </c:pt>
                <c:pt idx="765">
                  <c:v>45468</c:v>
                </c:pt>
                <c:pt idx="766">
                  <c:v>45469</c:v>
                </c:pt>
                <c:pt idx="767">
                  <c:v>45470</c:v>
                </c:pt>
                <c:pt idx="768">
                  <c:v>45471</c:v>
                </c:pt>
                <c:pt idx="769">
                  <c:v>45474</c:v>
                </c:pt>
                <c:pt idx="770">
                  <c:v>45475</c:v>
                </c:pt>
                <c:pt idx="771">
                  <c:v>45476</c:v>
                </c:pt>
                <c:pt idx="772">
                  <c:v>45477</c:v>
                </c:pt>
                <c:pt idx="773">
                  <c:v>45478</c:v>
                </c:pt>
                <c:pt idx="774">
                  <c:v>45481</c:v>
                </c:pt>
                <c:pt idx="775">
                  <c:v>45482</c:v>
                </c:pt>
                <c:pt idx="776">
                  <c:v>45483</c:v>
                </c:pt>
                <c:pt idx="777">
                  <c:v>45484</c:v>
                </c:pt>
                <c:pt idx="778">
                  <c:v>45485</c:v>
                </c:pt>
                <c:pt idx="779">
                  <c:v>45488</c:v>
                </c:pt>
                <c:pt idx="780">
                  <c:v>45489</c:v>
                </c:pt>
                <c:pt idx="781">
                  <c:v>45490</c:v>
                </c:pt>
                <c:pt idx="782">
                  <c:v>45491</c:v>
                </c:pt>
                <c:pt idx="783">
                  <c:v>45492</c:v>
                </c:pt>
                <c:pt idx="784">
                  <c:v>45495</c:v>
                </c:pt>
                <c:pt idx="785">
                  <c:v>45496</c:v>
                </c:pt>
                <c:pt idx="786">
                  <c:v>45497</c:v>
                </c:pt>
                <c:pt idx="787">
                  <c:v>45498</c:v>
                </c:pt>
                <c:pt idx="788">
                  <c:v>45499</c:v>
                </c:pt>
                <c:pt idx="789">
                  <c:v>45502</c:v>
                </c:pt>
                <c:pt idx="790">
                  <c:v>45503</c:v>
                </c:pt>
                <c:pt idx="791">
                  <c:v>45504</c:v>
                </c:pt>
                <c:pt idx="792">
                  <c:v>45505</c:v>
                </c:pt>
                <c:pt idx="793">
                  <c:v>45506</c:v>
                </c:pt>
                <c:pt idx="794">
                  <c:v>45509</c:v>
                </c:pt>
                <c:pt idx="795">
                  <c:v>45510</c:v>
                </c:pt>
                <c:pt idx="796">
                  <c:v>45511</c:v>
                </c:pt>
                <c:pt idx="797">
                  <c:v>45512</c:v>
                </c:pt>
                <c:pt idx="798">
                  <c:v>45513</c:v>
                </c:pt>
                <c:pt idx="799">
                  <c:v>45516</c:v>
                </c:pt>
                <c:pt idx="800">
                  <c:v>45517</c:v>
                </c:pt>
                <c:pt idx="801">
                  <c:v>45518</c:v>
                </c:pt>
                <c:pt idx="802">
                  <c:v>45519</c:v>
                </c:pt>
                <c:pt idx="803">
                  <c:v>45520</c:v>
                </c:pt>
                <c:pt idx="804">
                  <c:v>45523</c:v>
                </c:pt>
                <c:pt idx="805">
                  <c:v>45524</c:v>
                </c:pt>
                <c:pt idx="806">
                  <c:v>45525</c:v>
                </c:pt>
                <c:pt idx="807">
                  <c:v>45526</c:v>
                </c:pt>
                <c:pt idx="808">
                  <c:v>45527</c:v>
                </c:pt>
                <c:pt idx="809">
                  <c:v>45530</c:v>
                </c:pt>
                <c:pt idx="810">
                  <c:v>45531</c:v>
                </c:pt>
                <c:pt idx="811">
                  <c:v>45532</c:v>
                </c:pt>
                <c:pt idx="812">
                  <c:v>45533</c:v>
                </c:pt>
                <c:pt idx="813">
                  <c:v>45534</c:v>
                </c:pt>
                <c:pt idx="814">
                  <c:v>45539</c:v>
                </c:pt>
                <c:pt idx="815">
                  <c:v>45540</c:v>
                </c:pt>
                <c:pt idx="816">
                  <c:v>45541</c:v>
                </c:pt>
                <c:pt idx="817">
                  <c:v>45544</c:v>
                </c:pt>
                <c:pt idx="818">
                  <c:v>45545</c:v>
                </c:pt>
                <c:pt idx="819">
                  <c:v>45546</c:v>
                </c:pt>
                <c:pt idx="820">
                  <c:v>45547</c:v>
                </c:pt>
                <c:pt idx="821">
                  <c:v>45548</c:v>
                </c:pt>
                <c:pt idx="822">
                  <c:v>45551</c:v>
                </c:pt>
                <c:pt idx="823">
                  <c:v>45552</c:v>
                </c:pt>
                <c:pt idx="824">
                  <c:v>45553</c:v>
                </c:pt>
                <c:pt idx="825">
                  <c:v>45554</c:v>
                </c:pt>
                <c:pt idx="826">
                  <c:v>45555</c:v>
                </c:pt>
                <c:pt idx="827">
                  <c:v>45558</c:v>
                </c:pt>
                <c:pt idx="828">
                  <c:v>45559</c:v>
                </c:pt>
                <c:pt idx="829">
                  <c:v>45560</c:v>
                </c:pt>
                <c:pt idx="830">
                  <c:v>45561</c:v>
                </c:pt>
                <c:pt idx="831">
                  <c:v>45562</c:v>
                </c:pt>
                <c:pt idx="832">
                  <c:v>45565</c:v>
                </c:pt>
                <c:pt idx="833">
                  <c:v>45566</c:v>
                </c:pt>
                <c:pt idx="834">
                  <c:v>45567</c:v>
                </c:pt>
                <c:pt idx="835">
                  <c:v>45568</c:v>
                </c:pt>
                <c:pt idx="836">
                  <c:v>45569</c:v>
                </c:pt>
                <c:pt idx="837">
                  <c:v>45572</c:v>
                </c:pt>
                <c:pt idx="838">
                  <c:v>45573</c:v>
                </c:pt>
                <c:pt idx="839">
                  <c:v>45574</c:v>
                </c:pt>
                <c:pt idx="840">
                  <c:v>45575</c:v>
                </c:pt>
                <c:pt idx="841">
                  <c:v>45576</c:v>
                </c:pt>
                <c:pt idx="842">
                  <c:v>45579</c:v>
                </c:pt>
                <c:pt idx="843">
                  <c:v>45580</c:v>
                </c:pt>
                <c:pt idx="844">
                  <c:v>45581</c:v>
                </c:pt>
                <c:pt idx="845">
                  <c:v>45582</c:v>
                </c:pt>
                <c:pt idx="846">
                  <c:v>45583</c:v>
                </c:pt>
                <c:pt idx="847">
                  <c:v>45586</c:v>
                </c:pt>
                <c:pt idx="848">
                  <c:v>45587</c:v>
                </c:pt>
                <c:pt idx="849">
                  <c:v>45588</c:v>
                </c:pt>
                <c:pt idx="850">
                  <c:v>45589</c:v>
                </c:pt>
                <c:pt idx="851">
                  <c:v>45590</c:v>
                </c:pt>
                <c:pt idx="852">
                  <c:v>45593</c:v>
                </c:pt>
                <c:pt idx="853">
                  <c:v>45594</c:v>
                </c:pt>
                <c:pt idx="854">
                  <c:v>45595</c:v>
                </c:pt>
                <c:pt idx="855">
                  <c:v>45596</c:v>
                </c:pt>
                <c:pt idx="856">
                  <c:v>45597</c:v>
                </c:pt>
                <c:pt idx="857">
                  <c:v>45600</c:v>
                </c:pt>
                <c:pt idx="858">
                  <c:v>45601</c:v>
                </c:pt>
                <c:pt idx="859">
                  <c:v>45602</c:v>
                </c:pt>
                <c:pt idx="860">
                  <c:v>45603</c:v>
                </c:pt>
                <c:pt idx="861">
                  <c:v>45604</c:v>
                </c:pt>
                <c:pt idx="862">
                  <c:v>45607</c:v>
                </c:pt>
                <c:pt idx="863">
                  <c:v>45608</c:v>
                </c:pt>
                <c:pt idx="864">
                  <c:v>45609</c:v>
                </c:pt>
                <c:pt idx="865">
                  <c:v>45610</c:v>
                </c:pt>
                <c:pt idx="866">
                  <c:v>45611</c:v>
                </c:pt>
                <c:pt idx="867">
                  <c:v>45614</c:v>
                </c:pt>
                <c:pt idx="868">
                  <c:v>45615</c:v>
                </c:pt>
                <c:pt idx="869">
                  <c:v>45616</c:v>
                </c:pt>
                <c:pt idx="870">
                  <c:v>45617</c:v>
                </c:pt>
                <c:pt idx="871">
                  <c:v>45618</c:v>
                </c:pt>
                <c:pt idx="872">
                  <c:v>45621</c:v>
                </c:pt>
                <c:pt idx="873">
                  <c:v>45622</c:v>
                </c:pt>
                <c:pt idx="874">
                  <c:v>45623</c:v>
                </c:pt>
                <c:pt idx="875">
                  <c:v>45624</c:v>
                </c:pt>
                <c:pt idx="876">
                  <c:v>45625</c:v>
                </c:pt>
                <c:pt idx="877">
                  <c:v>45628</c:v>
                </c:pt>
                <c:pt idx="878">
                  <c:v>45629</c:v>
                </c:pt>
                <c:pt idx="879">
                  <c:v>45630</c:v>
                </c:pt>
                <c:pt idx="880">
                  <c:v>45631</c:v>
                </c:pt>
                <c:pt idx="881">
                  <c:v>45632</c:v>
                </c:pt>
                <c:pt idx="882">
                  <c:v>45635</c:v>
                </c:pt>
                <c:pt idx="883">
                  <c:v>45636</c:v>
                </c:pt>
                <c:pt idx="884">
                  <c:v>45637</c:v>
                </c:pt>
                <c:pt idx="885">
                  <c:v>45638</c:v>
                </c:pt>
                <c:pt idx="886">
                  <c:v>45639</c:v>
                </c:pt>
                <c:pt idx="887">
                  <c:v>45642</c:v>
                </c:pt>
                <c:pt idx="888">
                  <c:v>45643</c:v>
                </c:pt>
                <c:pt idx="889">
                  <c:v>45644</c:v>
                </c:pt>
                <c:pt idx="890">
                  <c:v>45645</c:v>
                </c:pt>
                <c:pt idx="891">
                  <c:v>45646</c:v>
                </c:pt>
                <c:pt idx="892">
                  <c:v>45649</c:v>
                </c:pt>
                <c:pt idx="893">
                  <c:v>45650</c:v>
                </c:pt>
                <c:pt idx="894">
                  <c:v>45651</c:v>
                </c:pt>
                <c:pt idx="895">
                  <c:v>45652</c:v>
                </c:pt>
                <c:pt idx="896">
                  <c:v>45653</c:v>
                </c:pt>
                <c:pt idx="897">
                  <c:v>45656</c:v>
                </c:pt>
                <c:pt idx="898">
                  <c:v>45657</c:v>
                </c:pt>
                <c:pt idx="899">
                  <c:v>45659</c:v>
                </c:pt>
                <c:pt idx="900">
                  <c:v>45660</c:v>
                </c:pt>
                <c:pt idx="901">
                  <c:v>45663</c:v>
                </c:pt>
                <c:pt idx="902">
                  <c:v>45664</c:v>
                </c:pt>
                <c:pt idx="903">
                  <c:v>45665</c:v>
                </c:pt>
                <c:pt idx="904">
                  <c:v>45666</c:v>
                </c:pt>
                <c:pt idx="905">
                  <c:v>45667</c:v>
                </c:pt>
                <c:pt idx="906">
                  <c:v>45670</c:v>
                </c:pt>
                <c:pt idx="907">
                  <c:v>45671</c:v>
                </c:pt>
                <c:pt idx="908">
                  <c:v>45672</c:v>
                </c:pt>
                <c:pt idx="909">
                  <c:v>45673</c:v>
                </c:pt>
                <c:pt idx="910">
                  <c:v>45674</c:v>
                </c:pt>
                <c:pt idx="911">
                  <c:v>45677</c:v>
                </c:pt>
                <c:pt idx="912">
                  <c:v>45678</c:v>
                </c:pt>
                <c:pt idx="913">
                  <c:v>45679</c:v>
                </c:pt>
                <c:pt idx="914">
                  <c:v>45680</c:v>
                </c:pt>
                <c:pt idx="915">
                  <c:v>45681</c:v>
                </c:pt>
                <c:pt idx="916">
                  <c:v>45691</c:v>
                </c:pt>
                <c:pt idx="917">
                  <c:v>45692</c:v>
                </c:pt>
                <c:pt idx="918">
                  <c:v>45693</c:v>
                </c:pt>
                <c:pt idx="919">
                  <c:v>45694</c:v>
                </c:pt>
                <c:pt idx="920">
                  <c:v>45695</c:v>
                </c:pt>
                <c:pt idx="921">
                  <c:v>45698</c:v>
                </c:pt>
                <c:pt idx="922">
                  <c:v>45699</c:v>
                </c:pt>
                <c:pt idx="923">
                  <c:v>45700</c:v>
                </c:pt>
                <c:pt idx="924">
                  <c:v>45701</c:v>
                </c:pt>
                <c:pt idx="925">
                  <c:v>45702</c:v>
                </c:pt>
                <c:pt idx="926">
                  <c:v>45705</c:v>
                </c:pt>
                <c:pt idx="927">
                  <c:v>45706</c:v>
                </c:pt>
                <c:pt idx="928">
                  <c:v>45707</c:v>
                </c:pt>
                <c:pt idx="929">
                  <c:v>45708</c:v>
                </c:pt>
                <c:pt idx="930">
                  <c:v>45709</c:v>
                </c:pt>
                <c:pt idx="931">
                  <c:v>45712</c:v>
                </c:pt>
                <c:pt idx="932">
                  <c:v>45713</c:v>
                </c:pt>
                <c:pt idx="933">
                  <c:v>45714</c:v>
                </c:pt>
                <c:pt idx="934">
                  <c:v>45715</c:v>
                </c:pt>
                <c:pt idx="935">
                  <c:v>45716</c:v>
                </c:pt>
                <c:pt idx="936">
                  <c:v>45719</c:v>
                </c:pt>
                <c:pt idx="937">
                  <c:v>45720</c:v>
                </c:pt>
                <c:pt idx="938">
                  <c:v>45721</c:v>
                </c:pt>
                <c:pt idx="939">
                  <c:v>45722</c:v>
                </c:pt>
                <c:pt idx="940">
                  <c:v>45723</c:v>
                </c:pt>
                <c:pt idx="941">
                  <c:v>45726</c:v>
                </c:pt>
                <c:pt idx="942">
                  <c:v>45727</c:v>
                </c:pt>
                <c:pt idx="943">
                  <c:v>45728</c:v>
                </c:pt>
                <c:pt idx="944">
                  <c:v>45729</c:v>
                </c:pt>
                <c:pt idx="945">
                  <c:v>45730</c:v>
                </c:pt>
                <c:pt idx="946">
                  <c:v>45733</c:v>
                </c:pt>
                <c:pt idx="947">
                  <c:v>45734</c:v>
                </c:pt>
                <c:pt idx="948">
                  <c:v>45735</c:v>
                </c:pt>
                <c:pt idx="949">
                  <c:v>45736</c:v>
                </c:pt>
                <c:pt idx="950">
                  <c:v>45737</c:v>
                </c:pt>
                <c:pt idx="951">
                  <c:v>45740</c:v>
                </c:pt>
                <c:pt idx="952">
                  <c:v>45741</c:v>
                </c:pt>
                <c:pt idx="953">
                  <c:v>45742</c:v>
                </c:pt>
                <c:pt idx="954">
                  <c:v>45743</c:v>
                </c:pt>
                <c:pt idx="955">
                  <c:v>45744</c:v>
                </c:pt>
                <c:pt idx="956">
                  <c:v>45747</c:v>
                </c:pt>
                <c:pt idx="957">
                  <c:v>45748</c:v>
                </c:pt>
                <c:pt idx="958">
                  <c:v>45749</c:v>
                </c:pt>
                <c:pt idx="959">
                  <c:v>45750</c:v>
                </c:pt>
                <c:pt idx="960">
                  <c:v>45751</c:v>
                </c:pt>
                <c:pt idx="961">
                  <c:v>45755</c:v>
                </c:pt>
                <c:pt idx="962">
                  <c:v>45756</c:v>
                </c:pt>
                <c:pt idx="963">
                  <c:v>45757</c:v>
                </c:pt>
                <c:pt idx="964">
                  <c:v>45758</c:v>
                </c:pt>
                <c:pt idx="965">
                  <c:v>45761</c:v>
                </c:pt>
                <c:pt idx="966">
                  <c:v>45762</c:v>
                </c:pt>
                <c:pt idx="967">
                  <c:v>45763</c:v>
                </c:pt>
                <c:pt idx="968">
                  <c:v>45764</c:v>
                </c:pt>
                <c:pt idx="969">
                  <c:v>45765</c:v>
                </c:pt>
                <c:pt idx="970">
                  <c:v>45768</c:v>
                </c:pt>
                <c:pt idx="971">
                  <c:v>45769</c:v>
                </c:pt>
                <c:pt idx="972">
                  <c:v>45770</c:v>
                </c:pt>
                <c:pt idx="973">
                  <c:v>45771</c:v>
                </c:pt>
                <c:pt idx="974">
                  <c:v>45772</c:v>
                </c:pt>
                <c:pt idx="975">
                  <c:v>45775</c:v>
                </c:pt>
                <c:pt idx="976">
                  <c:v>45776</c:v>
                </c:pt>
                <c:pt idx="977">
                  <c:v>45782</c:v>
                </c:pt>
                <c:pt idx="978">
                  <c:v>45783</c:v>
                </c:pt>
                <c:pt idx="979">
                  <c:v>45784</c:v>
                </c:pt>
                <c:pt idx="980">
                  <c:v>45785</c:v>
                </c:pt>
                <c:pt idx="981">
                  <c:v>45786</c:v>
                </c:pt>
                <c:pt idx="982">
                  <c:v>45789</c:v>
                </c:pt>
                <c:pt idx="983">
                  <c:v>45790</c:v>
                </c:pt>
                <c:pt idx="984">
                  <c:v>45791</c:v>
                </c:pt>
                <c:pt idx="985">
                  <c:v>45792</c:v>
                </c:pt>
                <c:pt idx="986">
                  <c:v>45793</c:v>
                </c:pt>
                <c:pt idx="987">
                  <c:v>45796</c:v>
                </c:pt>
                <c:pt idx="988">
                  <c:v>45797</c:v>
                </c:pt>
                <c:pt idx="989">
                  <c:v>45798</c:v>
                </c:pt>
                <c:pt idx="990">
                  <c:v>45799</c:v>
                </c:pt>
                <c:pt idx="991">
                  <c:v>45800</c:v>
                </c:pt>
                <c:pt idx="992">
                  <c:v>45803</c:v>
                </c:pt>
                <c:pt idx="993">
                  <c:v>45804</c:v>
                </c:pt>
                <c:pt idx="994">
                  <c:v>45805</c:v>
                </c:pt>
                <c:pt idx="995">
                  <c:v>45806</c:v>
                </c:pt>
                <c:pt idx="996">
                  <c:v>45807</c:v>
                </c:pt>
                <c:pt idx="997">
                  <c:v>45810</c:v>
                </c:pt>
                <c:pt idx="998">
                  <c:v>45811</c:v>
                </c:pt>
                <c:pt idx="999">
                  <c:v>45812</c:v>
                </c:pt>
                <c:pt idx="1000">
                  <c:v>45813</c:v>
                </c:pt>
                <c:pt idx="1001">
                  <c:v>45814</c:v>
                </c:pt>
                <c:pt idx="1002">
                  <c:v>45817</c:v>
                </c:pt>
                <c:pt idx="1003">
                  <c:v>45818</c:v>
                </c:pt>
                <c:pt idx="1004">
                  <c:v>45819</c:v>
                </c:pt>
                <c:pt idx="1005">
                  <c:v>45820</c:v>
                </c:pt>
                <c:pt idx="1006">
                  <c:v>45821</c:v>
                </c:pt>
                <c:pt idx="1007">
                  <c:v>45824</c:v>
                </c:pt>
                <c:pt idx="1008">
                  <c:v>45825</c:v>
                </c:pt>
                <c:pt idx="1009">
                  <c:v>45826</c:v>
                </c:pt>
                <c:pt idx="1010">
                  <c:v>45827</c:v>
                </c:pt>
                <c:pt idx="1011">
                  <c:v>45828</c:v>
                </c:pt>
                <c:pt idx="1012">
                  <c:v>45831</c:v>
                </c:pt>
                <c:pt idx="1013">
                  <c:v>45832</c:v>
                </c:pt>
                <c:pt idx="1014">
                  <c:v>45833</c:v>
                </c:pt>
                <c:pt idx="1015">
                  <c:v>45834</c:v>
                </c:pt>
                <c:pt idx="1016">
                  <c:v>45835</c:v>
                </c:pt>
                <c:pt idx="1017">
                  <c:v>45838</c:v>
                </c:pt>
                <c:pt idx="1018">
                  <c:v>45839</c:v>
                </c:pt>
                <c:pt idx="1019">
                  <c:v>45840</c:v>
                </c:pt>
                <c:pt idx="1020">
                  <c:v>45841</c:v>
                </c:pt>
                <c:pt idx="1021">
                  <c:v>45842</c:v>
                </c:pt>
                <c:pt idx="1022">
                  <c:v>45845</c:v>
                </c:pt>
                <c:pt idx="1023">
                  <c:v>45846</c:v>
                </c:pt>
                <c:pt idx="1024">
                  <c:v>45847</c:v>
                </c:pt>
                <c:pt idx="1025">
                  <c:v>45848</c:v>
                </c:pt>
                <c:pt idx="1026">
                  <c:v>45849</c:v>
                </c:pt>
                <c:pt idx="1027">
                  <c:v>45852</c:v>
                </c:pt>
                <c:pt idx="1028">
                  <c:v>45853</c:v>
                </c:pt>
                <c:pt idx="1029">
                  <c:v>45854</c:v>
                </c:pt>
                <c:pt idx="1030">
                  <c:v>45855</c:v>
                </c:pt>
                <c:pt idx="1031">
                  <c:v>45856</c:v>
                </c:pt>
                <c:pt idx="1032">
                  <c:v>45859</c:v>
                </c:pt>
                <c:pt idx="1033">
                  <c:v>45860</c:v>
                </c:pt>
                <c:pt idx="1034">
                  <c:v>45861</c:v>
                </c:pt>
                <c:pt idx="1035">
                  <c:v>45862</c:v>
                </c:pt>
                <c:pt idx="1036">
                  <c:v>45863</c:v>
                </c:pt>
                <c:pt idx="1037">
                  <c:v>45866</c:v>
                </c:pt>
                <c:pt idx="1038">
                  <c:v>45867</c:v>
                </c:pt>
                <c:pt idx="1039">
                  <c:v>45868</c:v>
                </c:pt>
                <c:pt idx="1040">
                  <c:v>45869</c:v>
                </c:pt>
                <c:pt idx="1041">
                  <c:v>45870</c:v>
                </c:pt>
                <c:pt idx="1042">
                  <c:v>45873</c:v>
                </c:pt>
                <c:pt idx="1043">
                  <c:v>45874</c:v>
                </c:pt>
                <c:pt idx="1044">
                  <c:v>45875</c:v>
                </c:pt>
                <c:pt idx="1045">
                  <c:v>45876</c:v>
                </c:pt>
                <c:pt idx="1046">
                  <c:v>45877</c:v>
                </c:pt>
                <c:pt idx="1047">
                  <c:v>45880</c:v>
                </c:pt>
                <c:pt idx="1048">
                  <c:v>45881</c:v>
                </c:pt>
                <c:pt idx="1049">
                  <c:v>45882</c:v>
                </c:pt>
                <c:pt idx="1050">
                  <c:v>45883</c:v>
                </c:pt>
                <c:pt idx="1051">
                  <c:v>45884</c:v>
                </c:pt>
                <c:pt idx="1052">
                  <c:v>45887</c:v>
                </c:pt>
                <c:pt idx="1053">
                  <c:v>45888</c:v>
                </c:pt>
                <c:pt idx="1054">
                  <c:v>45889</c:v>
                </c:pt>
                <c:pt idx="1055">
                  <c:v>45890</c:v>
                </c:pt>
                <c:pt idx="1056">
                  <c:v>45891</c:v>
                </c:pt>
                <c:pt idx="1057">
                  <c:v>45894</c:v>
                </c:pt>
                <c:pt idx="1058">
                  <c:v>45895</c:v>
                </c:pt>
                <c:pt idx="1059">
                  <c:v>45896</c:v>
                </c:pt>
                <c:pt idx="1060">
                  <c:v>45897</c:v>
                </c:pt>
                <c:pt idx="1061">
                  <c:v>45898</c:v>
                </c:pt>
                <c:pt idx="1062">
                  <c:v>45903</c:v>
                </c:pt>
                <c:pt idx="1063">
                  <c:v>45904</c:v>
                </c:pt>
                <c:pt idx="1064">
                  <c:v>45905</c:v>
                </c:pt>
                <c:pt idx="1065">
                  <c:v>45908</c:v>
                </c:pt>
                <c:pt idx="1066">
                  <c:v>45909</c:v>
                </c:pt>
                <c:pt idx="1067">
                  <c:v>45910</c:v>
                </c:pt>
                <c:pt idx="1068">
                  <c:v>45911</c:v>
                </c:pt>
                <c:pt idx="1069">
                  <c:v>45912</c:v>
                </c:pt>
                <c:pt idx="1070">
                  <c:v>45915</c:v>
                </c:pt>
                <c:pt idx="1071">
                  <c:v>45916</c:v>
                </c:pt>
                <c:pt idx="1072">
                  <c:v>45917</c:v>
                </c:pt>
                <c:pt idx="1073">
                  <c:v>45918</c:v>
                </c:pt>
                <c:pt idx="1074">
                  <c:v>45919</c:v>
                </c:pt>
                <c:pt idx="1075">
                  <c:v>45922</c:v>
                </c:pt>
                <c:pt idx="1076">
                  <c:v>45923</c:v>
                </c:pt>
                <c:pt idx="1077">
                  <c:v>45924</c:v>
                </c:pt>
                <c:pt idx="1078">
                  <c:v>45925</c:v>
                </c:pt>
                <c:pt idx="1079">
                  <c:v>45926</c:v>
                </c:pt>
                <c:pt idx="1080">
                  <c:v>45929</c:v>
                </c:pt>
                <c:pt idx="1081">
                  <c:v>45930</c:v>
                </c:pt>
                <c:pt idx="1082">
                  <c:v>45931</c:v>
                </c:pt>
                <c:pt idx="1083">
                  <c:v>45932</c:v>
                </c:pt>
                <c:pt idx="1084">
                  <c:v>45933</c:v>
                </c:pt>
                <c:pt idx="1085">
                  <c:v>45936</c:v>
                </c:pt>
                <c:pt idx="1086">
                  <c:v>45937</c:v>
                </c:pt>
                <c:pt idx="1087">
                  <c:v>45938</c:v>
                </c:pt>
                <c:pt idx="1088">
                  <c:v>45939</c:v>
                </c:pt>
                <c:pt idx="1089">
                  <c:v>45940</c:v>
                </c:pt>
                <c:pt idx="1090">
                  <c:v>45943</c:v>
                </c:pt>
                <c:pt idx="1091">
                  <c:v>45944</c:v>
                </c:pt>
                <c:pt idx="1092">
                  <c:v>45945</c:v>
                </c:pt>
                <c:pt idx="1093">
                  <c:v>45946</c:v>
                </c:pt>
                <c:pt idx="1094">
                  <c:v>45947</c:v>
                </c:pt>
                <c:pt idx="1095">
                  <c:v>45950</c:v>
                </c:pt>
                <c:pt idx="1096">
                  <c:v>45951</c:v>
                </c:pt>
                <c:pt idx="1097">
                  <c:v>45952</c:v>
                </c:pt>
                <c:pt idx="1098">
                  <c:v>45953</c:v>
                </c:pt>
                <c:pt idx="1099">
                  <c:v>45954</c:v>
                </c:pt>
                <c:pt idx="1100">
                  <c:v>45957</c:v>
                </c:pt>
                <c:pt idx="1101">
                  <c:v>45958</c:v>
                </c:pt>
                <c:pt idx="1102">
                  <c:v>45959</c:v>
                </c:pt>
                <c:pt idx="1103">
                  <c:v>45960</c:v>
                </c:pt>
                <c:pt idx="1104">
                  <c:v>45961</c:v>
                </c:pt>
                <c:pt idx="1105">
                  <c:v>45964</c:v>
                </c:pt>
                <c:pt idx="1106">
                  <c:v>45965</c:v>
                </c:pt>
                <c:pt idx="1107">
                  <c:v>45966</c:v>
                </c:pt>
                <c:pt idx="1108">
                  <c:v>45967</c:v>
                </c:pt>
                <c:pt idx="1109">
                  <c:v>45968</c:v>
                </c:pt>
                <c:pt idx="1110">
                  <c:v>45971</c:v>
                </c:pt>
                <c:pt idx="1111">
                  <c:v>45972</c:v>
                </c:pt>
                <c:pt idx="1112">
                  <c:v>45973</c:v>
                </c:pt>
                <c:pt idx="1113">
                  <c:v>45974</c:v>
                </c:pt>
                <c:pt idx="1114">
                  <c:v>45975</c:v>
                </c:pt>
                <c:pt idx="1115">
                  <c:v>45978</c:v>
                </c:pt>
                <c:pt idx="1116">
                  <c:v>45979</c:v>
                </c:pt>
                <c:pt idx="1117">
                  <c:v>45980</c:v>
                </c:pt>
                <c:pt idx="1118">
                  <c:v>45981</c:v>
                </c:pt>
                <c:pt idx="1119">
                  <c:v>45982</c:v>
                </c:pt>
                <c:pt idx="1120">
                  <c:v>45985</c:v>
                </c:pt>
                <c:pt idx="1121">
                  <c:v>45986</c:v>
                </c:pt>
                <c:pt idx="1122">
                  <c:v>45987</c:v>
                </c:pt>
                <c:pt idx="1123">
                  <c:v>45988</c:v>
                </c:pt>
                <c:pt idx="1124">
                  <c:v>45989</c:v>
                </c:pt>
                <c:pt idx="1125">
                  <c:v>45992</c:v>
                </c:pt>
                <c:pt idx="1126">
                  <c:v>45993</c:v>
                </c:pt>
                <c:pt idx="1127">
                  <c:v>45994</c:v>
                </c:pt>
                <c:pt idx="1128">
                  <c:v>45995</c:v>
                </c:pt>
                <c:pt idx="1129">
                  <c:v>45996</c:v>
                </c:pt>
                <c:pt idx="1130">
                  <c:v>45999</c:v>
                </c:pt>
                <c:pt idx="1131">
                  <c:v>46000</c:v>
                </c:pt>
                <c:pt idx="1132">
                  <c:v>46001</c:v>
                </c:pt>
                <c:pt idx="1133">
                  <c:v>46002</c:v>
                </c:pt>
                <c:pt idx="1134">
                  <c:v>46003</c:v>
                </c:pt>
                <c:pt idx="1135">
                  <c:v>46006</c:v>
                </c:pt>
                <c:pt idx="1136">
                  <c:v>46007</c:v>
                </c:pt>
                <c:pt idx="1137">
                  <c:v>46008</c:v>
                </c:pt>
                <c:pt idx="1138">
                  <c:v>46009</c:v>
                </c:pt>
                <c:pt idx="1139">
                  <c:v>46010</c:v>
                </c:pt>
                <c:pt idx="1140">
                  <c:v>46013</c:v>
                </c:pt>
                <c:pt idx="1141">
                  <c:v>46014</c:v>
                </c:pt>
                <c:pt idx="1142">
                  <c:v>46015</c:v>
                </c:pt>
                <c:pt idx="1143">
                  <c:v>46016</c:v>
                </c:pt>
                <c:pt idx="1144">
                  <c:v>46017</c:v>
                </c:pt>
                <c:pt idx="1145">
                  <c:v>46020</c:v>
                </c:pt>
                <c:pt idx="1146">
                  <c:v>46021</c:v>
                </c:pt>
                <c:pt idx="1147">
                  <c:v>46022</c:v>
                </c:pt>
                <c:pt idx="1148">
                  <c:v>46027</c:v>
                </c:pt>
                <c:pt idx="1149">
                  <c:v>46028</c:v>
                </c:pt>
                <c:pt idx="1150">
                  <c:v>46029</c:v>
                </c:pt>
                <c:pt idx="1151">
                  <c:v>46030</c:v>
                </c:pt>
                <c:pt idx="1152">
                  <c:v>46031</c:v>
                </c:pt>
                <c:pt idx="1153">
                  <c:v>46034</c:v>
                </c:pt>
                <c:pt idx="1154">
                  <c:v>46035</c:v>
                </c:pt>
                <c:pt idx="1155">
                  <c:v>46036</c:v>
                </c:pt>
                <c:pt idx="1156">
                  <c:v>46037</c:v>
                </c:pt>
                <c:pt idx="1157">
                  <c:v>46038</c:v>
                </c:pt>
                <c:pt idx="1158">
                  <c:v>46041</c:v>
                </c:pt>
                <c:pt idx="1159">
                  <c:v>46042</c:v>
                </c:pt>
                <c:pt idx="1160">
                  <c:v>46043</c:v>
                </c:pt>
                <c:pt idx="1161">
                  <c:v>46044</c:v>
                </c:pt>
                <c:pt idx="1162">
                  <c:v>46045</c:v>
                </c:pt>
                <c:pt idx="1163">
                  <c:v>46048</c:v>
                </c:pt>
                <c:pt idx="1164">
                  <c:v>46049</c:v>
                </c:pt>
                <c:pt idx="1165">
                  <c:v>46050</c:v>
                </c:pt>
                <c:pt idx="1166">
                  <c:v>46051</c:v>
                </c:pt>
                <c:pt idx="1167">
                  <c:v>46052</c:v>
                </c:pt>
                <c:pt idx="1168">
                  <c:v>46055</c:v>
                </c:pt>
                <c:pt idx="1169">
                  <c:v>46056</c:v>
                </c:pt>
                <c:pt idx="1170">
                  <c:v>46057</c:v>
                </c:pt>
                <c:pt idx="1171">
                  <c:v>46058</c:v>
                </c:pt>
                <c:pt idx="1172">
                  <c:v>46059</c:v>
                </c:pt>
                <c:pt idx="1173">
                  <c:v>46062</c:v>
                </c:pt>
                <c:pt idx="1174">
                  <c:v>46063</c:v>
                </c:pt>
                <c:pt idx="1175">
                  <c:v>46064</c:v>
                </c:pt>
                <c:pt idx="1176">
                  <c:v>46065</c:v>
                </c:pt>
                <c:pt idx="1177">
                  <c:v>46066</c:v>
                </c:pt>
                <c:pt idx="1178">
                  <c:v>46076</c:v>
                </c:pt>
                <c:pt idx="1179">
                  <c:v>46077</c:v>
                </c:pt>
                <c:pt idx="1180">
                  <c:v>46078</c:v>
                </c:pt>
                <c:pt idx="1181">
                  <c:v>46079</c:v>
                </c:pt>
                <c:pt idx="1182">
                  <c:v>46080</c:v>
                </c:pt>
                <c:pt idx="1183">
                  <c:v>46083</c:v>
                </c:pt>
                <c:pt idx="1184">
                  <c:v>46084</c:v>
                </c:pt>
                <c:pt idx="1185">
                  <c:v>46085</c:v>
                </c:pt>
                <c:pt idx="1186">
                  <c:v>46086</c:v>
                </c:pt>
                <c:pt idx="1187">
                  <c:v>46087</c:v>
                </c:pt>
                <c:pt idx="1188">
                  <c:v>46090</c:v>
                </c:pt>
                <c:pt idx="1189">
                  <c:v>46091</c:v>
                </c:pt>
                <c:pt idx="1190">
                  <c:v>46092</c:v>
                </c:pt>
                <c:pt idx="1191">
                  <c:v>46093</c:v>
                </c:pt>
                <c:pt idx="1192">
                  <c:v>46094</c:v>
                </c:pt>
                <c:pt idx="1193">
                  <c:v>46097</c:v>
                </c:pt>
                <c:pt idx="1194">
                  <c:v>46098</c:v>
                </c:pt>
                <c:pt idx="1195">
                  <c:v>46099</c:v>
                </c:pt>
                <c:pt idx="1196">
                  <c:v>46100</c:v>
                </c:pt>
                <c:pt idx="1197">
                  <c:v>46101</c:v>
                </c:pt>
                <c:pt idx="1198">
                  <c:v>46104</c:v>
                </c:pt>
                <c:pt idx="1199">
                  <c:v>46105</c:v>
                </c:pt>
                <c:pt idx="1200">
                  <c:v>46106</c:v>
                </c:pt>
                <c:pt idx="1201">
                  <c:v>46107</c:v>
                </c:pt>
                <c:pt idx="1202">
                  <c:v>46108</c:v>
                </c:pt>
                <c:pt idx="1203">
                  <c:v>46111</c:v>
                </c:pt>
                <c:pt idx="1204">
                  <c:v>46112</c:v>
                </c:pt>
                <c:pt idx="1205">
                  <c:v>46113</c:v>
                </c:pt>
                <c:pt idx="1206">
                  <c:v>46114</c:v>
                </c:pt>
                <c:pt idx="1207">
                  <c:v>46115</c:v>
                </c:pt>
                <c:pt idx="1208">
                  <c:v>46118</c:v>
                </c:pt>
                <c:pt idx="1209">
                  <c:v>46119</c:v>
                </c:pt>
                <c:pt idx="1210">
                  <c:v>46120</c:v>
                </c:pt>
                <c:pt idx="1211">
                  <c:v>46121</c:v>
                </c:pt>
                <c:pt idx="1212">
                  <c:v>46122</c:v>
                </c:pt>
                <c:pt idx="1213">
                  <c:v>46125</c:v>
                </c:pt>
                <c:pt idx="1214">
                  <c:v>46126</c:v>
                </c:pt>
                <c:pt idx="1215">
                  <c:v>46127</c:v>
                </c:pt>
                <c:pt idx="1216">
                  <c:v>46128</c:v>
                </c:pt>
                <c:pt idx="1217">
                  <c:v>46129</c:v>
                </c:pt>
                <c:pt idx="1218">
                  <c:v>46132</c:v>
                </c:pt>
                <c:pt idx="1219">
                  <c:v>46133</c:v>
                </c:pt>
                <c:pt idx="1220">
                  <c:v>46134</c:v>
                </c:pt>
                <c:pt idx="1221">
                  <c:v>46135</c:v>
                </c:pt>
                <c:pt idx="1222">
                  <c:v>46136</c:v>
                </c:pt>
                <c:pt idx="1223">
                  <c:v>46140</c:v>
                </c:pt>
                <c:pt idx="1224">
                  <c:v>46141</c:v>
                </c:pt>
                <c:pt idx="1225">
                  <c:v>46146</c:v>
                </c:pt>
                <c:pt idx="1226">
                  <c:v>46147</c:v>
                </c:pt>
                <c:pt idx="1227">
                  <c:v>46148</c:v>
                </c:pt>
                <c:pt idx="1228">
                  <c:v>46149</c:v>
                </c:pt>
                <c:pt idx="1229">
                  <c:v>46150</c:v>
                </c:pt>
                <c:pt idx="1230">
                  <c:v>46153</c:v>
                </c:pt>
                <c:pt idx="1231">
                  <c:v>46154</c:v>
                </c:pt>
                <c:pt idx="1232">
                  <c:v>46155</c:v>
                </c:pt>
                <c:pt idx="1233">
                  <c:v>46156</c:v>
                </c:pt>
                <c:pt idx="1234">
                  <c:v>46157</c:v>
                </c:pt>
                <c:pt idx="1235">
                  <c:v>46160</c:v>
                </c:pt>
                <c:pt idx="1236">
                  <c:v>46161</c:v>
                </c:pt>
                <c:pt idx="1237">
                  <c:v>46162</c:v>
                </c:pt>
                <c:pt idx="1238">
                  <c:v>46163</c:v>
                </c:pt>
                <c:pt idx="1239">
                  <c:v>46164</c:v>
                </c:pt>
                <c:pt idx="1240">
                  <c:v>46167</c:v>
                </c:pt>
                <c:pt idx="1241">
                  <c:v>46168</c:v>
                </c:pt>
                <c:pt idx="1242">
                  <c:v>46169</c:v>
                </c:pt>
                <c:pt idx="1243">
                  <c:v>46170</c:v>
                </c:pt>
                <c:pt idx="1244">
                  <c:v>46171</c:v>
                </c:pt>
                <c:pt idx="1245">
                  <c:v>46174</c:v>
                </c:pt>
                <c:pt idx="1246">
                  <c:v>46175</c:v>
                </c:pt>
              </c:numCache>
            </c:numRef>
          </c:cat>
          <c:val>
            <c:numRef>
              <c:f>'PB ratio'!$E$106:$E$1353</c:f>
              <c:numCache>
                <c:formatCode>0.00</c:formatCode>
                <c:ptCount val="1248"/>
                <c:pt idx="0">
                  <c:v>2.0883307055289961</c:v>
                </c:pt>
                <c:pt idx="1">
                  <c:v>2.0883307055289961</c:v>
                </c:pt>
                <c:pt idx="2">
                  <c:v>2.0883307055289961</c:v>
                </c:pt>
                <c:pt idx="3">
                  <c:v>2.0883307055289961</c:v>
                </c:pt>
                <c:pt idx="4">
                  <c:v>2.0883307055289961</c:v>
                </c:pt>
                <c:pt idx="5">
                  <c:v>2.0883307055289961</c:v>
                </c:pt>
                <c:pt idx="6">
                  <c:v>2.0883307055289961</c:v>
                </c:pt>
                <c:pt idx="7">
                  <c:v>2.0883307055289961</c:v>
                </c:pt>
                <c:pt idx="8">
                  <c:v>2.0883307055289961</c:v>
                </c:pt>
                <c:pt idx="9">
                  <c:v>2.0883307055289961</c:v>
                </c:pt>
                <c:pt idx="10">
                  <c:v>2.0883307055289961</c:v>
                </c:pt>
                <c:pt idx="11">
                  <c:v>2.0883307055289961</c:v>
                </c:pt>
                <c:pt idx="12">
                  <c:v>2.0883307055289961</c:v>
                </c:pt>
                <c:pt idx="13">
                  <c:v>2.0883307055289961</c:v>
                </c:pt>
                <c:pt idx="14">
                  <c:v>2.0883307055289961</c:v>
                </c:pt>
                <c:pt idx="15">
                  <c:v>2.0883307055289961</c:v>
                </c:pt>
                <c:pt idx="16">
                  <c:v>2.0883307055289961</c:v>
                </c:pt>
                <c:pt idx="17">
                  <c:v>2.0883307055289961</c:v>
                </c:pt>
                <c:pt idx="18">
                  <c:v>2.0883307055289961</c:v>
                </c:pt>
                <c:pt idx="19">
                  <c:v>2.0883307055289961</c:v>
                </c:pt>
                <c:pt idx="20">
                  <c:v>2.0883307055289961</c:v>
                </c:pt>
                <c:pt idx="21">
                  <c:v>2.0883307055289961</c:v>
                </c:pt>
                <c:pt idx="22">
                  <c:v>2.0883307055289961</c:v>
                </c:pt>
                <c:pt idx="23">
                  <c:v>2.0883307055289961</c:v>
                </c:pt>
                <c:pt idx="24">
                  <c:v>2.0883307055289961</c:v>
                </c:pt>
                <c:pt idx="25">
                  <c:v>2.0883307055289961</c:v>
                </c:pt>
                <c:pt idx="26">
                  <c:v>2.0883307055289961</c:v>
                </c:pt>
                <c:pt idx="27">
                  <c:v>2.0883307055289961</c:v>
                </c:pt>
                <c:pt idx="28">
                  <c:v>2.0883307055289961</c:v>
                </c:pt>
                <c:pt idx="29">
                  <c:v>2.0883307055289961</c:v>
                </c:pt>
                <c:pt idx="30">
                  <c:v>2.0883307055289961</c:v>
                </c:pt>
                <c:pt idx="31">
                  <c:v>2.0883307055289961</c:v>
                </c:pt>
                <c:pt idx="32">
                  <c:v>2.0883307055289961</c:v>
                </c:pt>
                <c:pt idx="33">
                  <c:v>2.0883307055289961</c:v>
                </c:pt>
                <c:pt idx="34">
                  <c:v>2.0883307055289961</c:v>
                </c:pt>
                <c:pt idx="35">
                  <c:v>2.0883307055289961</c:v>
                </c:pt>
                <c:pt idx="36">
                  <c:v>2.0883307055289961</c:v>
                </c:pt>
                <c:pt idx="37">
                  <c:v>2.0883307055289961</c:v>
                </c:pt>
                <c:pt idx="38">
                  <c:v>2.0883307055289961</c:v>
                </c:pt>
                <c:pt idx="39">
                  <c:v>2.0883307055289961</c:v>
                </c:pt>
                <c:pt idx="40">
                  <c:v>2.0883307055289961</c:v>
                </c:pt>
                <c:pt idx="41">
                  <c:v>2.0883307055289961</c:v>
                </c:pt>
                <c:pt idx="42">
                  <c:v>2.0883307055289961</c:v>
                </c:pt>
                <c:pt idx="43">
                  <c:v>2.0883307055289961</c:v>
                </c:pt>
                <c:pt idx="44">
                  <c:v>2.0883307055289961</c:v>
                </c:pt>
                <c:pt idx="45">
                  <c:v>2.0883307055289961</c:v>
                </c:pt>
                <c:pt idx="46">
                  <c:v>2.0883307055289961</c:v>
                </c:pt>
                <c:pt idx="47">
                  <c:v>2.0883307055289961</c:v>
                </c:pt>
                <c:pt idx="48">
                  <c:v>2.0883307055289961</c:v>
                </c:pt>
                <c:pt idx="49">
                  <c:v>2.0883307055289961</c:v>
                </c:pt>
                <c:pt idx="50">
                  <c:v>2.0883307055289961</c:v>
                </c:pt>
                <c:pt idx="51">
                  <c:v>2.0883307055289961</c:v>
                </c:pt>
                <c:pt idx="52">
                  <c:v>2.0883307055289961</c:v>
                </c:pt>
                <c:pt idx="53">
                  <c:v>2.0883307055289961</c:v>
                </c:pt>
                <c:pt idx="54">
                  <c:v>2.0883307055289961</c:v>
                </c:pt>
                <c:pt idx="55">
                  <c:v>2.0883307055289961</c:v>
                </c:pt>
                <c:pt idx="56">
                  <c:v>2.0883307055289961</c:v>
                </c:pt>
                <c:pt idx="57">
                  <c:v>2.0883307055289961</c:v>
                </c:pt>
                <c:pt idx="58">
                  <c:v>2.0883307055289961</c:v>
                </c:pt>
                <c:pt idx="59">
                  <c:v>2.0883307055289961</c:v>
                </c:pt>
                <c:pt idx="60">
                  <c:v>2.0883307055289961</c:v>
                </c:pt>
                <c:pt idx="61">
                  <c:v>2.0883307055289961</c:v>
                </c:pt>
                <c:pt idx="62">
                  <c:v>2.0883307055289961</c:v>
                </c:pt>
                <c:pt idx="63">
                  <c:v>2.0883307055289961</c:v>
                </c:pt>
                <c:pt idx="64">
                  <c:v>2.0883307055289961</c:v>
                </c:pt>
                <c:pt idx="65">
                  <c:v>2.0883307055289961</c:v>
                </c:pt>
                <c:pt idx="66">
                  <c:v>2.0883307055289961</c:v>
                </c:pt>
                <c:pt idx="67">
                  <c:v>2.0883307055289961</c:v>
                </c:pt>
                <c:pt idx="68">
                  <c:v>2.0883307055289961</c:v>
                </c:pt>
                <c:pt idx="69">
                  <c:v>2.0883307055289961</c:v>
                </c:pt>
                <c:pt idx="70">
                  <c:v>2.0883307055289961</c:v>
                </c:pt>
                <c:pt idx="71">
                  <c:v>2.0883307055289961</c:v>
                </c:pt>
                <c:pt idx="72">
                  <c:v>2.0883307055289961</c:v>
                </c:pt>
                <c:pt idx="73">
                  <c:v>2.0883307055289961</c:v>
                </c:pt>
                <c:pt idx="74">
                  <c:v>2.0883307055289961</c:v>
                </c:pt>
                <c:pt idx="75">
                  <c:v>2.0883307055289961</c:v>
                </c:pt>
                <c:pt idx="76">
                  <c:v>2.0883307055289961</c:v>
                </c:pt>
                <c:pt idx="77">
                  <c:v>2.0883307055289961</c:v>
                </c:pt>
                <c:pt idx="78">
                  <c:v>2.0883307055289961</c:v>
                </c:pt>
                <c:pt idx="79">
                  <c:v>2.0883307055289961</c:v>
                </c:pt>
                <c:pt idx="80">
                  <c:v>2.0883307055289961</c:v>
                </c:pt>
                <c:pt idx="81">
                  <c:v>2.0883307055289961</c:v>
                </c:pt>
                <c:pt idx="82">
                  <c:v>2.0883307055289961</c:v>
                </c:pt>
                <c:pt idx="83">
                  <c:v>2.0883307055289961</c:v>
                </c:pt>
                <c:pt idx="84">
                  <c:v>2.0883307055289961</c:v>
                </c:pt>
                <c:pt idx="85">
                  <c:v>2.0883307055289961</c:v>
                </c:pt>
                <c:pt idx="86">
                  <c:v>2.0883307055289961</c:v>
                </c:pt>
                <c:pt idx="87">
                  <c:v>2.0883307055289961</c:v>
                </c:pt>
                <c:pt idx="88">
                  <c:v>2.0883307055289961</c:v>
                </c:pt>
                <c:pt idx="89">
                  <c:v>2.0883307055289961</c:v>
                </c:pt>
                <c:pt idx="90">
                  <c:v>2.0883307055289961</c:v>
                </c:pt>
                <c:pt idx="91">
                  <c:v>2.0883307055289961</c:v>
                </c:pt>
                <c:pt idx="92">
                  <c:v>2.0883307055289961</c:v>
                </c:pt>
                <c:pt idx="93">
                  <c:v>2.0883307055289961</c:v>
                </c:pt>
                <c:pt idx="94">
                  <c:v>2.0883307055289961</c:v>
                </c:pt>
                <c:pt idx="95">
                  <c:v>2.0883307055289961</c:v>
                </c:pt>
                <c:pt idx="96">
                  <c:v>2.0883307055289961</c:v>
                </c:pt>
                <c:pt idx="97">
                  <c:v>2.0883307055289961</c:v>
                </c:pt>
                <c:pt idx="98">
                  <c:v>2.0883307055289961</c:v>
                </c:pt>
                <c:pt idx="99">
                  <c:v>2.0883307055289961</c:v>
                </c:pt>
                <c:pt idx="100">
                  <c:v>2.0883307055289961</c:v>
                </c:pt>
                <c:pt idx="101">
                  <c:v>2.0883307055289961</c:v>
                </c:pt>
                <c:pt idx="102">
                  <c:v>2.0883307055289961</c:v>
                </c:pt>
                <c:pt idx="103">
                  <c:v>2.0883307055289961</c:v>
                </c:pt>
                <c:pt idx="104">
                  <c:v>2.0883307055289961</c:v>
                </c:pt>
                <c:pt idx="105">
                  <c:v>2.0883307055289961</c:v>
                </c:pt>
                <c:pt idx="106">
                  <c:v>2.0883307055289961</c:v>
                </c:pt>
                <c:pt idx="107">
                  <c:v>2.0883307055289961</c:v>
                </c:pt>
                <c:pt idx="108">
                  <c:v>2.0883307055289961</c:v>
                </c:pt>
                <c:pt idx="109">
                  <c:v>2.0883307055289961</c:v>
                </c:pt>
                <c:pt idx="110">
                  <c:v>2.0883307055289961</c:v>
                </c:pt>
                <c:pt idx="111">
                  <c:v>2.0883307055289961</c:v>
                </c:pt>
                <c:pt idx="112">
                  <c:v>2.0883307055289961</c:v>
                </c:pt>
                <c:pt idx="113">
                  <c:v>2.0883307055289961</c:v>
                </c:pt>
                <c:pt idx="114">
                  <c:v>2.0883307055289961</c:v>
                </c:pt>
                <c:pt idx="115">
                  <c:v>2.0883307055289961</c:v>
                </c:pt>
                <c:pt idx="116">
                  <c:v>2.0883307055289961</c:v>
                </c:pt>
                <c:pt idx="117">
                  <c:v>2.0883307055289961</c:v>
                </c:pt>
                <c:pt idx="118">
                  <c:v>2.0883307055289961</c:v>
                </c:pt>
                <c:pt idx="119">
                  <c:v>2.0883307055289961</c:v>
                </c:pt>
                <c:pt idx="120">
                  <c:v>2.0883307055289961</c:v>
                </c:pt>
                <c:pt idx="121">
                  <c:v>2.0883307055289961</c:v>
                </c:pt>
                <c:pt idx="122">
                  <c:v>2.0883307055289961</c:v>
                </c:pt>
                <c:pt idx="123">
                  <c:v>2.0883307055289961</c:v>
                </c:pt>
                <c:pt idx="124">
                  <c:v>2.0883307055289961</c:v>
                </c:pt>
                <c:pt idx="125">
                  <c:v>2.0883307055289961</c:v>
                </c:pt>
                <c:pt idx="126">
                  <c:v>2.0883307055289961</c:v>
                </c:pt>
                <c:pt idx="127">
                  <c:v>2.0883307055289961</c:v>
                </c:pt>
                <c:pt idx="128">
                  <c:v>2.0883307055289961</c:v>
                </c:pt>
                <c:pt idx="129">
                  <c:v>2.0883307055289961</c:v>
                </c:pt>
                <c:pt idx="130">
                  <c:v>2.0883307055289961</c:v>
                </c:pt>
                <c:pt idx="131">
                  <c:v>2.0883307055289961</c:v>
                </c:pt>
                <c:pt idx="132">
                  <c:v>2.0883307055289961</c:v>
                </c:pt>
                <c:pt idx="133">
                  <c:v>2.0883307055289961</c:v>
                </c:pt>
                <c:pt idx="134">
                  <c:v>2.0883307055289961</c:v>
                </c:pt>
                <c:pt idx="135">
                  <c:v>2.0883307055289961</c:v>
                </c:pt>
                <c:pt idx="136">
                  <c:v>2.0883307055289961</c:v>
                </c:pt>
                <c:pt idx="137">
                  <c:v>2.0883307055289961</c:v>
                </c:pt>
                <c:pt idx="138">
                  <c:v>2.0883307055289961</c:v>
                </c:pt>
                <c:pt idx="139">
                  <c:v>2.0883307055289961</c:v>
                </c:pt>
                <c:pt idx="140">
                  <c:v>2.0883307055289961</c:v>
                </c:pt>
                <c:pt idx="141">
                  <c:v>2.0883307055289961</c:v>
                </c:pt>
                <c:pt idx="142">
                  <c:v>2.0883307055289961</c:v>
                </c:pt>
                <c:pt idx="143">
                  <c:v>2.0883307055289961</c:v>
                </c:pt>
                <c:pt idx="144">
                  <c:v>2.0883307055289961</c:v>
                </c:pt>
                <c:pt idx="145">
                  <c:v>2.0883307055289961</c:v>
                </c:pt>
                <c:pt idx="146">
                  <c:v>2.0883307055289961</c:v>
                </c:pt>
                <c:pt idx="147">
                  <c:v>2.0883307055289961</c:v>
                </c:pt>
                <c:pt idx="148">
                  <c:v>2.0883307055289961</c:v>
                </c:pt>
                <c:pt idx="149">
                  <c:v>2.0883307055289961</c:v>
                </c:pt>
                <c:pt idx="150">
                  <c:v>2.0883307055289961</c:v>
                </c:pt>
                <c:pt idx="151">
                  <c:v>2.0883307055289961</c:v>
                </c:pt>
                <c:pt idx="152">
                  <c:v>2.0883307055289961</c:v>
                </c:pt>
                <c:pt idx="153">
                  <c:v>2.0883307055289961</c:v>
                </c:pt>
                <c:pt idx="154">
                  <c:v>2.0883307055289961</c:v>
                </c:pt>
                <c:pt idx="155">
                  <c:v>2.0883307055289961</c:v>
                </c:pt>
                <c:pt idx="156">
                  <c:v>2.0883307055289961</c:v>
                </c:pt>
                <c:pt idx="157">
                  <c:v>2.0883307055289961</c:v>
                </c:pt>
                <c:pt idx="158">
                  <c:v>2.0883307055289961</c:v>
                </c:pt>
                <c:pt idx="159">
                  <c:v>2.0883307055289961</c:v>
                </c:pt>
                <c:pt idx="160">
                  <c:v>2.0883307055289961</c:v>
                </c:pt>
                <c:pt idx="161">
                  <c:v>2.0883307055289961</c:v>
                </c:pt>
                <c:pt idx="162">
                  <c:v>2.0883307055289961</c:v>
                </c:pt>
                <c:pt idx="163">
                  <c:v>2.0883307055289961</c:v>
                </c:pt>
                <c:pt idx="164">
                  <c:v>2.0883307055289961</c:v>
                </c:pt>
                <c:pt idx="165">
                  <c:v>2.0883307055289961</c:v>
                </c:pt>
                <c:pt idx="166">
                  <c:v>2.0883307055289961</c:v>
                </c:pt>
                <c:pt idx="167">
                  <c:v>2.0883307055289961</c:v>
                </c:pt>
                <c:pt idx="168">
                  <c:v>2.0883307055289961</c:v>
                </c:pt>
                <c:pt idx="169">
                  <c:v>2.0883307055289961</c:v>
                </c:pt>
                <c:pt idx="170">
                  <c:v>2.0883307055289961</c:v>
                </c:pt>
                <c:pt idx="171">
                  <c:v>2.0883307055289961</c:v>
                </c:pt>
                <c:pt idx="172">
                  <c:v>2.0883307055289961</c:v>
                </c:pt>
                <c:pt idx="173">
                  <c:v>2.0883307055289961</c:v>
                </c:pt>
                <c:pt idx="174">
                  <c:v>2.0883307055289961</c:v>
                </c:pt>
                <c:pt idx="175">
                  <c:v>2.0883307055289961</c:v>
                </c:pt>
                <c:pt idx="176">
                  <c:v>2.0883307055289961</c:v>
                </c:pt>
                <c:pt idx="177">
                  <c:v>2.0883307055289961</c:v>
                </c:pt>
                <c:pt idx="178">
                  <c:v>2.0883307055289961</c:v>
                </c:pt>
                <c:pt idx="179">
                  <c:v>2.0883307055289961</c:v>
                </c:pt>
                <c:pt idx="180">
                  <c:v>2.0883307055289961</c:v>
                </c:pt>
                <c:pt idx="181">
                  <c:v>2.0883307055289961</c:v>
                </c:pt>
                <c:pt idx="182">
                  <c:v>2.0883307055289961</c:v>
                </c:pt>
                <c:pt idx="183">
                  <c:v>2.0883307055289961</c:v>
                </c:pt>
                <c:pt idx="184">
                  <c:v>2.0883307055289961</c:v>
                </c:pt>
                <c:pt idx="185">
                  <c:v>2.0883307055289961</c:v>
                </c:pt>
                <c:pt idx="186">
                  <c:v>2.0883307055289961</c:v>
                </c:pt>
                <c:pt idx="187">
                  <c:v>2.0883307055289961</c:v>
                </c:pt>
                <c:pt idx="188">
                  <c:v>2.0883307055289961</c:v>
                </c:pt>
                <c:pt idx="189">
                  <c:v>2.0883307055289961</c:v>
                </c:pt>
                <c:pt idx="190">
                  <c:v>2.0883307055289961</c:v>
                </c:pt>
                <c:pt idx="191">
                  <c:v>2.0883307055289961</c:v>
                </c:pt>
                <c:pt idx="192">
                  <c:v>2.0883307055289961</c:v>
                </c:pt>
                <c:pt idx="193">
                  <c:v>2.0883307055289961</c:v>
                </c:pt>
                <c:pt idx="194">
                  <c:v>2.0883307055289961</c:v>
                </c:pt>
                <c:pt idx="195">
                  <c:v>2.0883307055289961</c:v>
                </c:pt>
                <c:pt idx="196">
                  <c:v>2.0883307055289961</c:v>
                </c:pt>
                <c:pt idx="197">
                  <c:v>2.0883307055289961</c:v>
                </c:pt>
                <c:pt idx="198">
                  <c:v>2.0883307055289961</c:v>
                </c:pt>
                <c:pt idx="199">
                  <c:v>2.0883307055289961</c:v>
                </c:pt>
                <c:pt idx="200">
                  <c:v>2.0883307055289961</c:v>
                </c:pt>
                <c:pt idx="201">
                  <c:v>2.0883307055289961</c:v>
                </c:pt>
                <c:pt idx="202">
                  <c:v>2.0883307055289961</c:v>
                </c:pt>
                <c:pt idx="203">
                  <c:v>2.0883307055289961</c:v>
                </c:pt>
                <c:pt idx="204">
                  <c:v>2.0883307055289961</c:v>
                </c:pt>
                <c:pt idx="205">
                  <c:v>2.0883307055289961</c:v>
                </c:pt>
                <c:pt idx="206">
                  <c:v>2.0883307055289961</c:v>
                </c:pt>
                <c:pt idx="207">
                  <c:v>2.0883307055289961</c:v>
                </c:pt>
                <c:pt idx="208">
                  <c:v>2.0883307055289961</c:v>
                </c:pt>
                <c:pt idx="209">
                  <c:v>2.0883307055289961</c:v>
                </c:pt>
                <c:pt idx="210">
                  <c:v>2.0883307055289961</c:v>
                </c:pt>
                <c:pt idx="211">
                  <c:v>2.0883307055289961</c:v>
                </c:pt>
                <c:pt idx="212">
                  <c:v>2.0883307055289961</c:v>
                </c:pt>
                <c:pt idx="213">
                  <c:v>2.0883307055289961</c:v>
                </c:pt>
                <c:pt idx="214">
                  <c:v>2.0883307055289961</c:v>
                </c:pt>
                <c:pt idx="215">
                  <c:v>2.0883307055289961</c:v>
                </c:pt>
                <c:pt idx="216">
                  <c:v>2.0883307055289961</c:v>
                </c:pt>
                <c:pt idx="217">
                  <c:v>2.0883307055289961</c:v>
                </c:pt>
                <c:pt idx="218">
                  <c:v>2.0883307055289961</c:v>
                </c:pt>
                <c:pt idx="219">
                  <c:v>2.0883307055289961</c:v>
                </c:pt>
                <c:pt idx="220">
                  <c:v>2.0883307055289961</c:v>
                </c:pt>
                <c:pt idx="221">
                  <c:v>2.0883307055289961</c:v>
                </c:pt>
                <c:pt idx="222">
                  <c:v>2.0883307055289961</c:v>
                </c:pt>
                <c:pt idx="223">
                  <c:v>2.0883307055289961</c:v>
                </c:pt>
                <c:pt idx="224">
                  <c:v>2.0883307055289961</c:v>
                </c:pt>
                <c:pt idx="225">
                  <c:v>2.0883307055289961</c:v>
                </c:pt>
                <c:pt idx="226">
                  <c:v>2.0883307055289961</c:v>
                </c:pt>
                <c:pt idx="227">
                  <c:v>2.0883307055289961</c:v>
                </c:pt>
                <c:pt idx="228">
                  <c:v>2.0883307055289961</c:v>
                </c:pt>
                <c:pt idx="229">
                  <c:v>2.0883307055289961</c:v>
                </c:pt>
                <c:pt idx="230">
                  <c:v>2.0883307055289961</c:v>
                </c:pt>
                <c:pt idx="231">
                  <c:v>2.0883307055289961</c:v>
                </c:pt>
                <c:pt idx="232">
                  <c:v>2.0883307055289961</c:v>
                </c:pt>
                <c:pt idx="233">
                  <c:v>2.0883307055289961</c:v>
                </c:pt>
                <c:pt idx="234">
                  <c:v>2.0883307055289961</c:v>
                </c:pt>
                <c:pt idx="235">
                  <c:v>2.0883307055289961</c:v>
                </c:pt>
                <c:pt idx="236">
                  <c:v>2.0883307055289961</c:v>
                </c:pt>
                <c:pt idx="237">
                  <c:v>2.0883307055289961</c:v>
                </c:pt>
                <c:pt idx="238">
                  <c:v>2.0883307055289961</c:v>
                </c:pt>
                <c:pt idx="239">
                  <c:v>2.0883307055289961</c:v>
                </c:pt>
                <c:pt idx="240">
                  <c:v>2.0883307055289961</c:v>
                </c:pt>
                <c:pt idx="241">
                  <c:v>2.0883307055289961</c:v>
                </c:pt>
                <c:pt idx="242">
                  <c:v>2.0883307055289961</c:v>
                </c:pt>
                <c:pt idx="243">
                  <c:v>2.0883307055289961</c:v>
                </c:pt>
                <c:pt idx="244">
                  <c:v>2.0883307055289961</c:v>
                </c:pt>
                <c:pt idx="245">
                  <c:v>2.0883307055289961</c:v>
                </c:pt>
                <c:pt idx="246">
                  <c:v>2.0883307055289961</c:v>
                </c:pt>
                <c:pt idx="247">
                  <c:v>2.0883307055289961</c:v>
                </c:pt>
                <c:pt idx="248">
                  <c:v>2.0883307055289961</c:v>
                </c:pt>
                <c:pt idx="249">
                  <c:v>2.0883307055289961</c:v>
                </c:pt>
                <c:pt idx="250">
                  <c:v>2.0883307055289961</c:v>
                </c:pt>
                <c:pt idx="251">
                  <c:v>2.0883307055289961</c:v>
                </c:pt>
                <c:pt idx="252">
                  <c:v>2.0883307055289961</c:v>
                </c:pt>
                <c:pt idx="253">
                  <c:v>2.0883307055289961</c:v>
                </c:pt>
                <c:pt idx="254">
                  <c:v>2.0883307055289961</c:v>
                </c:pt>
                <c:pt idx="255">
                  <c:v>2.0883307055289961</c:v>
                </c:pt>
                <c:pt idx="256">
                  <c:v>2.0883307055289961</c:v>
                </c:pt>
                <c:pt idx="257">
                  <c:v>2.0883307055289961</c:v>
                </c:pt>
                <c:pt idx="258">
                  <c:v>2.0883307055289961</c:v>
                </c:pt>
                <c:pt idx="259">
                  <c:v>2.0883307055289961</c:v>
                </c:pt>
                <c:pt idx="260">
                  <c:v>2.0883307055289961</c:v>
                </c:pt>
                <c:pt idx="261">
                  <c:v>2.0883307055289961</c:v>
                </c:pt>
                <c:pt idx="262">
                  <c:v>2.0883307055289961</c:v>
                </c:pt>
                <c:pt idx="263">
                  <c:v>2.0883307055289961</c:v>
                </c:pt>
                <c:pt idx="264">
                  <c:v>2.0883307055289961</c:v>
                </c:pt>
                <c:pt idx="265">
                  <c:v>2.0883307055289961</c:v>
                </c:pt>
                <c:pt idx="266">
                  <c:v>2.0883307055289961</c:v>
                </c:pt>
                <c:pt idx="267">
                  <c:v>2.0883307055289961</c:v>
                </c:pt>
                <c:pt idx="268">
                  <c:v>2.0883307055289961</c:v>
                </c:pt>
                <c:pt idx="269">
                  <c:v>2.0883307055289961</c:v>
                </c:pt>
                <c:pt idx="270">
                  <c:v>2.0883307055289961</c:v>
                </c:pt>
                <c:pt idx="271">
                  <c:v>2.0883307055289961</c:v>
                </c:pt>
                <c:pt idx="272">
                  <c:v>2.0883307055289961</c:v>
                </c:pt>
                <c:pt idx="273">
                  <c:v>2.0883307055289961</c:v>
                </c:pt>
                <c:pt idx="274">
                  <c:v>2.0883307055289961</c:v>
                </c:pt>
                <c:pt idx="275">
                  <c:v>2.0883307055289961</c:v>
                </c:pt>
                <c:pt idx="276">
                  <c:v>2.0883307055289961</c:v>
                </c:pt>
                <c:pt idx="277">
                  <c:v>2.0883307055289961</c:v>
                </c:pt>
                <c:pt idx="278">
                  <c:v>2.0883307055289961</c:v>
                </c:pt>
                <c:pt idx="279">
                  <c:v>2.0883307055289961</c:v>
                </c:pt>
                <c:pt idx="280">
                  <c:v>2.0883307055289961</c:v>
                </c:pt>
                <c:pt idx="281">
                  <c:v>2.0883307055289961</c:v>
                </c:pt>
                <c:pt idx="282">
                  <c:v>2.0883307055289961</c:v>
                </c:pt>
                <c:pt idx="283">
                  <c:v>2.0883307055289961</c:v>
                </c:pt>
                <c:pt idx="284">
                  <c:v>2.0883307055289961</c:v>
                </c:pt>
                <c:pt idx="285">
                  <c:v>2.0883307055289961</c:v>
                </c:pt>
                <c:pt idx="286">
                  <c:v>2.0883307055289961</c:v>
                </c:pt>
                <c:pt idx="287">
                  <c:v>2.0883307055289961</c:v>
                </c:pt>
                <c:pt idx="288">
                  <c:v>2.0883307055289961</c:v>
                </c:pt>
                <c:pt idx="289">
                  <c:v>2.0883307055289961</c:v>
                </c:pt>
                <c:pt idx="290">
                  <c:v>2.0883307055289961</c:v>
                </c:pt>
                <c:pt idx="291">
                  <c:v>2.0883307055289961</c:v>
                </c:pt>
                <c:pt idx="292">
                  <c:v>2.0883307055289961</c:v>
                </c:pt>
                <c:pt idx="293">
                  <c:v>2.0883307055289961</c:v>
                </c:pt>
                <c:pt idx="294">
                  <c:v>2.0883307055289961</c:v>
                </c:pt>
                <c:pt idx="295">
                  <c:v>2.0883307055289961</c:v>
                </c:pt>
                <c:pt idx="296">
                  <c:v>2.0883307055289961</c:v>
                </c:pt>
                <c:pt idx="297">
                  <c:v>2.0883307055289961</c:v>
                </c:pt>
                <c:pt idx="298">
                  <c:v>2.0883307055289961</c:v>
                </c:pt>
                <c:pt idx="299">
                  <c:v>2.0883307055289961</c:v>
                </c:pt>
                <c:pt idx="300">
                  <c:v>2.0883307055289961</c:v>
                </c:pt>
                <c:pt idx="301">
                  <c:v>2.0883307055289961</c:v>
                </c:pt>
                <c:pt idx="302">
                  <c:v>2.0883307055289961</c:v>
                </c:pt>
                <c:pt idx="303">
                  <c:v>2.0883307055289961</c:v>
                </c:pt>
                <c:pt idx="304">
                  <c:v>2.0883307055289961</c:v>
                </c:pt>
                <c:pt idx="305">
                  <c:v>2.0883307055289961</c:v>
                </c:pt>
                <c:pt idx="306">
                  <c:v>2.0883307055289961</c:v>
                </c:pt>
                <c:pt idx="307">
                  <c:v>2.0883307055289961</c:v>
                </c:pt>
                <c:pt idx="308">
                  <c:v>2.0883307055289961</c:v>
                </c:pt>
                <c:pt idx="309">
                  <c:v>2.0883307055289961</c:v>
                </c:pt>
                <c:pt idx="310">
                  <c:v>2.0883307055289961</c:v>
                </c:pt>
                <c:pt idx="311">
                  <c:v>2.0883307055289961</c:v>
                </c:pt>
                <c:pt idx="312">
                  <c:v>2.0883307055289961</c:v>
                </c:pt>
                <c:pt idx="313">
                  <c:v>2.0883307055289961</c:v>
                </c:pt>
                <c:pt idx="314">
                  <c:v>2.0883307055289961</c:v>
                </c:pt>
                <c:pt idx="315">
                  <c:v>2.0883307055289961</c:v>
                </c:pt>
                <c:pt idx="316">
                  <c:v>2.0883307055289961</c:v>
                </c:pt>
                <c:pt idx="317">
                  <c:v>2.0883307055289961</c:v>
                </c:pt>
                <c:pt idx="318">
                  <c:v>2.0883307055289961</c:v>
                </c:pt>
                <c:pt idx="319">
                  <c:v>2.0883307055289961</c:v>
                </c:pt>
                <c:pt idx="320">
                  <c:v>2.0883307055289961</c:v>
                </c:pt>
                <c:pt idx="321">
                  <c:v>2.0883307055289961</c:v>
                </c:pt>
                <c:pt idx="322">
                  <c:v>2.0883307055289961</c:v>
                </c:pt>
                <c:pt idx="323">
                  <c:v>2.0883307055289961</c:v>
                </c:pt>
                <c:pt idx="324">
                  <c:v>2.0883307055289961</c:v>
                </c:pt>
                <c:pt idx="325">
                  <c:v>2.0883307055289961</c:v>
                </c:pt>
                <c:pt idx="326">
                  <c:v>2.0883307055289961</c:v>
                </c:pt>
                <c:pt idx="327">
                  <c:v>2.0883307055289961</c:v>
                </c:pt>
                <c:pt idx="328">
                  <c:v>2.0883307055289961</c:v>
                </c:pt>
                <c:pt idx="329">
                  <c:v>2.0883307055289961</c:v>
                </c:pt>
                <c:pt idx="330">
                  <c:v>2.0883307055289961</c:v>
                </c:pt>
                <c:pt idx="331">
                  <c:v>2.0883307055289961</c:v>
                </c:pt>
                <c:pt idx="332">
                  <c:v>2.0883307055289961</c:v>
                </c:pt>
                <c:pt idx="333">
                  <c:v>2.0883307055289961</c:v>
                </c:pt>
                <c:pt idx="334">
                  <c:v>2.0883307055289961</c:v>
                </c:pt>
                <c:pt idx="335">
                  <c:v>2.0883307055289961</c:v>
                </c:pt>
                <c:pt idx="336">
                  <c:v>2.0883307055289961</c:v>
                </c:pt>
                <c:pt idx="337">
                  <c:v>2.0883307055289961</c:v>
                </c:pt>
                <c:pt idx="338">
                  <c:v>2.0883307055289961</c:v>
                </c:pt>
                <c:pt idx="339">
                  <c:v>2.0883307055289961</c:v>
                </c:pt>
                <c:pt idx="340">
                  <c:v>2.0883307055289961</c:v>
                </c:pt>
                <c:pt idx="341">
                  <c:v>2.0883307055289961</c:v>
                </c:pt>
                <c:pt idx="342">
                  <c:v>2.0883307055289961</c:v>
                </c:pt>
                <c:pt idx="343">
                  <c:v>2.0883307055289961</c:v>
                </c:pt>
                <c:pt idx="344">
                  <c:v>2.0883307055289961</c:v>
                </c:pt>
                <c:pt idx="345">
                  <c:v>2.0883307055289961</c:v>
                </c:pt>
                <c:pt idx="346">
                  <c:v>2.0883307055289961</c:v>
                </c:pt>
                <c:pt idx="347">
                  <c:v>2.0883307055289961</c:v>
                </c:pt>
                <c:pt idx="348">
                  <c:v>2.0883307055289961</c:v>
                </c:pt>
                <c:pt idx="349">
                  <c:v>2.0883307055289961</c:v>
                </c:pt>
                <c:pt idx="350">
                  <c:v>2.0883307055289961</c:v>
                </c:pt>
                <c:pt idx="351">
                  <c:v>2.0883307055289961</c:v>
                </c:pt>
                <c:pt idx="352">
                  <c:v>2.0883307055289961</c:v>
                </c:pt>
                <c:pt idx="353">
                  <c:v>2.0883307055289961</c:v>
                </c:pt>
                <c:pt idx="354">
                  <c:v>2.0883307055289961</c:v>
                </c:pt>
                <c:pt idx="355">
                  <c:v>2.0883307055289961</c:v>
                </c:pt>
                <c:pt idx="356">
                  <c:v>2.0883307055289961</c:v>
                </c:pt>
                <c:pt idx="357">
                  <c:v>2.0883307055289961</c:v>
                </c:pt>
                <c:pt idx="358">
                  <c:v>2.0883307055289961</c:v>
                </c:pt>
                <c:pt idx="359">
                  <c:v>2.0883307055289961</c:v>
                </c:pt>
                <c:pt idx="360">
                  <c:v>2.0883307055289961</c:v>
                </c:pt>
                <c:pt idx="361">
                  <c:v>2.0883307055289961</c:v>
                </c:pt>
                <c:pt idx="362">
                  <c:v>2.0883307055289961</c:v>
                </c:pt>
                <c:pt idx="363">
                  <c:v>2.0883307055289961</c:v>
                </c:pt>
                <c:pt idx="364">
                  <c:v>2.0883307055289961</c:v>
                </c:pt>
                <c:pt idx="365">
                  <c:v>2.0883307055289961</c:v>
                </c:pt>
                <c:pt idx="366">
                  <c:v>2.0883307055289961</c:v>
                </c:pt>
                <c:pt idx="367">
                  <c:v>2.0883307055289961</c:v>
                </c:pt>
                <c:pt idx="368">
                  <c:v>2.0883307055289961</c:v>
                </c:pt>
                <c:pt idx="369">
                  <c:v>2.0883307055289961</c:v>
                </c:pt>
                <c:pt idx="370">
                  <c:v>2.0883307055289961</c:v>
                </c:pt>
                <c:pt idx="371">
                  <c:v>2.0883307055289961</c:v>
                </c:pt>
                <c:pt idx="372">
                  <c:v>2.0883307055289961</c:v>
                </c:pt>
                <c:pt idx="373">
                  <c:v>2.0883307055289961</c:v>
                </c:pt>
                <c:pt idx="374">
                  <c:v>2.0883307055289961</c:v>
                </c:pt>
                <c:pt idx="375">
                  <c:v>2.0883307055289961</c:v>
                </c:pt>
                <c:pt idx="376">
                  <c:v>2.0883307055289961</c:v>
                </c:pt>
                <c:pt idx="377">
                  <c:v>2.0883307055289961</c:v>
                </c:pt>
                <c:pt idx="378">
                  <c:v>2.0883307055289961</c:v>
                </c:pt>
                <c:pt idx="379">
                  <c:v>2.0883307055289961</c:v>
                </c:pt>
                <c:pt idx="380">
                  <c:v>2.0883307055289961</c:v>
                </c:pt>
                <c:pt idx="381">
                  <c:v>2.0883307055289961</c:v>
                </c:pt>
                <c:pt idx="382">
                  <c:v>2.0883307055289961</c:v>
                </c:pt>
                <c:pt idx="383">
                  <c:v>2.0883307055289961</c:v>
                </c:pt>
                <c:pt idx="384">
                  <c:v>2.0883307055289961</c:v>
                </c:pt>
                <c:pt idx="385">
                  <c:v>2.0883307055289961</c:v>
                </c:pt>
                <c:pt idx="386">
                  <c:v>2.0883307055289961</c:v>
                </c:pt>
                <c:pt idx="387">
                  <c:v>2.0883307055289961</c:v>
                </c:pt>
                <c:pt idx="388">
                  <c:v>2.0883307055289961</c:v>
                </c:pt>
                <c:pt idx="389">
                  <c:v>2.0883307055289961</c:v>
                </c:pt>
                <c:pt idx="390">
                  <c:v>2.0883307055289961</c:v>
                </c:pt>
                <c:pt idx="391">
                  <c:v>2.0883307055289961</c:v>
                </c:pt>
                <c:pt idx="392">
                  <c:v>2.0883307055289961</c:v>
                </c:pt>
                <c:pt idx="393">
                  <c:v>2.0883307055289961</c:v>
                </c:pt>
                <c:pt idx="394">
                  <c:v>2.0883307055289961</c:v>
                </c:pt>
                <c:pt idx="395">
                  <c:v>2.0883307055289961</c:v>
                </c:pt>
                <c:pt idx="396">
                  <c:v>2.0883307055289961</c:v>
                </c:pt>
                <c:pt idx="397">
                  <c:v>2.0883307055289961</c:v>
                </c:pt>
                <c:pt idx="398">
                  <c:v>2.0883307055289961</c:v>
                </c:pt>
                <c:pt idx="399">
                  <c:v>2.0883307055289961</c:v>
                </c:pt>
                <c:pt idx="400">
                  <c:v>2.0883307055289961</c:v>
                </c:pt>
                <c:pt idx="401">
                  <c:v>2.0883307055289961</c:v>
                </c:pt>
                <c:pt idx="402">
                  <c:v>2.0883307055289961</c:v>
                </c:pt>
                <c:pt idx="403">
                  <c:v>2.0883307055289961</c:v>
                </c:pt>
                <c:pt idx="404">
                  <c:v>2.0883307055289961</c:v>
                </c:pt>
                <c:pt idx="405">
                  <c:v>2.0883307055289961</c:v>
                </c:pt>
                <c:pt idx="406">
                  <c:v>2.0883307055289961</c:v>
                </c:pt>
                <c:pt idx="407">
                  <c:v>2.0883307055289961</c:v>
                </c:pt>
                <c:pt idx="408">
                  <c:v>2.0883307055289961</c:v>
                </c:pt>
                <c:pt idx="409">
                  <c:v>2.0883307055289961</c:v>
                </c:pt>
                <c:pt idx="410">
                  <c:v>2.0883307055289961</c:v>
                </c:pt>
                <c:pt idx="411">
                  <c:v>2.0883307055289961</c:v>
                </c:pt>
                <c:pt idx="412">
                  <c:v>2.0883307055289961</c:v>
                </c:pt>
                <c:pt idx="413">
                  <c:v>2.0883307055289961</c:v>
                </c:pt>
                <c:pt idx="414">
                  <c:v>2.0883307055289961</c:v>
                </c:pt>
                <c:pt idx="415">
                  <c:v>2.0883307055289961</c:v>
                </c:pt>
                <c:pt idx="416">
                  <c:v>2.0883307055289961</c:v>
                </c:pt>
                <c:pt idx="417">
                  <c:v>2.0883307055289961</c:v>
                </c:pt>
                <c:pt idx="418">
                  <c:v>2.0883307055289961</c:v>
                </c:pt>
                <c:pt idx="419">
                  <c:v>2.0883307055289961</c:v>
                </c:pt>
                <c:pt idx="420">
                  <c:v>2.0883307055289961</c:v>
                </c:pt>
                <c:pt idx="421">
                  <c:v>2.0883307055289961</c:v>
                </c:pt>
                <c:pt idx="422">
                  <c:v>2.0883307055289961</c:v>
                </c:pt>
                <c:pt idx="423">
                  <c:v>2.0883307055289961</c:v>
                </c:pt>
                <c:pt idx="424">
                  <c:v>2.0883307055289961</c:v>
                </c:pt>
                <c:pt idx="425">
                  <c:v>2.0883307055289961</c:v>
                </c:pt>
                <c:pt idx="426">
                  <c:v>2.0883307055289961</c:v>
                </c:pt>
                <c:pt idx="427">
                  <c:v>2.0883307055289961</c:v>
                </c:pt>
                <c:pt idx="428">
                  <c:v>2.0883307055289961</c:v>
                </c:pt>
                <c:pt idx="429">
                  <c:v>2.0883307055289961</c:v>
                </c:pt>
                <c:pt idx="430">
                  <c:v>2.0883307055289961</c:v>
                </c:pt>
                <c:pt idx="431">
                  <c:v>2.0883307055289961</c:v>
                </c:pt>
                <c:pt idx="432">
                  <c:v>2.0883307055289961</c:v>
                </c:pt>
                <c:pt idx="433">
                  <c:v>2.0883307055289961</c:v>
                </c:pt>
                <c:pt idx="434">
                  <c:v>2.0883307055289961</c:v>
                </c:pt>
                <c:pt idx="435">
                  <c:v>2.0883307055289961</c:v>
                </c:pt>
                <c:pt idx="436">
                  <c:v>2.0883307055289961</c:v>
                </c:pt>
                <c:pt idx="437">
                  <c:v>2.0883307055289961</c:v>
                </c:pt>
                <c:pt idx="438">
                  <c:v>2.0883307055289961</c:v>
                </c:pt>
                <c:pt idx="439">
                  <c:v>2.0883307055289961</c:v>
                </c:pt>
                <c:pt idx="440">
                  <c:v>2.0883307055289961</c:v>
                </c:pt>
                <c:pt idx="441">
                  <c:v>2.0883307055289961</c:v>
                </c:pt>
                <c:pt idx="442">
                  <c:v>2.0883307055289961</c:v>
                </c:pt>
                <c:pt idx="443">
                  <c:v>2.0883307055289961</c:v>
                </c:pt>
                <c:pt idx="444">
                  <c:v>2.0883307055289961</c:v>
                </c:pt>
                <c:pt idx="445">
                  <c:v>2.0883307055289961</c:v>
                </c:pt>
                <c:pt idx="446">
                  <c:v>2.0883307055289961</c:v>
                </c:pt>
                <c:pt idx="447">
                  <c:v>2.0883307055289961</c:v>
                </c:pt>
                <c:pt idx="448">
                  <c:v>2.0883307055289961</c:v>
                </c:pt>
                <c:pt idx="449">
                  <c:v>2.0883307055289961</c:v>
                </c:pt>
                <c:pt idx="450">
                  <c:v>2.0883307055289961</c:v>
                </c:pt>
                <c:pt idx="451">
                  <c:v>2.0883307055289961</c:v>
                </c:pt>
                <c:pt idx="452">
                  <c:v>2.0883307055289961</c:v>
                </c:pt>
                <c:pt idx="453">
                  <c:v>2.0883307055289961</c:v>
                </c:pt>
                <c:pt idx="454">
                  <c:v>2.0883307055289961</c:v>
                </c:pt>
                <c:pt idx="455">
                  <c:v>2.0883307055289961</c:v>
                </c:pt>
                <c:pt idx="456">
                  <c:v>2.0883307055289961</c:v>
                </c:pt>
                <c:pt idx="457">
                  <c:v>2.0883307055289961</c:v>
                </c:pt>
                <c:pt idx="458">
                  <c:v>2.0883307055289961</c:v>
                </c:pt>
                <c:pt idx="459">
                  <c:v>2.0883307055289961</c:v>
                </c:pt>
                <c:pt idx="460">
                  <c:v>2.0883307055289961</c:v>
                </c:pt>
                <c:pt idx="461">
                  <c:v>2.0883307055289961</c:v>
                </c:pt>
                <c:pt idx="462">
                  <c:v>2.0883307055289961</c:v>
                </c:pt>
                <c:pt idx="463">
                  <c:v>2.0883307055289961</c:v>
                </c:pt>
                <c:pt idx="464">
                  <c:v>2.0883307055289961</c:v>
                </c:pt>
                <c:pt idx="465">
                  <c:v>2.0883307055289961</c:v>
                </c:pt>
                <c:pt idx="466">
                  <c:v>2.0883307055289961</c:v>
                </c:pt>
                <c:pt idx="467">
                  <c:v>2.0883307055289961</c:v>
                </c:pt>
                <c:pt idx="468">
                  <c:v>2.0883307055289961</c:v>
                </c:pt>
                <c:pt idx="469">
                  <c:v>2.0883307055289961</c:v>
                </c:pt>
                <c:pt idx="470">
                  <c:v>2.0883307055289961</c:v>
                </c:pt>
                <c:pt idx="471">
                  <c:v>2.0883307055289961</c:v>
                </c:pt>
                <c:pt idx="472">
                  <c:v>2.0883307055289961</c:v>
                </c:pt>
                <c:pt idx="473">
                  <c:v>2.0883307055289961</c:v>
                </c:pt>
                <c:pt idx="474">
                  <c:v>2.0883307055289961</c:v>
                </c:pt>
                <c:pt idx="475">
                  <c:v>2.0883307055289961</c:v>
                </c:pt>
                <c:pt idx="476">
                  <c:v>2.0883307055289961</c:v>
                </c:pt>
                <c:pt idx="477">
                  <c:v>2.0883307055289961</c:v>
                </c:pt>
                <c:pt idx="478">
                  <c:v>2.0883307055289961</c:v>
                </c:pt>
                <c:pt idx="479">
                  <c:v>2.0883307055289961</c:v>
                </c:pt>
                <c:pt idx="480">
                  <c:v>2.0883307055289961</c:v>
                </c:pt>
                <c:pt idx="481">
                  <c:v>2.0883307055289961</c:v>
                </c:pt>
                <c:pt idx="482">
                  <c:v>2.0883307055289961</c:v>
                </c:pt>
                <c:pt idx="483">
                  <c:v>2.0883307055289961</c:v>
                </c:pt>
                <c:pt idx="484">
                  <c:v>2.0883307055289961</c:v>
                </c:pt>
                <c:pt idx="485">
                  <c:v>2.0883307055289961</c:v>
                </c:pt>
                <c:pt idx="486">
                  <c:v>2.0883307055289961</c:v>
                </c:pt>
                <c:pt idx="487">
                  <c:v>2.0883307055289961</c:v>
                </c:pt>
                <c:pt idx="488">
                  <c:v>2.0883307055289961</c:v>
                </c:pt>
                <c:pt idx="489">
                  <c:v>2.0883307055289961</c:v>
                </c:pt>
                <c:pt idx="490">
                  <c:v>2.0883307055289961</c:v>
                </c:pt>
                <c:pt idx="491">
                  <c:v>2.0883307055289961</c:v>
                </c:pt>
                <c:pt idx="492">
                  <c:v>2.0883307055289961</c:v>
                </c:pt>
                <c:pt idx="493">
                  <c:v>2.0883307055289961</c:v>
                </c:pt>
                <c:pt idx="494">
                  <c:v>2.0883307055289961</c:v>
                </c:pt>
                <c:pt idx="495">
                  <c:v>2.0883307055289961</c:v>
                </c:pt>
                <c:pt idx="496">
                  <c:v>2.0883307055289961</c:v>
                </c:pt>
                <c:pt idx="497">
                  <c:v>2.0883307055289961</c:v>
                </c:pt>
                <c:pt idx="498">
                  <c:v>2.0883307055289961</c:v>
                </c:pt>
                <c:pt idx="499">
                  <c:v>2.0883307055289961</c:v>
                </c:pt>
                <c:pt idx="500">
                  <c:v>2.0883307055289961</c:v>
                </c:pt>
                <c:pt idx="501">
                  <c:v>2.0883307055289961</c:v>
                </c:pt>
                <c:pt idx="502">
                  <c:v>2.0883307055289961</c:v>
                </c:pt>
                <c:pt idx="503">
                  <c:v>2.0883307055289961</c:v>
                </c:pt>
                <c:pt idx="504">
                  <c:v>2.0883307055289961</c:v>
                </c:pt>
                <c:pt idx="505">
                  <c:v>2.0883307055289961</c:v>
                </c:pt>
                <c:pt idx="506">
                  <c:v>2.0883307055289961</c:v>
                </c:pt>
                <c:pt idx="507">
                  <c:v>2.0883307055289961</c:v>
                </c:pt>
                <c:pt idx="508">
                  <c:v>2.0883307055289961</c:v>
                </c:pt>
                <c:pt idx="509">
                  <c:v>2.0883307055289961</c:v>
                </c:pt>
                <c:pt idx="510">
                  <c:v>2.0883307055289961</c:v>
                </c:pt>
                <c:pt idx="511">
                  <c:v>2.0883307055289961</c:v>
                </c:pt>
                <c:pt idx="512">
                  <c:v>2.0883307055289961</c:v>
                </c:pt>
                <c:pt idx="513">
                  <c:v>2.0883307055289961</c:v>
                </c:pt>
                <c:pt idx="514">
                  <c:v>2.0883307055289961</c:v>
                </c:pt>
                <c:pt idx="515">
                  <c:v>2.0883307055289961</c:v>
                </c:pt>
                <c:pt idx="516">
                  <c:v>2.0883307055289961</c:v>
                </c:pt>
                <c:pt idx="517">
                  <c:v>2.0883307055289961</c:v>
                </c:pt>
                <c:pt idx="518">
                  <c:v>2.0883307055289961</c:v>
                </c:pt>
                <c:pt idx="519">
                  <c:v>2.0883307055289961</c:v>
                </c:pt>
                <c:pt idx="520">
                  <c:v>2.0883307055289961</c:v>
                </c:pt>
                <c:pt idx="521">
                  <c:v>2.0883307055289961</c:v>
                </c:pt>
                <c:pt idx="522">
                  <c:v>2.0883307055289961</c:v>
                </c:pt>
                <c:pt idx="523">
                  <c:v>2.0883307055289961</c:v>
                </c:pt>
                <c:pt idx="524">
                  <c:v>2.0883307055289961</c:v>
                </c:pt>
                <c:pt idx="525">
                  <c:v>2.0883307055289961</c:v>
                </c:pt>
                <c:pt idx="526">
                  <c:v>2.0883307055289961</c:v>
                </c:pt>
                <c:pt idx="527">
                  <c:v>2.0883307055289961</c:v>
                </c:pt>
                <c:pt idx="528">
                  <c:v>2.0883307055289961</c:v>
                </c:pt>
                <c:pt idx="529">
                  <c:v>2.0883307055289961</c:v>
                </c:pt>
                <c:pt idx="530">
                  <c:v>2.0883307055289961</c:v>
                </c:pt>
                <c:pt idx="531">
                  <c:v>2.0883307055289961</c:v>
                </c:pt>
                <c:pt idx="532">
                  <c:v>2.0883307055289961</c:v>
                </c:pt>
                <c:pt idx="533">
                  <c:v>2.0883307055289961</c:v>
                </c:pt>
                <c:pt idx="534">
                  <c:v>2.0883307055289961</c:v>
                </c:pt>
                <c:pt idx="535">
                  <c:v>2.0883307055289961</c:v>
                </c:pt>
                <c:pt idx="536">
                  <c:v>2.0883307055289961</c:v>
                </c:pt>
                <c:pt idx="537">
                  <c:v>2.0883307055289961</c:v>
                </c:pt>
                <c:pt idx="538">
                  <c:v>2.0883307055289961</c:v>
                </c:pt>
                <c:pt idx="539">
                  <c:v>2.0883307055289961</c:v>
                </c:pt>
                <c:pt idx="540">
                  <c:v>2.0883307055289961</c:v>
                </c:pt>
                <c:pt idx="541">
                  <c:v>2.0883307055289961</c:v>
                </c:pt>
                <c:pt idx="542">
                  <c:v>2.0883307055289961</c:v>
                </c:pt>
                <c:pt idx="543">
                  <c:v>2.0883307055289961</c:v>
                </c:pt>
                <c:pt idx="544">
                  <c:v>2.0883307055289961</c:v>
                </c:pt>
                <c:pt idx="545">
                  <c:v>2.0883307055289961</c:v>
                </c:pt>
                <c:pt idx="546">
                  <c:v>2.0883307055289961</c:v>
                </c:pt>
                <c:pt idx="547">
                  <c:v>2.0883307055289961</c:v>
                </c:pt>
                <c:pt idx="548">
                  <c:v>2.0883307055289961</c:v>
                </c:pt>
                <c:pt idx="549">
                  <c:v>2.0883307055289961</c:v>
                </c:pt>
                <c:pt idx="550">
                  <c:v>2.0883307055289961</c:v>
                </c:pt>
                <c:pt idx="551">
                  <c:v>2.0883307055289961</c:v>
                </c:pt>
                <c:pt idx="552">
                  <c:v>2.0883307055289961</c:v>
                </c:pt>
                <c:pt idx="553">
                  <c:v>2.0883307055289961</c:v>
                </c:pt>
                <c:pt idx="554">
                  <c:v>2.0883307055289961</c:v>
                </c:pt>
                <c:pt idx="555">
                  <c:v>2.0883307055289961</c:v>
                </c:pt>
                <c:pt idx="556">
                  <c:v>2.0883307055289961</c:v>
                </c:pt>
                <c:pt idx="557">
                  <c:v>2.0883307055289961</c:v>
                </c:pt>
                <c:pt idx="558">
                  <c:v>2.0883307055289961</c:v>
                </c:pt>
                <c:pt idx="559">
                  <c:v>2.0883307055289961</c:v>
                </c:pt>
                <c:pt idx="560">
                  <c:v>2.0883307055289961</c:v>
                </c:pt>
                <c:pt idx="561">
                  <c:v>2.0883307055289961</c:v>
                </c:pt>
                <c:pt idx="562">
                  <c:v>2.0883307055289961</c:v>
                </c:pt>
                <c:pt idx="563">
                  <c:v>2.0883307055289961</c:v>
                </c:pt>
                <c:pt idx="564">
                  <c:v>2.0883307055289961</c:v>
                </c:pt>
                <c:pt idx="565">
                  <c:v>2.0883307055289961</c:v>
                </c:pt>
                <c:pt idx="566">
                  <c:v>2.0883307055289961</c:v>
                </c:pt>
                <c:pt idx="567">
                  <c:v>2.0883307055289961</c:v>
                </c:pt>
                <c:pt idx="568">
                  <c:v>2.0883307055289961</c:v>
                </c:pt>
                <c:pt idx="569">
                  <c:v>2.0883307055289961</c:v>
                </c:pt>
                <c:pt idx="570">
                  <c:v>2.0883307055289961</c:v>
                </c:pt>
                <c:pt idx="571">
                  <c:v>2.0883307055289961</c:v>
                </c:pt>
                <c:pt idx="572">
                  <c:v>2.0883307055289961</c:v>
                </c:pt>
                <c:pt idx="573">
                  <c:v>2.0883307055289961</c:v>
                </c:pt>
                <c:pt idx="574">
                  <c:v>2.0883307055289961</c:v>
                </c:pt>
                <c:pt idx="575">
                  <c:v>2.0883307055289961</c:v>
                </c:pt>
                <c:pt idx="576">
                  <c:v>2.0883307055289961</c:v>
                </c:pt>
                <c:pt idx="577">
                  <c:v>2.0883307055289961</c:v>
                </c:pt>
                <c:pt idx="578">
                  <c:v>2.0883307055289961</c:v>
                </c:pt>
                <c:pt idx="579">
                  <c:v>2.0883307055289961</c:v>
                </c:pt>
                <c:pt idx="580">
                  <c:v>2.0883307055289961</c:v>
                </c:pt>
                <c:pt idx="581">
                  <c:v>2.0883307055289961</c:v>
                </c:pt>
                <c:pt idx="582">
                  <c:v>2.0883307055289961</c:v>
                </c:pt>
                <c:pt idx="583">
                  <c:v>2.0883307055289961</c:v>
                </c:pt>
                <c:pt idx="584">
                  <c:v>2.0883307055289961</c:v>
                </c:pt>
                <c:pt idx="585">
                  <c:v>2.0883307055289961</c:v>
                </c:pt>
                <c:pt idx="586">
                  <c:v>2.0883307055289961</c:v>
                </c:pt>
                <c:pt idx="587">
                  <c:v>2.0883307055289961</c:v>
                </c:pt>
                <c:pt idx="588">
                  <c:v>2.0883307055289961</c:v>
                </c:pt>
                <c:pt idx="589">
                  <c:v>2.0883307055289961</c:v>
                </c:pt>
                <c:pt idx="590">
                  <c:v>2.0883307055289961</c:v>
                </c:pt>
                <c:pt idx="591">
                  <c:v>2.0883307055289961</c:v>
                </c:pt>
                <c:pt idx="592">
                  <c:v>2.0883307055289961</c:v>
                </c:pt>
                <c:pt idx="593">
                  <c:v>2.0883307055289961</c:v>
                </c:pt>
                <c:pt idx="594">
                  <c:v>2.0883307055289961</c:v>
                </c:pt>
                <c:pt idx="595">
                  <c:v>2.0883307055289961</c:v>
                </c:pt>
                <c:pt idx="596">
                  <c:v>2.0883307055289961</c:v>
                </c:pt>
                <c:pt idx="597">
                  <c:v>2.0883307055289961</c:v>
                </c:pt>
                <c:pt idx="598">
                  <c:v>2.0883307055289961</c:v>
                </c:pt>
                <c:pt idx="599">
                  <c:v>2.0883307055289961</c:v>
                </c:pt>
                <c:pt idx="600">
                  <c:v>2.0883307055289961</c:v>
                </c:pt>
                <c:pt idx="601">
                  <c:v>2.0883307055289961</c:v>
                </c:pt>
                <c:pt idx="602">
                  <c:v>2.0883307055289961</c:v>
                </c:pt>
                <c:pt idx="603">
                  <c:v>2.0883307055289961</c:v>
                </c:pt>
                <c:pt idx="604">
                  <c:v>2.0883307055289961</c:v>
                </c:pt>
                <c:pt idx="605">
                  <c:v>2.0883307055289961</c:v>
                </c:pt>
                <c:pt idx="606">
                  <c:v>2.0883307055289961</c:v>
                </c:pt>
                <c:pt idx="607">
                  <c:v>2.0883307055289961</c:v>
                </c:pt>
                <c:pt idx="608">
                  <c:v>2.0883307055289961</c:v>
                </c:pt>
                <c:pt idx="609">
                  <c:v>2.0883307055289961</c:v>
                </c:pt>
                <c:pt idx="610">
                  <c:v>2.0883307055289961</c:v>
                </c:pt>
                <c:pt idx="611">
                  <c:v>2.0883307055289961</c:v>
                </c:pt>
                <c:pt idx="612">
                  <c:v>2.0883307055289961</c:v>
                </c:pt>
                <c:pt idx="613">
                  <c:v>2.0883307055289961</c:v>
                </c:pt>
                <c:pt idx="614">
                  <c:v>2.0883307055289961</c:v>
                </c:pt>
                <c:pt idx="615">
                  <c:v>2.0883307055289961</c:v>
                </c:pt>
                <c:pt idx="616">
                  <c:v>2.0883307055289961</c:v>
                </c:pt>
                <c:pt idx="617">
                  <c:v>2.0883307055289961</c:v>
                </c:pt>
                <c:pt idx="618">
                  <c:v>2.0883307055289961</c:v>
                </c:pt>
                <c:pt idx="619">
                  <c:v>2.0883307055289961</c:v>
                </c:pt>
                <c:pt idx="620">
                  <c:v>2.0883307055289961</c:v>
                </c:pt>
                <c:pt idx="621">
                  <c:v>2.0883307055289961</c:v>
                </c:pt>
                <c:pt idx="622">
                  <c:v>2.0883307055289961</c:v>
                </c:pt>
                <c:pt idx="623">
                  <c:v>2.0883307055289961</c:v>
                </c:pt>
                <c:pt idx="624">
                  <c:v>2.0883307055289961</c:v>
                </c:pt>
                <c:pt idx="625">
                  <c:v>2.0883307055289961</c:v>
                </c:pt>
                <c:pt idx="626">
                  <c:v>2.0883307055289961</c:v>
                </c:pt>
                <c:pt idx="627">
                  <c:v>2.0883307055289961</c:v>
                </c:pt>
                <c:pt idx="628">
                  <c:v>2.0883307055289961</c:v>
                </c:pt>
                <c:pt idx="629">
                  <c:v>2.0883307055289961</c:v>
                </c:pt>
                <c:pt idx="630">
                  <c:v>2.0883307055289961</c:v>
                </c:pt>
                <c:pt idx="631">
                  <c:v>2.0883307055289961</c:v>
                </c:pt>
                <c:pt idx="632">
                  <c:v>2.0883307055289961</c:v>
                </c:pt>
                <c:pt idx="633">
                  <c:v>2.0883307055289961</c:v>
                </c:pt>
                <c:pt idx="634">
                  <c:v>2.0883307055289961</c:v>
                </c:pt>
                <c:pt idx="635">
                  <c:v>2.0883307055289961</c:v>
                </c:pt>
                <c:pt idx="636">
                  <c:v>2.0883307055289961</c:v>
                </c:pt>
                <c:pt idx="637">
                  <c:v>2.0883307055289961</c:v>
                </c:pt>
                <c:pt idx="638">
                  <c:v>2.0883307055289961</c:v>
                </c:pt>
                <c:pt idx="639">
                  <c:v>2.0883307055289961</c:v>
                </c:pt>
                <c:pt idx="640">
                  <c:v>2.0883307055289961</c:v>
                </c:pt>
                <c:pt idx="641">
                  <c:v>2.0883307055289961</c:v>
                </c:pt>
                <c:pt idx="642">
                  <c:v>2.0883307055289961</c:v>
                </c:pt>
                <c:pt idx="643">
                  <c:v>2.0883307055289961</c:v>
                </c:pt>
                <c:pt idx="644">
                  <c:v>2.0883307055289961</c:v>
                </c:pt>
                <c:pt idx="645">
                  <c:v>2.0883307055289961</c:v>
                </c:pt>
                <c:pt idx="646">
                  <c:v>2.0883307055289961</c:v>
                </c:pt>
                <c:pt idx="647">
                  <c:v>2.0883307055289961</c:v>
                </c:pt>
                <c:pt idx="648">
                  <c:v>2.0883307055289961</c:v>
                </c:pt>
                <c:pt idx="649">
                  <c:v>2.0883307055289961</c:v>
                </c:pt>
                <c:pt idx="650">
                  <c:v>2.0883307055289961</c:v>
                </c:pt>
                <c:pt idx="651">
                  <c:v>2.0883307055289961</c:v>
                </c:pt>
                <c:pt idx="652">
                  <c:v>2.0883307055289961</c:v>
                </c:pt>
                <c:pt idx="653">
                  <c:v>2.0883307055289961</c:v>
                </c:pt>
                <c:pt idx="654">
                  <c:v>2.0883307055289961</c:v>
                </c:pt>
                <c:pt idx="655">
                  <c:v>2.0883307055289961</c:v>
                </c:pt>
                <c:pt idx="656">
                  <c:v>2.0883307055289961</c:v>
                </c:pt>
                <c:pt idx="657">
                  <c:v>2.0883307055289961</c:v>
                </c:pt>
                <c:pt idx="658">
                  <c:v>2.0883307055289961</c:v>
                </c:pt>
                <c:pt idx="659">
                  <c:v>2.0883307055289961</c:v>
                </c:pt>
                <c:pt idx="660">
                  <c:v>2.0883307055289961</c:v>
                </c:pt>
                <c:pt idx="661">
                  <c:v>2.0883307055289961</c:v>
                </c:pt>
                <c:pt idx="662">
                  <c:v>2.0883307055289961</c:v>
                </c:pt>
                <c:pt idx="663">
                  <c:v>2.0883307055289961</c:v>
                </c:pt>
                <c:pt idx="664">
                  <c:v>2.0883307055289961</c:v>
                </c:pt>
                <c:pt idx="665">
                  <c:v>2.0883307055289961</c:v>
                </c:pt>
                <c:pt idx="666">
                  <c:v>2.0883307055289961</c:v>
                </c:pt>
                <c:pt idx="667">
                  <c:v>2.0883307055289961</c:v>
                </c:pt>
                <c:pt idx="668">
                  <c:v>2.0883307055289961</c:v>
                </c:pt>
                <c:pt idx="669">
                  <c:v>2.0883307055289961</c:v>
                </c:pt>
                <c:pt idx="670">
                  <c:v>2.0883307055289961</c:v>
                </c:pt>
                <c:pt idx="671">
                  <c:v>2.0883307055289961</c:v>
                </c:pt>
                <c:pt idx="672">
                  <c:v>2.0883307055289961</c:v>
                </c:pt>
                <c:pt idx="673">
                  <c:v>2.0883307055289961</c:v>
                </c:pt>
                <c:pt idx="674">
                  <c:v>2.0883307055289961</c:v>
                </c:pt>
                <c:pt idx="675">
                  <c:v>2.0883307055289961</c:v>
                </c:pt>
                <c:pt idx="676">
                  <c:v>2.0883307055289961</c:v>
                </c:pt>
                <c:pt idx="677">
                  <c:v>2.0883307055289961</c:v>
                </c:pt>
                <c:pt idx="678">
                  <c:v>2.0883307055289961</c:v>
                </c:pt>
                <c:pt idx="679">
                  <c:v>2.0883307055289961</c:v>
                </c:pt>
                <c:pt idx="680">
                  <c:v>2.0883307055289961</c:v>
                </c:pt>
                <c:pt idx="681">
                  <c:v>2.0883307055289961</c:v>
                </c:pt>
                <c:pt idx="682">
                  <c:v>2.0883307055289961</c:v>
                </c:pt>
                <c:pt idx="683">
                  <c:v>2.0883307055289961</c:v>
                </c:pt>
                <c:pt idx="684">
                  <c:v>2.0883307055289961</c:v>
                </c:pt>
                <c:pt idx="685">
                  <c:v>2.0883307055289961</c:v>
                </c:pt>
                <c:pt idx="686">
                  <c:v>2.0883307055289961</c:v>
                </c:pt>
                <c:pt idx="687">
                  <c:v>2.0883307055289961</c:v>
                </c:pt>
                <c:pt idx="688">
                  <c:v>2.0883307055289961</c:v>
                </c:pt>
                <c:pt idx="689">
                  <c:v>2.0883307055289961</c:v>
                </c:pt>
                <c:pt idx="690">
                  <c:v>2.0883307055289961</c:v>
                </c:pt>
                <c:pt idx="691">
                  <c:v>2.0883307055289961</c:v>
                </c:pt>
                <c:pt idx="692">
                  <c:v>2.0883307055289961</c:v>
                </c:pt>
                <c:pt idx="693">
                  <c:v>2.0883307055289961</c:v>
                </c:pt>
                <c:pt idx="694">
                  <c:v>2.0883307055289961</c:v>
                </c:pt>
                <c:pt idx="695">
                  <c:v>2.0883307055289961</c:v>
                </c:pt>
                <c:pt idx="696">
                  <c:v>2.0883307055289961</c:v>
                </c:pt>
                <c:pt idx="697">
                  <c:v>2.0883307055289961</c:v>
                </c:pt>
                <c:pt idx="698">
                  <c:v>2.0883307055289961</c:v>
                </c:pt>
                <c:pt idx="699">
                  <c:v>2.0883307055289961</c:v>
                </c:pt>
                <c:pt idx="700">
                  <c:v>2.0883307055289961</c:v>
                </c:pt>
                <c:pt idx="701">
                  <c:v>2.0883307055289961</c:v>
                </c:pt>
                <c:pt idx="702">
                  <c:v>2.0883307055289961</c:v>
                </c:pt>
                <c:pt idx="703">
                  <c:v>2.0883307055289961</c:v>
                </c:pt>
                <c:pt idx="704">
                  <c:v>2.0883307055289961</c:v>
                </c:pt>
                <c:pt idx="705">
                  <c:v>2.0883307055289961</c:v>
                </c:pt>
                <c:pt idx="706">
                  <c:v>2.0883307055289961</c:v>
                </c:pt>
                <c:pt idx="707">
                  <c:v>2.0883307055289961</c:v>
                </c:pt>
                <c:pt idx="708">
                  <c:v>2.0883307055289961</c:v>
                </c:pt>
                <c:pt idx="709">
                  <c:v>2.0883307055289961</c:v>
                </c:pt>
                <c:pt idx="710">
                  <c:v>2.0883307055289961</c:v>
                </c:pt>
                <c:pt idx="711">
                  <c:v>2.0883307055289961</c:v>
                </c:pt>
                <c:pt idx="712">
                  <c:v>2.0883307055289961</c:v>
                </c:pt>
                <c:pt idx="713">
                  <c:v>2.0883307055289961</c:v>
                </c:pt>
                <c:pt idx="714">
                  <c:v>2.0883307055289961</c:v>
                </c:pt>
                <c:pt idx="715">
                  <c:v>2.0883307055289961</c:v>
                </c:pt>
                <c:pt idx="716">
                  <c:v>2.0883307055289961</c:v>
                </c:pt>
                <c:pt idx="717">
                  <c:v>2.0883307055289961</c:v>
                </c:pt>
                <c:pt idx="718">
                  <c:v>2.0883307055289961</c:v>
                </c:pt>
                <c:pt idx="719">
                  <c:v>2.0883307055289961</c:v>
                </c:pt>
                <c:pt idx="720">
                  <c:v>2.0883307055289961</c:v>
                </c:pt>
                <c:pt idx="721">
                  <c:v>2.0883307055289961</c:v>
                </c:pt>
                <c:pt idx="722">
                  <c:v>2.0883307055289961</c:v>
                </c:pt>
                <c:pt idx="723">
                  <c:v>2.0883307055289961</c:v>
                </c:pt>
                <c:pt idx="724">
                  <c:v>2.0883307055289961</c:v>
                </c:pt>
                <c:pt idx="725">
                  <c:v>2.0883307055289961</c:v>
                </c:pt>
                <c:pt idx="726">
                  <c:v>2.0883307055289961</c:v>
                </c:pt>
                <c:pt idx="727">
                  <c:v>2.0883307055289961</c:v>
                </c:pt>
                <c:pt idx="728">
                  <c:v>2.0883307055289961</c:v>
                </c:pt>
                <c:pt idx="729">
                  <c:v>2.0883307055289961</c:v>
                </c:pt>
                <c:pt idx="730">
                  <c:v>2.0883307055289961</c:v>
                </c:pt>
                <c:pt idx="731">
                  <c:v>2.0883307055289961</c:v>
                </c:pt>
                <c:pt idx="732">
                  <c:v>2.0883307055289961</c:v>
                </c:pt>
                <c:pt idx="733">
                  <c:v>2.0883307055289961</c:v>
                </c:pt>
                <c:pt idx="734">
                  <c:v>2.0883307055289961</c:v>
                </c:pt>
                <c:pt idx="735">
                  <c:v>2.0883307055289961</c:v>
                </c:pt>
                <c:pt idx="736">
                  <c:v>2.0883307055289961</c:v>
                </c:pt>
                <c:pt idx="737">
                  <c:v>2.0883307055289961</c:v>
                </c:pt>
                <c:pt idx="738">
                  <c:v>2.0883307055289961</c:v>
                </c:pt>
                <c:pt idx="739">
                  <c:v>2.0883307055289961</c:v>
                </c:pt>
                <c:pt idx="740">
                  <c:v>2.0883307055289961</c:v>
                </c:pt>
                <c:pt idx="741">
                  <c:v>2.0883307055289961</c:v>
                </c:pt>
                <c:pt idx="742">
                  <c:v>2.0883307055289961</c:v>
                </c:pt>
                <c:pt idx="743">
                  <c:v>2.0883307055289961</c:v>
                </c:pt>
                <c:pt idx="744">
                  <c:v>2.0883307055289961</c:v>
                </c:pt>
                <c:pt idx="745">
                  <c:v>2.0883307055289961</c:v>
                </c:pt>
                <c:pt idx="746">
                  <c:v>2.0883307055289961</c:v>
                </c:pt>
                <c:pt idx="747">
                  <c:v>2.0883307055289961</c:v>
                </c:pt>
                <c:pt idx="748">
                  <c:v>2.0883307055289961</c:v>
                </c:pt>
                <c:pt idx="749">
                  <c:v>2.0883307055289961</c:v>
                </c:pt>
                <c:pt idx="750">
                  <c:v>2.0883307055289961</c:v>
                </c:pt>
                <c:pt idx="751">
                  <c:v>2.0883307055289961</c:v>
                </c:pt>
                <c:pt idx="752">
                  <c:v>2.0883307055289961</c:v>
                </c:pt>
                <c:pt idx="753">
                  <c:v>2.0883307055289961</c:v>
                </c:pt>
                <c:pt idx="754">
                  <c:v>2.0883307055289961</c:v>
                </c:pt>
                <c:pt idx="755">
                  <c:v>2.0883307055289961</c:v>
                </c:pt>
                <c:pt idx="756">
                  <c:v>2.0883307055289961</c:v>
                </c:pt>
                <c:pt idx="757">
                  <c:v>2.0883307055289961</c:v>
                </c:pt>
                <c:pt idx="758">
                  <c:v>2.0883307055289961</c:v>
                </c:pt>
                <c:pt idx="759">
                  <c:v>2.0883307055289961</c:v>
                </c:pt>
                <c:pt idx="760">
                  <c:v>2.0883307055289961</c:v>
                </c:pt>
                <c:pt idx="761">
                  <c:v>2.0883307055289961</c:v>
                </c:pt>
                <c:pt idx="762">
                  <c:v>2.0883307055289961</c:v>
                </c:pt>
                <c:pt idx="763">
                  <c:v>2.0883307055289961</c:v>
                </c:pt>
                <c:pt idx="764">
                  <c:v>2.0883307055289961</c:v>
                </c:pt>
                <c:pt idx="765">
                  <c:v>2.0883307055289961</c:v>
                </c:pt>
                <c:pt idx="766">
                  <c:v>2.0883307055289961</c:v>
                </c:pt>
                <c:pt idx="767">
                  <c:v>2.0883307055289961</c:v>
                </c:pt>
                <c:pt idx="768">
                  <c:v>2.0883307055289961</c:v>
                </c:pt>
                <c:pt idx="769">
                  <c:v>2.0883307055289961</c:v>
                </c:pt>
                <c:pt idx="770">
                  <c:v>2.0883307055289961</c:v>
                </c:pt>
                <c:pt idx="771">
                  <c:v>2.0883307055289961</c:v>
                </c:pt>
                <c:pt idx="772">
                  <c:v>2.0883307055289961</c:v>
                </c:pt>
                <c:pt idx="773">
                  <c:v>2.0883307055289961</c:v>
                </c:pt>
                <c:pt idx="774">
                  <c:v>2.0883307055289961</c:v>
                </c:pt>
                <c:pt idx="775">
                  <c:v>2.0883307055289961</c:v>
                </c:pt>
                <c:pt idx="776">
                  <c:v>2.0883307055289961</c:v>
                </c:pt>
                <c:pt idx="777">
                  <c:v>2.0883307055289961</c:v>
                </c:pt>
                <c:pt idx="778">
                  <c:v>2.0883307055289961</c:v>
                </c:pt>
                <c:pt idx="779">
                  <c:v>2.0883307055289961</c:v>
                </c:pt>
                <c:pt idx="780">
                  <c:v>2.0883307055289961</c:v>
                </c:pt>
                <c:pt idx="781">
                  <c:v>2.0883307055289961</c:v>
                </c:pt>
                <c:pt idx="782">
                  <c:v>2.0883307055289961</c:v>
                </c:pt>
                <c:pt idx="783">
                  <c:v>2.0883307055289961</c:v>
                </c:pt>
                <c:pt idx="784">
                  <c:v>2.0883307055289961</c:v>
                </c:pt>
                <c:pt idx="785">
                  <c:v>2.0883307055289961</c:v>
                </c:pt>
                <c:pt idx="786">
                  <c:v>2.0883307055289961</c:v>
                </c:pt>
                <c:pt idx="787">
                  <c:v>2.0883307055289961</c:v>
                </c:pt>
                <c:pt idx="788">
                  <c:v>2.0883307055289961</c:v>
                </c:pt>
                <c:pt idx="789">
                  <c:v>2.0883307055289961</c:v>
                </c:pt>
                <c:pt idx="790">
                  <c:v>2.0883307055289961</c:v>
                </c:pt>
                <c:pt idx="791">
                  <c:v>2.0883307055289961</c:v>
                </c:pt>
                <c:pt idx="792">
                  <c:v>2.0883307055289961</c:v>
                </c:pt>
                <c:pt idx="793">
                  <c:v>2.0883307055289961</c:v>
                </c:pt>
                <c:pt idx="794">
                  <c:v>2.0883307055289961</c:v>
                </c:pt>
                <c:pt idx="795">
                  <c:v>2.0883307055289961</c:v>
                </c:pt>
                <c:pt idx="796">
                  <c:v>2.0883307055289961</c:v>
                </c:pt>
                <c:pt idx="797">
                  <c:v>2.0883307055289961</c:v>
                </c:pt>
                <c:pt idx="798">
                  <c:v>2.0883307055289961</c:v>
                </c:pt>
                <c:pt idx="799">
                  <c:v>2.0883307055289961</c:v>
                </c:pt>
                <c:pt idx="800">
                  <c:v>2.0883307055289961</c:v>
                </c:pt>
                <c:pt idx="801">
                  <c:v>2.0883307055289961</c:v>
                </c:pt>
                <c:pt idx="802">
                  <c:v>2.0883307055289961</c:v>
                </c:pt>
                <c:pt idx="803">
                  <c:v>2.0883307055289961</c:v>
                </c:pt>
                <c:pt idx="804">
                  <c:v>2.0883307055289961</c:v>
                </c:pt>
                <c:pt idx="805">
                  <c:v>2.0883307055289961</c:v>
                </c:pt>
                <c:pt idx="806">
                  <c:v>2.0883307055289961</c:v>
                </c:pt>
                <c:pt idx="807">
                  <c:v>2.0883307055289961</c:v>
                </c:pt>
                <c:pt idx="808">
                  <c:v>2.0883307055289961</c:v>
                </c:pt>
                <c:pt idx="809">
                  <c:v>2.0883307055289961</c:v>
                </c:pt>
                <c:pt idx="810">
                  <c:v>2.0883307055289961</c:v>
                </c:pt>
                <c:pt idx="811">
                  <c:v>2.0883307055289961</c:v>
                </c:pt>
                <c:pt idx="812">
                  <c:v>2.0883307055289961</c:v>
                </c:pt>
                <c:pt idx="813">
                  <c:v>2.0883307055289961</c:v>
                </c:pt>
                <c:pt idx="814">
                  <c:v>2.0883307055289961</c:v>
                </c:pt>
                <c:pt idx="815">
                  <c:v>2.0883307055289961</c:v>
                </c:pt>
                <c:pt idx="816">
                  <c:v>2.0883307055289961</c:v>
                </c:pt>
                <c:pt idx="817">
                  <c:v>2.0883307055289961</c:v>
                </c:pt>
                <c:pt idx="818">
                  <c:v>2.0883307055289961</c:v>
                </c:pt>
                <c:pt idx="819">
                  <c:v>2.0883307055289961</c:v>
                </c:pt>
                <c:pt idx="820">
                  <c:v>2.0883307055289961</c:v>
                </c:pt>
                <c:pt idx="821">
                  <c:v>2.0883307055289961</c:v>
                </c:pt>
                <c:pt idx="822">
                  <c:v>2.0883307055289961</c:v>
                </c:pt>
                <c:pt idx="823">
                  <c:v>2.0883307055289961</c:v>
                </c:pt>
                <c:pt idx="824">
                  <c:v>2.0883307055289961</c:v>
                </c:pt>
                <c:pt idx="825">
                  <c:v>2.0883307055289961</c:v>
                </c:pt>
                <c:pt idx="826">
                  <c:v>2.0883307055289961</c:v>
                </c:pt>
                <c:pt idx="827">
                  <c:v>2.0883307055289961</c:v>
                </c:pt>
                <c:pt idx="828">
                  <c:v>2.0883307055289961</c:v>
                </c:pt>
                <c:pt idx="829">
                  <c:v>2.0883307055289961</c:v>
                </c:pt>
                <c:pt idx="830">
                  <c:v>2.0883307055289961</c:v>
                </c:pt>
                <c:pt idx="831">
                  <c:v>2.0883307055289961</c:v>
                </c:pt>
                <c:pt idx="832">
                  <c:v>2.0883307055289961</c:v>
                </c:pt>
                <c:pt idx="833">
                  <c:v>2.0883307055289961</c:v>
                </c:pt>
                <c:pt idx="834">
                  <c:v>2.0883307055289961</c:v>
                </c:pt>
                <c:pt idx="835">
                  <c:v>2.0883307055289961</c:v>
                </c:pt>
                <c:pt idx="836">
                  <c:v>2.0883307055289961</c:v>
                </c:pt>
                <c:pt idx="837">
                  <c:v>2.0883307055289961</c:v>
                </c:pt>
                <c:pt idx="838">
                  <c:v>2.0883307055289961</c:v>
                </c:pt>
                <c:pt idx="839">
                  <c:v>2.0883307055289961</c:v>
                </c:pt>
                <c:pt idx="840">
                  <c:v>2.0883307055289961</c:v>
                </c:pt>
                <c:pt idx="841">
                  <c:v>2.0883307055289961</c:v>
                </c:pt>
                <c:pt idx="842">
                  <c:v>2.0883307055289961</c:v>
                </c:pt>
                <c:pt idx="843">
                  <c:v>2.0883307055289961</c:v>
                </c:pt>
                <c:pt idx="844">
                  <c:v>2.0883307055289961</c:v>
                </c:pt>
                <c:pt idx="845">
                  <c:v>2.0883307055289961</c:v>
                </c:pt>
                <c:pt idx="846">
                  <c:v>2.0883307055289961</c:v>
                </c:pt>
                <c:pt idx="847">
                  <c:v>2.0883307055289961</c:v>
                </c:pt>
                <c:pt idx="848">
                  <c:v>2.0883307055289961</c:v>
                </c:pt>
                <c:pt idx="849">
                  <c:v>2.0883307055289961</c:v>
                </c:pt>
                <c:pt idx="850">
                  <c:v>2.0883307055289961</c:v>
                </c:pt>
                <c:pt idx="851">
                  <c:v>2.0883307055289961</c:v>
                </c:pt>
                <c:pt idx="852">
                  <c:v>2.0883307055289961</c:v>
                </c:pt>
                <c:pt idx="853">
                  <c:v>2.0883307055289961</c:v>
                </c:pt>
                <c:pt idx="854">
                  <c:v>2.0883307055289961</c:v>
                </c:pt>
                <c:pt idx="855">
                  <c:v>2.0883307055289961</c:v>
                </c:pt>
                <c:pt idx="856">
                  <c:v>2.0883307055289961</c:v>
                </c:pt>
                <c:pt idx="857">
                  <c:v>2.0883307055289961</c:v>
                </c:pt>
                <c:pt idx="858">
                  <c:v>2.0883307055289961</c:v>
                </c:pt>
                <c:pt idx="859">
                  <c:v>2.0883307055289961</c:v>
                </c:pt>
                <c:pt idx="860">
                  <c:v>2.0883307055289961</c:v>
                </c:pt>
                <c:pt idx="861">
                  <c:v>2.0883307055289961</c:v>
                </c:pt>
                <c:pt idx="862">
                  <c:v>2.0883307055289961</c:v>
                </c:pt>
                <c:pt idx="863">
                  <c:v>2.0883307055289961</c:v>
                </c:pt>
                <c:pt idx="864">
                  <c:v>2.0883307055289961</c:v>
                </c:pt>
                <c:pt idx="865">
                  <c:v>2.0883307055289961</c:v>
                </c:pt>
                <c:pt idx="866">
                  <c:v>2.0883307055289961</c:v>
                </c:pt>
                <c:pt idx="867">
                  <c:v>2.0883307055289961</c:v>
                </c:pt>
                <c:pt idx="868">
                  <c:v>2.0883307055289961</c:v>
                </c:pt>
                <c:pt idx="869">
                  <c:v>2.0883307055289961</c:v>
                </c:pt>
                <c:pt idx="870">
                  <c:v>2.0883307055289961</c:v>
                </c:pt>
                <c:pt idx="871">
                  <c:v>2.0883307055289961</c:v>
                </c:pt>
                <c:pt idx="872">
                  <c:v>2.0883307055289961</c:v>
                </c:pt>
                <c:pt idx="873">
                  <c:v>2.0883307055289961</c:v>
                </c:pt>
                <c:pt idx="874">
                  <c:v>2.0883307055289961</c:v>
                </c:pt>
                <c:pt idx="875">
                  <c:v>2.0883307055289961</c:v>
                </c:pt>
                <c:pt idx="876">
                  <c:v>2.0883307055289961</c:v>
                </c:pt>
                <c:pt idx="877">
                  <c:v>2.0883307055289961</c:v>
                </c:pt>
                <c:pt idx="878">
                  <c:v>2.0883307055289961</c:v>
                </c:pt>
                <c:pt idx="879">
                  <c:v>2.0883307055289961</c:v>
                </c:pt>
                <c:pt idx="880">
                  <c:v>2.0883307055289961</c:v>
                </c:pt>
                <c:pt idx="881">
                  <c:v>2.0883307055289961</c:v>
                </c:pt>
                <c:pt idx="882">
                  <c:v>2.0883307055289961</c:v>
                </c:pt>
                <c:pt idx="883">
                  <c:v>2.0883307055289961</c:v>
                </c:pt>
                <c:pt idx="884">
                  <c:v>2.0883307055289961</c:v>
                </c:pt>
                <c:pt idx="885">
                  <c:v>2.0883307055289961</c:v>
                </c:pt>
                <c:pt idx="886">
                  <c:v>2.0883307055289961</c:v>
                </c:pt>
                <c:pt idx="887">
                  <c:v>2.0883307055289961</c:v>
                </c:pt>
                <c:pt idx="888">
                  <c:v>2.0883307055289961</c:v>
                </c:pt>
                <c:pt idx="889">
                  <c:v>2.0883307055289961</c:v>
                </c:pt>
                <c:pt idx="890">
                  <c:v>2.0883307055289961</c:v>
                </c:pt>
                <c:pt idx="891">
                  <c:v>2.0883307055289961</c:v>
                </c:pt>
                <c:pt idx="892">
                  <c:v>2.0883307055289961</c:v>
                </c:pt>
                <c:pt idx="893">
                  <c:v>2.0883307055289961</c:v>
                </c:pt>
                <c:pt idx="894">
                  <c:v>2.0883307055289961</c:v>
                </c:pt>
                <c:pt idx="895">
                  <c:v>2.0883307055289961</c:v>
                </c:pt>
                <c:pt idx="896">
                  <c:v>2.0883307055289961</c:v>
                </c:pt>
                <c:pt idx="897">
                  <c:v>2.0883307055289961</c:v>
                </c:pt>
                <c:pt idx="898">
                  <c:v>2.0883307055289961</c:v>
                </c:pt>
                <c:pt idx="899">
                  <c:v>2.0883307055289961</c:v>
                </c:pt>
                <c:pt idx="900">
                  <c:v>2.0883307055289961</c:v>
                </c:pt>
                <c:pt idx="901">
                  <c:v>2.0883307055289961</c:v>
                </c:pt>
                <c:pt idx="902">
                  <c:v>2.0883307055289961</c:v>
                </c:pt>
                <c:pt idx="903">
                  <c:v>2.0883307055289961</c:v>
                </c:pt>
                <c:pt idx="904">
                  <c:v>2.0883307055289961</c:v>
                </c:pt>
                <c:pt idx="905">
                  <c:v>2.0883307055289961</c:v>
                </c:pt>
                <c:pt idx="906">
                  <c:v>2.0883307055289961</c:v>
                </c:pt>
                <c:pt idx="907">
                  <c:v>2.0883307055289961</c:v>
                </c:pt>
                <c:pt idx="908">
                  <c:v>2.0883307055289961</c:v>
                </c:pt>
                <c:pt idx="909">
                  <c:v>2.0883307055289961</c:v>
                </c:pt>
                <c:pt idx="910">
                  <c:v>2.0883307055289961</c:v>
                </c:pt>
                <c:pt idx="911">
                  <c:v>2.0883307055289961</c:v>
                </c:pt>
                <c:pt idx="912">
                  <c:v>2.0883307055289961</c:v>
                </c:pt>
                <c:pt idx="913">
                  <c:v>2.0883307055289961</c:v>
                </c:pt>
                <c:pt idx="914">
                  <c:v>2.0883307055289961</c:v>
                </c:pt>
                <c:pt idx="915">
                  <c:v>2.0883307055289961</c:v>
                </c:pt>
                <c:pt idx="916">
                  <c:v>2.0883307055289961</c:v>
                </c:pt>
                <c:pt idx="917">
                  <c:v>2.0883307055289961</c:v>
                </c:pt>
                <c:pt idx="918">
                  <c:v>2.0883307055289961</c:v>
                </c:pt>
                <c:pt idx="919">
                  <c:v>2.0883307055289961</c:v>
                </c:pt>
                <c:pt idx="920">
                  <c:v>2.0883307055289961</c:v>
                </c:pt>
                <c:pt idx="921">
                  <c:v>2.0883307055289961</c:v>
                </c:pt>
                <c:pt idx="922">
                  <c:v>2.0883307055289961</c:v>
                </c:pt>
                <c:pt idx="923">
                  <c:v>2.0883307055289961</c:v>
                </c:pt>
                <c:pt idx="924">
                  <c:v>2.0883307055289961</c:v>
                </c:pt>
                <c:pt idx="925">
                  <c:v>2.0883307055289961</c:v>
                </c:pt>
                <c:pt idx="926">
                  <c:v>2.0883307055289961</c:v>
                </c:pt>
                <c:pt idx="927">
                  <c:v>2.0883307055289961</c:v>
                </c:pt>
                <c:pt idx="928">
                  <c:v>2.0883307055289961</c:v>
                </c:pt>
                <c:pt idx="929">
                  <c:v>2.0883307055289961</c:v>
                </c:pt>
                <c:pt idx="930">
                  <c:v>2.0883307055289961</c:v>
                </c:pt>
                <c:pt idx="931">
                  <c:v>2.0883307055289961</c:v>
                </c:pt>
                <c:pt idx="932">
                  <c:v>2.0883307055289961</c:v>
                </c:pt>
                <c:pt idx="933">
                  <c:v>2.0883307055289961</c:v>
                </c:pt>
                <c:pt idx="934">
                  <c:v>2.0883307055289961</c:v>
                </c:pt>
                <c:pt idx="935">
                  <c:v>2.0883307055289961</c:v>
                </c:pt>
                <c:pt idx="936">
                  <c:v>2.0883307055289961</c:v>
                </c:pt>
                <c:pt idx="937">
                  <c:v>2.0883307055289961</c:v>
                </c:pt>
                <c:pt idx="938">
                  <c:v>2.0883307055289961</c:v>
                </c:pt>
                <c:pt idx="939">
                  <c:v>2.0883307055289961</c:v>
                </c:pt>
                <c:pt idx="940">
                  <c:v>2.0883307055289961</c:v>
                </c:pt>
                <c:pt idx="941">
                  <c:v>2.0883307055289961</c:v>
                </c:pt>
                <c:pt idx="942">
                  <c:v>2.0883307055289961</c:v>
                </c:pt>
                <c:pt idx="943">
                  <c:v>2.0883307055289961</c:v>
                </c:pt>
                <c:pt idx="944">
                  <c:v>2.0883307055289961</c:v>
                </c:pt>
                <c:pt idx="945">
                  <c:v>2.0883307055289961</c:v>
                </c:pt>
                <c:pt idx="946">
                  <c:v>2.0883307055289961</c:v>
                </c:pt>
                <c:pt idx="947">
                  <c:v>2.0883307055289961</c:v>
                </c:pt>
                <c:pt idx="948">
                  <c:v>2.0883307055289961</c:v>
                </c:pt>
                <c:pt idx="949">
                  <c:v>2.0883307055289961</c:v>
                </c:pt>
                <c:pt idx="950">
                  <c:v>2.0883307055289961</c:v>
                </c:pt>
                <c:pt idx="951">
                  <c:v>2.0883307055289961</c:v>
                </c:pt>
                <c:pt idx="952">
                  <c:v>2.0883307055289961</c:v>
                </c:pt>
                <c:pt idx="953">
                  <c:v>2.0883307055289961</c:v>
                </c:pt>
                <c:pt idx="954">
                  <c:v>2.0883307055289961</c:v>
                </c:pt>
                <c:pt idx="955">
                  <c:v>2.0883307055289961</c:v>
                </c:pt>
                <c:pt idx="956">
                  <c:v>2.0883307055289961</c:v>
                </c:pt>
                <c:pt idx="957">
                  <c:v>2.0883307055289961</c:v>
                </c:pt>
                <c:pt idx="958">
                  <c:v>2.0883307055289961</c:v>
                </c:pt>
                <c:pt idx="959">
                  <c:v>2.0883307055289961</c:v>
                </c:pt>
                <c:pt idx="960">
                  <c:v>2.0883307055289961</c:v>
                </c:pt>
                <c:pt idx="961">
                  <c:v>2.0883307055289961</c:v>
                </c:pt>
                <c:pt idx="962">
                  <c:v>2.0883307055289961</c:v>
                </c:pt>
                <c:pt idx="963">
                  <c:v>2.0883307055289961</c:v>
                </c:pt>
                <c:pt idx="964">
                  <c:v>2.0883307055289961</c:v>
                </c:pt>
                <c:pt idx="965">
                  <c:v>2.0883307055289961</c:v>
                </c:pt>
                <c:pt idx="966">
                  <c:v>2.0883307055289961</c:v>
                </c:pt>
                <c:pt idx="967">
                  <c:v>2.0883307055289961</c:v>
                </c:pt>
                <c:pt idx="968">
                  <c:v>2.0883307055289961</c:v>
                </c:pt>
                <c:pt idx="969">
                  <c:v>2.0883307055289961</c:v>
                </c:pt>
                <c:pt idx="970">
                  <c:v>2.0883307055289961</c:v>
                </c:pt>
                <c:pt idx="971">
                  <c:v>2.0883307055289961</c:v>
                </c:pt>
                <c:pt idx="972">
                  <c:v>2.0883307055289961</c:v>
                </c:pt>
                <c:pt idx="973">
                  <c:v>2.0883307055289961</c:v>
                </c:pt>
                <c:pt idx="974">
                  <c:v>2.0883307055289961</c:v>
                </c:pt>
                <c:pt idx="975">
                  <c:v>2.0883307055289961</c:v>
                </c:pt>
                <c:pt idx="976">
                  <c:v>2.0883307055289961</c:v>
                </c:pt>
                <c:pt idx="977">
                  <c:v>2.0883307055289961</c:v>
                </c:pt>
                <c:pt idx="978">
                  <c:v>2.0883307055289961</c:v>
                </c:pt>
                <c:pt idx="979">
                  <c:v>2.0883307055289961</c:v>
                </c:pt>
                <c:pt idx="980">
                  <c:v>2.0883307055289961</c:v>
                </c:pt>
                <c:pt idx="981">
                  <c:v>2.0883307055289961</c:v>
                </c:pt>
                <c:pt idx="982">
                  <c:v>2.0883307055289961</c:v>
                </c:pt>
                <c:pt idx="983">
                  <c:v>2.0883307055289961</c:v>
                </c:pt>
                <c:pt idx="984">
                  <c:v>2.0883307055289961</c:v>
                </c:pt>
                <c:pt idx="985">
                  <c:v>2.0883307055289961</c:v>
                </c:pt>
                <c:pt idx="986">
                  <c:v>2.0883307055289961</c:v>
                </c:pt>
                <c:pt idx="987">
                  <c:v>2.0883307055289961</c:v>
                </c:pt>
                <c:pt idx="988">
                  <c:v>2.0883307055289961</c:v>
                </c:pt>
                <c:pt idx="989">
                  <c:v>2.0883307055289961</c:v>
                </c:pt>
                <c:pt idx="990">
                  <c:v>2.0883307055289961</c:v>
                </c:pt>
                <c:pt idx="991">
                  <c:v>2.0883307055289961</c:v>
                </c:pt>
                <c:pt idx="992">
                  <c:v>2.0883307055289961</c:v>
                </c:pt>
                <c:pt idx="993">
                  <c:v>2.0883307055289961</c:v>
                </c:pt>
                <c:pt idx="994">
                  <c:v>2.0883307055289961</c:v>
                </c:pt>
                <c:pt idx="995">
                  <c:v>2.0883307055289961</c:v>
                </c:pt>
                <c:pt idx="996">
                  <c:v>2.0883307055289961</c:v>
                </c:pt>
                <c:pt idx="997">
                  <c:v>2.0883307055289961</c:v>
                </c:pt>
                <c:pt idx="998">
                  <c:v>2.0883307055289961</c:v>
                </c:pt>
                <c:pt idx="999">
                  <c:v>2.0883307055289961</c:v>
                </c:pt>
                <c:pt idx="1000">
                  <c:v>2.0883307055289961</c:v>
                </c:pt>
                <c:pt idx="1001">
                  <c:v>2.0883307055289961</c:v>
                </c:pt>
                <c:pt idx="1002">
                  <c:v>2.0883307055289961</c:v>
                </c:pt>
                <c:pt idx="1003">
                  <c:v>2.0883307055289961</c:v>
                </c:pt>
                <c:pt idx="1004">
                  <c:v>2.0883307055289961</c:v>
                </c:pt>
                <c:pt idx="1005">
                  <c:v>2.0883307055289961</c:v>
                </c:pt>
                <c:pt idx="1006">
                  <c:v>2.0883307055289961</c:v>
                </c:pt>
                <c:pt idx="1007">
                  <c:v>2.0883307055289961</c:v>
                </c:pt>
                <c:pt idx="1008">
                  <c:v>2.0883307055289961</c:v>
                </c:pt>
                <c:pt idx="1009">
                  <c:v>2.0883307055289961</c:v>
                </c:pt>
                <c:pt idx="1010">
                  <c:v>2.0883307055289961</c:v>
                </c:pt>
                <c:pt idx="1011">
                  <c:v>2.0883307055289961</c:v>
                </c:pt>
                <c:pt idx="1012">
                  <c:v>2.0883307055289961</c:v>
                </c:pt>
                <c:pt idx="1013">
                  <c:v>2.0883307055289961</c:v>
                </c:pt>
                <c:pt idx="1014">
                  <c:v>2.0883307055289961</c:v>
                </c:pt>
                <c:pt idx="1015">
                  <c:v>2.0883307055289961</c:v>
                </c:pt>
                <c:pt idx="1016">
                  <c:v>2.0883307055289961</c:v>
                </c:pt>
                <c:pt idx="1017">
                  <c:v>2.0883307055289961</c:v>
                </c:pt>
                <c:pt idx="1018">
                  <c:v>2.0883307055289961</c:v>
                </c:pt>
                <c:pt idx="1019">
                  <c:v>2.0883307055289961</c:v>
                </c:pt>
                <c:pt idx="1020">
                  <c:v>2.0883307055289961</c:v>
                </c:pt>
                <c:pt idx="1021">
                  <c:v>2.0883307055289961</c:v>
                </c:pt>
                <c:pt idx="1022">
                  <c:v>2.0883307055289961</c:v>
                </c:pt>
                <c:pt idx="1023">
                  <c:v>2.0883307055289961</c:v>
                </c:pt>
                <c:pt idx="1024">
                  <c:v>2.0883307055289961</c:v>
                </c:pt>
                <c:pt idx="1025">
                  <c:v>2.0883307055289961</c:v>
                </c:pt>
                <c:pt idx="1026">
                  <c:v>2.0883307055289961</c:v>
                </c:pt>
                <c:pt idx="1027">
                  <c:v>2.0883307055289961</c:v>
                </c:pt>
                <c:pt idx="1028">
                  <c:v>2.0883307055289961</c:v>
                </c:pt>
                <c:pt idx="1029">
                  <c:v>2.0883307055289961</c:v>
                </c:pt>
                <c:pt idx="1030">
                  <c:v>2.0883307055289961</c:v>
                </c:pt>
                <c:pt idx="1031">
                  <c:v>2.0883307055289961</c:v>
                </c:pt>
                <c:pt idx="1032">
                  <c:v>2.0883307055289961</c:v>
                </c:pt>
                <c:pt idx="1033">
                  <c:v>2.0883307055289961</c:v>
                </c:pt>
                <c:pt idx="1034">
                  <c:v>2.0883307055289961</c:v>
                </c:pt>
                <c:pt idx="1035">
                  <c:v>2.0883307055289961</c:v>
                </c:pt>
                <c:pt idx="1036">
                  <c:v>2.0883307055289961</c:v>
                </c:pt>
                <c:pt idx="1037">
                  <c:v>2.0883307055289961</c:v>
                </c:pt>
                <c:pt idx="1038">
                  <c:v>2.0883307055289961</c:v>
                </c:pt>
                <c:pt idx="1039">
                  <c:v>2.0883307055289961</c:v>
                </c:pt>
                <c:pt idx="1040">
                  <c:v>2.0883307055289961</c:v>
                </c:pt>
                <c:pt idx="1041">
                  <c:v>2.0883307055289961</c:v>
                </c:pt>
                <c:pt idx="1042">
                  <c:v>2.0883307055289961</c:v>
                </c:pt>
                <c:pt idx="1043">
                  <c:v>2.0883307055289961</c:v>
                </c:pt>
                <c:pt idx="1044">
                  <c:v>2.0883307055289961</c:v>
                </c:pt>
                <c:pt idx="1045">
                  <c:v>2.0883307055289961</c:v>
                </c:pt>
                <c:pt idx="1046">
                  <c:v>2.0883307055289961</c:v>
                </c:pt>
                <c:pt idx="1047">
                  <c:v>2.0883307055289961</c:v>
                </c:pt>
                <c:pt idx="1048">
                  <c:v>2.0883307055289961</c:v>
                </c:pt>
                <c:pt idx="1049">
                  <c:v>2.0883307055289961</c:v>
                </c:pt>
                <c:pt idx="1050">
                  <c:v>2.0883307055289961</c:v>
                </c:pt>
                <c:pt idx="1051">
                  <c:v>2.0883307055289961</c:v>
                </c:pt>
                <c:pt idx="1052">
                  <c:v>2.0883307055289961</c:v>
                </c:pt>
                <c:pt idx="1053">
                  <c:v>2.0883307055289961</c:v>
                </c:pt>
                <c:pt idx="1054">
                  <c:v>2.0883307055289961</c:v>
                </c:pt>
                <c:pt idx="1055">
                  <c:v>2.0883307055289961</c:v>
                </c:pt>
                <c:pt idx="1056">
                  <c:v>2.0883307055289961</c:v>
                </c:pt>
                <c:pt idx="1057">
                  <c:v>2.0883307055289961</c:v>
                </c:pt>
                <c:pt idx="1058">
                  <c:v>2.0883307055289961</c:v>
                </c:pt>
                <c:pt idx="1059">
                  <c:v>2.0883307055289961</c:v>
                </c:pt>
                <c:pt idx="1060">
                  <c:v>2.0883307055289961</c:v>
                </c:pt>
                <c:pt idx="1061">
                  <c:v>2.0883307055289961</c:v>
                </c:pt>
                <c:pt idx="1062">
                  <c:v>2.0883307055289961</c:v>
                </c:pt>
                <c:pt idx="1063">
                  <c:v>2.0883307055289961</c:v>
                </c:pt>
                <c:pt idx="1064">
                  <c:v>2.0883307055289961</c:v>
                </c:pt>
                <c:pt idx="1065">
                  <c:v>2.0883307055289961</c:v>
                </c:pt>
                <c:pt idx="1066">
                  <c:v>2.0883307055289961</c:v>
                </c:pt>
                <c:pt idx="1067">
                  <c:v>2.0883307055289961</c:v>
                </c:pt>
                <c:pt idx="1068">
                  <c:v>2.0883307055289961</c:v>
                </c:pt>
                <c:pt idx="1069">
                  <c:v>2.0883307055289961</c:v>
                </c:pt>
                <c:pt idx="1070">
                  <c:v>2.0883307055289961</c:v>
                </c:pt>
                <c:pt idx="1071">
                  <c:v>2.0883307055289961</c:v>
                </c:pt>
                <c:pt idx="1072">
                  <c:v>2.0883307055289961</c:v>
                </c:pt>
                <c:pt idx="1073">
                  <c:v>2.0883307055289961</c:v>
                </c:pt>
                <c:pt idx="1074">
                  <c:v>2.0883307055289961</c:v>
                </c:pt>
                <c:pt idx="1075">
                  <c:v>2.0883307055289961</c:v>
                </c:pt>
                <c:pt idx="1076">
                  <c:v>2.0883307055289961</c:v>
                </c:pt>
                <c:pt idx="1077">
                  <c:v>2.0883307055289961</c:v>
                </c:pt>
                <c:pt idx="1078">
                  <c:v>2.0883307055289961</c:v>
                </c:pt>
                <c:pt idx="1079">
                  <c:v>2.0883307055289961</c:v>
                </c:pt>
                <c:pt idx="1080">
                  <c:v>2.0883307055289961</c:v>
                </c:pt>
                <c:pt idx="1081">
                  <c:v>2.0883307055289961</c:v>
                </c:pt>
                <c:pt idx="1082">
                  <c:v>2.0883307055289961</c:v>
                </c:pt>
                <c:pt idx="1083">
                  <c:v>2.0883307055289961</c:v>
                </c:pt>
                <c:pt idx="1084">
                  <c:v>2.0883307055289961</c:v>
                </c:pt>
                <c:pt idx="1085">
                  <c:v>2.0883307055289961</c:v>
                </c:pt>
                <c:pt idx="1086">
                  <c:v>2.0883307055289961</c:v>
                </c:pt>
                <c:pt idx="1087">
                  <c:v>2.0883307055289961</c:v>
                </c:pt>
                <c:pt idx="1088">
                  <c:v>2.0883307055289961</c:v>
                </c:pt>
                <c:pt idx="1089">
                  <c:v>2.0883307055289961</c:v>
                </c:pt>
                <c:pt idx="1090">
                  <c:v>2.0883307055289961</c:v>
                </c:pt>
                <c:pt idx="1091">
                  <c:v>2.0883307055289961</c:v>
                </c:pt>
                <c:pt idx="1092">
                  <c:v>2.0883307055289961</c:v>
                </c:pt>
                <c:pt idx="1093">
                  <c:v>2.0883307055289961</c:v>
                </c:pt>
                <c:pt idx="1094">
                  <c:v>2.0883307055289961</c:v>
                </c:pt>
                <c:pt idx="1095">
                  <c:v>2.0883307055289961</c:v>
                </c:pt>
                <c:pt idx="1096">
                  <c:v>2.0883307055289961</c:v>
                </c:pt>
                <c:pt idx="1097">
                  <c:v>2.0883307055289961</c:v>
                </c:pt>
                <c:pt idx="1098">
                  <c:v>2.0883307055289961</c:v>
                </c:pt>
                <c:pt idx="1099">
                  <c:v>2.0883307055289961</c:v>
                </c:pt>
                <c:pt idx="1100">
                  <c:v>2.0883307055289961</c:v>
                </c:pt>
                <c:pt idx="1101">
                  <c:v>2.0883307055289961</c:v>
                </c:pt>
                <c:pt idx="1102">
                  <c:v>2.0883307055289961</c:v>
                </c:pt>
                <c:pt idx="1103">
                  <c:v>2.0883307055289961</c:v>
                </c:pt>
                <c:pt idx="1104">
                  <c:v>2.0883307055289961</c:v>
                </c:pt>
                <c:pt idx="1105">
                  <c:v>2.0883307055289961</c:v>
                </c:pt>
                <c:pt idx="1106">
                  <c:v>2.0883307055289961</c:v>
                </c:pt>
                <c:pt idx="1107">
                  <c:v>2.0883307055289961</c:v>
                </c:pt>
                <c:pt idx="1108">
                  <c:v>2.0883307055289961</c:v>
                </c:pt>
                <c:pt idx="1109">
                  <c:v>2.0883307055289961</c:v>
                </c:pt>
                <c:pt idx="1110">
                  <c:v>2.0883307055289961</c:v>
                </c:pt>
                <c:pt idx="1111">
                  <c:v>2.0883307055289961</c:v>
                </c:pt>
                <c:pt idx="1112">
                  <c:v>2.0883307055289961</c:v>
                </c:pt>
                <c:pt idx="1113">
                  <c:v>2.0883307055289961</c:v>
                </c:pt>
                <c:pt idx="1114">
                  <c:v>2.0883307055289961</c:v>
                </c:pt>
                <c:pt idx="1115">
                  <c:v>2.0883307055289961</c:v>
                </c:pt>
                <c:pt idx="1116">
                  <c:v>2.0883307055289961</c:v>
                </c:pt>
                <c:pt idx="1117">
                  <c:v>2.0883307055289961</c:v>
                </c:pt>
                <c:pt idx="1118">
                  <c:v>2.0883307055289961</c:v>
                </c:pt>
                <c:pt idx="1119">
                  <c:v>2.0883307055289961</c:v>
                </c:pt>
                <c:pt idx="1120">
                  <c:v>2.0883307055289961</c:v>
                </c:pt>
                <c:pt idx="1121">
                  <c:v>2.0883307055289961</c:v>
                </c:pt>
                <c:pt idx="1122">
                  <c:v>2.0883307055289961</c:v>
                </c:pt>
                <c:pt idx="1123">
                  <c:v>2.0883307055289961</c:v>
                </c:pt>
                <c:pt idx="1124">
                  <c:v>2.0883307055289961</c:v>
                </c:pt>
                <c:pt idx="1125">
                  <c:v>2.0883307055289961</c:v>
                </c:pt>
                <c:pt idx="1126">
                  <c:v>2.0883307055289961</c:v>
                </c:pt>
                <c:pt idx="1127">
                  <c:v>2.0883307055289961</c:v>
                </c:pt>
                <c:pt idx="1128">
                  <c:v>2.0883307055289961</c:v>
                </c:pt>
                <c:pt idx="1129">
                  <c:v>2.0883307055289961</c:v>
                </c:pt>
                <c:pt idx="1130">
                  <c:v>2.0883307055289961</c:v>
                </c:pt>
                <c:pt idx="1131">
                  <c:v>2.0883307055289961</c:v>
                </c:pt>
                <c:pt idx="1132">
                  <c:v>2.0883307055289961</c:v>
                </c:pt>
                <c:pt idx="1133">
                  <c:v>2.0883307055289961</c:v>
                </c:pt>
                <c:pt idx="1134">
                  <c:v>2.0883307055289961</c:v>
                </c:pt>
                <c:pt idx="1135">
                  <c:v>2.0883307055289961</c:v>
                </c:pt>
                <c:pt idx="1136">
                  <c:v>2.0883307055289961</c:v>
                </c:pt>
                <c:pt idx="1137">
                  <c:v>2.0883307055289961</c:v>
                </c:pt>
                <c:pt idx="1138">
                  <c:v>2.0883307055289961</c:v>
                </c:pt>
                <c:pt idx="1139">
                  <c:v>2.0883307055289961</c:v>
                </c:pt>
                <c:pt idx="1140">
                  <c:v>2.0883307055289961</c:v>
                </c:pt>
                <c:pt idx="1141">
                  <c:v>2.0883307055289961</c:v>
                </c:pt>
                <c:pt idx="1142">
                  <c:v>2.0883307055289961</c:v>
                </c:pt>
                <c:pt idx="1143">
                  <c:v>2.0883307055289961</c:v>
                </c:pt>
                <c:pt idx="1144">
                  <c:v>2.0883307055289961</c:v>
                </c:pt>
                <c:pt idx="1145">
                  <c:v>2.0883307055289961</c:v>
                </c:pt>
                <c:pt idx="1146">
                  <c:v>2.0883307055289961</c:v>
                </c:pt>
                <c:pt idx="1147">
                  <c:v>2.0883307055289961</c:v>
                </c:pt>
                <c:pt idx="1148">
                  <c:v>2.0883307055289961</c:v>
                </c:pt>
                <c:pt idx="1149">
                  <c:v>2.0883307055289961</c:v>
                </c:pt>
                <c:pt idx="1150">
                  <c:v>2.0883307055289961</c:v>
                </c:pt>
                <c:pt idx="1151">
                  <c:v>2.0883307055289961</c:v>
                </c:pt>
                <c:pt idx="1152">
                  <c:v>2.0883307055289961</c:v>
                </c:pt>
                <c:pt idx="1153">
                  <c:v>2.0883307055289961</c:v>
                </c:pt>
                <c:pt idx="1154">
                  <c:v>2.0883307055289961</c:v>
                </c:pt>
                <c:pt idx="1155">
                  <c:v>2.0883307055289961</c:v>
                </c:pt>
                <c:pt idx="1156">
                  <c:v>2.0883307055289961</c:v>
                </c:pt>
                <c:pt idx="1157">
                  <c:v>2.0883307055289961</c:v>
                </c:pt>
                <c:pt idx="1158">
                  <c:v>2.0883307055289961</c:v>
                </c:pt>
                <c:pt idx="1159">
                  <c:v>2.0883307055289961</c:v>
                </c:pt>
                <c:pt idx="1160">
                  <c:v>2.0883307055289961</c:v>
                </c:pt>
                <c:pt idx="1161">
                  <c:v>2.0883307055289961</c:v>
                </c:pt>
                <c:pt idx="1162">
                  <c:v>2.0883307055289961</c:v>
                </c:pt>
                <c:pt idx="1163">
                  <c:v>2.0883307055289961</c:v>
                </c:pt>
                <c:pt idx="1164">
                  <c:v>2.0883307055289961</c:v>
                </c:pt>
                <c:pt idx="1165">
                  <c:v>2.0883307055289961</c:v>
                </c:pt>
                <c:pt idx="1166">
                  <c:v>2.0883307055289961</c:v>
                </c:pt>
                <c:pt idx="1167">
                  <c:v>2.0883307055289961</c:v>
                </c:pt>
                <c:pt idx="1168">
                  <c:v>2.0883307055289961</c:v>
                </c:pt>
                <c:pt idx="1169">
                  <c:v>2.0883307055289961</c:v>
                </c:pt>
                <c:pt idx="1170">
                  <c:v>2.0883307055289961</c:v>
                </c:pt>
                <c:pt idx="1171">
                  <c:v>2.0883307055289961</c:v>
                </c:pt>
                <c:pt idx="1172">
                  <c:v>2.0883307055289961</c:v>
                </c:pt>
                <c:pt idx="1173">
                  <c:v>2.0883307055289961</c:v>
                </c:pt>
                <c:pt idx="1174">
                  <c:v>2.0883307055289961</c:v>
                </c:pt>
                <c:pt idx="1175">
                  <c:v>2.0883307055289961</c:v>
                </c:pt>
                <c:pt idx="1176">
                  <c:v>2.0883307055289961</c:v>
                </c:pt>
                <c:pt idx="1177">
                  <c:v>2.0883307055289961</c:v>
                </c:pt>
                <c:pt idx="1178">
                  <c:v>2.0883307055289961</c:v>
                </c:pt>
                <c:pt idx="1179">
                  <c:v>2.0883307055289961</c:v>
                </c:pt>
                <c:pt idx="1180">
                  <c:v>2.0883307055289961</c:v>
                </c:pt>
                <c:pt idx="1181">
                  <c:v>2.0883307055289961</c:v>
                </c:pt>
                <c:pt idx="1182">
                  <c:v>2.0883307055289961</c:v>
                </c:pt>
                <c:pt idx="1183">
                  <c:v>2.0883307055289961</c:v>
                </c:pt>
                <c:pt idx="1184">
                  <c:v>2.0883307055289961</c:v>
                </c:pt>
                <c:pt idx="1185">
                  <c:v>2.0883307055289961</c:v>
                </c:pt>
                <c:pt idx="1186">
                  <c:v>2.0883307055289961</c:v>
                </c:pt>
                <c:pt idx="1187">
                  <c:v>2.0883307055289961</c:v>
                </c:pt>
                <c:pt idx="1188">
                  <c:v>2.0883307055289961</c:v>
                </c:pt>
                <c:pt idx="1189">
                  <c:v>2.0883307055289961</c:v>
                </c:pt>
                <c:pt idx="1190">
                  <c:v>2.0883307055289961</c:v>
                </c:pt>
                <c:pt idx="1191">
                  <c:v>2.0883307055289961</c:v>
                </c:pt>
                <c:pt idx="1192">
                  <c:v>2.0883307055289961</c:v>
                </c:pt>
                <c:pt idx="1193">
                  <c:v>2.0883307055289961</c:v>
                </c:pt>
                <c:pt idx="1194">
                  <c:v>2.0883307055289961</c:v>
                </c:pt>
                <c:pt idx="1195">
                  <c:v>2.0883307055289961</c:v>
                </c:pt>
                <c:pt idx="1196">
                  <c:v>2.0883307055289961</c:v>
                </c:pt>
                <c:pt idx="1197">
                  <c:v>2.0883307055289961</c:v>
                </c:pt>
                <c:pt idx="1198">
                  <c:v>2.0883307055289961</c:v>
                </c:pt>
                <c:pt idx="1199">
                  <c:v>2.0883307055289961</c:v>
                </c:pt>
                <c:pt idx="1200">
                  <c:v>2.0883307055289961</c:v>
                </c:pt>
                <c:pt idx="1201">
                  <c:v>2.0883307055289961</c:v>
                </c:pt>
                <c:pt idx="1202">
                  <c:v>2.0883307055289961</c:v>
                </c:pt>
                <c:pt idx="1203">
                  <c:v>2.0883307055289961</c:v>
                </c:pt>
                <c:pt idx="1204">
                  <c:v>2.0883307055289961</c:v>
                </c:pt>
                <c:pt idx="1205">
                  <c:v>2.0883307055289961</c:v>
                </c:pt>
                <c:pt idx="1206">
                  <c:v>2.0883307055289961</c:v>
                </c:pt>
                <c:pt idx="1207">
                  <c:v>2.0883307055289961</c:v>
                </c:pt>
                <c:pt idx="1208">
                  <c:v>2.0883307055289961</c:v>
                </c:pt>
                <c:pt idx="1209">
                  <c:v>2.0883307055289961</c:v>
                </c:pt>
                <c:pt idx="1210">
                  <c:v>2.0883307055289961</c:v>
                </c:pt>
                <c:pt idx="1211">
                  <c:v>2.0883307055289961</c:v>
                </c:pt>
                <c:pt idx="1212">
                  <c:v>2.0883307055289961</c:v>
                </c:pt>
                <c:pt idx="1213">
                  <c:v>2.0883307055289961</c:v>
                </c:pt>
                <c:pt idx="1214">
                  <c:v>2.0883307055289961</c:v>
                </c:pt>
                <c:pt idx="1215">
                  <c:v>2.0883307055289961</c:v>
                </c:pt>
                <c:pt idx="1216">
                  <c:v>2.0883307055289961</c:v>
                </c:pt>
                <c:pt idx="1217">
                  <c:v>2.0883307055289961</c:v>
                </c:pt>
                <c:pt idx="1218">
                  <c:v>2.0883307055289961</c:v>
                </c:pt>
                <c:pt idx="1219">
                  <c:v>2.0883307055289961</c:v>
                </c:pt>
                <c:pt idx="1220">
                  <c:v>2.0883307055289961</c:v>
                </c:pt>
                <c:pt idx="1221">
                  <c:v>2.0883307055289961</c:v>
                </c:pt>
                <c:pt idx="1222">
                  <c:v>2.0883307055289961</c:v>
                </c:pt>
                <c:pt idx="1223">
                  <c:v>2.0883307055289961</c:v>
                </c:pt>
                <c:pt idx="1224">
                  <c:v>2.0883307055289961</c:v>
                </c:pt>
                <c:pt idx="1225">
                  <c:v>2.0883307055289961</c:v>
                </c:pt>
                <c:pt idx="1226">
                  <c:v>2.0883307055289961</c:v>
                </c:pt>
                <c:pt idx="1227">
                  <c:v>2.0883307055289961</c:v>
                </c:pt>
                <c:pt idx="1228">
                  <c:v>2.0883307055289961</c:v>
                </c:pt>
                <c:pt idx="1229">
                  <c:v>2.0883307055289961</c:v>
                </c:pt>
                <c:pt idx="1230">
                  <c:v>2.0883307055289961</c:v>
                </c:pt>
                <c:pt idx="1231">
                  <c:v>2.0883307055289961</c:v>
                </c:pt>
                <c:pt idx="1232">
                  <c:v>2.0883307055289961</c:v>
                </c:pt>
                <c:pt idx="1233">
                  <c:v>2.0883307055289961</c:v>
                </c:pt>
                <c:pt idx="1234">
                  <c:v>2.0883307055289961</c:v>
                </c:pt>
                <c:pt idx="1235">
                  <c:v>2.0883307055289961</c:v>
                </c:pt>
                <c:pt idx="1236">
                  <c:v>2.0883307055289961</c:v>
                </c:pt>
                <c:pt idx="1237">
                  <c:v>2.0883307055289961</c:v>
                </c:pt>
                <c:pt idx="1238">
                  <c:v>2.0883307055289961</c:v>
                </c:pt>
                <c:pt idx="1239">
                  <c:v>2.0883307055289961</c:v>
                </c:pt>
                <c:pt idx="1240">
                  <c:v>2.0883307055289961</c:v>
                </c:pt>
                <c:pt idx="1241">
                  <c:v>2.0883307055289961</c:v>
                </c:pt>
                <c:pt idx="1242">
                  <c:v>2.0883307055289961</c:v>
                </c:pt>
                <c:pt idx="1243">
                  <c:v>2.0883307055289961</c:v>
                </c:pt>
                <c:pt idx="1244">
                  <c:v>2.0883307055289961</c:v>
                </c:pt>
                <c:pt idx="1245">
                  <c:v>2.0883307055289961</c:v>
                </c:pt>
                <c:pt idx="1246">
                  <c:v>2.0883307055289961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369-482A-AABF-3F96793D909E}"/>
            </c:ext>
          </c:extLst>
        </c:ser>
        <c:ser>
          <c:idx val="4"/>
          <c:order val="3"/>
          <c:tx>
            <c:strRef>
              <c:f>'PB ratio'!$F$105</c:f>
              <c:strCache>
                <c:ptCount val="1"/>
                <c:pt idx="0">
                  <c:v>-1SD</c:v>
                </c:pt>
              </c:strCache>
            </c:strRef>
          </c:tx>
          <c:spPr>
            <a:ln w="12700" cap="rnd">
              <a:solidFill>
                <a:srgbClr val="E8E8E8">
                  <a:lumMod val="50000"/>
                </a:srgbClr>
              </a:solidFill>
              <a:round/>
            </a:ln>
            <a:effectLst/>
          </c:spPr>
          <c:marker>
            <c:symbol val="none"/>
          </c:marker>
          <c:cat>
            <c:numRef>
              <c:f>'PB ratio'!$A$106:$A$1353</c:f>
              <c:numCache>
                <c:formatCode>m/d/yyyy</c:formatCode>
                <c:ptCount val="1248"/>
                <c:pt idx="0">
                  <c:v>44349</c:v>
                </c:pt>
                <c:pt idx="1">
                  <c:v>44350</c:v>
                </c:pt>
                <c:pt idx="2">
                  <c:v>44351</c:v>
                </c:pt>
                <c:pt idx="3">
                  <c:v>44354</c:v>
                </c:pt>
                <c:pt idx="4">
                  <c:v>44355</c:v>
                </c:pt>
                <c:pt idx="5">
                  <c:v>44356</c:v>
                </c:pt>
                <c:pt idx="6">
                  <c:v>44357</c:v>
                </c:pt>
                <c:pt idx="7">
                  <c:v>44358</c:v>
                </c:pt>
                <c:pt idx="8">
                  <c:v>44361</c:v>
                </c:pt>
                <c:pt idx="9">
                  <c:v>44362</c:v>
                </c:pt>
                <c:pt idx="10">
                  <c:v>44363</c:v>
                </c:pt>
                <c:pt idx="11">
                  <c:v>44364</c:v>
                </c:pt>
                <c:pt idx="12">
                  <c:v>44365</c:v>
                </c:pt>
                <c:pt idx="13">
                  <c:v>44368</c:v>
                </c:pt>
                <c:pt idx="14">
                  <c:v>44369</c:v>
                </c:pt>
                <c:pt idx="15">
                  <c:v>44370</c:v>
                </c:pt>
                <c:pt idx="16">
                  <c:v>44371</c:v>
                </c:pt>
                <c:pt idx="17">
                  <c:v>44372</c:v>
                </c:pt>
                <c:pt idx="18">
                  <c:v>44375</c:v>
                </c:pt>
                <c:pt idx="19">
                  <c:v>44376</c:v>
                </c:pt>
                <c:pt idx="20">
                  <c:v>44377</c:v>
                </c:pt>
                <c:pt idx="21">
                  <c:v>44378</c:v>
                </c:pt>
                <c:pt idx="22">
                  <c:v>44379</c:v>
                </c:pt>
                <c:pt idx="23">
                  <c:v>44382</c:v>
                </c:pt>
                <c:pt idx="24">
                  <c:v>44383</c:v>
                </c:pt>
                <c:pt idx="25">
                  <c:v>44384</c:v>
                </c:pt>
                <c:pt idx="26">
                  <c:v>44385</c:v>
                </c:pt>
                <c:pt idx="27">
                  <c:v>44386</c:v>
                </c:pt>
                <c:pt idx="28">
                  <c:v>44389</c:v>
                </c:pt>
                <c:pt idx="29">
                  <c:v>44390</c:v>
                </c:pt>
                <c:pt idx="30">
                  <c:v>44391</c:v>
                </c:pt>
                <c:pt idx="31">
                  <c:v>44392</c:v>
                </c:pt>
                <c:pt idx="32">
                  <c:v>44393</c:v>
                </c:pt>
                <c:pt idx="33">
                  <c:v>44396</c:v>
                </c:pt>
                <c:pt idx="34">
                  <c:v>44397</c:v>
                </c:pt>
                <c:pt idx="35">
                  <c:v>44398</c:v>
                </c:pt>
                <c:pt idx="36">
                  <c:v>44399</c:v>
                </c:pt>
                <c:pt idx="37">
                  <c:v>44400</c:v>
                </c:pt>
                <c:pt idx="38">
                  <c:v>44403</c:v>
                </c:pt>
                <c:pt idx="39">
                  <c:v>44404</c:v>
                </c:pt>
                <c:pt idx="40">
                  <c:v>44405</c:v>
                </c:pt>
                <c:pt idx="41">
                  <c:v>44406</c:v>
                </c:pt>
                <c:pt idx="42">
                  <c:v>44407</c:v>
                </c:pt>
                <c:pt idx="43">
                  <c:v>44410</c:v>
                </c:pt>
                <c:pt idx="44">
                  <c:v>44411</c:v>
                </c:pt>
                <c:pt idx="45">
                  <c:v>44412</c:v>
                </c:pt>
                <c:pt idx="46">
                  <c:v>44413</c:v>
                </c:pt>
                <c:pt idx="47">
                  <c:v>44414</c:v>
                </c:pt>
                <c:pt idx="48">
                  <c:v>44417</c:v>
                </c:pt>
                <c:pt idx="49">
                  <c:v>44418</c:v>
                </c:pt>
                <c:pt idx="50">
                  <c:v>44419</c:v>
                </c:pt>
                <c:pt idx="51">
                  <c:v>44420</c:v>
                </c:pt>
                <c:pt idx="52">
                  <c:v>44421</c:v>
                </c:pt>
                <c:pt idx="53">
                  <c:v>44424</c:v>
                </c:pt>
                <c:pt idx="54">
                  <c:v>44425</c:v>
                </c:pt>
                <c:pt idx="55">
                  <c:v>44426</c:v>
                </c:pt>
                <c:pt idx="56">
                  <c:v>44427</c:v>
                </c:pt>
                <c:pt idx="57">
                  <c:v>44428</c:v>
                </c:pt>
                <c:pt idx="58">
                  <c:v>44431</c:v>
                </c:pt>
                <c:pt idx="59">
                  <c:v>44432</c:v>
                </c:pt>
                <c:pt idx="60">
                  <c:v>44433</c:v>
                </c:pt>
                <c:pt idx="61">
                  <c:v>44434</c:v>
                </c:pt>
                <c:pt idx="62">
                  <c:v>44435</c:v>
                </c:pt>
                <c:pt idx="63">
                  <c:v>44438</c:v>
                </c:pt>
                <c:pt idx="64">
                  <c:v>44439</c:v>
                </c:pt>
                <c:pt idx="65">
                  <c:v>44440</c:v>
                </c:pt>
                <c:pt idx="66">
                  <c:v>44445</c:v>
                </c:pt>
                <c:pt idx="67">
                  <c:v>44446</c:v>
                </c:pt>
                <c:pt idx="68">
                  <c:v>44447</c:v>
                </c:pt>
                <c:pt idx="69">
                  <c:v>44448</c:v>
                </c:pt>
                <c:pt idx="70">
                  <c:v>44449</c:v>
                </c:pt>
                <c:pt idx="71">
                  <c:v>44452</c:v>
                </c:pt>
                <c:pt idx="72">
                  <c:v>44453</c:v>
                </c:pt>
                <c:pt idx="73">
                  <c:v>44454</c:v>
                </c:pt>
                <c:pt idx="74">
                  <c:v>44455</c:v>
                </c:pt>
                <c:pt idx="75">
                  <c:v>44456</c:v>
                </c:pt>
                <c:pt idx="76">
                  <c:v>44459</c:v>
                </c:pt>
                <c:pt idx="77">
                  <c:v>44460</c:v>
                </c:pt>
                <c:pt idx="78">
                  <c:v>44461</c:v>
                </c:pt>
                <c:pt idx="79">
                  <c:v>44462</c:v>
                </c:pt>
                <c:pt idx="80">
                  <c:v>44463</c:v>
                </c:pt>
                <c:pt idx="81">
                  <c:v>44466</c:v>
                </c:pt>
                <c:pt idx="82">
                  <c:v>44467</c:v>
                </c:pt>
                <c:pt idx="83">
                  <c:v>44468</c:v>
                </c:pt>
                <c:pt idx="84">
                  <c:v>44469</c:v>
                </c:pt>
                <c:pt idx="85">
                  <c:v>44470</c:v>
                </c:pt>
                <c:pt idx="86">
                  <c:v>44473</c:v>
                </c:pt>
                <c:pt idx="87">
                  <c:v>44474</c:v>
                </c:pt>
                <c:pt idx="88">
                  <c:v>44475</c:v>
                </c:pt>
                <c:pt idx="89">
                  <c:v>44476</c:v>
                </c:pt>
                <c:pt idx="90">
                  <c:v>44477</c:v>
                </c:pt>
                <c:pt idx="91">
                  <c:v>44480</c:v>
                </c:pt>
                <c:pt idx="92">
                  <c:v>44481</c:v>
                </c:pt>
                <c:pt idx="93">
                  <c:v>44482</c:v>
                </c:pt>
                <c:pt idx="94">
                  <c:v>44483</c:v>
                </c:pt>
                <c:pt idx="95">
                  <c:v>44484</c:v>
                </c:pt>
                <c:pt idx="96">
                  <c:v>44487</c:v>
                </c:pt>
                <c:pt idx="97">
                  <c:v>44488</c:v>
                </c:pt>
                <c:pt idx="98">
                  <c:v>44489</c:v>
                </c:pt>
                <c:pt idx="99">
                  <c:v>44490</c:v>
                </c:pt>
                <c:pt idx="100">
                  <c:v>44491</c:v>
                </c:pt>
                <c:pt idx="101">
                  <c:v>44494</c:v>
                </c:pt>
                <c:pt idx="102">
                  <c:v>44495</c:v>
                </c:pt>
                <c:pt idx="103">
                  <c:v>44496</c:v>
                </c:pt>
                <c:pt idx="104">
                  <c:v>44497</c:v>
                </c:pt>
                <c:pt idx="105">
                  <c:v>44498</c:v>
                </c:pt>
                <c:pt idx="106">
                  <c:v>44501</c:v>
                </c:pt>
                <c:pt idx="107">
                  <c:v>44502</c:v>
                </c:pt>
                <c:pt idx="108">
                  <c:v>44503</c:v>
                </c:pt>
                <c:pt idx="109">
                  <c:v>44504</c:v>
                </c:pt>
                <c:pt idx="110">
                  <c:v>44505</c:v>
                </c:pt>
                <c:pt idx="111">
                  <c:v>44508</c:v>
                </c:pt>
                <c:pt idx="112">
                  <c:v>44509</c:v>
                </c:pt>
                <c:pt idx="113">
                  <c:v>44510</c:v>
                </c:pt>
                <c:pt idx="114">
                  <c:v>44511</c:v>
                </c:pt>
                <c:pt idx="115">
                  <c:v>44512</c:v>
                </c:pt>
                <c:pt idx="116">
                  <c:v>44515</c:v>
                </c:pt>
                <c:pt idx="117">
                  <c:v>44516</c:v>
                </c:pt>
                <c:pt idx="118">
                  <c:v>44517</c:v>
                </c:pt>
                <c:pt idx="119">
                  <c:v>44518</c:v>
                </c:pt>
                <c:pt idx="120">
                  <c:v>44519</c:v>
                </c:pt>
                <c:pt idx="121">
                  <c:v>44522</c:v>
                </c:pt>
                <c:pt idx="122">
                  <c:v>44523</c:v>
                </c:pt>
                <c:pt idx="123">
                  <c:v>44524</c:v>
                </c:pt>
                <c:pt idx="124">
                  <c:v>44525</c:v>
                </c:pt>
                <c:pt idx="125">
                  <c:v>44526</c:v>
                </c:pt>
                <c:pt idx="126">
                  <c:v>44529</c:v>
                </c:pt>
                <c:pt idx="127">
                  <c:v>44530</c:v>
                </c:pt>
                <c:pt idx="128">
                  <c:v>44531</c:v>
                </c:pt>
                <c:pt idx="129">
                  <c:v>44532</c:v>
                </c:pt>
                <c:pt idx="130">
                  <c:v>44533</c:v>
                </c:pt>
                <c:pt idx="131">
                  <c:v>44536</c:v>
                </c:pt>
                <c:pt idx="132">
                  <c:v>44537</c:v>
                </c:pt>
                <c:pt idx="133">
                  <c:v>44538</c:v>
                </c:pt>
                <c:pt idx="134">
                  <c:v>44539</c:v>
                </c:pt>
                <c:pt idx="135">
                  <c:v>44540</c:v>
                </c:pt>
                <c:pt idx="136">
                  <c:v>44543</c:v>
                </c:pt>
                <c:pt idx="137">
                  <c:v>44544</c:v>
                </c:pt>
                <c:pt idx="138">
                  <c:v>44545</c:v>
                </c:pt>
                <c:pt idx="139">
                  <c:v>44546</c:v>
                </c:pt>
                <c:pt idx="140">
                  <c:v>44547</c:v>
                </c:pt>
                <c:pt idx="141">
                  <c:v>44550</c:v>
                </c:pt>
                <c:pt idx="142">
                  <c:v>44551</c:v>
                </c:pt>
                <c:pt idx="143">
                  <c:v>44552</c:v>
                </c:pt>
                <c:pt idx="144">
                  <c:v>44553</c:v>
                </c:pt>
                <c:pt idx="145">
                  <c:v>44554</c:v>
                </c:pt>
                <c:pt idx="146">
                  <c:v>44557</c:v>
                </c:pt>
                <c:pt idx="147">
                  <c:v>44558</c:v>
                </c:pt>
                <c:pt idx="148">
                  <c:v>44559</c:v>
                </c:pt>
                <c:pt idx="149">
                  <c:v>44560</c:v>
                </c:pt>
                <c:pt idx="150">
                  <c:v>44561</c:v>
                </c:pt>
                <c:pt idx="151">
                  <c:v>44565</c:v>
                </c:pt>
                <c:pt idx="152">
                  <c:v>44566</c:v>
                </c:pt>
                <c:pt idx="153">
                  <c:v>44567</c:v>
                </c:pt>
                <c:pt idx="154">
                  <c:v>44568</c:v>
                </c:pt>
                <c:pt idx="155">
                  <c:v>44571</c:v>
                </c:pt>
                <c:pt idx="156">
                  <c:v>44572</c:v>
                </c:pt>
                <c:pt idx="157">
                  <c:v>44573</c:v>
                </c:pt>
                <c:pt idx="158">
                  <c:v>44574</c:v>
                </c:pt>
                <c:pt idx="159">
                  <c:v>44575</c:v>
                </c:pt>
                <c:pt idx="160">
                  <c:v>44578</c:v>
                </c:pt>
                <c:pt idx="161">
                  <c:v>44579</c:v>
                </c:pt>
                <c:pt idx="162">
                  <c:v>44580</c:v>
                </c:pt>
                <c:pt idx="163">
                  <c:v>44581</c:v>
                </c:pt>
                <c:pt idx="164">
                  <c:v>44582</c:v>
                </c:pt>
                <c:pt idx="165">
                  <c:v>44585</c:v>
                </c:pt>
                <c:pt idx="166">
                  <c:v>44586</c:v>
                </c:pt>
                <c:pt idx="167">
                  <c:v>44587</c:v>
                </c:pt>
                <c:pt idx="168">
                  <c:v>44588</c:v>
                </c:pt>
                <c:pt idx="169">
                  <c:v>44589</c:v>
                </c:pt>
                <c:pt idx="170">
                  <c:v>44599</c:v>
                </c:pt>
                <c:pt idx="171">
                  <c:v>44600</c:v>
                </c:pt>
                <c:pt idx="172">
                  <c:v>44601</c:v>
                </c:pt>
                <c:pt idx="173">
                  <c:v>44602</c:v>
                </c:pt>
                <c:pt idx="174">
                  <c:v>44603</c:v>
                </c:pt>
                <c:pt idx="175">
                  <c:v>44606</c:v>
                </c:pt>
                <c:pt idx="176">
                  <c:v>44607</c:v>
                </c:pt>
                <c:pt idx="177">
                  <c:v>44608</c:v>
                </c:pt>
                <c:pt idx="178">
                  <c:v>44609</c:v>
                </c:pt>
                <c:pt idx="179">
                  <c:v>44610</c:v>
                </c:pt>
                <c:pt idx="180">
                  <c:v>44613</c:v>
                </c:pt>
                <c:pt idx="181">
                  <c:v>44614</c:v>
                </c:pt>
                <c:pt idx="182">
                  <c:v>44615</c:v>
                </c:pt>
                <c:pt idx="183">
                  <c:v>44616</c:v>
                </c:pt>
                <c:pt idx="184">
                  <c:v>44617</c:v>
                </c:pt>
                <c:pt idx="185">
                  <c:v>44620</c:v>
                </c:pt>
                <c:pt idx="186">
                  <c:v>44621</c:v>
                </c:pt>
                <c:pt idx="187">
                  <c:v>44622</c:v>
                </c:pt>
                <c:pt idx="188">
                  <c:v>44623</c:v>
                </c:pt>
                <c:pt idx="189">
                  <c:v>44624</c:v>
                </c:pt>
                <c:pt idx="190">
                  <c:v>44627</c:v>
                </c:pt>
                <c:pt idx="191">
                  <c:v>44628</c:v>
                </c:pt>
                <c:pt idx="192">
                  <c:v>44629</c:v>
                </c:pt>
                <c:pt idx="193">
                  <c:v>44630</c:v>
                </c:pt>
                <c:pt idx="194">
                  <c:v>44631</c:v>
                </c:pt>
                <c:pt idx="195">
                  <c:v>44634</c:v>
                </c:pt>
                <c:pt idx="196">
                  <c:v>44635</c:v>
                </c:pt>
                <c:pt idx="197">
                  <c:v>44636</c:v>
                </c:pt>
                <c:pt idx="198">
                  <c:v>44637</c:v>
                </c:pt>
                <c:pt idx="199">
                  <c:v>44638</c:v>
                </c:pt>
                <c:pt idx="200">
                  <c:v>44641</c:v>
                </c:pt>
                <c:pt idx="201">
                  <c:v>44642</c:v>
                </c:pt>
                <c:pt idx="202">
                  <c:v>44643</c:v>
                </c:pt>
                <c:pt idx="203">
                  <c:v>44644</c:v>
                </c:pt>
                <c:pt idx="204">
                  <c:v>44645</c:v>
                </c:pt>
                <c:pt idx="205">
                  <c:v>44648</c:v>
                </c:pt>
                <c:pt idx="206">
                  <c:v>44649</c:v>
                </c:pt>
                <c:pt idx="207">
                  <c:v>44650</c:v>
                </c:pt>
                <c:pt idx="208">
                  <c:v>44651</c:v>
                </c:pt>
                <c:pt idx="209">
                  <c:v>44652</c:v>
                </c:pt>
                <c:pt idx="210">
                  <c:v>44655</c:v>
                </c:pt>
                <c:pt idx="211">
                  <c:v>44656</c:v>
                </c:pt>
                <c:pt idx="212">
                  <c:v>44657</c:v>
                </c:pt>
                <c:pt idx="213">
                  <c:v>44658</c:v>
                </c:pt>
                <c:pt idx="214">
                  <c:v>44659</c:v>
                </c:pt>
                <c:pt idx="215">
                  <c:v>44663</c:v>
                </c:pt>
                <c:pt idx="216">
                  <c:v>44664</c:v>
                </c:pt>
                <c:pt idx="217">
                  <c:v>44665</c:v>
                </c:pt>
                <c:pt idx="218">
                  <c:v>44666</c:v>
                </c:pt>
                <c:pt idx="219">
                  <c:v>44669</c:v>
                </c:pt>
                <c:pt idx="220">
                  <c:v>44670</c:v>
                </c:pt>
                <c:pt idx="221">
                  <c:v>44671</c:v>
                </c:pt>
                <c:pt idx="222">
                  <c:v>44672</c:v>
                </c:pt>
                <c:pt idx="223">
                  <c:v>44673</c:v>
                </c:pt>
                <c:pt idx="224">
                  <c:v>44676</c:v>
                </c:pt>
                <c:pt idx="225">
                  <c:v>44677</c:v>
                </c:pt>
                <c:pt idx="226">
                  <c:v>44678</c:v>
                </c:pt>
                <c:pt idx="227">
                  <c:v>44679</c:v>
                </c:pt>
                <c:pt idx="228">
                  <c:v>44680</c:v>
                </c:pt>
                <c:pt idx="229">
                  <c:v>44685</c:v>
                </c:pt>
                <c:pt idx="230">
                  <c:v>44686</c:v>
                </c:pt>
                <c:pt idx="231">
                  <c:v>44687</c:v>
                </c:pt>
                <c:pt idx="232">
                  <c:v>44690</c:v>
                </c:pt>
                <c:pt idx="233">
                  <c:v>44691</c:v>
                </c:pt>
                <c:pt idx="234">
                  <c:v>44692</c:v>
                </c:pt>
                <c:pt idx="235">
                  <c:v>44693</c:v>
                </c:pt>
                <c:pt idx="236">
                  <c:v>44694</c:v>
                </c:pt>
                <c:pt idx="237">
                  <c:v>44697</c:v>
                </c:pt>
                <c:pt idx="238">
                  <c:v>44698</c:v>
                </c:pt>
                <c:pt idx="239">
                  <c:v>44699</c:v>
                </c:pt>
                <c:pt idx="240">
                  <c:v>44700</c:v>
                </c:pt>
                <c:pt idx="241">
                  <c:v>44701</c:v>
                </c:pt>
                <c:pt idx="242">
                  <c:v>44704</c:v>
                </c:pt>
                <c:pt idx="243">
                  <c:v>44705</c:v>
                </c:pt>
                <c:pt idx="244">
                  <c:v>44706</c:v>
                </c:pt>
                <c:pt idx="245">
                  <c:v>44707</c:v>
                </c:pt>
                <c:pt idx="246">
                  <c:v>44708</c:v>
                </c:pt>
                <c:pt idx="247">
                  <c:v>44711</c:v>
                </c:pt>
                <c:pt idx="248">
                  <c:v>44712</c:v>
                </c:pt>
                <c:pt idx="249">
                  <c:v>44713</c:v>
                </c:pt>
                <c:pt idx="250">
                  <c:v>44714</c:v>
                </c:pt>
                <c:pt idx="251">
                  <c:v>44715</c:v>
                </c:pt>
                <c:pt idx="252">
                  <c:v>44718</c:v>
                </c:pt>
                <c:pt idx="253">
                  <c:v>44719</c:v>
                </c:pt>
                <c:pt idx="254">
                  <c:v>44720</c:v>
                </c:pt>
                <c:pt idx="255">
                  <c:v>44721</c:v>
                </c:pt>
                <c:pt idx="256">
                  <c:v>44722</c:v>
                </c:pt>
                <c:pt idx="257">
                  <c:v>44725</c:v>
                </c:pt>
                <c:pt idx="258">
                  <c:v>44726</c:v>
                </c:pt>
                <c:pt idx="259">
                  <c:v>44727</c:v>
                </c:pt>
                <c:pt idx="260">
                  <c:v>44728</c:v>
                </c:pt>
                <c:pt idx="261">
                  <c:v>44729</c:v>
                </c:pt>
                <c:pt idx="262">
                  <c:v>44732</c:v>
                </c:pt>
                <c:pt idx="263">
                  <c:v>44733</c:v>
                </c:pt>
                <c:pt idx="264">
                  <c:v>44734</c:v>
                </c:pt>
                <c:pt idx="265">
                  <c:v>44735</c:v>
                </c:pt>
                <c:pt idx="266">
                  <c:v>44736</c:v>
                </c:pt>
                <c:pt idx="267">
                  <c:v>44739</c:v>
                </c:pt>
                <c:pt idx="268">
                  <c:v>44740</c:v>
                </c:pt>
                <c:pt idx="269">
                  <c:v>44741</c:v>
                </c:pt>
                <c:pt idx="270">
                  <c:v>44742</c:v>
                </c:pt>
                <c:pt idx="271">
                  <c:v>44743</c:v>
                </c:pt>
                <c:pt idx="272">
                  <c:v>44746</c:v>
                </c:pt>
                <c:pt idx="273">
                  <c:v>44747</c:v>
                </c:pt>
                <c:pt idx="274">
                  <c:v>44748</c:v>
                </c:pt>
                <c:pt idx="275">
                  <c:v>44749</c:v>
                </c:pt>
                <c:pt idx="276">
                  <c:v>44750</c:v>
                </c:pt>
                <c:pt idx="277">
                  <c:v>44753</c:v>
                </c:pt>
                <c:pt idx="278">
                  <c:v>44754</c:v>
                </c:pt>
                <c:pt idx="279">
                  <c:v>44755</c:v>
                </c:pt>
                <c:pt idx="280">
                  <c:v>44756</c:v>
                </c:pt>
                <c:pt idx="281">
                  <c:v>44757</c:v>
                </c:pt>
                <c:pt idx="282">
                  <c:v>44760</c:v>
                </c:pt>
                <c:pt idx="283">
                  <c:v>44761</c:v>
                </c:pt>
                <c:pt idx="284">
                  <c:v>44762</c:v>
                </c:pt>
                <c:pt idx="285">
                  <c:v>44763</c:v>
                </c:pt>
                <c:pt idx="286">
                  <c:v>44764</c:v>
                </c:pt>
                <c:pt idx="287">
                  <c:v>44767</c:v>
                </c:pt>
                <c:pt idx="288">
                  <c:v>44768</c:v>
                </c:pt>
                <c:pt idx="289">
                  <c:v>44769</c:v>
                </c:pt>
                <c:pt idx="290">
                  <c:v>44770</c:v>
                </c:pt>
                <c:pt idx="291">
                  <c:v>44771</c:v>
                </c:pt>
                <c:pt idx="292">
                  <c:v>44774</c:v>
                </c:pt>
                <c:pt idx="293">
                  <c:v>44775</c:v>
                </c:pt>
                <c:pt idx="294">
                  <c:v>44776</c:v>
                </c:pt>
                <c:pt idx="295">
                  <c:v>44777</c:v>
                </c:pt>
                <c:pt idx="296">
                  <c:v>44778</c:v>
                </c:pt>
                <c:pt idx="297">
                  <c:v>44781</c:v>
                </c:pt>
                <c:pt idx="298">
                  <c:v>44782</c:v>
                </c:pt>
                <c:pt idx="299">
                  <c:v>44783</c:v>
                </c:pt>
                <c:pt idx="300">
                  <c:v>44784</c:v>
                </c:pt>
                <c:pt idx="301">
                  <c:v>44785</c:v>
                </c:pt>
                <c:pt idx="302">
                  <c:v>44788</c:v>
                </c:pt>
                <c:pt idx="303">
                  <c:v>44789</c:v>
                </c:pt>
                <c:pt idx="304">
                  <c:v>44790</c:v>
                </c:pt>
                <c:pt idx="305">
                  <c:v>44791</c:v>
                </c:pt>
                <c:pt idx="306">
                  <c:v>44792</c:v>
                </c:pt>
                <c:pt idx="307">
                  <c:v>44795</c:v>
                </c:pt>
                <c:pt idx="308">
                  <c:v>44796</c:v>
                </c:pt>
                <c:pt idx="309">
                  <c:v>44797</c:v>
                </c:pt>
                <c:pt idx="310">
                  <c:v>44798</c:v>
                </c:pt>
                <c:pt idx="311">
                  <c:v>44799</c:v>
                </c:pt>
                <c:pt idx="312">
                  <c:v>44802</c:v>
                </c:pt>
                <c:pt idx="313">
                  <c:v>44803</c:v>
                </c:pt>
                <c:pt idx="314">
                  <c:v>44804</c:v>
                </c:pt>
                <c:pt idx="315">
                  <c:v>44809</c:v>
                </c:pt>
                <c:pt idx="316">
                  <c:v>44810</c:v>
                </c:pt>
                <c:pt idx="317">
                  <c:v>44811</c:v>
                </c:pt>
                <c:pt idx="318">
                  <c:v>44812</c:v>
                </c:pt>
                <c:pt idx="319">
                  <c:v>44813</c:v>
                </c:pt>
                <c:pt idx="320">
                  <c:v>44816</c:v>
                </c:pt>
                <c:pt idx="321">
                  <c:v>44817</c:v>
                </c:pt>
                <c:pt idx="322">
                  <c:v>44818</c:v>
                </c:pt>
                <c:pt idx="323">
                  <c:v>44819</c:v>
                </c:pt>
                <c:pt idx="324">
                  <c:v>44820</c:v>
                </c:pt>
                <c:pt idx="325">
                  <c:v>44823</c:v>
                </c:pt>
                <c:pt idx="326">
                  <c:v>44824</c:v>
                </c:pt>
                <c:pt idx="327">
                  <c:v>44825</c:v>
                </c:pt>
                <c:pt idx="328">
                  <c:v>44826</c:v>
                </c:pt>
                <c:pt idx="329">
                  <c:v>44827</c:v>
                </c:pt>
                <c:pt idx="330">
                  <c:v>44830</c:v>
                </c:pt>
                <c:pt idx="331">
                  <c:v>44831</c:v>
                </c:pt>
                <c:pt idx="332">
                  <c:v>44832</c:v>
                </c:pt>
                <c:pt idx="333">
                  <c:v>44833</c:v>
                </c:pt>
                <c:pt idx="334">
                  <c:v>44834</c:v>
                </c:pt>
                <c:pt idx="335">
                  <c:v>44837</c:v>
                </c:pt>
                <c:pt idx="336">
                  <c:v>44838</c:v>
                </c:pt>
                <c:pt idx="337">
                  <c:v>44839</c:v>
                </c:pt>
                <c:pt idx="338">
                  <c:v>44840</c:v>
                </c:pt>
                <c:pt idx="339">
                  <c:v>44841</c:v>
                </c:pt>
                <c:pt idx="340">
                  <c:v>44844</c:v>
                </c:pt>
                <c:pt idx="341">
                  <c:v>44845</c:v>
                </c:pt>
                <c:pt idx="342">
                  <c:v>44846</c:v>
                </c:pt>
                <c:pt idx="343">
                  <c:v>44847</c:v>
                </c:pt>
                <c:pt idx="344">
                  <c:v>44848</c:v>
                </c:pt>
                <c:pt idx="345">
                  <c:v>44851</c:v>
                </c:pt>
                <c:pt idx="346">
                  <c:v>44852</c:v>
                </c:pt>
                <c:pt idx="347">
                  <c:v>44853</c:v>
                </c:pt>
                <c:pt idx="348">
                  <c:v>44854</c:v>
                </c:pt>
                <c:pt idx="349">
                  <c:v>44855</c:v>
                </c:pt>
                <c:pt idx="350">
                  <c:v>44858</c:v>
                </c:pt>
                <c:pt idx="351">
                  <c:v>44859</c:v>
                </c:pt>
                <c:pt idx="352">
                  <c:v>44860</c:v>
                </c:pt>
                <c:pt idx="353">
                  <c:v>44861</c:v>
                </c:pt>
                <c:pt idx="354">
                  <c:v>44862</c:v>
                </c:pt>
                <c:pt idx="355">
                  <c:v>44865</c:v>
                </c:pt>
                <c:pt idx="356">
                  <c:v>44866</c:v>
                </c:pt>
                <c:pt idx="357">
                  <c:v>44867</c:v>
                </c:pt>
                <c:pt idx="358">
                  <c:v>44868</c:v>
                </c:pt>
                <c:pt idx="359">
                  <c:v>44869</c:v>
                </c:pt>
                <c:pt idx="360">
                  <c:v>44872</c:v>
                </c:pt>
                <c:pt idx="361">
                  <c:v>44873</c:v>
                </c:pt>
                <c:pt idx="362">
                  <c:v>44874</c:v>
                </c:pt>
                <c:pt idx="363">
                  <c:v>44875</c:v>
                </c:pt>
                <c:pt idx="364">
                  <c:v>44876</c:v>
                </c:pt>
                <c:pt idx="365">
                  <c:v>44879</c:v>
                </c:pt>
                <c:pt idx="366">
                  <c:v>44880</c:v>
                </c:pt>
                <c:pt idx="367">
                  <c:v>44881</c:v>
                </c:pt>
                <c:pt idx="368">
                  <c:v>44882</c:v>
                </c:pt>
                <c:pt idx="369">
                  <c:v>44883</c:v>
                </c:pt>
                <c:pt idx="370">
                  <c:v>44886</c:v>
                </c:pt>
                <c:pt idx="371">
                  <c:v>44887</c:v>
                </c:pt>
                <c:pt idx="372">
                  <c:v>44888</c:v>
                </c:pt>
                <c:pt idx="373">
                  <c:v>44889</c:v>
                </c:pt>
                <c:pt idx="374">
                  <c:v>44890</c:v>
                </c:pt>
                <c:pt idx="375">
                  <c:v>44893</c:v>
                </c:pt>
                <c:pt idx="376">
                  <c:v>44894</c:v>
                </c:pt>
                <c:pt idx="377">
                  <c:v>44895</c:v>
                </c:pt>
                <c:pt idx="378">
                  <c:v>44896</c:v>
                </c:pt>
                <c:pt idx="379">
                  <c:v>44897</c:v>
                </c:pt>
                <c:pt idx="380">
                  <c:v>44900</c:v>
                </c:pt>
                <c:pt idx="381">
                  <c:v>44901</c:v>
                </c:pt>
                <c:pt idx="382">
                  <c:v>44902</c:v>
                </c:pt>
                <c:pt idx="383">
                  <c:v>44903</c:v>
                </c:pt>
                <c:pt idx="384">
                  <c:v>44904</c:v>
                </c:pt>
                <c:pt idx="385">
                  <c:v>44907</c:v>
                </c:pt>
                <c:pt idx="386">
                  <c:v>44908</c:v>
                </c:pt>
                <c:pt idx="387">
                  <c:v>44909</c:v>
                </c:pt>
                <c:pt idx="388">
                  <c:v>44910</c:v>
                </c:pt>
                <c:pt idx="389">
                  <c:v>44911</c:v>
                </c:pt>
                <c:pt idx="390">
                  <c:v>44914</c:v>
                </c:pt>
                <c:pt idx="391">
                  <c:v>44915</c:v>
                </c:pt>
                <c:pt idx="392">
                  <c:v>44916</c:v>
                </c:pt>
                <c:pt idx="393">
                  <c:v>44917</c:v>
                </c:pt>
                <c:pt idx="394">
                  <c:v>44918</c:v>
                </c:pt>
                <c:pt idx="395">
                  <c:v>44921</c:v>
                </c:pt>
                <c:pt idx="396">
                  <c:v>44922</c:v>
                </c:pt>
                <c:pt idx="397">
                  <c:v>44923</c:v>
                </c:pt>
                <c:pt idx="398">
                  <c:v>44924</c:v>
                </c:pt>
                <c:pt idx="399">
                  <c:v>44925</c:v>
                </c:pt>
                <c:pt idx="400">
                  <c:v>44929</c:v>
                </c:pt>
                <c:pt idx="401">
                  <c:v>44930</c:v>
                </c:pt>
                <c:pt idx="402">
                  <c:v>44931</c:v>
                </c:pt>
                <c:pt idx="403">
                  <c:v>44932</c:v>
                </c:pt>
                <c:pt idx="404">
                  <c:v>44935</c:v>
                </c:pt>
                <c:pt idx="405">
                  <c:v>44936</c:v>
                </c:pt>
                <c:pt idx="406">
                  <c:v>44937</c:v>
                </c:pt>
                <c:pt idx="407">
                  <c:v>44938</c:v>
                </c:pt>
                <c:pt idx="408">
                  <c:v>44939</c:v>
                </c:pt>
                <c:pt idx="409">
                  <c:v>44942</c:v>
                </c:pt>
                <c:pt idx="410">
                  <c:v>44943</c:v>
                </c:pt>
                <c:pt idx="411">
                  <c:v>44944</c:v>
                </c:pt>
                <c:pt idx="412">
                  <c:v>44945</c:v>
                </c:pt>
                <c:pt idx="413">
                  <c:v>44953</c:v>
                </c:pt>
                <c:pt idx="414">
                  <c:v>44956</c:v>
                </c:pt>
                <c:pt idx="415">
                  <c:v>44957</c:v>
                </c:pt>
                <c:pt idx="416">
                  <c:v>44958</c:v>
                </c:pt>
                <c:pt idx="417">
                  <c:v>44959</c:v>
                </c:pt>
                <c:pt idx="418">
                  <c:v>44960</c:v>
                </c:pt>
                <c:pt idx="419">
                  <c:v>44963</c:v>
                </c:pt>
                <c:pt idx="420">
                  <c:v>44964</c:v>
                </c:pt>
                <c:pt idx="421">
                  <c:v>44965</c:v>
                </c:pt>
                <c:pt idx="422">
                  <c:v>44966</c:v>
                </c:pt>
                <c:pt idx="423">
                  <c:v>44967</c:v>
                </c:pt>
                <c:pt idx="424">
                  <c:v>44970</c:v>
                </c:pt>
                <c:pt idx="425">
                  <c:v>44971</c:v>
                </c:pt>
                <c:pt idx="426">
                  <c:v>44972</c:v>
                </c:pt>
                <c:pt idx="427">
                  <c:v>44973</c:v>
                </c:pt>
                <c:pt idx="428">
                  <c:v>44974</c:v>
                </c:pt>
                <c:pt idx="429">
                  <c:v>44977</c:v>
                </c:pt>
                <c:pt idx="430">
                  <c:v>44978</c:v>
                </c:pt>
                <c:pt idx="431">
                  <c:v>44979</c:v>
                </c:pt>
                <c:pt idx="432">
                  <c:v>44980</c:v>
                </c:pt>
                <c:pt idx="433">
                  <c:v>44981</c:v>
                </c:pt>
                <c:pt idx="434">
                  <c:v>44984</c:v>
                </c:pt>
                <c:pt idx="435">
                  <c:v>44985</c:v>
                </c:pt>
                <c:pt idx="436">
                  <c:v>44986</c:v>
                </c:pt>
                <c:pt idx="437">
                  <c:v>44987</c:v>
                </c:pt>
                <c:pt idx="438">
                  <c:v>44988</c:v>
                </c:pt>
                <c:pt idx="439">
                  <c:v>44991</c:v>
                </c:pt>
                <c:pt idx="440">
                  <c:v>44992</c:v>
                </c:pt>
                <c:pt idx="441">
                  <c:v>44993</c:v>
                </c:pt>
                <c:pt idx="442">
                  <c:v>44994</c:v>
                </c:pt>
                <c:pt idx="443">
                  <c:v>44995</c:v>
                </c:pt>
                <c:pt idx="444">
                  <c:v>44998</c:v>
                </c:pt>
                <c:pt idx="445">
                  <c:v>44999</c:v>
                </c:pt>
                <c:pt idx="446">
                  <c:v>45000</c:v>
                </c:pt>
                <c:pt idx="447">
                  <c:v>45001</c:v>
                </c:pt>
                <c:pt idx="448">
                  <c:v>45002</c:v>
                </c:pt>
                <c:pt idx="449">
                  <c:v>45005</c:v>
                </c:pt>
                <c:pt idx="450">
                  <c:v>45006</c:v>
                </c:pt>
                <c:pt idx="451">
                  <c:v>45007</c:v>
                </c:pt>
                <c:pt idx="452">
                  <c:v>45008</c:v>
                </c:pt>
                <c:pt idx="453">
                  <c:v>45009</c:v>
                </c:pt>
                <c:pt idx="454">
                  <c:v>45012</c:v>
                </c:pt>
                <c:pt idx="455">
                  <c:v>45013</c:v>
                </c:pt>
                <c:pt idx="456">
                  <c:v>45014</c:v>
                </c:pt>
                <c:pt idx="457">
                  <c:v>45015</c:v>
                </c:pt>
                <c:pt idx="458">
                  <c:v>45016</c:v>
                </c:pt>
                <c:pt idx="459">
                  <c:v>45019</c:v>
                </c:pt>
                <c:pt idx="460">
                  <c:v>45020</c:v>
                </c:pt>
                <c:pt idx="461">
                  <c:v>45021</c:v>
                </c:pt>
                <c:pt idx="462">
                  <c:v>45022</c:v>
                </c:pt>
                <c:pt idx="463">
                  <c:v>45023</c:v>
                </c:pt>
                <c:pt idx="464">
                  <c:v>45026</c:v>
                </c:pt>
                <c:pt idx="465">
                  <c:v>45027</c:v>
                </c:pt>
                <c:pt idx="466">
                  <c:v>45028</c:v>
                </c:pt>
                <c:pt idx="467">
                  <c:v>45029</c:v>
                </c:pt>
                <c:pt idx="468">
                  <c:v>45030</c:v>
                </c:pt>
                <c:pt idx="469">
                  <c:v>45033</c:v>
                </c:pt>
                <c:pt idx="470">
                  <c:v>45034</c:v>
                </c:pt>
                <c:pt idx="471">
                  <c:v>45035</c:v>
                </c:pt>
                <c:pt idx="472">
                  <c:v>45036</c:v>
                </c:pt>
                <c:pt idx="473">
                  <c:v>45037</c:v>
                </c:pt>
                <c:pt idx="474">
                  <c:v>45040</c:v>
                </c:pt>
                <c:pt idx="475">
                  <c:v>45041</c:v>
                </c:pt>
                <c:pt idx="476">
                  <c:v>45042</c:v>
                </c:pt>
                <c:pt idx="477">
                  <c:v>45043</c:v>
                </c:pt>
                <c:pt idx="478">
                  <c:v>45044</c:v>
                </c:pt>
                <c:pt idx="479">
                  <c:v>45050</c:v>
                </c:pt>
                <c:pt idx="480">
                  <c:v>45051</c:v>
                </c:pt>
                <c:pt idx="481">
                  <c:v>45054</c:v>
                </c:pt>
                <c:pt idx="482">
                  <c:v>45055</c:v>
                </c:pt>
                <c:pt idx="483">
                  <c:v>45056</c:v>
                </c:pt>
                <c:pt idx="484">
                  <c:v>45057</c:v>
                </c:pt>
                <c:pt idx="485">
                  <c:v>45058</c:v>
                </c:pt>
                <c:pt idx="486">
                  <c:v>45061</c:v>
                </c:pt>
                <c:pt idx="487">
                  <c:v>45062</c:v>
                </c:pt>
                <c:pt idx="488">
                  <c:v>45063</c:v>
                </c:pt>
                <c:pt idx="489">
                  <c:v>45064</c:v>
                </c:pt>
                <c:pt idx="490">
                  <c:v>45065</c:v>
                </c:pt>
                <c:pt idx="491">
                  <c:v>45068</c:v>
                </c:pt>
                <c:pt idx="492">
                  <c:v>45069</c:v>
                </c:pt>
                <c:pt idx="493">
                  <c:v>45070</c:v>
                </c:pt>
                <c:pt idx="494">
                  <c:v>45071</c:v>
                </c:pt>
                <c:pt idx="495">
                  <c:v>45072</c:v>
                </c:pt>
                <c:pt idx="496">
                  <c:v>45075</c:v>
                </c:pt>
                <c:pt idx="497">
                  <c:v>45076</c:v>
                </c:pt>
                <c:pt idx="498">
                  <c:v>45077</c:v>
                </c:pt>
                <c:pt idx="499">
                  <c:v>45078</c:v>
                </c:pt>
                <c:pt idx="500">
                  <c:v>45079</c:v>
                </c:pt>
                <c:pt idx="501">
                  <c:v>45082</c:v>
                </c:pt>
                <c:pt idx="502">
                  <c:v>45083</c:v>
                </c:pt>
                <c:pt idx="503">
                  <c:v>45084</c:v>
                </c:pt>
                <c:pt idx="504">
                  <c:v>45085</c:v>
                </c:pt>
                <c:pt idx="505">
                  <c:v>45086</c:v>
                </c:pt>
                <c:pt idx="506">
                  <c:v>45089</c:v>
                </c:pt>
                <c:pt idx="507">
                  <c:v>45090</c:v>
                </c:pt>
                <c:pt idx="508">
                  <c:v>45091</c:v>
                </c:pt>
                <c:pt idx="509">
                  <c:v>45092</c:v>
                </c:pt>
                <c:pt idx="510">
                  <c:v>45093</c:v>
                </c:pt>
                <c:pt idx="511">
                  <c:v>45096</c:v>
                </c:pt>
                <c:pt idx="512">
                  <c:v>45097</c:v>
                </c:pt>
                <c:pt idx="513">
                  <c:v>45098</c:v>
                </c:pt>
                <c:pt idx="514">
                  <c:v>45099</c:v>
                </c:pt>
                <c:pt idx="515">
                  <c:v>45100</c:v>
                </c:pt>
                <c:pt idx="516">
                  <c:v>45103</c:v>
                </c:pt>
                <c:pt idx="517">
                  <c:v>45104</c:v>
                </c:pt>
                <c:pt idx="518">
                  <c:v>45105</c:v>
                </c:pt>
                <c:pt idx="519">
                  <c:v>45106</c:v>
                </c:pt>
                <c:pt idx="520">
                  <c:v>45107</c:v>
                </c:pt>
                <c:pt idx="521">
                  <c:v>45110</c:v>
                </c:pt>
                <c:pt idx="522">
                  <c:v>45111</c:v>
                </c:pt>
                <c:pt idx="523">
                  <c:v>45112</c:v>
                </c:pt>
                <c:pt idx="524">
                  <c:v>45113</c:v>
                </c:pt>
                <c:pt idx="525">
                  <c:v>45114</c:v>
                </c:pt>
                <c:pt idx="526">
                  <c:v>45117</c:v>
                </c:pt>
                <c:pt idx="527">
                  <c:v>45118</c:v>
                </c:pt>
                <c:pt idx="528">
                  <c:v>45119</c:v>
                </c:pt>
                <c:pt idx="529">
                  <c:v>45120</c:v>
                </c:pt>
                <c:pt idx="530">
                  <c:v>45121</c:v>
                </c:pt>
                <c:pt idx="531">
                  <c:v>45124</c:v>
                </c:pt>
                <c:pt idx="532">
                  <c:v>45125</c:v>
                </c:pt>
                <c:pt idx="533">
                  <c:v>45126</c:v>
                </c:pt>
                <c:pt idx="534">
                  <c:v>45127</c:v>
                </c:pt>
                <c:pt idx="535">
                  <c:v>45128</c:v>
                </c:pt>
                <c:pt idx="536">
                  <c:v>45131</c:v>
                </c:pt>
                <c:pt idx="537">
                  <c:v>45132</c:v>
                </c:pt>
                <c:pt idx="538">
                  <c:v>45133</c:v>
                </c:pt>
                <c:pt idx="539">
                  <c:v>45134</c:v>
                </c:pt>
                <c:pt idx="540">
                  <c:v>45135</c:v>
                </c:pt>
                <c:pt idx="541">
                  <c:v>45138</c:v>
                </c:pt>
                <c:pt idx="542">
                  <c:v>45139</c:v>
                </c:pt>
                <c:pt idx="543">
                  <c:v>45140</c:v>
                </c:pt>
                <c:pt idx="544">
                  <c:v>45141</c:v>
                </c:pt>
                <c:pt idx="545">
                  <c:v>45142</c:v>
                </c:pt>
                <c:pt idx="546">
                  <c:v>45145</c:v>
                </c:pt>
                <c:pt idx="547">
                  <c:v>45146</c:v>
                </c:pt>
                <c:pt idx="548">
                  <c:v>45147</c:v>
                </c:pt>
                <c:pt idx="549">
                  <c:v>45148</c:v>
                </c:pt>
                <c:pt idx="550">
                  <c:v>45149</c:v>
                </c:pt>
                <c:pt idx="551">
                  <c:v>45152</c:v>
                </c:pt>
                <c:pt idx="552">
                  <c:v>45153</c:v>
                </c:pt>
                <c:pt idx="553">
                  <c:v>45154</c:v>
                </c:pt>
                <c:pt idx="554">
                  <c:v>45155</c:v>
                </c:pt>
                <c:pt idx="555">
                  <c:v>45156</c:v>
                </c:pt>
                <c:pt idx="556">
                  <c:v>45159</c:v>
                </c:pt>
                <c:pt idx="557">
                  <c:v>45160</c:v>
                </c:pt>
                <c:pt idx="558">
                  <c:v>45161</c:v>
                </c:pt>
                <c:pt idx="559">
                  <c:v>45162</c:v>
                </c:pt>
                <c:pt idx="560">
                  <c:v>45163</c:v>
                </c:pt>
                <c:pt idx="561">
                  <c:v>45166</c:v>
                </c:pt>
                <c:pt idx="562">
                  <c:v>45167</c:v>
                </c:pt>
                <c:pt idx="563">
                  <c:v>45168</c:v>
                </c:pt>
                <c:pt idx="564">
                  <c:v>45169</c:v>
                </c:pt>
                <c:pt idx="565">
                  <c:v>45174</c:v>
                </c:pt>
                <c:pt idx="566">
                  <c:v>45175</c:v>
                </c:pt>
                <c:pt idx="567">
                  <c:v>45176</c:v>
                </c:pt>
                <c:pt idx="568">
                  <c:v>45177</c:v>
                </c:pt>
                <c:pt idx="569">
                  <c:v>45180</c:v>
                </c:pt>
                <c:pt idx="570">
                  <c:v>45181</c:v>
                </c:pt>
                <c:pt idx="571">
                  <c:v>45182</c:v>
                </c:pt>
                <c:pt idx="572">
                  <c:v>45183</c:v>
                </c:pt>
                <c:pt idx="573">
                  <c:v>45184</c:v>
                </c:pt>
                <c:pt idx="574">
                  <c:v>45187</c:v>
                </c:pt>
                <c:pt idx="575">
                  <c:v>45188</c:v>
                </c:pt>
                <c:pt idx="576">
                  <c:v>45189</c:v>
                </c:pt>
                <c:pt idx="577">
                  <c:v>45190</c:v>
                </c:pt>
                <c:pt idx="578">
                  <c:v>45191</c:v>
                </c:pt>
                <c:pt idx="579">
                  <c:v>45194</c:v>
                </c:pt>
                <c:pt idx="580">
                  <c:v>45195</c:v>
                </c:pt>
                <c:pt idx="581">
                  <c:v>45196</c:v>
                </c:pt>
                <c:pt idx="582">
                  <c:v>45197</c:v>
                </c:pt>
                <c:pt idx="583">
                  <c:v>45198</c:v>
                </c:pt>
                <c:pt idx="584">
                  <c:v>45201</c:v>
                </c:pt>
                <c:pt idx="585">
                  <c:v>45202</c:v>
                </c:pt>
                <c:pt idx="586">
                  <c:v>45203</c:v>
                </c:pt>
                <c:pt idx="587">
                  <c:v>45204</c:v>
                </c:pt>
                <c:pt idx="588">
                  <c:v>45205</c:v>
                </c:pt>
                <c:pt idx="589">
                  <c:v>45208</c:v>
                </c:pt>
                <c:pt idx="590">
                  <c:v>45209</c:v>
                </c:pt>
                <c:pt idx="591">
                  <c:v>45210</c:v>
                </c:pt>
                <c:pt idx="592">
                  <c:v>45211</c:v>
                </c:pt>
                <c:pt idx="593">
                  <c:v>45212</c:v>
                </c:pt>
                <c:pt idx="594">
                  <c:v>45215</c:v>
                </c:pt>
                <c:pt idx="595">
                  <c:v>45216</c:v>
                </c:pt>
                <c:pt idx="596">
                  <c:v>45217</c:v>
                </c:pt>
                <c:pt idx="597">
                  <c:v>45218</c:v>
                </c:pt>
                <c:pt idx="598">
                  <c:v>45219</c:v>
                </c:pt>
                <c:pt idx="599">
                  <c:v>45222</c:v>
                </c:pt>
                <c:pt idx="600">
                  <c:v>45223</c:v>
                </c:pt>
                <c:pt idx="601">
                  <c:v>45224</c:v>
                </c:pt>
                <c:pt idx="602">
                  <c:v>45225</c:v>
                </c:pt>
                <c:pt idx="603">
                  <c:v>45226</c:v>
                </c:pt>
                <c:pt idx="604">
                  <c:v>45229</c:v>
                </c:pt>
                <c:pt idx="605">
                  <c:v>45230</c:v>
                </c:pt>
                <c:pt idx="606">
                  <c:v>45231</c:v>
                </c:pt>
                <c:pt idx="607">
                  <c:v>45232</c:v>
                </c:pt>
                <c:pt idx="608">
                  <c:v>45233</c:v>
                </c:pt>
                <c:pt idx="609">
                  <c:v>45236</c:v>
                </c:pt>
                <c:pt idx="610">
                  <c:v>45237</c:v>
                </c:pt>
                <c:pt idx="611">
                  <c:v>45238</c:v>
                </c:pt>
                <c:pt idx="612">
                  <c:v>45239</c:v>
                </c:pt>
                <c:pt idx="613">
                  <c:v>45240</c:v>
                </c:pt>
                <c:pt idx="614">
                  <c:v>45243</c:v>
                </c:pt>
                <c:pt idx="615">
                  <c:v>45244</c:v>
                </c:pt>
                <c:pt idx="616">
                  <c:v>45245</c:v>
                </c:pt>
                <c:pt idx="617">
                  <c:v>45246</c:v>
                </c:pt>
                <c:pt idx="618">
                  <c:v>45247</c:v>
                </c:pt>
                <c:pt idx="619">
                  <c:v>45250</c:v>
                </c:pt>
                <c:pt idx="620">
                  <c:v>45251</c:v>
                </c:pt>
                <c:pt idx="621">
                  <c:v>45252</c:v>
                </c:pt>
                <c:pt idx="622">
                  <c:v>45253</c:v>
                </c:pt>
                <c:pt idx="623">
                  <c:v>45254</c:v>
                </c:pt>
                <c:pt idx="624">
                  <c:v>45257</c:v>
                </c:pt>
                <c:pt idx="625">
                  <c:v>45258</c:v>
                </c:pt>
                <c:pt idx="626">
                  <c:v>45259</c:v>
                </c:pt>
                <c:pt idx="627">
                  <c:v>45260</c:v>
                </c:pt>
                <c:pt idx="628">
                  <c:v>45261</c:v>
                </c:pt>
                <c:pt idx="629">
                  <c:v>45264</c:v>
                </c:pt>
                <c:pt idx="630">
                  <c:v>45265</c:v>
                </c:pt>
                <c:pt idx="631">
                  <c:v>45266</c:v>
                </c:pt>
                <c:pt idx="632">
                  <c:v>45267</c:v>
                </c:pt>
                <c:pt idx="633">
                  <c:v>45268</c:v>
                </c:pt>
                <c:pt idx="634">
                  <c:v>45271</c:v>
                </c:pt>
                <c:pt idx="635">
                  <c:v>45272</c:v>
                </c:pt>
                <c:pt idx="636">
                  <c:v>45273</c:v>
                </c:pt>
                <c:pt idx="637">
                  <c:v>45274</c:v>
                </c:pt>
                <c:pt idx="638">
                  <c:v>45275</c:v>
                </c:pt>
                <c:pt idx="639">
                  <c:v>45278</c:v>
                </c:pt>
                <c:pt idx="640">
                  <c:v>45279</c:v>
                </c:pt>
                <c:pt idx="641">
                  <c:v>45280</c:v>
                </c:pt>
                <c:pt idx="642">
                  <c:v>45281</c:v>
                </c:pt>
                <c:pt idx="643">
                  <c:v>45282</c:v>
                </c:pt>
                <c:pt idx="644">
                  <c:v>45285</c:v>
                </c:pt>
                <c:pt idx="645">
                  <c:v>45286</c:v>
                </c:pt>
                <c:pt idx="646">
                  <c:v>45287</c:v>
                </c:pt>
                <c:pt idx="647">
                  <c:v>45288</c:v>
                </c:pt>
                <c:pt idx="648">
                  <c:v>45289</c:v>
                </c:pt>
                <c:pt idx="649">
                  <c:v>45293</c:v>
                </c:pt>
                <c:pt idx="650">
                  <c:v>45294</c:v>
                </c:pt>
                <c:pt idx="651">
                  <c:v>45295</c:v>
                </c:pt>
                <c:pt idx="652">
                  <c:v>45296</c:v>
                </c:pt>
                <c:pt idx="653">
                  <c:v>45299</c:v>
                </c:pt>
                <c:pt idx="654">
                  <c:v>45300</c:v>
                </c:pt>
                <c:pt idx="655">
                  <c:v>45301</c:v>
                </c:pt>
                <c:pt idx="656">
                  <c:v>45302</c:v>
                </c:pt>
                <c:pt idx="657">
                  <c:v>45303</c:v>
                </c:pt>
                <c:pt idx="658">
                  <c:v>45306</c:v>
                </c:pt>
                <c:pt idx="659">
                  <c:v>45307</c:v>
                </c:pt>
                <c:pt idx="660">
                  <c:v>45308</c:v>
                </c:pt>
                <c:pt idx="661">
                  <c:v>45309</c:v>
                </c:pt>
                <c:pt idx="662">
                  <c:v>45310</c:v>
                </c:pt>
                <c:pt idx="663">
                  <c:v>45313</c:v>
                </c:pt>
                <c:pt idx="664">
                  <c:v>45314</c:v>
                </c:pt>
                <c:pt idx="665">
                  <c:v>45315</c:v>
                </c:pt>
                <c:pt idx="666">
                  <c:v>45316</c:v>
                </c:pt>
                <c:pt idx="667">
                  <c:v>45317</c:v>
                </c:pt>
                <c:pt idx="668">
                  <c:v>45320</c:v>
                </c:pt>
                <c:pt idx="669">
                  <c:v>45321</c:v>
                </c:pt>
                <c:pt idx="670">
                  <c:v>45322</c:v>
                </c:pt>
                <c:pt idx="671">
                  <c:v>45323</c:v>
                </c:pt>
                <c:pt idx="672">
                  <c:v>45324</c:v>
                </c:pt>
                <c:pt idx="673">
                  <c:v>45327</c:v>
                </c:pt>
                <c:pt idx="674">
                  <c:v>45328</c:v>
                </c:pt>
                <c:pt idx="675">
                  <c:v>45329</c:v>
                </c:pt>
                <c:pt idx="676">
                  <c:v>45337</c:v>
                </c:pt>
                <c:pt idx="677">
                  <c:v>45338</c:v>
                </c:pt>
                <c:pt idx="678">
                  <c:v>45341</c:v>
                </c:pt>
                <c:pt idx="679">
                  <c:v>45342</c:v>
                </c:pt>
                <c:pt idx="680">
                  <c:v>45343</c:v>
                </c:pt>
                <c:pt idx="681">
                  <c:v>45344</c:v>
                </c:pt>
                <c:pt idx="682">
                  <c:v>45345</c:v>
                </c:pt>
                <c:pt idx="683">
                  <c:v>45348</c:v>
                </c:pt>
                <c:pt idx="684">
                  <c:v>45349</c:v>
                </c:pt>
                <c:pt idx="685">
                  <c:v>45350</c:v>
                </c:pt>
                <c:pt idx="686">
                  <c:v>45351</c:v>
                </c:pt>
                <c:pt idx="687">
                  <c:v>45352</c:v>
                </c:pt>
                <c:pt idx="688">
                  <c:v>45355</c:v>
                </c:pt>
                <c:pt idx="689">
                  <c:v>45356</c:v>
                </c:pt>
                <c:pt idx="690">
                  <c:v>45357</c:v>
                </c:pt>
                <c:pt idx="691">
                  <c:v>45358</c:v>
                </c:pt>
                <c:pt idx="692">
                  <c:v>45359</c:v>
                </c:pt>
                <c:pt idx="693">
                  <c:v>45362</c:v>
                </c:pt>
                <c:pt idx="694">
                  <c:v>45363</c:v>
                </c:pt>
                <c:pt idx="695">
                  <c:v>45364</c:v>
                </c:pt>
                <c:pt idx="696">
                  <c:v>45365</c:v>
                </c:pt>
                <c:pt idx="697">
                  <c:v>45366</c:v>
                </c:pt>
                <c:pt idx="698">
                  <c:v>45369</c:v>
                </c:pt>
                <c:pt idx="699">
                  <c:v>45370</c:v>
                </c:pt>
                <c:pt idx="700">
                  <c:v>45371</c:v>
                </c:pt>
                <c:pt idx="701">
                  <c:v>45372</c:v>
                </c:pt>
                <c:pt idx="702">
                  <c:v>45373</c:v>
                </c:pt>
                <c:pt idx="703">
                  <c:v>45376</c:v>
                </c:pt>
                <c:pt idx="704">
                  <c:v>45377</c:v>
                </c:pt>
                <c:pt idx="705">
                  <c:v>45378</c:v>
                </c:pt>
                <c:pt idx="706">
                  <c:v>45379</c:v>
                </c:pt>
                <c:pt idx="707">
                  <c:v>45380</c:v>
                </c:pt>
                <c:pt idx="708">
                  <c:v>45383</c:v>
                </c:pt>
                <c:pt idx="709">
                  <c:v>45384</c:v>
                </c:pt>
                <c:pt idx="710">
                  <c:v>45385</c:v>
                </c:pt>
                <c:pt idx="711">
                  <c:v>45386</c:v>
                </c:pt>
                <c:pt idx="712">
                  <c:v>45387</c:v>
                </c:pt>
                <c:pt idx="713">
                  <c:v>45390</c:v>
                </c:pt>
                <c:pt idx="714">
                  <c:v>45391</c:v>
                </c:pt>
                <c:pt idx="715">
                  <c:v>45392</c:v>
                </c:pt>
                <c:pt idx="716">
                  <c:v>45393</c:v>
                </c:pt>
                <c:pt idx="717">
                  <c:v>45394</c:v>
                </c:pt>
                <c:pt idx="718">
                  <c:v>45397</c:v>
                </c:pt>
                <c:pt idx="719">
                  <c:v>45398</c:v>
                </c:pt>
                <c:pt idx="720">
                  <c:v>45399</c:v>
                </c:pt>
                <c:pt idx="721">
                  <c:v>45401</c:v>
                </c:pt>
                <c:pt idx="722">
                  <c:v>45404</c:v>
                </c:pt>
                <c:pt idx="723">
                  <c:v>45405</c:v>
                </c:pt>
                <c:pt idx="724">
                  <c:v>45406</c:v>
                </c:pt>
                <c:pt idx="725">
                  <c:v>45407</c:v>
                </c:pt>
                <c:pt idx="726">
                  <c:v>45408</c:v>
                </c:pt>
                <c:pt idx="727">
                  <c:v>45414</c:v>
                </c:pt>
                <c:pt idx="728">
                  <c:v>45415</c:v>
                </c:pt>
                <c:pt idx="729">
                  <c:v>45418</c:v>
                </c:pt>
                <c:pt idx="730">
                  <c:v>45419</c:v>
                </c:pt>
                <c:pt idx="731">
                  <c:v>45420</c:v>
                </c:pt>
                <c:pt idx="732">
                  <c:v>45421</c:v>
                </c:pt>
                <c:pt idx="733">
                  <c:v>45422</c:v>
                </c:pt>
                <c:pt idx="734">
                  <c:v>45425</c:v>
                </c:pt>
                <c:pt idx="735">
                  <c:v>45426</c:v>
                </c:pt>
                <c:pt idx="736">
                  <c:v>45427</c:v>
                </c:pt>
                <c:pt idx="737">
                  <c:v>45428</c:v>
                </c:pt>
                <c:pt idx="738">
                  <c:v>45429</c:v>
                </c:pt>
                <c:pt idx="739">
                  <c:v>45432</c:v>
                </c:pt>
                <c:pt idx="740">
                  <c:v>45433</c:v>
                </c:pt>
                <c:pt idx="741">
                  <c:v>45434</c:v>
                </c:pt>
                <c:pt idx="742">
                  <c:v>45435</c:v>
                </c:pt>
                <c:pt idx="743">
                  <c:v>45436</c:v>
                </c:pt>
                <c:pt idx="744">
                  <c:v>45439</c:v>
                </c:pt>
                <c:pt idx="745">
                  <c:v>45440</c:v>
                </c:pt>
                <c:pt idx="746">
                  <c:v>45441</c:v>
                </c:pt>
                <c:pt idx="747">
                  <c:v>45442</c:v>
                </c:pt>
                <c:pt idx="748">
                  <c:v>45443</c:v>
                </c:pt>
                <c:pt idx="749">
                  <c:v>45446</c:v>
                </c:pt>
                <c:pt idx="750">
                  <c:v>45447</c:v>
                </c:pt>
                <c:pt idx="751">
                  <c:v>45448</c:v>
                </c:pt>
                <c:pt idx="752">
                  <c:v>45449</c:v>
                </c:pt>
                <c:pt idx="753">
                  <c:v>45450</c:v>
                </c:pt>
                <c:pt idx="754">
                  <c:v>45453</c:v>
                </c:pt>
                <c:pt idx="755">
                  <c:v>45454</c:v>
                </c:pt>
                <c:pt idx="756">
                  <c:v>45455</c:v>
                </c:pt>
                <c:pt idx="757">
                  <c:v>45456</c:v>
                </c:pt>
                <c:pt idx="758">
                  <c:v>45457</c:v>
                </c:pt>
                <c:pt idx="759">
                  <c:v>45460</c:v>
                </c:pt>
                <c:pt idx="760">
                  <c:v>45461</c:v>
                </c:pt>
                <c:pt idx="761">
                  <c:v>45462</c:v>
                </c:pt>
                <c:pt idx="762">
                  <c:v>45463</c:v>
                </c:pt>
                <c:pt idx="763">
                  <c:v>45464</c:v>
                </c:pt>
                <c:pt idx="764">
                  <c:v>45467</c:v>
                </c:pt>
                <c:pt idx="765">
                  <c:v>45468</c:v>
                </c:pt>
                <c:pt idx="766">
                  <c:v>45469</c:v>
                </c:pt>
                <c:pt idx="767">
                  <c:v>45470</c:v>
                </c:pt>
                <c:pt idx="768">
                  <c:v>45471</c:v>
                </c:pt>
                <c:pt idx="769">
                  <c:v>45474</c:v>
                </c:pt>
                <c:pt idx="770">
                  <c:v>45475</c:v>
                </c:pt>
                <c:pt idx="771">
                  <c:v>45476</c:v>
                </c:pt>
                <c:pt idx="772">
                  <c:v>45477</c:v>
                </c:pt>
                <c:pt idx="773">
                  <c:v>45478</c:v>
                </c:pt>
                <c:pt idx="774">
                  <c:v>45481</c:v>
                </c:pt>
                <c:pt idx="775">
                  <c:v>45482</c:v>
                </c:pt>
                <c:pt idx="776">
                  <c:v>45483</c:v>
                </c:pt>
                <c:pt idx="777">
                  <c:v>45484</c:v>
                </c:pt>
                <c:pt idx="778">
                  <c:v>45485</c:v>
                </c:pt>
                <c:pt idx="779">
                  <c:v>45488</c:v>
                </c:pt>
                <c:pt idx="780">
                  <c:v>45489</c:v>
                </c:pt>
                <c:pt idx="781">
                  <c:v>45490</c:v>
                </c:pt>
                <c:pt idx="782">
                  <c:v>45491</c:v>
                </c:pt>
                <c:pt idx="783">
                  <c:v>45492</c:v>
                </c:pt>
                <c:pt idx="784">
                  <c:v>45495</c:v>
                </c:pt>
                <c:pt idx="785">
                  <c:v>45496</c:v>
                </c:pt>
                <c:pt idx="786">
                  <c:v>45497</c:v>
                </c:pt>
                <c:pt idx="787">
                  <c:v>45498</c:v>
                </c:pt>
                <c:pt idx="788">
                  <c:v>45499</c:v>
                </c:pt>
                <c:pt idx="789">
                  <c:v>45502</c:v>
                </c:pt>
                <c:pt idx="790">
                  <c:v>45503</c:v>
                </c:pt>
                <c:pt idx="791">
                  <c:v>45504</c:v>
                </c:pt>
                <c:pt idx="792">
                  <c:v>45505</c:v>
                </c:pt>
                <c:pt idx="793">
                  <c:v>45506</c:v>
                </c:pt>
                <c:pt idx="794">
                  <c:v>45509</c:v>
                </c:pt>
                <c:pt idx="795">
                  <c:v>45510</c:v>
                </c:pt>
                <c:pt idx="796">
                  <c:v>45511</c:v>
                </c:pt>
                <c:pt idx="797">
                  <c:v>45512</c:v>
                </c:pt>
                <c:pt idx="798">
                  <c:v>45513</c:v>
                </c:pt>
                <c:pt idx="799">
                  <c:v>45516</c:v>
                </c:pt>
                <c:pt idx="800">
                  <c:v>45517</c:v>
                </c:pt>
                <c:pt idx="801">
                  <c:v>45518</c:v>
                </c:pt>
                <c:pt idx="802">
                  <c:v>45519</c:v>
                </c:pt>
                <c:pt idx="803">
                  <c:v>45520</c:v>
                </c:pt>
                <c:pt idx="804">
                  <c:v>45523</c:v>
                </c:pt>
                <c:pt idx="805">
                  <c:v>45524</c:v>
                </c:pt>
                <c:pt idx="806">
                  <c:v>45525</c:v>
                </c:pt>
                <c:pt idx="807">
                  <c:v>45526</c:v>
                </c:pt>
                <c:pt idx="808">
                  <c:v>45527</c:v>
                </c:pt>
                <c:pt idx="809">
                  <c:v>45530</c:v>
                </c:pt>
                <c:pt idx="810">
                  <c:v>45531</c:v>
                </c:pt>
                <c:pt idx="811">
                  <c:v>45532</c:v>
                </c:pt>
                <c:pt idx="812">
                  <c:v>45533</c:v>
                </c:pt>
                <c:pt idx="813">
                  <c:v>45534</c:v>
                </c:pt>
                <c:pt idx="814">
                  <c:v>45539</c:v>
                </c:pt>
                <c:pt idx="815">
                  <c:v>45540</c:v>
                </c:pt>
                <c:pt idx="816">
                  <c:v>45541</c:v>
                </c:pt>
                <c:pt idx="817">
                  <c:v>45544</c:v>
                </c:pt>
                <c:pt idx="818">
                  <c:v>45545</c:v>
                </c:pt>
                <c:pt idx="819">
                  <c:v>45546</c:v>
                </c:pt>
                <c:pt idx="820">
                  <c:v>45547</c:v>
                </c:pt>
                <c:pt idx="821">
                  <c:v>45548</c:v>
                </c:pt>
                <c:pt idx="822">
                  <c:v>45551</c:v>
                </c:pt>
                <c:pt idx="823">
                  <c:v>45552</c:v>
                </c:pt>
                <c:pt idx="824">
                  <c:v>45553</c:v>
                </c:pt>
                <c:pt idx="825">
                  <c:v>45554</c:v>
                </c:pt>
                <c:pt idx="826">
                  <c:v>45555</c:v>
                </c:pt>
                <c:pt idx="827">
                  <c:v>45558</c:v>
                </c:pt>
                <c:pt idx="828">
                  <c:v>45559</c:v>
                </c:pt>
                <c:pt idx="829">
                  <c:v>45560</c:v>
                </c:pt>
                <c:pt idx="830">
                  <c:v>45561</c:v>
                </c:pt>
                <c:pt idx="831">
                  <c:v>45562</c:v>
                </c:pt>
                <c:pt idx="832">
                  <c:v>45565</c:v>
                </c:pt>
                <c:pt idx="833">
                  <c:v>45566</c:v>
                </c:pt>
                <c:pt idx="834">
                  <c:v>45567</c:v>
                </c:pt>
                <c:pt idx="835">
                  <c:v>45568</c:v>
                </c:pt>
                <c:pt idx="836">
                  <c:v>45569</c:v>
                </c:pt>
                <c:pt idx="837">
                  <c:v>45572</c:v>
                </c:pt>
                <c:pt idx="838">
                  <c:v>45573</c:v>
                </c:pt>
                <c:pt idx="839">
                  <c:v>45574</c:v>
                </c:pt>
                <c:pt idx="840">
                  <c:v>45575</c:v>
                </c:pt>
                <c:pt idx="841">
                  <c:v>45576</c:v>
                </c:pt>
                <c:pt idx="842">
                  <c:v>45579</c:v>
                </c:pt>
                <c:pt idx="843">
                  <c:v>45580</c:v>
                </c:pt>
                <c:pt idx="844">
                  <c:v>45581</c:v>
                </c:pt>
                <c:pt idx="845">
                  <c:v>45582</c:v>
                </c:pt>
                <c:pt idx="846">
                  <c:v>45583</c:v>
                </c:pt>
                <c:pt idx="847">
                  <c:v>45586</c:v>
                </c:pt>
                <c:pt idx="848">
                  <c:v>45587</c:v>
                </c:pt>
                <c:pt idx="849">
                  <c:v>45588</c:v>
                </c:pt>
                <c:pt idx="850">
                  <c:v>45589</c:v>
                </c:pt>
                <c:pt idx="851">
                  <c:v>45590</c:v>
                </c:pt>
                <c:pt idx="852">
                  <c:v>45593</c:v>
                </c:pt>
                <c:pt idx="853">
                  <c:v>45594</c:v>
                </c:pt>
                <c:pt idx="854">
                  <c:v>45595</c:v>
                </c:pt>
                <c:pt idx="855">
                  <c:v>45596</c:v>
                </c:pt>
                <c:pt idx="856">
                  <c:v>45597</c:v>
                </c:pt>
                <c:pt idx="857">
                  <c:v>45600</c:v>
                </c:pt>
                <c:pt idx="858">
                  <c:v>45601</c:v>
                </c:pt>
                <c:pt idx="859">
                  <c:v>45602</c:v>
                </c:pt>
                <c:pt idx="860">
                  <c:v>45603</c:v>
                </c:pt>
                <c:pt idx="861">
                  <c:v>45604</c:v>
                </c:pt>
                <c:pt idx="862">
                  <c:v>45607</c:v>
                </c:pt>
                <c:pt idx="863">
                  <c:v>45608</c:v>
                </c:pt>
                <c:pt idx="864">
                  <c:v>45609</c:v>
                </c:pt>
                <c:pt idx="865">
                  <c:v>45610</c:v>
                </c:pt>
                <c:pt idx="866">
                  <c:v>45611</c:v>
                </c:pt>
                <c:pt idx="867">
                  <c:v>45614</c:v>
                </c:pt>
                <c:pt idx="868">
                  <c:v>45615</c:v>
                </c:pt>
                <c:pt idx="869">
                  <c:v>45616</c:v>
                </c:pt>
                <c:pt idx="870">
                  <c:v>45617</c:v>
                </c:pt>
                <c:pt idx="871">
                  <c:v>45618</c:v>
                </c:pt>
                <c:pt idx="872">
                  <c:v>45621</c:v>
                </c:pt>
                <c:pt idx="873">
                  <c:v>45622</c:v>
                </c:pt>
                <c:pt idx="874">
                  <c:v>45623</c:v>
                </c:pt>
                <c:pt idx="875">
                  <c:v>45624</c:v>
                </c:pt>
                <c:pt idx="876">
                  <c:v>45625</c:v>
                </c:pt>
                <c:pt idx="877">
                  <c:v>45628</c:v>
                </c:pt>
                <c:pt idx="878">
                  <c:v>45629</c:v>
                </c:pt>
                <c:pt idx="879">
                  <c:v>45630</c:v>
                </c:pt>
                <c:pt idx="880">
                  <c:v>45631</c:v>
                </c:pt>
                <c:pt idx="881">
                  <c:v>45632</c:v>
                </c:pt>
                <c:pt idx="882">
                  <c:v>45635</c:v>
                </c:pt>
                <c:pt idx="883">
                  <c:v>45636</c:v>
                </c:pt>
                <c:pt idx="884">
                  <c:v>45637</c:v>
                </c:pt>
                <c:pt idx="885">
                  <c:v>45638</c:v>
                </c:pt>
                <c:pt idx="886">
                  <c:v>45639</c:v>
                </c:pt>
                <c:pt idx="887">
                  <c:v>45642</c:v>
                </c:pt>
                <c:pt idx="888">
                  <c:v>45643</c:v>
                </c:pt>
                <c:pt idx="889">
                  <c:v>45644</c:v>
                </c:pt>
                <c:pt idx="890">
                  <c:v>45645</c:v>
                </c:pt>
                <c:pt idx="891">
                  <c:v>45646</c:v>
                </c:pt>
                <c:pt idx="892">
                  <c:v>45649</c:v>
                </c:pt>
                <c:pt idx="893">
                  <c:v>45650</c:v>
                </c:pt>
                <c:pt idx="894">
                  <c:v>45651</c:v>
                </c:pt>
                <c:pt idx="895">
                  <c:v>45652</c:v>
                </c:pt>
                <c:pt idx="896">
                  <c:v>45653</c:v>
                </c:pt>
                <c:pt idx="897">
                  <c:v>45656</c:v>
                </c:pt>
                <c:pt idx="898">
                  <c:v>45657</c:v>
                </c:pt>
                <c:pt idx="899">
                  <c:v>45659</c:v>
                </c:pt>
                <c:pt idx="900">
                  <c:v>45660</c:v>
                </c:pt>
                <c:pt idx="901">
                  <c:v>45663</c:v>
                </c:pt>
                <c:pt idx="902">
                  <c:v>45664</c:v>
                </c:pt>
                <c:pt idx="903">
                  <c:v>45665</c:v>
                </c:pt>
                <c:pt idx="904">
                  <c:v>45666</c:v>
                </c:pt>
                <c:pt idx="905">
                  <c:v>45667</c:v>
                </c:pt>
                <c:pt idx="906">
                  <c:v>45670</c:v>
                </c:pt>
                <c:pt idx="907">
                  <c:v>45671</c:v>
                </c:pt>
                <c:pt idx="908">
                  <c:v>45672</c:v>
                </c:pt>
                <c:pt idx="909">
                  <c:v>45673</c:v>
                </c:pt>
                <c:pt idx="910">
                  <c:v>45674</c:v>
                </c:pt>
                <c:pt idx="911">
                  <c:v>45677</c:v>
                </c:pt>
                <c:pt idx="912">
                  <c:v>45678</c:v>
                </c:pt>
                <c:pt idx="913">
                  <c:v>45679</c:v>
                </c:pt>
                <c:pt idx="914">
                  <c:v>45680</c:v>
                </c:pt>
                <c:pt idx="915">
                  <c:v>45681</c:v>
                </c:pt>
                <c:pt idx="916">
                  <c:v>45691</c:v>
                </c:pt>
                <c:pt idx="917">
                  <c:v>45692</c:v>
                </c:pt>
                <c:pt idx="918">
                  <c:v>45693</c:v>
                </c:pt>
                <c:pt idx="919">
                  <c:v>45694</c:v>
                </c:pt>
                <c:pt idx="920">
                  <c:v>45695</c:v>
                </c:pt>
                <c:pt idx="921">
                  <c:v>45698</c:v>
                </c:pt>
                <c:pt idx="922">
                  <c:v>45699</c:v>
                </c:pt>
                <c:pt idx="923">
                  <c:v>45700</c:v>
                </c:pt>
                <c:pt idx="924">
                  <c:v>45701</c:v>
                </c:pt>
                <c:pt idx="925">
                  <c:v>45702</c:v>
                </c:pt>
                <c:pt idx="926">
                  <c:v>45705</c:v>
                </c:pt>
                <c:pt idx="927">
                  <c:v>45706</c:v>
                </c:pt>
                <c:pt idx="928">
                  <c:v>45707</c:v>
                </c:pt>
                <c:pt idx="929">
                  <c:v>45708</c:v>
                </c:pt>
                <c:pt idx="930">
                  <c:v>45709</c:v>
                </c:pt>
                <c:pt idx="931">
                  <c:v>45712</c:v>
                </c:pt>
                <c:pt idx="932">
                  <c:v>45713</c:v>
                </c:pt>
                <c:pt idx="933">
                  <c:v>45714</c:v>
                </c:pt>
                <c:pt idx="934">
                  <c:v>45715</c:v>
                </c:pt>
                <c:pt idx="935">
                  <c:v>45716</c:v>
                </c:pt>
                <c:pt idx="936">
                  <c:v>45719</c:v>
                </c:pt>
                <c:pt idx="937">
                  <c:v>45720</c:v>
                </c:pt>
                <c:pt idx="938">
                  <c:v>45721</c:v>
                </c:pt>
                <c:pt idx="939">
                  <c:v>45722</c:v>
                </c:pt>
                <c:pt idx="940">
                  <c:v>45723</c:v>
                </c:pt>
                <c:pt idx="941">
                  <c:v>45726</c:v>
                </c:pt>
                <c:pt idx="942">
                  <c:v>45727</c:v>
                </c:pt>
                <c:pt idx="943">
                  <c:v>45728</c:v>
                </c:pt>
                <c:pt idx="944">
                  <c:v>45729</c:v>
                </c:pt>
                <c:pt idx="945">
                  <c:v>45730</c:v>
                </c:pt>
                <c:pt idx="946">
                  <c:v>45733</c:v>
                </c:pt>
                <c:pt idx="947">
                  <c:v>45734</c:v>
                </c:pt>
                <c:pt idx="948">
                  <c:v>45735</c:v>
                </c:pt>
                <c:pt idx="949">
                  <c:v>45736</c:v>
                </c:pt>
                <c:pt idx="950">
                  <c:v>45737</c:v>
                </c:pt>
                <c:pt idx="951">
                  <c:v>45740</c:v>
                </c:pt>
                <c:pt idx="952">
                  <c:v>45741</c:v>
                </c:pt>
                <c:pt idx="953">
                  <c:v>45742</c:v>
                </c:pt>
                <c:pt idx="954">
                  <c:v>45743</c:v>
                </c:pt>
                <c:pt idx="955">
                  <c:v>45744</c:v>
                </c:pt>
                <c:pt idx="956">
                  <c:v>45747</c:v>
                </c:pt>
                <c:pt idx="957">
                  <c:v>45748</c:v>
                </c:pt>
                <c:pt idx="958">
                  <c:v>45749</c:v>
                </c:pt>
                <c:pt idx="959">
                  <c:v>45750</c:v>
                </c:pt>
                <c:pt idx="960">
                  <c:v>45751</c:v>
                </c:pt>
                <c:pt idx="961">
                  <c:v>45755</c:v>
                </c:pt>
                <c:pt idx="962">
                  <c:v>45756</c:v>
                </c:pt>
                <c:pt idx="963">
                  <c:v>45757</c:v>
                </c:pt>
                <c:pt idx="964">
                  <c:v>45758</c:v>
                </c:pt>
                <c:pt idx="965">
                  <c:v>45761</c:v>
                </c:pt>
                <c:pt idx="966">
                  <c:v>45762</c:v>
                </c:pt>
                <c:pt idx="967">
                  <c:v>45763</c:v>
                </c:pt>
                <c:pt idx="968">
                  <c:v>45764</c:v>
                </c:pt>
                <c:pt idx="969">
                  <c:v>45765</c:v>
                </c:pt>
                <c:pt idx="970">
                  <c:v>45768</c:v>
                </c:pt>
                <c:pt idx="971">
                  <c:v>45769</c:v>
                </c:pt>
                <c:pt idx="972">
                  <c:v>45770</c:v>
                </c:pt>
                <c:pt idx="973">
                  <c:v>45771</c:v>
                </c:pt>
                <c:pt idx="974">
                  <c:v>45772</c:v>
                </c:pt>
                <c:pt idx="975">
                  <c:v>45775</c:v>
                </c:pt>
                <c:pt idx="976">
                  <c:v>45776</c:v>
                </c:pt>
                <c:pt idx="977">
                  <c:v>45782</c:v>
                </c:pt>
                <c:pt idx="978">
                  <c:v>45783</c:v>
                </c:pt>
                <c:pt idx="979">
                  <c:v>45784</c:v>
                </c:pt>
                <c:pt idx="980">
                  <c:v>45785</c:v>
                </c:pt>
                <c:pt idx="981">
                  <c:v>45786</c:v>
                </c:pt>
                <c:pt idx="982">
                  <c:v>45789</c:v>
                </c:pt>
                <c:pt idx="983">
                  <c:v>45790</c:v>
                </c:pt>
                <c:pt idx="984">
                  <c:v>45791</c:v>
                </c:pt>
                <c:pt idx="985">
                  <c:v>45792</c:v>
                </c:pt>
                <c:pt idx="986">
                  <c:v>45793</c:v>
                </c:pt>
                <c:pt idx="987">
                  <c:v>45796</c:v>
                </c:pt>
                <c:pt idx="988">
                  <c:v>45797</c:v>
                </c:pt>
                <c:pt idx="989">
                  <c:v>45798</c:v>
                </c:pt>
                <c:pt idx="990">
                  <c:v>45799</c:v>
                </c:pt>
                <c:pt idx="991">
                  <c:v>45800</c:v>
                </c:pt>
                <c:pt idx="992">
                  <c:v>45803</c:v>
                </c:pt>
                <c:pt idx="993">
                  <c:v>45804</c:v>
                </c:pt>
                <c:pt idx="994">
                  <c:v>45805</c:v>
                </c:pt>
                <c:pt idx="995">
                  <c:v>45806</c:v>
                </c:pt>
                <c:pt idx="996">
                  <c:v>45807</c:v>
                </c:pt>
                <c:pt idx="997">
                  <c:v>45810</c:v>
                </c:pt>
                <c:pt idx="998">
                  <c:v>45811</c:v>
                </c:pt>
                <c:pt idx="999">
                  <c:v>45812</c:v>
                </c:pt>
                <c:pt idx="1000">
                  <c:v>45813</c:v>
                </c:pt>
                <c:pt idx="1001">
                  <c:v>45814</c:v>
                </c:pt>
                <c:pt idx="1002">
                  <c:v>45817</c:v>
                </c:pt>
                <c:pt idx="1003">
                  <c:v>45818</c:v>
                </c:pt>
                <c:pt idx="1004">
                  <c:v>45819</c:v>
                </c:pt>
                <c:pt idx="1005">
                  <c:v>45820</c:v>
                </c:pt>
                <c:pt idx="1006">
                  <c:v>45821</c:v>
                </c:pt>
                <c:pt idx="1007">
                  <c:v>45824</c:v>
                </c:pt>
                <c:pt idx="1008">
                  <c:v>45825</c:v>
                </c:pt>
                <c:pt idx="1009">
                  <c:v>45826</c:v>
                </c:pt>
                <c:pt idx="1010">
                  <c:v>45827</c:v>
                </c:pt>
                <c:pt idx="1011">
                  <c:v>45828</c:v>
                </c:pt>
                <c:pt idx="1012">
                  <c:v>45831</c:v>
                </c:pt>
                <c:pt idx="1013">
                  <c:v>45832</c:v>
                </c:pt>
                <c:pt idx="1014">
                  <c:v>45833</c:v>
                </c:pt>
                <c:pt idx="1015">
                  <c:v>45834</c:v>
                </c:pt>
                <c:pt idx="1016">
                  <c:v>45835</c:v>
                </c:pt>
                <c:pt idx="1017">
                  <c:v>45838</c:v>
                </c:pt>
                <c:pt idx="1018">
                  <c:v>45839</c:v>
                </c:pt>
                <c:pt idx="1019">
                  <c:v>45840</c:v>
                </c:pt>
                <c:pt idx="1020">
                  <c:v>45841</c:v>
                </c:pt>
                <c:pt idx="1021">
                  <c:v>45842</c:v>
                </c:pt>
                <c:pt idx="1022">
                  <c:v>45845</c:v>
                </c:pt>
                <c:pt idx="1023">
                  <c:v>45846</c:v>
                </c:pt>
                <c:pt idx="1024">
                  <c:v>45847</c:v>
                </c:pt>
                <c:pt idx="1025">
                  <c:v>45848</c:v>
                </c:pt>
                <c:pt idx="1026">
                  <c:v>45849</c:v>
                </c:pt>
                <c:pt idx="1027">
                  <c:v>45852</c:v>
                </c:pt>
                <c:pt idx="1028">
                  <c:v>45853</c:v>
                </c:pt>
                <c:pt idx="1029">
                  <c:v>45854</c:v>
                </c:pt>
                <c:pt idx="1030">
                  <c:v>45855</c:v>
                </c:pt>
                <c:pt idx="1031">
                  <c:v>45856</c:v>
                </c:pt>
                <c:pt idx="1032">
                  <c:v>45859</c:v>
                </c:pt>
                <c:pt idx="1033">
                  <c:v>45860</c:v>
                </c:pt>
                <c:pt idx="1034">
                  <c:v>45861</c:v>
                </c:pt>
                <c:pt idx="1035">
                  <c:v>45862</c:v>
                </c:pt>
                <c:pt idx="1036">
                  <c:v>45863</c:v>
                </c:pt>
                <c:pt idx="1037">
                  <c:v>45866</c:v>
                </c:pt>
                <c:pt idx="1038">
                  <c:v>45867</c:v>
                </c:pt>
                <c:pt idx="1039">
                  <c:v>45868</c:v>
                </c:pt>
                <c:pt idx="1040">
                  <c:v>45869</c:v>
                </c:pt>
                <c:pt idx="1041">
                  <c:v>45870</c:v>
                </c:pt>
                <c:pt idx="1042">
                  <c:v>45873</c:v>
                </c:pt>
                <c:pt idx="1043">
                  <c:v>45874</c:v>
                </c:pt>
                <c:pt idx="1044">
                  <c:v>45875</c:v>
                </c:pt>
                <c:pt idx="1045">
                  <c:v>45876</c:v>
                </c:pt>
                <c:pt idx="1046">
                  <c:v>45877</c:v>
                </c:pt>
                <c:pt idx="1047">
                  <c:v>45880</c:v>
                </c:pt>
                <c:pt idx="1048">
                  <c:v>45881</c:v>
                </c:pt>
                <c:pt idx="1049">
                  <c:v>45882</c:v>
                </c:pt>
                <c:pt idx="1050">
                  <c:v>45883</c:v>
                </c:pt>
                <c:pt idx="1051">
                  <c:v>45884</c:v>
                </c:pt>
                <c:pt idx="1052">
                  <c:v>45887</c:v>
                </c:pt>
                <c:pt idx="1053">
                  <c:v>45888</c:v>
                </c:pt>
                <c:pt idx="1054">
                  <c:v>45889</c:v>
                </c:pt>
                <c:pt idx="1055">
                  <c:v>45890</c:v>
                </c:pt>
                <c:pt idx="1056">
                  <c:v>45891</c:v>
                </c:pt>
                <c:pt idx="1057">
                  <c:v>45894</c:v>
                </c:pt>
                <c:pt idx="1058">
                  <c:v>45895</c:v>
                </c:pt>
                <c:pt idx="1059">
                  <c:v>45896</c:v>
                </c:pt>
                <c:pt idx="1060">
                  <c:v>45897</c:v>
                </c:pt>
                <c:pt idx="1061">
                  <c:v>45898</c:v>
                </c:pt>
                <c:pt idx="1062">
                  <c:v>45903</c:v>
                </c:pt>
                <c:pt idx="1063">
                  <c:v>45904</c:v>
                </c:pt>
                <c:pt idx="1064">
                  <c:v>45905</c:v>
                </c:pt>
                <c:pt idx="1065">
                  <c:v>45908</c:v>
                </c:pt>
                <c:pt idx="1066">
                  <c:v>45909</c:v>
                </c:pt>
                <c:pt idx="1067">
                  <c:v>45910</c:v>
                </c:pt>
                <c:pt idx="1068">
                  <c:v>45911</c:v>
                </c:pt>
                <c:pt idx="1069">
                  <c:v>45912</c:v>
                </c:pt>
                <c:pt idx="1070">
                  <c:v>45915</c:v>
                </c:pt>
                <c:pt idx="1071">
                  <c:v>45916</c:v>
                </c:pt>
                <c:pt idx="1072">
                  <c:v>45917</c:v>
                </c:pt>
                <c:pt idx="1073">
                  <c:v>45918</c:v>
                </c:pt>
                <c:pt idx="1074">
                  <c:v>45919</c:v>
                </c:pt>
                <c:pt idx="1075">
                  <c:v>45922</c:v>
                </c:pt>
                <c:pt idx="1076">
                  <c:v>45923</c:v>
                </c:pt>
                <c:pt idx="1077">
                  <c:v>45924</c:v>
                </c:pt>
                <c:pt idx="1078">
                  <c:v>45925</c:v>
                </c:pt>
                <c:pt idx="1079">
                  <c:v>45926</c:v>
                </c:pt>
                <c:pt idx="1080">
                  <c:v>45929</c:v>
                </c:pt>
                <c:pt idx="1081">
                  <c:v>45930</c:v>
                </c:pt>
                <c:pt idx="1082">
                  <c:v>45931</c:v>
                </c:pt>
                <c:pt idx="1083">
                  <c:v>45932</c:v>
                </c:pt>
                <c:pt idx="1084">
                  <c:v>45933</c:v>
                </c:pt>
                <c:pt idx="1085">
                  <c:v>45936</c:v>
                </c:pt>
                <c:pt idx="1086">
                  <c:v>45937</c:v>
                </c:pt>
                <c:pt idx="1087">
                  <c:v>45938</c:v>
                </c:pt>
                <c:pt idx="1088">
                  <c:v>45939</c:v>
                </c:pt>
                <c:pt idx="1089">
                  <c:v>45940</c:v>
                </c:pt>
                <c:pt idx="1090">
                  <c:v>45943</c:v>
                </c:pt>
                <c:pt idx="1091">
                  <c:v>45944</c:v>
                </c:pt>
                <c:pt idx="1092">
                  <c:v>45945</c:v>
                </c:pt>
                <c:pt idx="1093">
                  <c:v>45946</c:v>
                </c:pt>
                <c:pt idx="1094">
                  <c:v>45947</c:v>
                </c:pt>
                <c:pt idx="1095">
                  <c:v>45950</c:v>
                </c:pt>
                <c:pt idx="1096">
                  <c:v>45951</c:v>
                </c:pt>
                <c:pt idx="1097">
                  <c:v>45952</c:v>
                </c:pt>
                <c:pt idx="1098">
                  <c:v>45953</c:v>
                </c:pt>
                <c:pt idx="1099">
                  <c:v>45954</c:v>
                </c:pt>
                <c:pt idx="1100">
                  <c:v>45957</c:v>
                </c:pt>
                <c:pt idx="1101">
                  <c:v>45958</c:v>
                </c:pt>
                <c:pt idx="1102">
                  <c:v>45959</c:v>
                </c:pt>
                <c:pt idx="1103">
                  <c:v>45960</c:v>
                </c:pt>
                <c:pt idx="1104">
                  <c:v>45961</c:v>
                </c:pt>
                <c:pt idx="1105">
                  <c:v>45964</c:v>
                </c:pt>
                <c:pt idx="1106">
                  <c:v>45965</c:v>
                </c:pt>
                <c:pt idx="1107">
                  <c:v>45966</c:v>
                </c:pt>
                <c:pt idx="1108">
                  <c:v>45967</c:v>
                </c:pt>
                <c:pt idx="1109">
                  <c:v>45968</c:v>
                </c:pt>
                <c:pt idx="1110">
                  <c:v>45971</c:v>
                </c:pt>
                <c:pt idx="1111">
                  <c:v>45972</c:v>
                </c:pt>
                <c:pt idx="1112">
                  <c:v>45973</c:v>
                </c:pt>
                <c:pt idx="1113">
                  <c:v>45974</c:v>
                </c:pt>
                <c:pt idx="1114">
                  <c:v>45975</c:v>
                </c:pt>
                <c:pt idx="1115">
                  <c:v>45978</c:v>
                </c:pt>
                <c:pt idx="1116">
                  <c:v>45979</c:v>
                </c:pt>
                <c:pt idx="1117">
                  <c:v>45980</c:v>
                </c:pt>
                <c:pt idx="1118">
                  <c:v>45981</c:v>
                </c:pt>
                <c:pt idx="1119">
                  <c:v>45982</c:v>
                </c:pt>
                <c:pt idx="1120">
                  <c:v>45985</c:v>
                </c:pt>
                <c:pt idx="1121">
                  <c:v>45986</c:v>
                </c:pt>
                <c:pt idx="1122">
                  <c:v>45987</c:v>
                </c:pt>
                <c:pt idx="1123">
                  <c:v>45988</c:v>
                </c:pt>
                <c:pt idx="1124">
                  <c:v>45989</c:v>
                </c:pt>
                <c:pt idx="1125">
                  <c:v>45992</c:v>
                </c:pt>
                <c:pt idx="1126">
                  <c:v>45993</c:v>
                </c:pt>
                <c:pt idx="1127">
                  <c:v>45994</c:v>
                </c:pt>
                <c:pt idx="1128">
                  <c:v>45995</c:v>
                </c:pt>
                <c:pt idx="1129">
                  <c:v>45996</c:v>
                </c:pt>
                <c:pt idx="1130">
                  <c:v>45999</c:v>
                </c:pt>
                <c:pt idx="1131">
                  <c:v>46000</c:v>
                </c:pt>
                <c:pt idx="1132">
                  <c:v>46001</c:v>
                </c:pt>
                <c:pt idx="1133">
                  <c:v>46002</c:v>
                </c:pt>
                <c:pt idx="1134">
                  <c:v>46003</c:v>
                </c:pt>
                <c:pt idx="1135">
                  <c:v>46006</c:v>
                </c:pt>
                <c:pt idx="1136">
                  <c:v>46007</c:v>
                </c:pt>
                <c:pt idx="1137">
                  <c:v>46008</c:v>
                </c:pt>
                <c:pt idx="1138">
                  <c:v>46009</c:v>
                </c:pt>
                <c:pt idx="1139">
                  <c:v>46010</c:v>
                </c:pt>
                <c:pt idx="1140">
                  <c:v>46013</c:v>
                </c:pt>
                <c:pt idx="1141">
                  <c:v>46014</c:v>
                </c:pt>
                <c:pt idx="1142">
                  <c:v>46015</c:v>
                </c:pt>
                <c:pt idx="1143">
                  <c:v>46016</c:v>
                </c:pt>
                <c:pt idx="1144">
                  <c:v>46017</c:v>
                </c:pt>
                <c:pt idx="1145">
                  <c:v>46020</c:v>
                </c:pt>
                <c:pt idx="1146">
                  <c:v>46021</c:v>
                </c:pt>
                <c:pt idx="1147">
                  <c:v>46022</c:v>
                </c:pt>
                <c:pt idx="1148">
                  <c:v>46027</c:v>
                </c:pt>
                <c:pt idx="1149">
                  <c:v>46028</c:v>
                </c:pt>
                <c:pt idx="1150">
                  <c:v>46029</c:v>
                </c:pt>
                <c:pt idx="1151">
                  <c:v>46030</c:v>
                </c:pt>
                <c:pt idx="1152">
                  <c:v>46031</c:v>
                </c:pt>
                <c:pt idx="1153">
                  <c:v>46034</c:v>
                </c:pt>
                <c:pt idx="1154">
                  <c:v>46035</c:v>
                </c:pt>
                <c:pt idx="1155">
                  <c:v>46036</c:v>
                </c:pt>
                <c:pt idx="1156">
                  <c:v>46037</c:v>
                </c:pt>
                <c:pt idx="1157">
                  <c:v>46038</c:v>
                </c:pt>
                <c:pt idx="1158">
                  <c:v>46041</c:v>
                </c:pt>
                <c:pt idx="1159">
                  <c:v>46042</c:v>
                </c:pt>
                <c:pt idx="1160">
                  <c:v>46043</c:v>
                </c:pt>
                <c:pt idx="1161">
                  <c:v>46044</c:v>
                </c:pt>
                <c:pt idx="1162">
                  <c:v>46045</c:v>
                </c:pt>
                <c:pt idx="1163">
                  <c:v>46048</c:v>
                </c:pt>
                <c:pt idx="1164">
                  <c:v>46049</c:v>
                </c:pt>
                <c:pt idx="1165">
                  <c:v>46050</c:v>
                </c:pt>
                <c:pt idx="1166">
                  <c:v>46051</c:v>
                </c:pt>
                <c:pt idx="1167">
                  <c:v>46052</c:v>
                </c:pt>
                <c:pt idx="1168">
                  <c:v>46055</c:v>
                </c:pt>
                <c:pt idx="1169">
                  <c:v>46056</c:v>
                </c:pt>
                <c:pt idx="1170">
                  <c:v>46057</c:v>
                </c:pt>
                <c:pt idx="1171">
                  <c:v>46058</c:v>
                </c:pt>
                <c:pt idx="1172">
                  <c:v>46059</c:v>
                </c:pt>
                <c:pt idx="1173">
                  <c:v>46062</c:v>
                </c:pt>
                <c:pt idx="1174">
                  <c:v>46063</c:v>
                </c:pt>
                <c:pt idx="1175">
                  <c:v>46064</c:v>
                </c:pt>
                <c:pt idx="1176">
                  <c:v>46065</c:v>
                </c:pt>
                <c:pt idx="1177">
                  <c:v>46066</c:v>
                </c:pt>
                <c:pt idx="1178">
                  <c:v>46076</c:v>
                </c:pt>
                <c:pt idx="1179">
                  <c:v>46077</c:v>
                </c:pt>
                <c:pt idx="1180">
                  <c:v>46078</c:v>
                </c:pt>
                <c:pt idx="1181">
                  <c:v>46079</c:v>
                </c:pt>
                <c:pt idx="1182">
                  <c:v>46080</c:v>
                </c:pt>
                <c:pt idx="1183">
                  <c:v>46083</c:v>
                </c:pt>
                <c:pt idx="1184">
                  <c:v>46084</c:v>
                </c:pt>
                <c:pt idx="1185">
                  <c:v>46085</c:v>
                </c:pt>
                <c:pt idx="1186">
                  <c:v>46086</c:v>
                </c:pt>
                <c:pt idx="1187">
                  <c:v>46087</c:v>
                </c:pt>
                <c:pt idx="1188">
                  <c:v>46090</c:v>
                </c:pt>
                <c:pt idx="1189">
                  <c:v>46091</c:v>
                </c:pt>
                <c:pt idx="1190">
                  <c:v>46092</c:v>
                </c:pt>
                <c:pt idx="1191">
                  <c:v>46093</c:v>
                </c:pt>
                <c:pt idx="1192">
                  <c:v>46094</c:v>
                </c:pt>
                <c:pt idx="1193">
                  <c:v>46097</c:v>
                </c:pt>
                <c:pt idx="1194">
                  <c:v>46098</c:v>
                </c:pt>
                <c:pt idx="1195">
                  <c:v>46099</c:v>
                </c:pt>
                <c:pt idx="1196">
                  <c:v>46100</c:v>
                </c:pt>
                <c:pt idx="1197">
                  <c:v>46101</c:v>
                </c:pt>
                <c:pt idx="1198">
                  <c:v>46104</c:v>
                </c:pt>
                <c:pt idx="1199">
                  <c:v>46105</c:v>
                </c:pt>
                <c:pt idx="1200">
                  <c:v>46106</c:v>
                </c:pt>
                <c:pt idx="1201">
                  <c:v>46107</c:v>
                </c:pt>
                <c:pt idx="1202">
                  <c:v>46108</c:v>
                </c:pt>
                <c:pt idx="1203">
                  <c:v>46111</c:v>
                </c:pt>
                <c:pt idx="1204">
                  <c:v>46112</c:v>
                </c:pt>
                <c:pt idx="1205">
                  <c:v>46113</c:v>
                </c:pt>
                <c:pt idx="1206">
                  <c:v>46114</c:v>
                </c:pt>
                <c:pt idx="1207">
                  <c:v>46115</c:v>
                </c:pt>
                <c:pt idx="1208">
                  <c:v>46118</c:v>
                </c:pt>
                <c:pt idx="1209">
                  <c:v>46119</c:v>
                </c:pt>
                <c:pt idx="1210">
                  <c:v>46120</c:v>
                </c:pt>
                <c:pt idx="1211">
                  <c:v>46121</c:v>
                </c:pt>
                <c:pt idx="1212">
                  <c:v>46122</c:v>
                </c:pt>
                <c:pt idx="1213">
                  <c:v>46125</c:v>
                </c:pt>
                <c:pt idx="1214">
                  <c:v>46126</c:v>
                </c:pt>
                <c:pt idx="1215">
                  <c:v>46127</c:v>
                </c:pt>
                <c:pt idx="1216">
                  <c:v>46128</c:v>
                </c:pt>
                <c:pt idx="1217">
                  <c:v>46129</c:v>
                </c:pt>
                <c:pt idx="1218">
                  <c:v>46132</c:v>
                </c:pt>
                <c:pt idx="1219">
                  <c:v>46133</c:v>
                </c:pt>
                <c:pt idx="1220">
                  <c:v>46134</c:v>
                </c:pt>
                <c:pt idx="1221">
                  <c:v>46135</c:v>
                </c:pt>
                <c:pt idx="1222">
                  <c:v>46136</c:v>
                </c:pt>
                <c:pt idx="1223">
                  <c:v>46140</c:v>
                </c:pt>
                <c:pt idx="1224">
                  <c:v>46141</c:v>
                </c:pt>
                <c:pt idx="1225">
                  <c:v>46146</c:v>
                </c:pt>
                <c:pt idx="1226">
                  <c:v>46147</c:v>
                </c:pt>
                <c:pt idx="1227">
                  <c:v>46148</c:v>
                </c:pt>
                <c:pt idx="1228">
                  <c:v>46149</c:v>
                </c:pt>
                <c:pt idx="1229">
                  <c:v>46150</c:v>
                </c:pt>
                <c:pt idx="1230">
                  <c:v>46153</c:v>
                </c:pt>
                <c:pt idx="1231">
                  <c:v>46154</c:v>
                </c:pt>
                <c:pt idx="1232">
                  <c:v>46155</c:v>
                </c:pt>
                <c:pt idx="1233">
                  <c:v>46156</c:v>
                </c:pt>
                <c:pt idx="1234">
                  <c:v>46157</c:v>
                </c:pt>
                <c:pt idx="1235">
                  <c:v>46160</c:v>
                </c:pt>
                <c:pt idx="1236">
                  <c:v>46161</c:v>
                </c:pt>
                <c:pt idx="1237">
                  <c:v>46162</c:v>
                </c:pt>
                <c:pt idx="1238">
                  <c:v>46163</c:v>
                </c:pt>
                <c:pt idx="1239">
                  <c:v>46164</c:v>
                </c:pt>
                <c:pt idx="1240">
                  <c:v>46167</c:v>
                </c:pt>
                <c:pt idx="1241">
                  <c:v>46168</c:v>
                </c:pt>
                <c:pt idx="1242">
                  <c:v>46169</c:v>
                </c:pt>
                <c:pt idx="1243">
                  <c:v>46170</c:v>
                </c:pt>
                <c:pt idx="1244">
                  <c:v>46171</c:v>
                </c:pt>
                <c:pt idx="1245">
                  <c:v>46174</c:v>
                </c:pt>
                <c:pt idx="1246">
                  <c:v>46175</c:v>
                </c:pt>
              </c:numCache>
            </c:numRef>
          </c:cat>
          <c:val>
            <c:numRef>
              <c:f>'PB ratio'!$F$106:$F$1353</c:f>
              <c:numCache>
                <c:formatCode>0.00</c:formatCode>
                <c:ptCount val="1248"/>
                <c:pt idx="0">
                  <c:v>1.0942672454712685</c:v>
                </c:pt>
                <c:pt idx="1">
                  <c:v>1.0942672454712685</c:v>
                </c:pt>
                <c:pt idx="2">
                  <c:v>1.0942672454712685</c:v>
                </c:pt>
                <c:pt idx="3">
                  <c:v>1.0942672454712685</c:v>
                </c:pt>
                <c:pt idx="4">
                  <c:v>1.0942672454712685</c:v>
                </c:pt>
                <c:pt idx="5">
                  <c:v>1.0942672454712685</c:v>
                </c:pt>
                <c:pt idx="6">
                  <c:v>1.0942672454712685</c:v>
                </c:pt>
                <c:pt idx="7">
                  <c:v>1.0942672454712685</c:v>
                </c:pt>
                <c:pt idx="8">
                  <c:v>1.0942672454712685</c:v>
                </c:pt>
                <c:pt idx="9">
                  <c:v>1.0942672454712685</c:v>
                </c:pt>
                <c:pt idx="10">
                  <c:v>1.0942672454712685</c:v>
                </c:pt>
                <c:pt idx="11">
                  <c:v>1.0942672454712685</c:v>
                </c:pt>
                <c:pt idx="12">
                  <c:v>1.0942672454712685</c:v>
                </c:pt>
                <c:pt idx="13">
                  <c:v>1.0942672454712685</c:v>
                </c:pt>
                <c:pt idx="14">
                  <c:v>1.0942672454712685</c:v>
                </c:pt>
                <c:pt idx="15">
                  <c:v>1.0942672454712685</c:v>
                </c:pt>
                <c:pt idx="16">
                  <c:v>1.0942672454712685</c:v>
                </c:pt>
                <c:pt idx="17">
                  <c:v>1.0942672454712685</c:v>
                </c:pt>
                <c:pt idx="18">
                  <c:v>1.0942672454712685</c:v>
                </c:pt>
                <c:pt idx="19">
                  <c:v>1.0942672454712685</c:v>
                </c:pt>
                <c:pt idx="20">
                  <c:v>1.0942672454712685</c:v>
                </c:pt>
                <c:pt idx="21">
                  <c:v>1.0942672454712685</c:v>
                </c:pt>
                <c:pt idx="22">
                  <c:v>1.0942672454712685</c:v>
                </c:pt>
                <c:pt idx="23">
                  <c:v>1.0942672454712685</c:v>
                </c:pt>
                <c:pt idx="24">
                  <c:v>1.0942672454712685</c:v>
                </c:pt>
                <c:pt idx="25">
                  <c:v>1.0942672454712685</c:v>
                </c:pt>
                <c:pt idx="26">
                  <c:v>1.0942672454712685</c:v>
                </c:pt>
                <c:pt idx="27">
                  <c:v>1.0942672454712685</c:v>
                </c:pt>
                <c:pt idx="28">
                  <c:v>1.0942672454712685</c:v>
                </c:pt>
                <c:pt idx="29">
                  <c:v>1.0942672454712685</c:v>
                </c:pt>
                <c:pt idx="30">
                  <c:v>1.0942672454712685</c:v>
                </c:pt>
                <c:pt idx="31">
                  <c:v>1.0942672454712685</c:v>
                </c:pt>
                <c:pt idx="32">
                  <c:v>1.0942672454712685</c:v>
                </c:pt>
                <c:pt idx="33">
                  <c:v>1.0942672454712685</c:v>
                </c:pt>
                <c:pt idx="34">
                  <c:v>1.0942672454712685</c:v>
                </c:pt>
                <c:pt idx="35">
                  <c:v>1.0942672454712685</c:v>
                </c:pt>
                <c:pt idx="36">
                  <c:v>1.0942672454712685</c:v>
                </c:pt>
                <c:pt idx="37">
                  <c:v>1.0942672454712685</c:v>
                </c:pt>
                <c:pt idx="38">
                  <c:v>1.0942672454712685</c:v>
                </c:pt>
                <c:pt idx="39">
                  <c:v>1.0942672454712685</c:v>
                </c:pt>
                <c:pt idx="40">
                  <c:v>1.0942672454712685</c:v>
                </c:pt>
                <c:pt idx="41">
                  <c:v>1.0942672454712685</c:v>
                </c:pt>
                <c:pt idx="42">
                  <c:v>1.0942672454712685</c:v>
                </c:pt>
                <c:pt idx="43">
                  <c:v>1.0942672454712685</c:v>
                </c:pt>
                <c:pt idx="44">
                  <c:v>1.0942672454712685</c:v>
                </c:pt>
                <c:pt idx="45">
                  <c:v>1.0942672454712685</c:v>
                </c:pt>
                <c:pt idx="46">
                  <c:v>1.0942672454712685</c:v>
                </c:pt>
                <c:pt idx="47">
                  <c:v>1.0942672454712685</c:v>
                </c:pt>
                <c:pt idx="48">
                  <c:v>1.0942672454712685</c:v>
                </c:pt>
                <c:pt idx="49">
                  <c:v>1.0942672454712685</c:v>
                </c:pt>
                <c:pt idx="50">
                  <c:v>1.0942672454712685</c:v>
                </c:pt>
                <c:pt idx="51">
                  <c:v>1.0942672454712685</c:v>
                </c:pt>
                <c:pt idx="52">
                  <c:v>1.0942672454712685</c:v>
                </c:pt>
                <c:pt idx="53">
                  <c:v>1.0942672454712685</c:v>
                </c:pt>
                <c:pt idx="54">
                  <c:v>1.0942672454712685</c:v>
                </c:pt>
                <c:pt idx="55">
                  <c:v>1.0942672454712685</c:v>
                </c:pt>
                <c:pt idx="56">
                  <c:v>1.0942672454712685</c:v>
                </c:pt>
                <c:pt idx="57">
                  <c:v>1.0942672454712685</c:v>
                </c:pt>
                <c:pt idx="58">
                  <c:v>1.0942672454712685</c:v>
                </c:pt>
                <c:pt idx="59">
                  <c:v>1.0942672454712685</c:v>
                </c:pt>
                <c:pt idx="60">
                  <c:v>1.0942672454712685</c:v>
                </c:pt>
                <c:pt idx="61">
                  <c:v>1.0942672454712685</c:v>
                </c:pt>
                <c:pt idx="62">
                  <c:v>1.0942672454712685</c:v>
                </c:pt>
                <c:pt idx="63">
                  <c:v>1.0942672454712685</c:v>
                </c:pt>
                <c:pt idx="64">
                  <c:v>1.0942672454712685</c:v>
                </c:pt>
                <c:pt idx="65">
                  <c:v>1.0942672454712685</c:v>
                </c:pt>
                <c:pt idx="66">
                  <c:v>1.0942672454712685</c:v>
                </c:pt>
                <c:pt idx="67">
                  <c:v>1.0942672454712685</c:v>
                </c:pt>
                <c:pt idx="68">
                  <c:v>1.0942672454712685</c:v>
                </c:pt>
                <c:pt idx="69">
                  <c:v>1.0942672454712685</c:v>
                </c:pt>
                <c:pt idx="70">
                  <c:v>1.0942672454712685</c:v>
                </c:pt>
                <c:pt idx="71">
                  <c:v>1.0942672454712685</c:v>
                </c:pt>
                <c:pt idx="72">
                  <c:v>1.0942672454712685</c:v>
                </c:pt>
                <c:pt idx="73">
                  <c:v>1.0942672454712685</c:v>
                </c:pt>
                <c:pt idx="74">
                  <c:v>1.0942672454712685</c:v>
                </c:pt>
                <c:pt idx="75">
                  <c:v>1.0942672454712685</c:v>
                </c:pt>
                <c:pt idx="76">
                  <c:v>1.0942672454712685</c:v>
                </c:pt>
                <c:pt idx="77">
                  <c:v>1.0942672454712685</c:v>
                </c:pt>
                <c:pt idx="78">
                  <c:v>1.0942672454712685</c:v>
                </c:pt>
                <c:pt idx="79">
                  <c:v>1.0942672454712685</c:v>
                </c:pt>
                <c:pt idx="80">
                  <c:v>1.0942672454712685</c:v>
                </c:pt>
                <c:pt idx="81">
                  <c:v>1.0942672454712685</c:v>
                </c:pt>
                <c:pt idx="82">
                  <c:v>1.0942672454712685</c:v>
                </c:pt>
                <c:pt idx="83">
                  <c:v>1.0942672454712685</c:v>
                </c:pt>
                <c:pt idx="84">
                  <c:v>1.0942672454712685</c:v>
                </c:pt>
                <c:pt idx="85">
                  <c:v>1.0942672454712685</c:v>
                </c:pt>
                <c:pt idx="86">
                  <c:v>1.0942672454712685</c:v>
                </c:pt>
                <c:pt idx="87">
                  <c:v>1.0942672454712685</c:v>
                </c:pt>
                <c:pt idx="88">
                  <c:v>1.0942672454712685</c:v>
                </c:pt>
                <c:pt idx="89">
                  <c:v>1.0942672454712685</c:v>
                </c:pt>
                <c:pt idx="90">
                  <c:v>1.0942672454712685</c:v>
                </c:pt>
                <c:pt idx="91">
                  <c:v>1.0942672454712685</c:v>
                </c:pt>
                <c:pt idx="92">
                  <c:v>1.0942672454712685</c:v>
                </c:pt>
                <c:pt idx="93">
                  <c:v>1.0942672454712685</c:v>
                </c:pt>
                <c:pt idx="94">
                  <c:v>1.0942672454712685</c:v>
                </c:pt>
                <c:pt idx="95">
                  <c:v>1.0942672454712685</c:v>
                </c:pt>
                <c:pt idx="96">
                  <c:v>1.0942672454712685</c:v>
                </c:pt>
                <c:pt idx="97">
                  <c:v>1.0942672454712685</c:v>
                </c:pt>
                <c:pt idx="98">
                  <c:v>1.0942672454712685</c:v>
                </c:pt>
                <c:pt idx="99">
                  <c:v>1.0942672454712685</c:v>
                </c:pt>
                <c:pt idx="100">
                  <c:v>1.0942672454712685</c:v>
                </c:pt>
                <c:pt idx="101">
                  <c:v>1.0942672454712685</c:v>
                </c:pt>
                <c:pt idx="102">
                  <c:v>1.0942672454712685</c:v>
                </c:pt>
                <c:pt idx="103">
                  <c:v>1.0942672454712685</c:v>
                </c:pt>
                <c:pt idx="104">
                  <c:v>1.0942672454712685</c:v>
                </c:pt>
                <c:pt idx="105">
                  <c:v>1.0942672454712685</c:v>
                </c:pt>
                <c:pt idx="106">
                  <c:v>1.0942672454712685</c:v>
                </c:pt>
                <c:pt idx="107">
                  <c:v>1.0942672454712685</c:v>
                </c:pt>
                <c:pt idx="108">
                  <c:v>1.0942672454712685</c:v>
                </c:pt>
                <c:pt idx="109">
                  <c:v>1.0942672454712685</c:v>
                </c:pt>
                <c:pt idx="110">
                  <c:v>1.0942672454712685</c:v>
                </c:pt>
                <c:pt idx="111">
                  <c:v>1.0942672454712685</c:v>
                </c:pt>
                <c:pt idx="112">
                  <c:v>1.0942672454712685</c:v>
                </c:pt>
                <c:pt idx="113">
                  <c:v>1.0942672454712685</c:v>
                </c:pt>
                <c:pt idx="114">
                  <c:v>1.0942672454712685</c:v>
                </c:pt>
                <c:pt idx="115">
                  <c:v>1.0942672454712685</c:v>
                </c:pt>
                <c:pt idx="116">
                  <c:v>1.0942672454712685</c:v>
                </c:pt>
                <c:pt idx="117">
                  <c:v>1.0942672454712685</c:v>
                </c:pt>
                <c:pt idx="118">
                  <c:v>1.0942672454712685</c:v>
                </c:pt>
                <c:pt idx="119">
                  <c:v>1.0942672454712685</c:v>
                </c:pt>
                <c:pt idx="120">
                  <c:v>1.0942672454712685</c:v>
                </c:pt>
                <c:pt idx="121">
                  <c:v>1.0942672454712685</c:v>
                </c:pt>
                <c:pt idx="122">
                  <c:v>1.0942672454712685</c:v>
                </c:pt>
                <c:pt idx="123">
                  <c:v>1.0942672454712685</c:v>
                </c:pt>
                <c:pt idx="124">
                  <c:v>1.0942672454712685</c:v>
                </c:pt>
                <c:pt idx="125">
                  <c:v>1.0942672454712685</c:v>
                </c:pt>
                <c:pt idx="126">
                  <c:v>1.0942672454712685</c:v>
                </c:pt>
                <c:pt idx="127">
                  <c:v>1.0942672454712685</c:v>
                </c:pt>
                <c:pt idx="128">
                  <c:v>1.0942672454712685</c:v>
                </c:pt>
                <c:pt idx="129">
                  <c:v>1.0942672454712685</c:v>
                </c:pt>
                <c:pt idx="130">
                  <c:v>1.0942672454712685</c:v>
                </c:pt>
                <c:pt idx="131">
                  <c:v>1.0942672454712685</c:v>
                </c:pt>
                <c:pt idx="132">
                  <c:v>1.0942672454712685</c:v>
                </c:pt>
                <c:pt idx="133">
                  <c:v>1.0942672454712685</c:v>
                </c:pt>
                <c:pt idx="134">
                  <c:v>1.0942672454712685</c:v>
                </c:pt>
                <c:pt idx="135">
                  <c:v>1.0942672454712685</c:v>
                </c:pt>
                <c:pt idx="136">
                  <c:v>1.0942672454712685</c:v>
                </c:pt>
                <c:pt idx="137">
                  <c:v>1.0942672454712685</c:v>
                </c:pt>
                <c:pt idx="138">
                  <c:v>1.0942672454712685</c:v>
                </c:pt>
                <c:pt idx="139">
                  <c:v>1.0942672454712685</c:v>
                </c:pt>
                <c:pt idx="140">
                  <c:v>1.0942672454712685</c:v>
                </c:pt>
                <c:pt idx="141">
                  <c:v>1.0942672454712685</c:v>
                </c:pt>
                <c:pt idx="142">
                  <c:v>1.0942672454712685</c:v>
                </c:pt>
                <c:pt idx="143">
                  <c:v>1.0942672454712685</c:v>
                </c:pt>
                <c:pt idx="144">
                  <c:v>1.0942672454712685</c:v>
                </c:pt>
                <c:pt idx="145">
                  <c:v>1.0942672454712685</c:v>
                </c:pt>
                <c:pt idx="146">
                  <c:v>1.0942672454712685</c:v>
                </c:pt>
                <c:pt idx="147">
                  <c:v>1.0942672454712685</c:v>
                </c:pt>
                <c:pt idx="148">
                  <c:v>1.0942672454712685</c:v>
                </c:pt>
                <c:pt idx="149">
                  <c:v>1.0942672454712685</c:v>
                </c:pt>
                <c:pt idx="150">
                  <c:v>1.0942672454712685</c:v>
                </c:pt>
                <c:pt idx="151">
                  <c:v>1.0942672454712685</c:v>
                </c:pt>
                <c:pt idx="152">
                  <c:v>1.0942672454712685</c:v>
                </c:pt>
                <c:pt idx="153">
                  <c:v>1.0942672454712685</c:v>
                </c:pt>
                <c:pt idx="154">
                  <c:v>1.0942672454712685</c:v>
                </c:pt>
                <c:pt idx="155">
                  <c:v>1.0942672454712685</c:v>
                </c:pt>
                <c:pt idx="156">
                  <c:v>1.0942672454712685</c:v>
                </c:pt>
                <c:pt idx="157">
                  <c:v>1.0942672454712685</c:v>
                </c:pt>
                <c:pt idx="158">
                  <c:v>1.0942672454712685</c:v>
                </c:pt>
                <c:pt idx="159">
                  <c:v>1.0942672454712685</c:v>
                </c:pt>
                <c:pt idx="160">
                  <c:v>1.0942672454712685</c:v>
                </c:pt>
                <c:pt idx="161">
                  <c:v>1.0942672454712685</c:v>
                </c:pt>
                <c:pt idx="162">
                  <c:v>1.0942672454712685</c:v>
                </c:pt>
                <c:pt idx="163">
                  <c:v>1.0942672454712685</c:v>
                </c:pt>
                <c:pt idx="164">
                  <c:v>1.0942672454712685</c:v>
                </c:pt>
                <c:pt idx="165">
                  <c:v>1.0942672454712685</c:v>
                </c:pt>
                <c:pt idx="166">
                  <c:v>1.0942672454712685</c:v>
                </c:pt>
                <c:pt idx="167">
                  <c:v>1.0942672454712685</c:v>
                </c:pt>
                <c:pt idx="168">
                  <c:v>1.0942672454712685</c:v>
                </c:pt>
                <c:pt idx="169">
                  <c:v>1.0942672454712685</c:v>
                </c:pt>
                <c:pt idx="170">
                  <c:v>1.0942672454712685</c:v>
                </c:pt>
                <c:pt idx="171">
                  <c:v>1.0942672454712685</c:v>
                </c:pt>
                <c:pt idx="172">
                  <c:v>1.0942672454712685</c:v>
                </c:pt>
                <c:pt idx="173">
                  <c:v>1.0942672454712685</c:v>
                </c:pt>
                <c:pt idx="174">
                  <c:v>1.0942672454712685</c:v>
                </c:pt>
                <c:pt idx="175">
                  <c:v>1.0942672454712685</c:v>
                </c:pt>
                <c:pt idx="176">
                  <c:v>1.0942672454712685</c:v>
                </c:pt>
                <c:pt idx="177">
                  <c:v>1.0942672454712685</c:v>
                </c:pt>
                <c:pt idx="178">
                  <c:v>1.0942672454712685</c:v>
                </c:pt>
                <c:pt idx="179">
                  <c:v>1.0942672454712685</c:v>
                </c:pt>
                <c:pt idx="180">
                  <c:v>1.0942672454712685</c:v>
                </c:pt>
                <c:pt idx="181">
                  <c:v>1.0942672454712685</c:v>
                </c:pt>
                <c:pt idx="182">
                  <c:v>1.0942672454712685</c:v>
                </c:pt>
                <c:pt idx="183">
                  <c:v>1.0942672454712685</c:v>
                </c:pt>
                <c:pt idx="184">
                  <c:v>1.0942672454712685</c:v>
                </c:pt>
                <c:pt idx="185">
                  <c:v>1.0942672454712685</c:v>
                </c:pt>
                <c:pt idx="186">
                  <c:v>1.0942672454712685</c:v>
                </c:pt>
                <c:pt idx="187">
                  <c:v>1.0942672454712685</c:v>
                </c:pt>
                <c:pt idx="188">
                  <c:v>1.0942672454712685</c:v>
                </c:pt>
                <c:pt idx="189">
                  <c:v>1.0942672454712685</c:v>
                </c:pt>
                <c:pt idx="190">
                  <c:v>1.0942672454712685</c:v>
                </c:pt>
                <c:pt idx="191">
                  <c:v>1.0942672454712685</c:v>
                </c:pt>
                <c:pt idx="192">
                  <c:v>1.0942672454712685</c:v>
                </c:pt>
                <c:pt idx="193">
                  <c:v>1.0942672454712685</c:v>
                </c:pt>
                <c:pt idx="194">
                  <c:v>1.0942672454712685</c:v>
                </c:pt>
                <c:pt idx="195">
                  <c:v>1.0942672454712685</c:v>
                </c:pt>
                <c:pt idx="196">
                  <c:v>1.0942672454712685</c:v>
                </c:pt>
                <c:pt idx="197">
                  <c:v>1.0942672454712685</c:v>
                </c:pt>
                <c:pt idx="198">
                  <c:v>1.0942672454712685</c:v>
                </c:pt>
                <c:pt idx="199">
                  <c:v>1.0942672454712685</c:v>
                </c:pt>
                <c:pt idx="200">
                  <c:v>1.0942672454712685</c:v>
                </c:pt>
                <c:pt idx="201">
                  <c:v>1.0942672454712685</c:v>
                </c:pt>
                <c:pt idx="202">
                  <c:v>1.0942672454712685</c:v>
                </c:pt>
                <c:pt idx="203">
                  <c:v>1.0942672454712685</c:v>
                </c:pt>
                <c:pt idx="204">
                  <c:v>1.0942672454712685</c:v>
                </c:pt>
                <c:pt idx="205">
                  <c:v>1.0942672454712685</c:v>
                </c:pt>
                <c:pt idx="206">
                  <c:v>1.0942672454712685</c:v>
                </c:pt>
                <c:pt idx="207">
                  <c:v>1.0942672454712685</c:v>
                </c:pt>
                <c:pt idx="208">
                  <c:v>1.0942672454712685</c:v>
                </c:pt>
                <c:pt idx="209">
                  <c:v>1.0942672454712685</c:v>
                </c:pt>
                <c:pt idx="210">
                  <c:v>1.0942672454712685</c:v>
                </c:pt>
                <c:pt idx="211">
                  <c:v>1.0942672454712685</c:v>
                </c:pt>
                <c:pt idx="212">
                  <c:v>1.0942672454712685</c:v>
                </c:pt>
                <c:pt idx="213">
                  <c:v>1.0942672454712685</c:v>
                </c:pt>
                <c:pt idx="214">
                  <c:v>1.0942672454712685</c:v>
                </c:pt>
                <c:pt idx="215">
                  <c:v>1.0942672454712685</c:v>
                </c:pt>
                <c:pt idx="216">
                  <c:v>1.0942672454712685</c:v>
                </c:pt>
                <c:pt idx="217">
                  <c:v>1.0942672454712685</c:v>
                </c:pt>
                <c:pt idx="218">
                  <c:v>1.0942672454712685</c:v>
                </c:pt>
                <c:pt idx="219">
                  <c:v>1.0942672454712685</c:v>
                </c:pt>
                <c:pt idx="220">
                  <c:v>1.0942672454712685</c:v>
                </c:pt>
                <c:pt idx="221">
                  <c:v>1.0942672454712685</c:v>
                </c:pt>
                <c:pt idx="222">
                  <c:v>1.0942672454712685</c:v>
                </c:pt>
                <c:pt idx="223">
                  <c:v>1.0942672454712685</c:v>
                </c:pt>
                <c:pt idx="224">
                  <c:v>1.0942672454712685</c:v>
                </c:pt>
                <c:pt idx="225">
                  <c:v>1.0942672454712685</c:v>
                </c:pt>
                <c:pt idx="226">
                  <c:v>1.0942672454712685</c:v>
                </c:pt>
                <c:pt idx="227">
                  <c:v>1.0942672454712685</c:v>
                </c:pt>
                <c:pt idx="228">
                  <c:v>1.0942672454712685</c:v>
                </c:pt>
                <c:pt idx="229">
                  <c:v>1.0942672454712685</c:v>
                </c:pt>
                <c:pt idx="230">
                  <c:v>1.0942672454712685</c:v>
                </c:pt>
                <c:pt idx="231">
                  <c:v>1.0942672454712685</c:v>
                </c:pt>
                <c:pt idx="232">
                  <c:v>1.0942672454712685</c:v>
                </c:pt>
                <c:pt idx="233">
                  <c:v>1.0942672454712685</c:v>
                </c:pt>
                <c:pt idx="234">
                  <c:v>1.0942672454712685</c:v>
                </c:pt>
                <c:pt idx="235">
                  <c:v>1.0942672454712685</c:v>
                </c:pt>
                <c:pt idx="236">
                  <c:v>1.0942672454712685</c:v>
                </c:pt>
                <c:pt idx="237">
                  <c:v>1.0942672454712685</c:v>
                </c:pt>
                <c:pt idx="238">
                  <c:v>1.0942672454712685</c:v>
                </c:pt>
                <c:pt idx="239">
                  <c:v>1.0942672454712685</c:v>
                </c:pt>
                <c:pt idx="240">
                  <c:v>1.0942672454712685</c:v>
                </c:pt>
                <c:pt idx="241">
                  <c:v>1.0942672454712685</c:v>
                </c:pt>
                <c:pt idx="242">
                  <c:v>1.0942672454712685</c:v>
                </c:pt>
                <c:pt idx="243">
                  <c:v>1.0942672454712685</c:v>
                </c:pt>
                <c:pt idx="244">
                  <c:v>1.0942672454712685</c:v>
                </c:pt>
                <c:pt idx="245">
                  <c:v>1.0942672454712685</c:v>
                </c:pt>
                <c:pt idx="246">
                  <c:v>1.0942672454712685</c:v>
                </c:pt>
                <c:pt idx="247">
                  <c:v>1.0942672454712685</c:v>
                </c:pt>
                <c:pt idx="248">
                  <c:v>1.0942672454712685</c:v>
                </c:pt>
                <c:pt idx="249">
                  <c:v>1.0942672454712685</c:v>
                </c:pt>
                <c:pt idx="250">
                  <c:v>1.0942672454712685</c:v>
                </c:pt>
                <c:pt idx="251">
                  <c:v>1.0942672454712685</c:v>
                </c:pt>
                <c:pt idx="252">
                  <c:v>1.0942672454712685</c:v>
                </c:pt>
                <c:pt idx="253">
                  <c:v>1.0942672454712685</c:v>
                </c:pt>
                <c:pt idx="254">
                  <c:v>1.0942672454712685</c:v>
                </c:pt>
                <c:pt idx="255">
                  <c:v>1.0942672454712685</c:v>
                </c:pt>
                <c:pt idx="256">
                  <c:v>1.0942672454712685</c:v>
                </c:pt>
                <c:pt idx="257">
                  <c:v>1.0942672454712685</c:v>
                </c:pt>
                <c:pt idx="258">
                  <c:v>1.0942672454712685</c:v>
                </c:pt>
                <c:pt idx="259">
                  <c:v>1.0942672454712685</c:v>
                </c:pt>
                <c:pt idx="260">
                  <c:v>1.0942672454712685</c:v>
                </c:pt>
                <c:pt idx="261">
                  <c:v>1.0942672454712685</c:v>
                </c:pt>
                <c:pt idx="262">
                  <c:v>1.0942672454712685</c:v>
                </c:pt>
                <c:pt idx="263">
                  <c:v>1.0942672454712685</c:v>
                </c:pt>
                <c:pt idx="264">
                  <c:v>1.0942672454712685</c:v>
                </c:pt>
                <c:pt idx="265">
                  <c:v>1.0942672454712685</c:v>
                </c:pt>
                <c:pt idx="266">
                  <c:v>1.0942672454712685</c:v>
                </c:pt>
                <c:pt idx="267">
                  <c:v>1.0942672454712685</c:v>
                </c:pt>
                <c:pt idx="268">
                  <c:v>1.0942672454712685</c:v>
                </c:pt>
                <c:pt idx="269">
                  <c:v>1.0942672454712685</c:v>
                </c:pt>
                <c:pt idx="270">
                  <c:v>1.0942672454712685</c:v>
                </c:pt>
                <c:pt idx="271">
                  <c:v>1.0942672454712685</c:v>
                </c:pt>
                <c:pt idx="272">
                  <c:v>1.0942672454712685</c:v>
                </c:pt>
                <c:pt idx="273">
                  <c:v>1.0942672454712685</c:v>
                </c:pt>
                <c:pt idx="274">
                  <c:v>1.0942672454712685</c:v>
                </c:pt>
                <c:pt idx="275">
                  <c:v>1.0942672454712685</c:v>
                </c:pt>
                <c:pt idx="276">
                  <c:v>1.0942672454712685</c:v>
                </c:pt>
                <c:pt idx="277">
                  <c:v>1.0942672454712685</c:v>
                </c:pt>
                <c:pt idx="278">
                  <c:v>1.0942672454712685</c:v>
                </c:pt>
                <c:pt idx="279">
                  <c:v>1.0942672454712685</c:v>
                </c:pt>
                <c:pt idx="280">
                  <c:v>1.0942672454712685</c:v>
                </c:pt>
                <c:pt idx="281">
                  <c:v>1.0942672454712685</c:v>
                </c:pt>
                <c:pt idx="282">
                  <c:v>1.0942672454712685</c:v>
                </c:pt>
                <c:pt idx="283">
                  <c:v>1.0942672454712685</c:v>
                </c:pt>
                <c:pt idx="284">
                  <c:v>1.0942672454712685</c:v>
                </c:pt>
                <c:pt idx="285">
                  <c:v>1.0942672454712685</c:v>
                </c:pt>
                <c:pt idx="286">
                  <c:v>1.0942672454712685</c:v>
                </c:pt>
                <c:pt idx="287">
                  <c:v>1.0942672454712685</c:v>
                </c:pt>
                <c:pt idx="288">
                  <c:v>1.0942672454712685</c:v>
                </c:pt>
                <c:pt idx="289">
                  <c:v>1.0942672454712685</c:v>
                </c:pt>
                <c:pt idx="290">
                  <c:v>1.0942672454712685</c:v>
                </c:pt>
                <c:pt idx="291">
                  <c:v>1.0942672454712685</c:v>
                </c:pt>
                <c:pt idx="292">
                  <c:v>1.0942672454712685</c:v>
                </c:pt>
                <c:pt idx="293">
                  <c:v>1.0942672454712685</c:v>
                </c:pt>
                <c:pt idx="294">
                  <c:v>1.0942672454712685</c:v>
                </c:pt>
                <c:pt idx="295">
                  <c:v>1.0942672454712685</c:v>
                </c:pt>
                <c:pt idx="296">
                  <c:v>1.0942672454712685</c:v>
                </c:pt>
                <c:pt idx="297">
                  <c:v>1.0942672454712685</c:v>
                </c:pt>
                <c:pt idx="298">
                  <c:v>1.0942672454712685</c:v>
                </c:pt>
                <c:pt idx="299">
                  <c:v>1.0942672454712685</c:v>
                </c:pt>
                <c:pt idx="300">
                  <c:v>1.0942672454712685</c:v>
                </c:pt>
                <c:pt idx="301">
                  <c:v>1.0942672454712685</c:v>
                </c:pt>
                <c:pt idx="302">
                  <c:v>1.0942672454712685</c:v>
                </c:pt>
                <c:pt idx="303">
                  <c:v>1.0942672454712685</c:v>
                </c:pt>
                <c:pt idx="304">
                  <c:v>1.0942672454712685</c:v>
                </c:pt>
                <c:pt idx="305">
                  <c:v>1.0942672454712685</c:v>
                </c:pt>
                <c:pt idx="306">
                  <c:v>1.0942672454712685</c:v>
                </c:pt>
                <c:pt idx="307">
                  <c:v>1.0942672454712685</c:v>
                </c:pt>
                <c:pt idx="308">
                  <c:v>1.0942672454712685</c:v>
                </c:pt>
                <c:pt idx="309">
                  <c:v>1.0942672454712685</c:v>
                </c:pt>
                <c:pt idx="310">
                  <c:v>1.0942672454712685</c:v>
                </c:pt>
                <c:pt idx="311">
                  <c:v>1.0942672454712685</c:v>
                </c:pt>
                <c:pt idx="312">
                  <c:v>1.0942672454712685</c:v>
                </c:pt>
                <c:pt idx="313">
                  <c:v>1.0942672454712685</c:v>
                </c:pt>
                <c:pt idx="314">
                  <c:v>1.0942672454712685</c:v>
                </c:pt>
                <c:pt idx="315">
                  <c:v>1.0942672454712685</c:v>
                </c:pt>
                <c:pt idx="316">
                  <c:v>1.0942672454712685</c:v>
                </c:pt>
                <c:pt idx="317">
                  <c:v>1.0942672454712685</c:v>
                </c:pt>
                <c:pt idx="318">
                  <c:v>1.0942672454712685</c:v>
                </c:pt>
                <c:pt idx="319">
                  <c:v>1.0942672454712685</c:v>
                </c:pt>
                <c:pt idx="320">
                  <c:v>1.0942672454712685</c:v>
                </c:pt>
                <c:pt idx="321">
                  <c:v>1.0942672454712685</c:v>
                </c:pt>
                <c:pt idx="322">
                  <c:v>1.0942672454712685</c:v>
                </c:pt>
                <c:pt idx="323">
                  <c:v>1.0942672454712685</c:v>
                </c:pt>
                <c:pt idx="324">
                  <c:v>1.0942672454712685</c:v>
                </c:pt>
                <c:pt idx="325">
                  <c:v>1.0942672454712685</c:v>
                </c:pt>
                <c:pt idx="326">
                  <c:v>1.0942672454712685</c:v>
                </c:pt>
                <c:pt idx="327">
                  <c:v>1.0942672454712685</c:v>
                </c:pt>
                <c:pt idx="328">
                  <c:v>1.0942672454712685</c:v>
                </c:pt>
                <c:pt idx="329">
                  <c:v>1.0942672454712685</c:v>
                </c:pt>
                <c:pt idx="330">
                  <c:v>1.0942672454712685</c:v>
                </c:pt>
                <c:pt idx="331">
                  <c:v>1.0942672454712685</c:v>
                </c:pt>
                <c:pt idx="332">
                  <c:v>1.0942672454712685</c:v>
                </c:pt>
                <c:pt idx="333">
                  <c:v>1.0942672454712685</c:v>
                </c:pt>
                <c:pt idx="334">
                  <c:v>1.0942672454712685</c:v>
                </c:pt>
                <c:pt idx="335">
                  <c:v>1.0942672454712685</c:v>
                </c:pt>
                <c:pt idx="336">
                  <c:v>1.0942672454712685</c:v>
                </c:pt>
                <c:pt idx="337">
                  <c:v>1.0942672454712685</c:v>
                </c:pt>
                <c:pt idx="338">
                  <c:v>1.0942672454712685</c:v>
                </c:pt>
                <c:pt idx="339">
                  <c:v>1.0942672454712685</c:v>
                </c:pt>
                <c:pt idx="340">
                  <c:v>1.0942672454712685</c:v>
                </c:pt>
                <c:pt idx="341">
                  <c:v>1.0942672454712685</c:v>
                </c:pt>
                <c:pt idx="342">
                  <c:v>1.0942672454712685</c:v>
                </c:pt>
                <c:pt idx="343">
                  <c:v>1.0942672454712685</c:v>
                </c:pt>
                <c:pt idx="344">
                  <c:v>1.0942672454712685</c:v>
                </c:pt>
                <c:pt idx="345">
                  <c:v>1.0942672454712685</c:v>
                </c:pt>
                <c:pt idx="346">
                  <c:v>1.0942672454712685</c:v>
                </c:pt>
                <c:pt idx="347">
                  <c:v>1.0942672454712685</c:v>
                </c:pt>
                <c:pt idx="348">
                  <c:v>1.0942672454712685</c:v>
                </c:pt>
                <c:pt idx="349">
                  <c:v>1.0942672454712685</c:v>
                </c:pt>
                <c:pt idx="350">
                  <c:v>1.0942672454712685</c:v>
                </c:pt>
                <c:pt idx="351">
                  <c:v>1.0942672454712685</c:v>
                </c:pt>
                <c:pt idx="352">
                  <c:v>1.0942672454712685</c:v>
                </c:pt>
                <c:pt idx="353">
                  <c:v>1.0942672454712685</c:v>
                </c:pt>
                <c:pt idx="354">
                  <c:v>1.0942672454712685</c:v>
                </c:pt>
                <c:pt idx="355">
                  <c:v>1.0942672454712685</c:v>
                </c:pt>
                <c:pt idx="356">
                  <c:v>1.0942672454712685</c:v>
                </c:pt>
                <c:pt idx="357">
                  <c:v>1.0942672454712685</c:v>
                </c:pt>
                <c:pt idx="358">
                  <c:v>1.0942672454712685</c:v>
                </c:pt>
                <c:pt idx="359">
                  <c:v>1.0942672454712685</c:v>
                </c:pt>
                <c:pt idx="360">
                  <c:v>1.0942672454712685</c:v>
                </c:pt>
                <c:pt idx="361">
                  <c:v>1.0942672454712685</c:v>
                </c:pt>
                <c:pt idx="362">
                  <c:v>1.0942672454712685</c:v>
                </c:pt>
                <c:pt idx="363">
                  <c:v>1.0942672454712685</c:v>
                </c:pt>
                <c:pt idx="364">
                  <c:v>1.0942672454712685</c:v>
                </c:pt>
                <c:pt idx="365">
                  <c:v>1.0942672454712685</c:v>
                </c:pt>
                <c:pt idx="366">
                  <c:v>1.0942672454712685</c:v>
                </c:pt>
                <c:pt idx="367">
                  <c:v>1.0942672454712685</c:v>
                </c:pt>
                <c:pt idx="368">
                  <c:v>1.0942672454712685</c:v>
                </c:pt>
                <c:pt idx="369">
                  <c:v>1.0942672454712685</c:v>
                </c:pt>
                <c:pt idx="370">
                  <c:v>1.0942672454712685</c:v>
                </c:pt>
                <c:pt idx="371">
                  <c:v>1.0942672454712685</c:v>
                </c:pt>
                <c:pt idx="372">
                  <c:v>1.0942672454712685</c:v>
                </c:pt>
                <c:pt idx="373">
                  <c:v>1.0942672454712685</c:v>
                </c:pt>
                <c:pt idx="374">
                  <c:v>1.0942672454712685</c:v>
                </c:pt>
                <c:pt idx="375">
                  <c:v>1.0942672454712685</c:v>
                </c:pt>
                <c:pt idx="376">
                  <c:v>1.0942672454712685</c:v>
                </c:pt>
                <c:pt idx="377">
                  <c:v>1.0942672454712685</c:v>
                </c:pt>
                <c:pt idx="378">
                  <c:v>1.0942672454712685</c:v>
                </c:pt>
                <c:pt idx="379">
                  <c:v>1.0942672454712685</c:v>
                </c:pt>
                <c:pt idx="380">
                  <c:v>1.0942672454712685</c:v>
                </c:pt>
                <c:pt idx="381">
                  <c:v>1.0942672454712685</c:v>
                </c:pt>
                <c:pt idx="382">
                  <c:v>1.0942672454712685</c:v>
                </c:pt>
                <c:pt idx="383">
                  <c:v>1.0942672454712685</c:v>
                </c:pt>
                <c:pt idx="384">
                  <c:v>1.0942672454712685</c:v>
                </c:pt>
                <c:pt idx="385">
                  <c:v>1.0942672454712685</c:v>
                </c:pt>
                <c:pt idx="386">
                  <c:v>1.0942672454712685</c:v>
                </c:pt>
                <c:pt idx="387">
                  <c:v>1.0942672454712685</c:v>
                </c:pt>
                <c:pt idx="388">
                  <c:v>1.0942672454712685</c:v>
                </c:pt>
                <c:pt idx="389">
                  <c:v>1.0942672454712685</c:v>
                </c:pt>
                <c:pt idx="390">
                  <c:v>1.0942672454712685</c:v>
                </c:pt>
                <c:pt idx="391">
                  <c:v>1.0942672454712685</c:v>
                </c:pt>
                <c:pt idx="392">
                  <c:v>1.0942672454712685</c:v>
                </c:pt>
                <c:pt idx="393">
                  <c:v>1.0942672454712685</c:v>
                </c:pt>
                <c:pt idx="394">
                  <c:v>1.0942672454712685</c:v>
                </c:pt>
                <c:pt idx="395">
                  <c:v>1.0942672454712685</c:v>
                </c:pt>
                <c:pt idx="396">
                  <c:v>1.0942672454712685</c:v>
                </c:pt>
                <c:pt idx="397">
                  <c:v>1.0942672454712685</c:v>
                </c:pt>
                <c:pt idx="398">
                  <c:v>1.0942672454712685</c:v>
                </c:pt>
                <c:pt idx="399">
                  <c:v>1.0942672454712685</c:v>
                </c:pt>
                <c:pt idx="400">
                  <c:v>1.0942672454712685</c:v>
                </c:pt>
                <c:pt idx="401">
                  <c:v>1.0942672454712685</c:v>
                </c:pt>
                <c:pt idx="402">
                  <c:v>1.0942672454712685</c:v>
                </c:pt>
                <c:pt idx="403">
                  <c:v>1.0942672454712685</c:v>
                </c:pt>
                <c:pt idx="404">
                  <c:v>1.0942672454712685</c:v>
                </c:pt>
                <c:pt idx="405">
                  <c:v>1.0942672454712685</c:v>
                </c:pt>
                <c:pt idx="406">
                  <c:v>1.0942672454712685</c:v>
                </c:pt>
                <c:pt idx="407">
                  <c:v>1.0942672454712685</c:v>
                </c:pt>
                <c:pt idx="408">
                  <c:v>1.0942672454712685</c:v>
                </c:pt>
                <c:pt idx="409">
                  <c:v>1.0942672454712685</c:v>
                </c:pt>
                <c:pt idx="410">
                  <c:v>1.0942672454712685</c:v>
                </c:pt>
                <c:pt idx="411">
                  <c:v>1.0942672454712685</c:v>
                </c:pt>
                <c:pt idx="412">
                  <c:v>1.0942672454712685</c:v>
                </c:pt>
                <c:pt idx="413">
                  <c:v>1.0942672454712685</c:v>
                </c:pt>
                <c:pt idx="414">
                  <c:v>1.0942672454712685</c:v>
                </c:pt>
                <c:pt idx="415">
                  <c:v>1.0942672454712685</c:v>
                </c:pt>
                <c:pt idx="416">
                  <c:v>1.0942672454712685</c:v>
                </c:pt>
                <c:pt idx="417">
                  <c:v>1.0942672454712685</c:v>
                </c:pt>
                <c:pt idx="418">
                  <c:v>1.0942672454712685</c:v>
                </c:pt>
                <c:pt idx="419">
                  <c:v>1.0942672454712685</c:v>
                </c:pt>
                <c:pt idx="420">
                  <c:v>1.0942672454712685</c:v>
                </c:pt>
                <c:pt idx="421">
                  <c:v>1.0942672454712685</c:v>
                </c:pt>
                <c:pt idx="422">
                  <c:v>1.0942672454712685</c:v>
                </c:pt>
                <c:pt idx="423">
                  <c:v>1.0942672454712685</c:v>
                </c:pt>
                <c:pt idx="424">
                  <c:v>1.0942672454712685</c:v>
                </c:pt>
                <c:pt idx="425">
                  <c:v>1.0942672454712685</c:v>
                </c:pt>
                <c:pt idx="426">
                  <c:v>1.0942672454712685</c:v>
                </c:pt>
                <c:pt idx="427">
                  <c:v>1.0942672454712685</c:v>
                </c:pt>
                <c:pt idx="428">
                  <c:v>1.0942672454712685</c:v>
                </c:pt>
                <c:pt idx="429">
                  <c:v>1.0942672454712685</c:v>
                </c:pt>
                <c:pt idx="430">
                  <c:v>1.0942672454712685</c:v>
                </c:pt>
                <c:pt idx="431">
                  <c:v>1.0942672454712685</c:v>
                </c:pt>
                <c:pt idx="432">
                  <c:v>1.0942672454712685</c:v>
                </c:pt>
                <c:pt idx="433">
                  <c:v>1.0942672454712685</c:v>
                </c:pt>
                <c:pt idx="434">
                  <c:v>1.0942672454712685</c:v>
                </c:pt>
                <c:pt idx="435">
                  <c:v>1.0942672454712685</c:v>
                </c:pt>
                <c:pt idx="436">
                  <c:v>1.0942672454712685</c:v>
                </c:pt>
                <c:pt idx="437">
                  <c:v>1.0942672454712685</c:v>
                </c:pt>
                <c:pt idx="438">
                  <c:v>1.0942672454712685</c:v>
                </c:pt>
                <c:pt idx="439">
                  <c:v>1.0942672454712685</c:v>
                </c:pt>
                <c:pt idx="440">
                  <c:v>1.0942672454712685</c:v>
                </c:pt>
                <c:pt idx="441">
                  <c:v>1.0942672454712685</c:v>
                </c:pt>
                <c:pt idx="442">
                  <c:v>1.0942672454712685</c:v>
                </c:pt>
                <c:pt idx="443">
                  <c:v>1.0942672454712685</c:v>
                </c:pt>
                <c:pt idx="444">
                  <c:v>1.0942672454712685</c:v>
                </c:pt>
                <c:pt idx="445">
                  <c:v>1.0942672454712685</c:v>
                </c:pt>
                <c:pt idx="446">
                  <c:v>1.0942672454712685</c:v>
                </c:pt>
                <c:pt idx="447">
                  <c:v>1.0942672454712685</c:v>
                </c:pt>
                <c:pt idx="448">
                  <c:v>1.0942672454712685</c:v>
                </c:pt>
                <c:pt idx="449">
                  <c:v>1.0942672454712685</c:v>
                </c:pt>
                <c:pt idx="450">
                  <c:v>1.0942672454712685</c:v>
                </c:pt>
                <c:pt idx="451">
                  <c:v>1.0942672454712685</c:v>
                </c:pt>
                <c:pt idx="452">
                  <c:v>1.0942672454712685</c:v>
                </c:pt>
                <c:pt idx="453">
                  <c:v>1.0942672454712685</c:v>
                </c:pt>
                <c:pt idx="454">
                  <c:v>1.0942672454712685</c:v>
                </c:pt>
                <c:pt idx="455">
                  <c:v>1.0942672454712685</c:v>
                </c:pt>
                <c:pt idx="456">
                  <c:v>1.0942672454712685</c:v>
                </c:pt>
                <c:pt idx="457">
                  <c:v>1.0942672454712685</c:v>
                </c:pt>
                <c:pt idx="458">
                  <c:v>1.0942672454712685</c:v>
                </c:pt>
                <c:pt idx="459">
                  <c:v>1.0942672454712685</c:v>
                </c:pt>
                <c:pt idx="460">
                  <c:v>1.0942672454712685</c:v>
                </c:pt>
                <c:pt idx="461">
                  <c:v>1.0942672454712685</c:v>
                </c:pt>
                <c:pt idx="462">
                  <c:v>1.0942672454712685</c:v>
                </c:pt>
                <c:pt idx="463">
                  <c:v>1.0942672454712685</c:v>
                </c:pt>
                <c:pt idx="464">
                  <c:v>1.0942672454712685</c:v>
                </c:pt>
                <c:pt idx="465">
                  <c:v>1.0942672454712685</c:v>
                </c:pt>
                <c:pt idx="466">
                  <c:v>1.0942672454712685</c:v>
                </c:pt>
                <c:pt idx="467">
                  <c:v>1.0942672454712685</c:v>
                </c:pt>
                <c:pt idx="468">
                  <c:v>1.0942672454712685</c:v>
                </c:pt>
                <c:pt idx="469">
                  <c:v>1.0942672454712685</c:v>
                </c:pt>
                <c:pt idx="470">
                  <c:v>1.0942672454712685</c:v>
                </c:pt>
                <c:pt idx="471">
                  <c:v>1.0942672454712685</c:v>
                </c:pt>
                <c:pt idx="472">
                  <c:v>1.0942672454712685</c:v>
                </c:pt>
                <c:pt idx="473">
                  <c:v>1.0942672454712685</c:v>
                </c:pt>
                <c:pt idx="474">
                  <c:v>1.0942672454712685</c:v>
                </c:pt>
                <c:pt idx="475">
                  <c:v>1.0942672454712685</c:v>
                </c:pt>
                <c:pt idx="476">
                  <c:v>1.0942672454712685</c:v>
                </c:pt>
                <c:pt idx="477">
                  <c:v>1.0942672454712685</c:v>
                </c:pt>
                <c:pt idx="478">
                  <c:v>1.0942672454712685</c:v>
                </c:pt>
                <c:pt idx="479">
                  <c:v>1.0942672454712685</c:v>
                </c:pt>
                <c:pt idx="480">
                  <c:v>1.0942672454712685</c:v>
                </c:pt>
                <c:pt idx="481">
                  <c:v>1.0942672454712685</c:v>
                </c:pt>
                <c:pt idx="482">
                  <c:v>1.0942672454712685</c:v>
                </c:pt>
                <c:pt idx="483">
                  <c:v>1.0942672454712685</c:v>
                </c:pt>
                <c:pt idx="484">
                  <c:v>1.0942672454712685</c:v>
                </c:pt>
                <c:pt idx="485">
                  <c:v>1.0942672454712685</c:v>
                </c:pt>
                <c:pt idx="486">
                  <c:v>1.0942672454712685</c:v>
                </c:pt>
                <c:pt idx="487">
                  <c:v>1.0942672454712685</c:v>
                </c:pt>
                <c:pt idx="488">
                  <c:v>1.0942672454712685</c:v>
                </c:pt>
                <c:pt idx="489">
                  <c:v>1.0942672454712685</c:v>
                </c:pt>
                <c:pt idx="490">
                  <c:v>1.0942672454712685</c:v>
                </c:pt>
                <c:pt idx="491">
                  <c:v>1.0942672454712685</c:v>
                </c:pt>
                <c:pt idx="492">
                  <c:v>1.0942672454712685</c:v>
                </c:pt>
                <c:pt idx="493">
                  <c:v>1.0942672454712685</c:v>
                </c:pt>
                <c:pt idx="494">
                  <c:v>1.0942672454712685</c:v>
                </c:pt>
                <c:pt idx="495">
                  <c:v>1.0942672454712685</c:v>
                </c:pt>
                <c:pt idx="496">
                  <c:v>1.0942672454712685</c:v>
                </c:pt>
                <c:pt idx="497">
                  <c:v>1.0942672454712685</c:v>
                </c:pt>
                <c:pt idx="498">
                  <c:v>1.0942672454712685</c:v>
                </c:pt>
                <c:pt idx="499">
                  <c:v>1.0942672454712685</c:v>
                </c:pt>
                <c:pt idx="500">
                  <c:v>1.0942672454712685</c:v>
                </c:pt>
                <c:pt idx="501">
                  <c:v>1.0942672454712685</c:v>
                </c:pt>
                <c:pt idx="502">
                  <c:v>1.0942672454712685</c:v>
                </c:pt>
                <c:pt idx="503">
                  <c:v>1.0942672454712685</c:v>
                </c:pt>
                <c:pt idx="504">
                  <c:v>1.0942672454712685</c:v>
                </c:pt>
                <c:pt idx="505">
                  <c:v>1.0942672454712685</c:v>
                </c:pt>
                <c:pt idx="506">
                  <c:v>1.0942672454712685</c:v>
                </c:pt>
                <c:pt idx="507">
                  <c:v>1.0942672454712685</c:v>
                </c:pt>
                <c:pt idx="508">
                  <c:v>1.0942672454712685</c:v>
                </c:pt>
                <c:pt idx="509">
                  <c:v>1.0942672454712685</c:v>
                </c:pt>
                <c:pt idx="510">
                  <c:v>1.0942672454712685</c:v>
                </c:pt>
                <c:pt idx="511">
                  <c:v>1.0942672454712685</c:v>
                </c:pt>
                <c:pt idx="512">
                  <c:v>1.0942672454712685</c:v>
                </c:pt>
                <c:pt idx="513">
                  <c:v>1.0942672454712685</c:v>
                </c:pt>
                <c:pt idx="514">
                  <c:v>1.0942672454712685</c:v>
                </c:pt>
                <c:pt idx="515">
                  <c:v>1.0942672454712685</c:v>
                </c:pt>
                <c:pt idx="516">
                  <c:v>1.0942672454712685</c:v>
                </c:pt>
                <c:pt idx="517">
                  <c:v>1.0942672454712685</c:v>
                </c:pt>
                <c:pt idx="518">
                  <c:v>1.0942672454712685</c:v>
                </c:pt>
                <c:pt idx="519">
                  <c:v>1.0942672454712685</c:v>
                </c:pt>
                <c:pt idx="520">
                  <c:v>1.0942672454712685</c:v>
                </c:pt>
                <c:pt idx="521">
                  <c:v>1.0942672454712685</c:v>
                </c:pt>
                <c:pt idx="522">
                  <c:v>1.0942672454712685</c:v>
                </c:pt>
                <c:pt idx="523">
                  <c:v>1.0942672454712685</c:v>
                </c:pt>
                <c:pt idx="524">
                  <c:v>1.0942672454712685</c:v>
                </c:pt>
                <c:pt idx="525">
                  <c:v>1.0942672454712685</c:v>
                </c:pt>
                <c:pt idx="526">
                  <c:v>1.0942672454712685</c:v>
                </c:pt>
                <c:pt idx="527">
                  <c:v>1.0942672454712685</c:v>
                </c:pt>
                <c:pt idx="528">
                  <c:v>1.0942672454712685</c:v>
                </c:pt>
                <c:pt idx="529">
                  <c:v>1.0942672454712685</c:v>
                </c:pt>
                <c:pt idx="530">
                  <c:v>1.0942672454712685</c:v>
                </c:pt>
                <c:pt idx="531">
                  <c:v>1.0942672454712685</c:v>
                </c:pt>
                <c:pt idx="532">
                  <c:v>1.0942672454712685</c:v>
                </c:pt>
                <c:pt idx="533">
                  <c:v>1.0942672454712685</c:v>
                </c:pt>
                <c:pt idx="534">
                  <c:v>1.0942672454712685</c:v>
                </c:pt>
                <c:pt idx="535">
                  <c:v>1.0942672454712685</c:v>
                </c:pt>
                <c:pt idx="536">
                  <c:v>1.0942672454712685</c:v>
                </c:pt>
                <c:pt idx="537">
                  <c:v>1.0942672454712685</c:v>
                </c:pt>
                <c:pt idx="538">
                  <c:v>1.0942672454712685</c:v>
                </c:pt>
                <c:pt idx="539">
                  <c:v>1.0942672454712685</c:v>
                </c:pt>
                <c:pt idx="540">
                  <c:v>1.0942672454712685</c:v>
                </c:pt>
                <c:pt idx="541">
                  <c:v>1.0942672454712685</c:v>
                </c:pt>
                <c:pt idx="542">
                  <c:v>1.0942672454712685</c:v>
                </c:pt>
                <c:pt idx="543">
                  <c:v>1.0942672454712685</c:v>
                </c:pt>
                <c:pt idx="544">
                  <c:v>1.0942672454712685</c:v>
                </c:pt>
                <c:pt idx="545">
                  <c:v>1.0942672454712685</c:v>
                </c:pt>
                <c:pt idx="546">
                  <c:v>1.0942672454712685</c:v>
                </c:pt>
                <c:pt idx="547">
                  <c:v>1.0942672454712685</c:v>
                </c:pt>
                <c:pt idx="548">
                  <c:v>1.0942672454712685</c:v>
                </c:pt>
                <c:pt idx="549">
                  <c:v>1.0942672454712685</c:v>
                </c:pt>
                <c:pt idx="550">
                  <c:v>1.0942672454712685</c:v>
                </c:pt>
                <c:pt idx="551">
                  <c:v>1.0942672454712685</c:v>
                </c:pt>
                <c:pt idx="552">
                  <c:v>1.0942672454712685</c:v>
                </c:pt>
                <c:pt idx="553">
                  <c:v>1.0942672454712685</c:v>
                </c:pt>
                <c:pt idx="554">
                  <c:v>1.0942672454712685</c:v>
                </c:pt>
                <c:pt idx="555">
                  <c:v>1.0942672454712685</c:v>
                </c:pt>
                <c:pt idx="556">
                  <c:v>1.0942672454712685</c:v>
                </c:pt>
                <c:pt idx="557">
                  <c:v>1.0942672454712685</c:v>
                </c:pt>
                <c:pt idx="558">
                  <c:v>1.0942672454712685</c:v>
                </c:pt>
                <c:pt idx="559">
                  <c:v>1.0942672454712685</c:v>
                </c:pt>
                <c:pt idx="560">
                  <c:v>1.0942672454712685</c:v>
                </c:pt>
                <c:pt idx="561">
                  <c:v>1.0942672454712685</c:v>
                </c:pt>
                <c:pt idx="562">
                  <c:v>1.0942672454712685</c:v>
                </c:pt>
                <c:pt idx="563">
                  <c:v>1.0942672454712685</c:v>
                </c:pt>
                <c:pt idx="564">
                  <c:v>1.0942672454712685</c:v>
                </c:pt>
                <c:pt idx="565">
                  <c:v>1.0942672454712685</c:v>
                </c:pt>
                <c:pt idx="566">
                  <c:v>1.0942672454712685</c:v>
                </c:pt>
                <c:pt idx="567">
                  <c:v>1.0942672454712685</c:v>
                </c:pt>
                <c:pt idx="568">
                  <c:v>1.0942672454712685</c:v>
                </c:pt>
                <c:pt idx="569">
                  <c:v>1.0942672454712685</c:v>
                </c:pt>
                <c:pt idx="570">
                  <c:v>1.0942672454712685</c:v>
                </c:pt>
                <c:pt idx="571">
                  <c:v>1.0942672454712685</c:v>
                </c:pt>
                <c:pt idx="572">
                  <c:v>1.0942672454712685</c:v>
                </c:pt>
                <c:pt idx="573">
                  <c:v>1.0942672454712685</c:v>
                </c:pt>
                <c:pt idx="574">
                  <c:v>1.0942672454712685</c:v>
                </c:pt>
                <c:pt idx="575">
                  <c:v>1.0942672454712685</c:v>
                </c:pt>
                <c:pt idx="576">
                  <c:v>1.0942672454712685</c:v>
                </c:pt>
                <c:pt idx="577">
                  <c:v>1.0942672454712685</c:v>
                </c:pt>
                <c:pt idx="578">
                  <c:v>1.0942672454712685</c:v>
                </c:pt>
                <c:pt idx="579">
                  <c:v>1.0942672454712685</c:v>
                </c:pt>
                <c:pt idx="580">
                  <c:v>1.0942672454712685</c:v>
                </c:pt>
                <c:pt idx="581">
                  <c:v>1.0942672454712685</c:v>
                </c:pt>
                <c:pt idx="582">
                  <c:v>1.0942672454712685</c:v>
                </c:pt>
                <c:pt idx="583">
                  <c:v>1.0942672454712685</c:v>
                </c:pt>
                <c:pt idx="584">
                  <c:v>1.0942672454712685</c:v>
                </c:pt>
                <c:pt idx="585">
                  <c:v>1.0942672454712685</c:v>
                </c:pt>
                <c:pt idx="586">
                  <c:v>1.0942672454712685</c:v>
                </c:pt>
                <c:pt idx="587">
                  <c:v>1.0942672454712685</c:v>
                </c:pt>
                <c:pt idx="588">
                  <c:v>1.0942672454712685</c:v>
                </c:pt>
                <c:pt idx="589">
                  <c:v>1.0942672454712685</c:v>
                </c:pt>
                <c:pt idx="590">
                  <c:v>1.0942672454712685</c:v>
                </c:pt>
                <c:pt idx="591">
                  <c:v>1.0942672454712685</c:v>
                </c:pt>
                <c:pt idx="592">
                  <c:v>1.0942672454712685</c:v>
                </c:pt>
                <c:pt idx="593">
                  <c:v>1.0942672454712685</c:v>
                </c:pt>
                <c:pt idx="594">
                  <c:v>1.0942672454712685</c:v>
                </c:pt>
                <c:pt idx="595">
                  <c:v>1.0942672454712685</c:v>
                </c:pt>
                <c:pt idx="596">
                  <c:v>1.0942672454712685</c:v>
                </c:pt>
                <c:pt idx="597">
                  <c:v>1.0942672454712685</c:v>
                </c:pt>
                <c:pt idx="598">
                  <c:v>1.0942672454712685</c:v>
                </c:pt>
                <c:pt idx="599">
                  <c:v>1.0942672454712685</c:v>
                </c:pt>
                <c:pt idx="600">
                  <c:v>1.0942672454712685</c:v>
                </c:pt>
                <c:pt idx="601">
                  <c:v>1.0942672454712685</c:v>
                </c:pt>
                <c:pt idx="602">
                  <c:v>1.0942672454712685</c:v>
                </c:pt>
                <c:pt idx="603">
                  <c:v>1.0942672454712685</c:v>
                </c:pt>
                <c:pt idx="604">
                  <c:v>1.0942672454712685</c:v>
                </c:pt>
                <c:pt idx="605">
                  <c:v>1.0942672454712685</c:v>
                </c:pt>
                <c:pt idx="606">
                  <c:v>1.0942672454712685</c:v>
                </c:pt>
                <c:pt idx="607">
                  <c:v>1.0942672454712685</c:v>
                </c:pt>
                <c:pt idx="608">
                  <c:v>1.0942672454712685</c:v>
                </c:pt>
                <c:pt idx="609">
                  <c:v>1.0942672454712685</c:v>
                </c:pt>
                <c:pt idx="610">
                  <c:v>1.0942672454712685</c:v>
                </c:pt>
                <c:pt idx="611">
                  <c:v>1.0942672454712685</c:v>
                </c:pt>
                <c:pt idx="612">
                  <c:v>1.0942672454712685</c:v>
                </c:pt>
                <c:pt idx="613">
                  <c:v>1.0942672454712685</c:v>
                </c:pt>
                <c:pt idx="614">
                  <c:v>1.0942672454712685</c:v>
                </c:pt>
                <c:pt idx="615">
                  <c:v>1.0942672454712685</c:v>
                </c:pt>
                <c:pt idx="616">
                  <c:v>1.0942672454712685</c:v>
                </c:pt>
                <c:pt idx="617">
                  <c:v>1.0942672454712685</c:v>
                </c:pt>
                <c:pt idx="618">
                  <c:v>1.0942672454712685</c:v>
                </c:pt>
                <c:pt idx="619">
                  <c:v>1.0942672454712685</c:v>
                </c:pt>
                <c:pt idx="620">
                  <c:v>1.0942672454712685</c:v>
                </c:pt>
                <c:pt idx="621">
                  <c:v>1.0942672454712685</c:v>
                </c:pt>
                <c:pt idx="622">
                  <c:v>1.0942672454712685</c:v>
                </c:pt>
                <c:pt idx="623">
                  <c:v>1.0942672454712685</c:v>
                </c:pt>
                <c:pt idx="624">
                  <c:v>1.0942672454712685</c:v>
                </c:pt>
                <c:pt idx="625">
                  <c:v>1.0942672454712685</c:v>
                </c:pt>
                <c:pt idx="626">
                  <c:v>1.0942672454712685</c:v>
                </c:pt>
                <c:pt idx="627">
                  <c:v>1.0942672454712685</c:v>
                </c:pt>
                <c:pt idx="628">
                  <c:v>1.0942672454712685</c:v>
                </c:pt>
                <c:pt idx="629">
                  <c:v>1.0942672454712685</c:v>
                </c:pt>
                <c:pt idx="630">
                  <c:v>1.0942672454712685</c:v>
                </c:pt>
                <c:pt idx="631">
                  <c:v>1.0942672454712685</c:v>
                </c:pt>
                <c:pt idx="632">
                  <c:v>1.0942672454712685</c:v>
                </c:pt>
                <c:pt idx="633">
                  <c:v>1.0942672454712685</c:v>
                </c:pt>
                <c:pt idx="634">
                  <c:v>1.0942672454712685</c:v>
                </c:pt>
                <c:pt idx="635">
                  <c:v>1.0942672454712685</c:v>
                </c:pt>
                <c:pt idx="636">
                  <c:v>1.0942672454712685</c:v>
                </c:pt>
                <c:pt idx="637">
                  <c:v>1.0942672454712685</c:v>
                </c:pt>
                <c:pt idx="638">
                  <c:v>1.0942672454712685</c:v>
                </c:pt>
                <c:pt idx="639">
                  <c:v>1.0942672454712685</c:v>
                </c:pt>
                <c:pt idx="640">
                  <c:v>1.0942672454712685</c:v>
                </c:pt>
                <c:pt idx="641">
                  <c:v>1.0942672454712685</c:v>
                </c:pt>
                <c:pt idx="642">
                  <c:v>1.0942672454712685</c:v>
                </c:pt>
                <c:pt idx="643">
                  <c:v>1.0942672454712685</c:v>
                </c:pt>
                <c:pt idx="644">
                  <c:v>1.0942672454712685</c:v>
                </c:pt>
                <c:pt idx="645">
                  <c:v>1.0942672454712685</c:v>
                </c:pt>
                <c:pt idx="646">
                  <c:v>1.0942672454712685</c:v>
                </c:pt>
                <c:pt idx="647">
                  <c:v>1.0942672454712685</c:v>
                </c:pt>
                <c:pt idx="648">
                  <c:v>1.0942672454712685</c:v>
                </c:pt>
                <c:pt idx="649">
                  <c:v>1.0942672454712685</c:v>
                </c:pt>
                <c:pt idx="650">
                  <c:v>1.0942672454712685</c:v>
                </c:pt>
                <c:pt idx="651">
                  <c:v>1.0942672454712685</c:v>
                </c:pt>
                <c:pt idx="652">
                  <c:v>1.0942672454712685</c:v>
                </c:pt>
                <c:pt idx="653">
                  <c:v>1.0942672454712685</c:v>
                </c:pt>
                <c:pt idx="654">
                  <c:v>1.0942672454712685</c:v>
                </c:pt>
                <c:pt idx="655">
                  <c:v>1.0942672454712685</c:v>
                </c:pt>
                <c:pt idx="656">
                  <c:v>1.0942672454712685</c:v>
                </c:pt>
                <c:pt idx="657">
                  <c:v>1.0942672454712685</c:v>
                </c:pt>
                <c:pt idx="658">
                  <c:v>1.0942672454712685</c:v>
                </c:pt>
                <c:pt idx="659">
                  <c:v>1.0942672454712685</c:v>
                </c:pt>
                <c:pt idx="660">
                  <c:v>1.0942672454712685</c:v>
                </c:pt>
                <c:pt idx="661">
                  <c:v>1.0942672454712685</c:v>
                </c:pt>
                <c:pt idx="662">
                  <c:v>1.0942672454712685</c:v>
                </c:pt>
                <c:pt idx="663">
                  <c:v>1.0942672454712685</c:v>
                </c:pt>
                <c:pt idx="664">
                  <c:v>1.0942672454712685</c:v>
                </c:pt>
                <c:pt idx="665">
                  <c:v>1.0942672454712685</c:v>
                </c:pt>
                <c:pt idx="666">
                  <c:v>1.0942672454712685</c:v>
                </c:pt>
                <c:pt idx="667">
                  <c:v>1.0942672454712685</c:v>
                </c:pt>
                <c:pt idx="668">
                  <c:v>1.0942672454712685</c:v>
                </c:pt>
                <c:pt idx="669">
                  <c:v>1.0942672454712685</c:v>
                </c:pt>
                <c:pt idx="670">
                  <c:v>1.0942672454712685</c:v>
                </c:pt>
                <c:pt idx="671">
                  <c:v>1.0942672454712685</c:v>
                </c:pt>
                <c:pt idx="672">
                  <c:v>1.0942672454712685</c:v>
                </c:pt>
                <c:pt idx="673">
                  <c:v>1.0942672454712685</c:v>
                </c:pt>
                <c:pt idx="674">
                  <c:v>1.0942672454712685</c:v>
                </c:pt>
                <c:pt idx="675">
                  <c:v>1.0942672454712685</c:v>
                </c:pt>
                <c:pt idx="676">
                  <c:v>1.0942672454712685</c:v>
                </c:pt>
                <c:pt idx="677">
                  <c:v>1.0942672454712685</c:v>
                </c:pt>
                <c:pt idx="678">
                  <c:v>1.0942672454712685</c:v>
                </c:pt>
                <c:pt idx="679">
                  <c:v>1.0942672454712685</c:v>
                </c:pt>
                <c:pt idx="680">
                  <c:v>1.0942672454712685</c:v>
                </c:pt>
                <c:pt idx="681">
                  <c:v>1.0942672454712685</c:v>
                </c:pt>
                <c:pt idx="682">
                  <c:v>1.0942672454712685</c:v>
                </c:pt>
                <c:pt idx="683">
                  <c:v>1.0942672454712685</c:v>
                </c:pt>
                <c:pt idx="684">
                  <c:v>1.0942672454712685</c:v>
                </c:pt>
                <c:pt idx="685">
                  <c:v>1.0942672454712685</c:v>
                </c:pt>
                <c:pt idx="686">
                  <c:v>1.0942672454712685</c:v>
                </c:pt>
                <c:pt idx="687">
                  <c:v>1.0942672454712685</c:v>
                </c:pt>
                <c:pt idx="688">
                  <c:v>1.0942672454712685</c:v>
                </c:pt>
                <c:pt idx="689">
                  <c:v>1.0942672454712685</c:v>
                </c:pt>
                <c:pt idx="690">
                  <c:v>1.0942672454712685</c:v>
                </c:pt>
                <c:pt idx="691">
                  <c:v>1.0942672454712685</c:v>
                </c:pt>
                <c:pt idx="692">
                  <c:v>1.0942672454712685</c:v>
                </c:pt>
                <c:pt idx="693">
                  <c:v>1.0942672454712685</c:v>
                </c:pt>
                <c:pt idx="694">
                  <c:v>1.0942672454712685</c:v>
                </c:pt>
                <c:pt idx="695">
                  <c:v>1.0942672454712685</c:v>
                </c:pt>
                <c:pt idx="696">
                  <c:v>1.0942672454712685</c:v>
                </c:pt>
                <c:pt idx="697">
                  <c:v>1.0942672454712685</c:v>
                </c:pt>
                <c:pt idx="698">
                  <c:v>1.0942672454712685</c:v>
                </c:pt>
                <c:pt idx="699">
                  <c:v>1.0942672454712685</c:v>
                </c:pt>
                <c:pt idx="700">
                  <c:v>1.0942672454712685</c:v>
                </c:pt>
                <c:pt idx="701">
                  <c:v>1.0942672454712685</c:v>
                </c:pt>
                <c:pt idx="702">
                  <c:v>1.0942672454712685</c:v>
                </c:pt>
                <c:pt idx="703">
                  <c:v>1.0942672454712685</c:v>
                </c:pt>
                <c:pt idx="704">
                  <c:v>1.0942672454712685</c:v>
                </c:pt>
                <c:pt idx="705">
                  <c:v>1.0942672454712685</c:v>
                </c:pt>
                <c:pt idx="706">
                  <c:v>1.0942672454712685</c:v>
                </c:pt>
                <c:pt idx="707">
                  <c:v>1.0942672454712685</c:v>
                </c:pt>
                <c:pt idx="708">
                  <c:v>1.0942672454712685</c:v>
                </c:pt>
                <c:pt idx="709">
                  <c:v>1.0942672454712685</c:v>
                </c:pt>
                <c:pt idx="710">
                  <c:v>1.0942672454712685</c:v>
                </c:pt>
                <c:pt idx="711">
                  <c:v>1.0942672454712685</c:v>
                </c:pt>
                <c:pt idx="712">
                  <c:v>1.0942672454712685</c:v>
                </c:pt>
                <c:pt idx="713">
                  <c:v>1.0942672454712685</c:v>
                </c:pt>
                <c:pt idx="714">
                  <c:v>1.0942672454712685</c:v>
                </c:pt>
                <c:pt idx="715">
                  <c:v>1.0942672454712685</c:v>
                </c:pt>
                <c:pt idx="716">
                  <c:v>1.0942672454712685</c:v>
                </c:pt>
                <c:pt idx="717">
                  <c:v>1.0942672454712685</c:v>
                </c:pt>
                <c:pt idx="718">
                  <c:v>1.0942672454712685</c:v>
                </c:pt>
                <c:pt idx="719">
                  <c:v>1.0942672454712685</c:v>
                </c:pt>
                <c:pt idx="720">
                  <c:v>1.0942672454712685</c:v>
                </c:pt>
                <c:pt idx="721">
                  <c:v>1.0942672454712685</c:v>
                </c:pt>
                <c:pt idx="722">
                  <c:v>1.0942672454712685</c:v>
                </c:pt>
                <c:pt idx="723">
                  <c:v>1.0942672454712685</c:v>
                </c:pt>
                <c:pt idx="724">
                  <c:v>1.0942672454712685</c:v>
                </c:pt>
                <c:pt idx="725">
                  <c:v>1.0942672454712685</c:v>
                </c:pt>
                <c:pt idx="726">
                  <c:v>1.0942672454712685</c:v>
                </c:pt>
                <c:pt idx="727">
                  <c:v>1.0942672454712685</c:v>
                </c:pt>
                <c:pt idx="728">
                  <c:v>1.0942672454712685</c:v>
                </c:pt>
                <c:pt idx="729">
                  <c:v>1.0942672454712685</c:v>
                </c:pt>
                <c:pt idx="730">
                  <c:v>1.0942672454712685</c:v>
                </c:pt>
                <c:pt idx="731">
                  <c:v>1.0942672454712685</c:v>
                </c:pt>
                <c:pt idx="732">
                  <c:v>1.0942672454712685</c:v>
                </c:pt>
                <c:pt idx="733">
                  <c:v>1.0942672454712685</c:v>
                </c:pt>
                <c:pt idx="734">
                  <c:v>1.0942672454712685</c:v>
                </c:pt>
                <c:pt idx="735">
                  <c:v>1.0942672454712685</c:v>
                </c:pt>
                <c:pt idx="736">
                  <c:v>1.0942672454712685</c:v>
                </c:pt>
                <c:pt idx="737">
                  <c:v>1.0942672454712685</c:v>
                </c:pt>
                <c:pt idx="738">
                  <c:v>1.0942672454712685</c:v>
                </c:pt>
                <c:pt idx="739">
                  <c:v>1.0942672454712685</c:v>
                </c:pt>
                <c:pt idx="740">
                  <c:v>1.0942672454712685</c:v>
                </c:pt>
                <c:pt idx="741">
                  <c:v>1.0942672454712685</c:v>
                </c:pt>
                <c:pt idx="742">
                  <c:v>1.0942672454712685</c:v>
                </c:pt>
                <c:pt idx="743">
                  <c:v>1.0942672454712685</c:v>
                </c:pt>
                <c:pt idx="744">
                  <c:v>1.0942672454712685</c:v>
                </c:pt>
                <c:pt idx="745">
                  <c:v>1.0942672454712685</c:v>
                </c:pt>
                <c:pt idx="746">
                  <c:v>1.0942672454712685</c:v>
                </c:pt>
                <c:pt idx="747">
                  <c:v>1.0942672454712685</c:v>
                </c:pt>
                <c:pt idx="748">
                  <c:v>1.0942672454712685</c:v>
                </c:pt>
                <c:pt idx="749">
                  <c:v>1.0942672454712685</c:v>
                </c:pt>
                <c:pt idx="750">
                  <c:v>1.0942672454712685</c:v>
                </c:pt>
                <c:pt idx="751">
                  <c:v>1.0942672454712685</c:v>
                </c:pt>
                <c:pt idx="752">
                  <c:v>1.0942672454712685</c:v>
                </c:pt>
                <c:pt idx="753">
                  <c:v>1.0942672454712685</c:v>
                </c:pt>
                <c:pt idx="754">
                  <c:v>1.0942672454712685</c:v>
                </c:pt>
                <c:pt idx="755">
                  <c:v>1.0942672454712685</c:v>
                </c:pt>
                <c:pt idx="756">
                  <c:v>1.0942672454712685</c:v>
                </c:pt>
                <c:pt idx="757">
                  <c:v>1.0942672454712685</c:v>
                </c:pt>
                <c:pt idx="758">
                  <c:v>1.0942672454712685</c:v>
                </c:pt>
                <c:pt idx="759">
                  <c:v>1.0942672454712685</c:v>
                </c:pt>
                <c:pt idx="760">
                  <c:v>1.0942672454712685</c:v>
                </c:pt>
                <c:pt idx="761">
                  <c:v>1.0942672454712685</c:v>
                </c:pt>
                <c:pt idx="762">
                  <c:v>1.0942672454712685</c:v>
                </c:pt>
                <c:pt idx="763">
                  <c:v>1.0942672454712685</c:v>
                </c:pt>
                <c:pt idx="764">
                  <c:v>1.0942672454712685</c:v>
                </c:pt>
                <c:pt idx="765">
                  <c:v>1.0942672454712685</c:v>
                </c:pt>
                <c:pt idx="766">
                  <c:v>1.0942672454712685</c:v>
                </c:pt>
                <c:pt idx="767">
                  <c:v>1.0942672454712685</c:v>
                </c:pt>
                <c:pt idx="768">
                  <c:v>1.0942672454712685</c:v>
                </c:pt>
                <c:pt idx="769">
                  <c:v>1.0942672454712685</c:v>
                </c:pt>
                <c:pt idx="770">
                  <c:v>1.0942672454712685</c:v>
                </c:pt>
                <c:pt idx="771">
                  <c:v>1.0942672454712685</c:v>
                </c:pt>
                <c:pt idx="772">
                  <c:v>1.0942672454712685</c:v>
                </c:pt>
                <c:pt idx="773">
                  <c:v>1.0942672454712685</c:v>
                </c:pt>
                <c:pt idx="774">
                  <c:v>1.0942672454712685</c:v>
                </c:pt>
                <c:pt idx="775">
                  <c:v>1.0942672454712685</c:v>
                </c:pt>
                <c:pt idx="776">
                  <c:v>1.0942672454712685</c:v>
                </c:pt>
                <c:pt idx="777">
                  <c:v>1.0942672454712685</c:v>
                </c:pt>
                <c:pt idx="778">
                  <c:v>1.0942672454712685</c:v>
                </c:pt>
                <c:pt idx="779">
                  <c:v>1.0942672454712685</c:v>
                </c:pt>
                <c:pt idx="780">
                  <c:v>1.0942672454712685</c:v>
                </c:pt>
                <c:pt idx="781">
                  <c:v>1.0942672454712685</c:v>
                </c:pt>
                <c:pt idx="782">
                  <c:v>1.0942672454712685</c:v>
                </c:pt>
                <c:pt idx="783">
                  <c:v>1.0942672454712685</c:v>
                </c:pt>
                <c:pt idx="784">
                  <c:v>1.0942672454712685</c:v>
                </c:pt>
                <c:pt idx="785">
                  <c:v>1.0942672454712685</c:v>
                </c:pt>
                <c:pt idx="786">
                  <c:v>1.0942672454712685</c:v>
                </c:pt>
                <c:pt idx="787">
                  <c:v>1.0942672454712685</c:v>
                </c:pt>
                <c:pt idx="788">
                  <c:v>1.0942672454712685</c:v>
                </c:pt>
                <c:pt idx="789">
                  <c:v>1.0942672454712685</c:v>
                </c:pt>
                <c:pt idx="790">
                  <c:v>1.0942672454712685</c:v>
                </c:pt>
                <c:pt idx="791">
                  <c:v>1.0942672454712685</c:v>
                </c:pt>
                <c:pt idx="792">
                  <c:v>1.0942672454712685</c:v>
                </c:pt>
                <c:pt idx="793">
                  <c:v>1.0942672454712685</c:v>
                </c:pt>
                <c:pt idx="794">
                  <c:v>1.0942672454712685</c:v>
                </c:pt>
                <c:pt idx="795">
                  <c:v>1.0942672454712685</c:v>
                </c:pt>
                <c:pt idx="796">
                  <c:v>1.0942672454712685</c:v>
                </c:pt>
                <c:pt idx="797">
                  <c:v>1.0942672454712685</c:v>
                </c:pt>
                <c:pt idx="798">
                  <c:v>1.0942672454712685</c:v>
                </c:pt>
                <c:pt idx="799">
                  <c:v>1.0942672454712685</c:v>
                </c:pt>
                <c:pt idx="800">
                  <c:v>1.0942672454712685</c:v>
                </c:pt>
                <c:pt idx="801">
                  <c:v>1.0942672454712685</c:v>
                </c:pt>
                <c:pt idx="802">
                  <c:v>1.0942672454712685</c:v>
                </c:pt>
                <c:pt idx="803">
                  <c:v>1.0942672454712685</c:v>
                </c:pt>
                <c:pt idx="804">
                  <c:v>1.0942672454712685</c:v>
                </c:pt>
                <c:pt idx="805">
                  <c:v>1.0942672454712685</c:v>
                </c:pt>
                <c:pt idx="806">
                  <c:v>1.0942672454712685</c:v>
                </c:pt>
                <c:pt idx="807">
                  <c:v>1.0942672454712685</c:v>
                </c:pt>
                <c:pt idx="808">
                  <c:v>1.0942672454712685</c:v>
                </c:pt>
                <c:pt idx="809">
                  <c:v>1.0942672454712685</c:v>
                </c:pt>
                <c:pt idx="810">
                  <c:v>1.0942672454712685</c:v>
                </c:pt>
                <c:pt idx="811">
                  <c:v>1.0942672454712685</c:v>
                </c:pt>
                <c:pt idx="812">
                  <c:v>1.0942672454712685</c:v>
                </c:pt>
                <c:pt idx="813">
                  <c:v>1.0942672454712685</c:v>
                </c:pt>
                <c:pt idx="814">
                  <c:v>1.0942672454712685</c:v>
                </c:pt>
                <c:pt idx="815">
                  <c:v>1.0942672454712685</c:v>
                </c:pt>
                <c:pt idx="816">
                  <c:v>1.0942672454712685</c:v>
                </c:pt>
                <c:pt idx="817">
                  <c:v>1.0942672454712685</c:v>
                </c:pt>
                <c:pt idx="818">
                  <c:v>1.0942672454712685</c:v>
                </c:pt>
                <c:pt idx="819">
                  <c:v>1.0942672454712685</c:v>
                </c:pt>
                <c:pt idx="820">
                  <c:v>1.0942672454712685</c:v>
                </c:pt>
                <c:pt idx="821">
                  <c:v>1.0942672454712685</c:v>
                </c:pt>
                <c:pt idx="822">
                  <c:v>1.0942672454712685</c:v>
                </c:pt>
                <c:pt idx="823">
                  <c:v>1.0942672454712685</c:v>
                </c:pt>
                <c:pt idx="824">
                  <c:v>1.0942672454712685</c:v>
                </c:pt>
                <c:pt idx="825">
                  <c:v>1.0942672454712685</c:v>
                </c:pt>
                <c:pt idx="826">
                  <c:v>1.0942672454712685</c:v>
                </c:pt>
                <c:pt idx="827">
                  <c:v>1.0942672454712685</c:v>
                </c:pt>
                <c:pt idx="828">
                  <c:v>1.0942672454712685</c:v>
                </c:pt>
                <c:pt idx="829">
                  <c:v>1.0942672454712685</c:v>
                </c:pt>
                <c:pt idx="830">
                  <c:v>1.0942672454712685</c:v>
                </c:pt>
                <c:pt idx="831">
                  <c:v>1.0942672454712685</c:v>
                </c:pt>
                <c:pt idx="832">
                  <c:v>1.0942672454712685</c:v>
                </c:pt>
                <c:pt idx="833">
                  <c:v>1.0942672454712685</c:v>
                </c:pt>
                <c:pt idx="834">
                  <c:v>1.0942672454712685</c:v>
                </c:pt>
                <c:pt idx="835">
                  <c:v>1.0942672454712685</c:v>
                </c:pt>
                <c:pt idx="836">
                  <c:v>1.0942672454712685</c:v>
                </c:pt>
                <c:pt idx="837">
                  <c:v>1.0942672454712685</c:v>
                </c:pt>
                <c:pt idx="838">
                  <c:v>1.0942672454712685</c:v>
                </c:pt>
                <c:pt idx="839">
                  <c:v>1.0942672454712685</c:v>
                </c:pt>
                <c:pt idx="840">
                  <c:v>1.0942672454712685</c:v>
                </c:pt>
                <c:pt idx="841">
                  <c:v>1.0942672454712685</c:v>
                </c:pt>
                <c:pt idx="842">
                  <c:v>1.0942672454712685</c:v>
                </c:pt>
                <c:pt idx="843">
                  <c:v>1.0942672454712685</c:v>
                </c:pt>
                <c:pt idx="844">
                  <c:v>1.0942672454712685</c:v>
                </c:pt>
                <c:pt idx="845">
                  <c:v>1.0942672454712685</c:v>
                </c:pt>
                <c:pt idx="846">
                  <c:v>1.0942672454712685</c:v>
                </c:pt>
                <c:pt idx="847">
                  <c:v>1.0942672454712685</c:v>
                </c:pt>
                <c:pt idx="848">
                  <c:v>1.0942672454712685</c:v>
                </c:pt>
                <c:pt idx="849">
                  <c:v>1.0942672454712685</c:v>
                </c:pt>
                <c:pt idx="850">
                  <c:v>1.0942672454712685</c:v>
                </c:pt>
                <c:pt idx="851">
                  <c:v>1.0942672454712685</c:v>
                </c:pt>
                <c:pt idx="852">
                  <c:v>1.0942672454712685</c:v>
                </c:pt>
                <c:pt idx="853">
                  <c:v>1.0942672454712685</c:v>
                </c:pt>
                <c:pt idx="854">
                  <c:v>1.0942672454712685</c:v>
                </c:pt>
                <c:pt idx="855">
                  <c:v>1.0942672454712685</c:v>
                </c:pt>
                <c:pt idx="856">
                  <c:v>1.0942672454712685</c:v>
                </c:pt>
                <c:pt idx="857">
                  <c:v>1.0942672454712685</c:v>
                </c:pt>
                <c:pt idx="858">
                  <c:v>1.0942672454712685</c:v>
                </c:pt>
                <c:pt idx="859">
                  <c:v>1.0942672454712685</c:v>
                </c:pt>
                <c:pt idx="860">
                  <c:v>1.0942672454712685</c:v>
                </c:pt>
                <c:pt idx="861">
                  <c:v>1.0942672454712685</c:v>
                </c:pt>
                <c:pt idx="862">
                  <c:v>1.0942672454712685</c:v>
                </c:pt>
                <c:pt idx="863">
                  <c:v>1.0942672454712685</c:v>
                </c:pt>
                <c:pt idx="864">
                  <c:v>1.0942672454712685</c:v>
                </c:pt>
                <c:pt idx="865">
                  <c:v>1.0942672454712685</c:v>
                </c:pt>
                <c:pt idx="866">
                  <c:v>1.0942672454712685</c:v>
                </c:pt>
                <c:pt idx="867">
                  <c:v>1.0942672454712685</c:v>
                </c:pt>
                <c:pt idx="868">
                  <c:v>1.0942672454712685</c:v>
                </c:pt>
                <c:pt idx="869">
                  <c:v>1.0942672454712685</c:v>
                </c:pt>
                <c:pt idx="870">
                  <c:v>1.0942672454712685</c:v>
                </c:pt>
                <c:pt idx="871">
                  <c:v>1.0942672454712685</c:v>
                </c:pt>
                <c:pt idx="872">
                  <c:v>1.0942672454712685</c:v>
                </c:pt>
                <c:pt idx="873">
                  <c:v>1.0942672454712685</c:v>
                </c:pt>
                <c:pt idx="874">
                  <c:v>1.0942672454712685</c:v>
                </c:pt>
                <c:pt idx="875">
                  <c:v>1.0942672454712685</c:v>
                </c:pt>
                <c:pt idx="876">
                  <c:v>1.0942672454712685</c:v>
                </c:pt>
                <c:pt idx="877">
                  <c:v>1.0942672454712685</c:v>
                </c:pt>
                <c:pt idx="878">
                  <c:v>1.0942672454712685</c:v>
                </c:pt>
                <c:pt idx="879">
                  <c:v>1.0942672454712685</c:v>
                </c:pt>
                <c:pt idx="880">
                  <c:v>1.0942672454712685</c:v>
                </c:pt>
                <c:pt idx="881">
                  <c:v>1.0942672454712685</c:v>
                </c:pt>
                <c:pt idx="882">
                  <c:v>1.0942672454712685</c:v>
                </c:pt>
                <c:pt idx="883">
                  <c:v>1.0942672454712685</c:v>
                </c:pt>
                <c:pt idx="884">
                  <c:v>1.0942672454712685</c:v>
                </c:pt>
                <c:pt idx="885">
                  <c:v>1.0942672454712685</c:v>
                </c:pt>
                <c:pt idx="886">
                  <c:v>1.0942672454712685</c:v>
                </c:pt>
                <c:pt idx="887">
                  <c:v>1.0942672454712685</c:v>
                </c:pt>
                <c:pt idx="888">
                  <c:v>1.0942672454712685</c:v>
                </c:pt>
                <c:pt idx="889">
                  <c:v>1.0942672454712685</c:v>
                </c:pt>
                <c:pt idx="890">
                  <c:v>1.0942672454712685</c:v>
                </c:pt>
                <c:pt idx="891">
                  <c:v>1.0942672454712685</c:v>
                </c:pt>
                <c:pt idx="892">
                  <c:v>1.0942672454712685</c:v>
                </c:pt>
                <c:pt idx="893">
                  <c:v>1.0942672454712685</c:v>
                </c:pt>
                <c:pt idx="894">
                  <c:v>1.0942672454712685</c:v>
                </c:pt>
                <c:pt idx="895">
                  <c:v>1.0942672454712685</c:v>
                </c:pt>
                <c:pt idx="896">
                  <c:v>1.0942672454712685</c:v>
                </c:pt>
                <c:pt idx="897">
                  <c:v>1.0942672454712685</c:v>
                </c:pt>
                <c:pt idx="898">
                  <c:v>1.0942672454712685</c:v>
                </c:pt>
                <c:pt idx="899">
                  <c:v>1.0942672454712685</c:v>
                </c:pt>
                <c:pt idx="900">
                  <c:v>1.0942672454712685</c:v>
                </c:pt>
                <c:pt idx="901">
                  <c:v>1.0942672454712685</c:v>
                </c:pt>
                <c:pt idx="902">
                  <c:v>1.0942672454712685</c:v>
                </c:pt>
                <c:pt idx="903">
                  <c:v>1.0942672454712685</c:v>
                </c:pt>
                <c:pt idx="904">
                  <c:v>1.0942672454712685</c:v>
                </c:pt>
                <c:pt idx="905">
                  <c:v>1.0942672454712685</c:v>
                </c:pt>
                <c:pt idx="906">
                  <c:v>1.0942672454712685</c:v>
                </c:pt>
                <c:pt idx="907">
                  <c:v>1.0942672454712685</c:v>
                </c:pt>
                <c:pt idx="908">
                  <c:v>1.0942672454712685</c:v>
                </c:pt>
                <c:pt idx="909">
                  <c:v>1.0942672454712685</c:v>
                </c:pt>
                <c:pt idx="910">
                  <c:v>1.0942672454712685</c:v>
                </c:pt>
                <c:pt idx="911">
                  <c:v>1.0942672454712685</c:v>
                </c:pt>
                <c:pt idx="912">
                  <c:v>1.0942672454712685</c:v>
                </c:pt>
                <c:pt idx="913">
                  <c:v>1.0942672454712685</c:v>
                </c:pt>
                <c:pt idx="914">
                  <c:v>1.0942672454712685</c:v>
                </c:pt>
                <c:pt idx="915">
                  <c:v>1.0942672454712685</c:v>
                </c:pt>
                <c:pt idx="916">
                  <c:v>1.0942672454712685</c:v>
                </c:pt>
                <c:pt idx="917">
                  <c:v>1.0942672454712685</c:v>
                </c:pt>
                <c:pt idx="918">
                  <c:v>1.0942672454712685</c:v>
                </c:pt>
                <c:pt idx="919">
                  <c:v>1.0942672454712685</c:v>
                </c:pt>
                <c:pt idx="920">
                  <c:v>1.0942672454712685</c:v>
                </c:pt>
                <c:pt idx="921">
                  <c:v>1.0942672454712685</c:v>
                </c:pt>
                <c:pt idx="922">
                  <c:v>1.0942672454712685</c:v>
                </c:pt>
                <c:pt idx="923">
                  <c:v>1.0942672454712685</c:v>
                </c:pt>
                <c:pt idx="924">
                  <c:v>1.0942672454712685</c:v>
                </c:pt>
                <c:pt idx="925">
                  <c:v>1.0942672454712685</c:v>
                </c:pt>
                <c:pt idx="926">
                  <c:v>1.0942672454712685</c:v>
                </c:pt>
                <c:pt idx="927">
                  <c:v>1.0942672454712685</c:v>
                </c:pt>
                <c:pt idx="928">
                  <c:v>1.0942672454712685</c:v>
                </c:pt>
                <c:pt idx="929">
                  <c:v>1.0942672454712685</c:v>
                </c:pt>
                <c:pt idx="930">
                  <c:v>1.0942672454712685</c:v>
                </c:pt>
                <c:pt idx="931">
                  <c:v>1.0942672454712685</c:v>
                </c:pt>
                <c:pt idx="932">
                  <c:v>1.0942672454712685</c:v>
                </c:pt>
                <c:pt idx="933">
                  <c:v>1.0942672454712685</c:v>
                </c:pt>
                <c:pt idx="934">
                  <c:v>1.0942672454712685</c:v>
                </c:pt>
                <c:pt idx="935">
                  <c:v>1.0942672454712685</c:v>
                </c:pt>
                <c:pt idx="936">
                  <c:v>1.0942672454712685</c:v>
                </c:pt>
                <c:pt idx="937">
                  <c:v>1.0942672454712685</c:v>
                </c:pt>
                <c:pt idx="938">
                  <c:v>1.0942672454712685</c:v>
                </c:pt>
                <c:pt idx="939">
                  <c:v>1.0942672454712685</c:v>
                </c:pt>
                <c:pt idx="940">
                  <c:v>1.0942672454712685</c:v>
                </c:pt>
                <c:pt idx="941">
                  <c:v>1.0942672454712685</c:v>
                </c:pt>
                <c:pt idx="942">
                  <c:v>1.0942672454712685</c:v>
                </c:pt>
                <c:pt idx="943">
                  <c:v>1.0942672454712685</c:v>
                </c:pt>
                <c:pt idx="944">
                  <c:v>1.0942672454712685</c:v>
                </c:pt>
                <c:pt idx="945">
                  <c:v>1.0942672454712685</c:v>
                </c:pt>
                <c:pt idx="946">
                  <c:v>1.0942672454712685</c:v>
                </c:pt>
                <c:pt idx="947">
                  <c:v>1.0942672454712685</c:v>
                </c:pt>
                <c:pt idx="948">
                  <c:v>1.0942672454712685</c:v>
                </c:pt>
                <c:pt idx="949">
                  <c:v>1.0942672454712685</c:v>
                </c:pt>
                <c:pt idx="950">
                  <c:v>1.0942672454712685</c:v>
                </c:pt>
                <c:pt idx="951">
                  <c:v>1.0942672454712685</c:v>
                </c:pt>
                <c:pt idx="952">
                  <c:v>1.0942672454712685</c:v>
                </c:pt>
                <c:pt idx="953">
                  <c:v>1.0942672454712685</c:v>
                </c:pt>
                <c:pt idx="954">
                  <c:v>1.0942672454712685</c:v>
                </c:pt>
                <c:pt idx="955">
                  <c:v>1.0942672454712685</c:v>
                </c:pt>
                <c:pt idx="956">
                  <c:v>1.0942672454712685</c:v>
                </c:pt>
                <c:pt idx="957">
                  <c:v>1.0942672454712685</c:v>
                </c:pt>
                <c:pt idx="958">
                  <c:v>1.0942672454712685</c:v>
                </c:pt>
                <c:pt idx="959">
                  <c:v>1.0942672454712685</c:v>
                </c:pt>
                <c:pt idx="960">
                  <c:v>1.0942672454712685</c:v>
                </c:pt>
                <c:pt idx="961">
                  <c:v>1.0942672454712685</c:v>
                </c:pt>
                <c:pt idx="962">
                  <c:v>1.0942672454712685</c:v>
                </c:pt>
                <c:pt idx="963">
                  <c:v>1.0942672454712685</c:v>
                </c:pt>
                <c:pt idx="964">
                  <c:v>1.0942672454712685</c:v>
                </c:pt>
                <c:pt idx="965">
                  <c:v>1.0942672454712685</c:v>
                </c:pt>
                <c:pt idx="966">
                  <c:v>1.0942672454712685</c:v>
                </c:pt>
                <c:pt idx="967">
                  <c:v>1.0942672454712685</c:v>
                </c:pt>
                <c:pt idx="968">
                  <c:v>1.0942672454712685</c:v>
                </c:pt>
                <c:pt idx="969">
                  <c:v>1.0942672454712685</c:v>
                </c:pt>
                <c:pt idx="970">
                  <c:v>1.0942672454712685</c:v>
                </c:pt>
                <c:pt idx="971">
                  <c:v>1.0942672454712685</c:v>
                </c:pt>
                <c:pt idx="972">
                  <c:v>1.0942672454712685</c:v>
                </c:pt>
                <c:pt idx="973">
                  <c:v>1.0942672454712685</c:v>
                </c:pt>
                <c:pt idx="974">
                  <c:v>1.0942672454712685</c:v>
                </c:pt>
                <c:pt idx="975">
                  <c:v>1.0942672454712685</c:v>
                </c:pt>
                <c:pt idx="976">
                  <c:v>1.0942672454712685</c:v>
                </c:pt>
                <c:pt idx="977">
                  <c:v>1.0942672454712685</c:v>
                </c:pt>
                <c:pt idx="978">
                  <c:v>1.0942672454712685</c:v>
                </c:pt>
                <c:pt idx="979">
                  <c:v>1.0942672454712685</c:v>
                </c:pt>
                <c:pt idx="980">
                  <c:v>1.0942672454712685</c:v>
                </c:pt>
                <c:pt idx="981">
                  <c:v>1.0942672454712685</c:v>
                </c:pt>
                <c:pt idx="982">
                  <c:v>1.0942672454712685</c:v>
                </c:pt>
                <c:pt idx="983">
                  <c:v>1.0942672454712685</c:v>
                </c:pt>
                <c:pt idx="984">
                  <c:v>1.0942672454712685</c:v>
                </c:pt>
                <c:pt idx="985">
                  <c:v>1.0942672454712685</c:v>
                </c:pt>
                <c:pt idx="986">
                  <c:v>1.0942672454712685</c:v>
                </c:pt>
                <c:pt idx="987">
                  <c:v>1.0942672454712685</c:v>
                </c:pt>
                <c:pt idx="988">
                  <c:v>1.0942672454712685</c:v>
                </c:pt>
                <c:pt idx="989">
                  <c:v>1.0942672454712685</c:v>
                </c:pt>
                <c:pt idx="990">
                  <c:v>1.0942672454712685</c:v>
                </c:pt>
                <c:pt idx="991">
                  <c:v>1.0942672454712685</c:v>
                </c:pt>
                <c:pt idx="992">
                  <c:v>1.0942672454712685</c:v>
                </c:pt>
                <c:pt idx="993">
                  <c:v>1.0942672454712685</c:v>
                </c:pt>
                <c:pt idx="994">
                  <c:v>1.0942672454712685</c:v>
                </c:pt>
                <c:pt idx="995">
                  <c:v>1.0942672454712685</c:v>
                </c:pt>
                <c:pt idx="996">
                  <c:v>1.0942672454712685</c:v>
                </c:pt>
                <c:pt idx="997">
                  <c:v>1.0942672454712685</c:v>
                </c:pt>
                <c:pt idx="998">
                  <c:v>1.0942672454712685</c:v>
                </c:pt>
                <c:pt idx="999">
                  <c:v>1.0942672454712685</c:v>
                </c:pt>
                <c:pt idx="1000">
                  <c:v>1.0942672454712685</c:v>
                </c:pt>
                <c:pt idx="1001">
                  <c:v>1.0942672454712685</c:v>
                </c:pt>
                <c:pt idx="1002">
                  <c:v>1.0942672454712685</c:v>
                </c:pt>
                <c:pt idx="1003">
                  <c:v>1.0942672454712685</c:v>
                </c:pt>
                <c:pt idx="1004">
                  <c:v>1.0942672454712685</c:v>
                </c:pt>
                <c:pt idx="1005">
                  <c:v>1.0942672454712685</c:v>
                </c:pt>
                <c:pt idx="1006">
                  <c:v>1.0942672454712685</c:v>
                </c:pt>
                <c:pt idx="1007">
                  <c:v>1.0942672454712685</c:v>
                </c:pt>
                <c:pt idx="1008">
                  <c:v>1.0942672454712685</c:v>
                </c:pt>
                <c:pt idx="1009">
                  <c:v>1.0942672454712685</c:v>
                </c:pt>
                <c:pt idx="1010">
                  <c:v>1.0942672454712685</c:v>
                </c:pt>
                <c:pt idx="1011">
                  <c:v>1.0942672454712685</c:v>
                </c:pt>
                <c:pt idx="1012">
                  <c:v>1.0942672454712685</c:v>
                </c:pt>
                <c:pt idx="1013">
                  <c:v>1.0942672454712685</c:v>
                </c:pt>
                <c:pt idx="1014">
                  <c:v>1.0942672454712685</c:v>
                </c:pt>
                <c:pt idx="1015">
                  <c:v>1.0942672454712685</c:v>
                </c:pt>
                <c:pt idx="1016">
                  <c:v>1.0942672454712685</c:v>
                </c:pt>
                <c:pt idx="1017">
                  <c:v>1.0942672454712685</c:v>
                </c:pt>
                <c:pt idx="1018">
                  <c:v>1.0942672454712685</c:v>
                </c:pt>
                <c:pt idx="1019">
                  <c:v>1.0942672454712685</c:v>
                </c:pt>
                <c:pt idx="1020">
                  <c:v>1.0942672454712685</c:v>
                </c:pt>
                <c:pt idx="1021">
                  <c:v>1.0942672454712685</c:v>
                </c:pt>
                <c:pt idx="1022">
                  <c:v>1.0942672454712685</c:v>
                </c:pt>
                <c:pt idx="1023">
                  <c:v>1.0942672454712685</c:v>
                </c:pt>
                <c:pt idx="1024">
                  <c:v>1.0942672454712685</c:v>
                </c:pt>
                <c:pt idx="1025">
                  <c:v>1.0942672454712685</c:v>
                </c:pt>
                <c:pt idx="1026">
                  <c:v>1.0942672454712685</c:v>
                </c:pt>
                <c:pt idx="1027">
                  <c:v>1.0942672454712685</c:v>
                </c:pt>
                <c:pt idx="1028">
                  <c:v>1.0942672454712685</c:v>
                </c:pt>
                <c:pt idx="1029">
                  <c:v>1.0942672454712685</c:v>
                </c:pt>
                <c:pt idx="1030">
                  <c:v>1.0942672454712685</c:v>
                </c:pt>
                <c:pt idx="1031">
                  <c:v>1.0942672454712685</c:v>
                </c:pt>
                <c:pt idx="1032">
                  <c:v>1.0942672454712685</c:v>
                </c:pt>
                <c:pt idx="1033">
                  <c:v>1.0942672454712685</c:v>
                </c:pt>
                <c:pt idx="1034">
                  <c:v>1.0942672454712685</c:v>
                </c:pt>
                <c:pt idx="1035">
                  <c:v>1.0942672454712685</c:v>
                </c:pt>
                <c:pt idx="1036">
                  <c:v>1.0942672454712685</c:v>
                </c:pt>
                <c:pt idx="1037">
                  <c:v>1.0942672454712685</c:v>
                </c:pt>
                <c:pt idx="1038">
                  <c:v>1.0942672454712685</c:v>
                </c:pt>
                <c:pt idx="1039">
                  <c:v>1.0942672454712685</c:v>
                </c:pt>
                <c:pt idx="1040">
                  <c:v>1.0942672454712685</c:v>
                </c:pt>
                <c:pt idx="1041">
                  <c:v>1.0942672454712685</c:v>
                </c:pt>
                <c:pt idx="1042">
                  <c:v>1.0942672454712685</c:v>
                </c:pt>
                <c:pt idx="1043">
                  <c:v>1.0942672454712685</c:v>
                </c:pt>
                <c:pt idx="1044">
                  <c:v>1.0942672454712685</c:v>
                </c:pt>
                <c:pt idx="1045">
                  <c:v>1.0942672454712685</c:v>
                </c:pt>
                <c:pt idx="1046">
                  <c:v>1.0942672454712685</c:v>
                </c:pt>
                <c:pt idx="1047">
                  <c:v>1.0942672454712685</c:v>
                </c:pt>
                <c:pt idx="1048">
                  <c:v>1.0942672454712685</c:v>
                </c:pt>
                <c:pt idx="1049">
                  <c:v>1.0942672454712685</c:v>
                </c:pt>
                <c:pt idx="1050">
                  <c:v>1.0942672454712685</c:v>
                </c:pt>
                <c:pt idx="1051">
                  <c:v>1.0942672454712685</c:v>
                </c:pt>
                <c:pt idx="1052">
                  <c:v>1.0942672454712685</c:v>
                </c:pt>
                <c:pt idx="1053">
                  <c:v>1.0942672454712685</c:v>
                </c:pt>
                <c:pt idx="1054">
                  <c:v>1.0942672454712685</c:v>
                </c:pt>
                <c:pt idx="1055">
                  <c:v>1.0942672454712685</c:v>
                </c:pt>
                <c:pt idx="1056">
                  <c:v>1.0942672454712685</c:v>
                </c:pt>
                <c:pt idx="1057">
                  <c:v>1.0942672454712685</c:v>
                </c:pt>
                <c:pt idx="1058">
                  <c:v>1.0942672454712685</c:v>
                </c:pt>
                <c:pt idx="1059">
                  <c:v>1.0942672454712685</c:v>
                </c:pt>
                <c:pt idx="1060">
                  <c:v>1.0942672454712685</c:v>
                </c:pt>
                <c:pt idx="1061">
                  <c:v>1.0942672454712685</c:v>
                </c:pt>
                <c:pt idx="1062">
                  <c:v>1.0942672454712685</c:v>
                </c:pt>
                <c:pt idx="1063">
                  <c:v>1.0942672454712685</c:v>
                </c:pt>
                <c:pt idx="1064">
                  <c:v>1.0942672454712685</c:v>
                </c:pt>
                <c:pt idx="1065">
                  <c:v>1.0942672454712685</c:v>
                </c:pt>
                <c:pt idx="1066">
                  <c:v>1.0942672454712685</c:v>
                </c:pt>
                <c:pt idx="1067">
                  <c:v>1.0942672454712685</c:v>
                </c:pt>
                <c:pt idx="1068">
                  <c:v>1.0942672454712685</c:v>
                </c:pt>
                <c:pt idx="1069">
                  <c:v>1.0942672454712685</c:v>
                </c:pt>
                <c:pt idx="1070">
                  <c:v>1.0942672454712685</c:v>
                </c:pt>
                <c:pt idx="1071">
                  <c:v>1.0942672454712685</c:v>
                </c:pt>
                <c:pt idx="1072">
                  <c:v>1.0942672454712685</c:v>
                </c:pt>
                <c:pt idx="1073">
                  <c:v>1.0942672454712685</c:v>
                </c:pt>
                <c:pt idx="1074">
                  <c:v>1.0942672454712685</c:v>
                </c:pt>
                <c:pt idx="1075">
                  <c:v>1.0942672454712685</c:v>
                </c:pt>
                <c:pt idx="1076">
                  <c:v>1.0942672454712685</c:v>
                </c:pt>
                <c:pt idx="1077">
                  <c:v>1.0942672454712685</c:v>
                </c:pt>
                <c:pt idx="1078">
                  <c:v>1.0942672454712685</c:v>
                </c:pt>
                <c:pt idx="1079">
                  <c:v>1.0942672454712685</c:v>
                </c:pt>
                <c:pt idx="1080">
                  <c:v>1.0942672454712685</c:v>
                </c:pt>
                <c:pt idx="1081">
                  <c:v>1.0942672454712685</c:v>
                </c:pt>
                <c:pt idx="1082">
                  <c:v>1.0942672454712685</c:v>
                </c:pt>
                <c:pt idx="1083">
                  <c:v>1.0942672454712685</c:v>
                </c:pt>
                <c:pt idx="1084">
                  <c:v>1.0942672454712685</c:v>
                </c:pt>
                <c:pt idx="1085">
                  <c:v>1.0942672454712685</c:v>
                </c:pt>
                <c:pt idx="1086">
                  <c:v>1.0942672454712685</c:v>
                </c:pt>
                <c:pt idx="1087">
                  <c:v>1.0942672454712685</c:v>
                </c:pt>
                <c:pt idx="1088">
                  <c:v>1.0942672454712685</c:v>
                </c:pt>
                <c:pt idx="1089">
                  <c:v>1.0942672454712685</c:v>
                </c:pt>
                <c:pt idx="1090">
                  <c:v>1.0942672454712685</c:v>
                </c:pt>
                <c:pt idx="1091">
                  <c:v>1.0942672454712685</c:v>
                </c:pt>
                <c:pt idx="1092">
                  <c:v>1.0942672454712685</c:v>
                </c:pt>
                <c:pt idx="1093">
                  <c:v>1.0942672454712685</c:v>
                </c:pt>
                <c:pt idx="1094">
                  <c:v>1.0942672454712685</c:v>
                </c:pt>
                <c:pt idx="1095">
                  <c:v>1.0942672454712685</c:v>
                </c:pt>
                <c:pt idx="1096">
                  <c:v>1.0942672454712685</c:v>
                </c:pt>
                <c:pt idx="1097">
                  <c:v>1.0942672454712685</c:v>
                </c:pt>
                <c:pt idx="1098">
                  <c:v>1.0942672454712685</c:v>
                </c:pt>
                <c:pt idx="1099">
                  <c:v>1.0942672454712685</c:v>
                </c:pt>
                <c:pt idx="1100">
                  <c:v>1.0942672454712685</c:v>
                </c:pt>
                <c:pt idx="1101">
                  <c:v>1.0942672454712685</c:v>
                </c:pt>
                <c:pt idx="1102">
                  <c:v>1.0942672454712685</c:v>
                </c:pt>
                <c:pt idx="1103">
                  <c:v>1.0942672454712685</c:v>
                </c:pt>
                <c:pt idx="1104">
                  <c:v>1.0942672454712685</c:v>
                </c:pt>
                <c:pt idx="1105">
                  <c:v>1.0942672454712685</c:v>
                </c:pt>
                <c:pt idx="1106">
                  <c:v>1.0942672454712685</c:v>
                </c:pt>
                <c:pt idx="1107">
                  <c:v>1.0942672454712685</c:v>
                </c:pt>
                <c:pt idx="1108">
                  <c:v>1.0942672454712685</c:v>
                </c:pt>
                <c:pt idx="1109">
                  <c:v>1.0942672454712685</c:v>
                </c:pt>
                <c:pt idx="1110">
                  <c:v>1.0942672454712685</c:v>
                </c:pt>
                <c:pt idx="1111">
                  <c:v>1.0942672454712685</c:v>
                </c:pt>
                <c:pt idx="1112">
                  <c:v>1.0942672454712685</c:v>
                </c:pt>
                <c:pt idx="1113">
                  <c:v>1.0942672454712685</c:v>
                </c:pt>
                <c:pt idx="1114">
                  <c:v>1.0942672454712685</c:v>
                </c:pt>
                <c:pt idx="1115">
                  <c:v>1.0942672454712685</c:v>
                </c:pt>
                <c:pt idx="1116">
                  <c:v>1.0942672454712685</c:v>
                </c:pt>
                <c:pt idx="1117">
                  <c:v>1.0942672454712685</c:v>
                </c:pt>
                <c:pt idx="1118">
                  <c:v>1.0942672454712685</c:v>
                </c:pt>
                <c:pt idx="1119">
                  <c:v>1.0942672454712685</c:v>
                </c:pt>
                <c:pt idx="1120">
                  <c:v>1.0942672454712685</c:v>
                </c:pt>
                <c:pt idx="1121">
                  <c:v>1.0942672454712685</c:v>
                </c:pt>
                <c:pt idx="1122">
                  <c:v>1.0942672454712685</c:v>
                </c:pt>
                <c:pt idx="1123">
                  <c:v>1.0942672454712685</c:v>
                </c:pt>
                <c:pt idx="1124">
                  <c:v>1.0942672454712685</c:v>
                </c:pt>
                <c:pt idx="1125">
                  <c:v>1.0942672454712685</c:v>
                </c:pt>
                <c:pt idx="1126">
                  <c:v>1.0942672454712685</c:v>
                </c:pt>
                <c:pt idx="1127">
                  <c:v>1.0942672454712685</c:v>
                </c:pt>
                <c:pt idx="1128">
                  <c:v>1.0942672454712685</c:v>
                </c:pt>
                <c:pt idx="1129">
                  <c:v>1.0942672454712685</c:v>
                </c:pt>
                <c:pt idx="1130">
                  <c:v>1.0942672454712685</c:v>
                </c:pt>
                <c:pt idx="1131">
                  <c:v>1.0942672454712685</c:v>
                </c:pt>
                <c:pt idx="1132">
                  <c:v>1.0942672454712685</c:v>
                </c:pt>
                <c:pt idx="1133">
                  <c:v>1.0942672454712685</c:v>
                </c:pt>
                <c:pt idx="1134">
                  <c:v>1.0942672454712685</c:v>
                </c:pt>
                <c:pt idx="1135">
                  <c:v>1.0942672454712685</c:v>
                </c:pt>
                <c:pt idx="1136">
                  <c:v>1.0942672454712685</c:v>
                </c:pt>
                <c:pt idx="1137">
                  <c:v>1.0942672454712685</c:v>
                </c:pt>
                <c:pt idx="1138">
                  <c:v>1.0942672454712685</c:v>
                </c:pt>
                <c:pt idx="1139">
                  <c:v>1.0942672454712685</c:v>
                </c:pt>
                <c:pt idx="1140">
                  <c:v>1.0942672454712685</c:v>
                </c:pt>
                <c:pt idx="1141">
                  <c:v>1.0942672454712685</c:v>
                </c:pt>
                <c:pt idx="1142">
                  <c:v>1.0942672454712685</c:v>
                </c:pt>
                <c:pt idx="1143">
                  <c:v>1.0942672454712685</c:v>
                </c:pt>
                <c:pt idx="1144">
                  <c:v>1.0942672454712685</c:v>
                </c:pt>
                <c:pt idx="1145">
                  <c:v>1.0942672454712685</c:v>
                </c:pt>
                <c:pt idx="1146">
                  <c:v>1.0942672454712685</c:v>
                </c:pt>
                <c:pt idx="1147">
                  <c:v>1.0942672454712685</c:v>
                </c:pt>
                <c:pt idx="1148">
                  <c:v>1.0942672454712685</c:v>
                </c:pt>
                <c:pt idx="1149">
                  <c:v>1.0942672454712685</c:v>
                </c:pt>
                <c:pt idx="1150">
                  <c:v>1.0942672454712685</c:v>
                </c:pt>
                <c:pt idx="1151">
                  <c:v>1.0942672454712685</c:v>
                </c:pt>
                <c:pt idx="1152">
                  <c:v>1.0942672454712685</c:v>
                </c:pt>
                <c:pt idx="1153">
                  <c:v>1.0942672454712685</c:v>
                </c:pt>
                <c:pt idx="1154">
                  <c:v>1.0942672454712685</c:v>
                </c:pt>
                <c:pt idx="1155">
                  <c:v>1.0942672454712685</c:v>
                </c:pt>
                <c:pt idx="1156">
                  <c:v>1.0942672454712685</c:v>
                </c:pt>
                <c:pt idx="1157">
                  <c:v>1.0942672454712685</c:v>
                </c:pt>
                <c:pt idx="1158">
                  <c:v>1.0942672454712685</c:v>
                </c:pt>
                <c:pt idx="1159">
                  <c:v>1.0942672454712685</c:v>
                </c:pt>
                <c:pt idx="1160">
                  <c:v>1.0942672454712685</c:v>
                </c:pt>
                <c:pt idx="1161">
                  <c:v>1.0942672454712685</c:v>
                </c:pt>
                <c:pt idx="1162">
                  <c:v>1.0942672454712685</c:v>
                </c:pt>
                <c:pt idx="1163">
                  <c:v>1.0942672454712685</c:v>
                </c:pt>
                <c:pt idx="1164">
                  <c:v>1.0942672454712685</c:v>
                </c:pt>
                <c:pt idx="1165">
                  <c:v>1.0942672454712685</c:v>
                </c:pt>
                <c:pt idx="1166">
                  <c:v>1.0942672454712685</c:v>
                </c:pt>
                <c:pt idx="1167">
                  <c:v>1.0942672454712685</c:v>
                </c:pt>
                <c:pt idx="1168">
                  <c:v>1.0942672454712685</c:v>
                </c:pt>
                <c:pt idx="1169">
                  <c:v>1.0942672454712685</c:v>
                </c:pt>
                <c:pt idx="1170">
                  <c:v>1.0942672454712685</c:v>
                </c:pt>
                <c:pt idx="1171">
                  <c:v>1.0942672454712685</c:v>
                </c:pt>
                <c:pt idx="1172">
                  <c:v>1.0942672454712685</c:v>
                </c:pt>
                <c:pt idx="1173">
                  <c:v>1.0942672454712685</c:v>
                </c:pt>
                <c:pt idx="1174">
                  <c:v>1.0942672454712685</c:v>
                </c:pt>
                <c:pt idx="1175">
                  <c:v>1.0942672454712685</c:v>
                </c:pt>
                <c:pt idx="1176">
                  <c:v>1.0942672454712685</c:v>
                </c:pt>
                <c:pt idx="1177">
                  <c:v>1.0942672454712685</c:v>
                </c:pt>
                <c:pt idx="1178">
                  <c:v>1.0942672454712685</c:v>
                </c:pt>
                <c:pt idx="1179">
                  <c:v>1.0942672454712685</c:v>
                </c:pt>
                <c:pt idx="1180">
                  <c:v>1.0942672454712685</c:v>
                </c:pt>
                <c:pt idx="1181">
                  <c:v>1.0942672454712685</c:v>
                </c:pt>
                <c:pt idx="1182">
                  <c:v>1.0942672454712685</c:v>
                </c:pt>
                <c:pt idx="1183">
                  <c:v>1.0942672454712685</c:v>
                </c:pt>
                <c:pt idx="1184">
                  <c:v>1.0942672454712685</c:v>
                </c:pt>
                <c:pt idx="1185">
                  <c:v>1.0942672454712685</c:v>
                </c:pt>
                <c:pt idx="1186">
                  <c:v>1.0942672454712685</c:v>
                </c:pt>
                <c:pt idx="1187">
                  <c:v>1.0942672454712685</c:v>
                </c:pt>
                <c:pt idx="1188">
                  <c:v>1.0942672454712685</c:v>
                </c:pt>
                <c:pt idx="1189">
                  <c:v>1.0942672454712685</c:v>
                </c:pt>
                <c:pt idx="1190">
                  <c:v>1.0942672454712685</c:v>
                </c:pt>
                <c:pt idx="1191">
                  <c:v>1.0942672454712685</c:v>
                </c:pt>
                <c:pt idx="1192">
                  <c:v>1.0942672454712685</c:v>
                </c:pt>
                <c:pt idx="1193">
                  <c:v>1.0942672454712685</c:v>
                </c:pt>
                <c:pt idx="1194">
                  <c:v>1.0942672454712685</c:v>
                </c:pt>
                <c:pt idx="1195">
                  <c:v>1.0942672454712685</c:v>
                </c:pt>
                <c:pt idx="1196">
                  <c:v>1.0942672454712685</c:v>
                </c:pt>
                <c:pt idx="1197">
                  <c:v>1.0942672454712685</c:v>
                </c:pt>
                <c:pt idx="1198">
                  <c:v>1.0942672454712685</c:v>
                </c:pt>
                <c:pt idx="1199">
                  <c:v>1.0942672454712685</c:v>
                </c:pt>
                <c:pt idx="1200">
                  <c:v>1.0942672454712685</c:v>
                </c:pt>
                <c:pt idx="1201">
                  <c:v>1.0942672454712685</c:v>
                </c:pt>
                <c:pt idx="1202">
                  <c:v>1.0942672454712685</c:v>
                </c:pt>
                <c:pt idx="1203">
                  <c:v>1.0942672454712685</c:v>
                </c:pt>
                <c:pt idx="1204">
                  <c:v>1.0942672454712685</c:v>
                </c:pt>
                <c:pt idx="1205">
                  <c:v>1.0942672454712685</c:v>
                </c:pt>
                <c:pt idx="1206">
                  <c:v>1.0942672454712685</c:v>
                </c:pt>
                <c:pt idx="1207">
                  <c:v>1.0942672454712685</c:v>
                </c:pt>
                <c:pt idx="1208">
                  <c:v>1.0942672454712685</c:v>
                </c:pt>
                <c:pt idx="1209">
                  <c:v>1.0942672454712685</c:v>
                </c:pt>
                <c:pt idx="1210">
                  <c:v>1.0942672454712685</c:v>
                </c:pt>
                <c:pt idx="1211">
                  <c:v>1.0942672454712685</c:v>
                </c:pt>
                <c:pt idx="1212">
                  <c:v>1.0942672454712685</c:v>
                </c:pt>
                <c:pt idx="1213">
                  <c:v>1.0942672454712685</c:v>
                </c:pt>
                <c:pt idx="1214">
                  <c:v>1.0942672454712685</c:v>
                </c:pt>
                <c:pt idx="1215">
                  <c:v>1.0942672454712685</c:v>
                </c:pt>
                <c:pt idx="1216">
                  <c:v>1.0942672454712685</c:v>
                </c:pt>
                <c:pt idx="1217">
                  <c:v>1.0942672454712685</c:v>
                </c:pt>
                <c:pt idx="1218">
                  <c:v>1.0942672454712685</c:v>
                </c:pt>
                <c:pt idx="1219">
                  <c:v>1.0942672454712685</c:v>
                </c:pt>
                <c:pt idx="1220">
                  <c:v>1.0942672454712685</c:v>
                </c:pt>
                <c:pt idx="1221">
                  <c:v>1.0942672454712685</c:v>
                </c:pt>
                <c:pt idx="1222">
                  <c:v>1.0942672454712685</c:v>
                </c:pt>
                <c:pt idx="1223">
                  <c:v>1.0942672454712685</c:v>
                </c:pt>
                <c:pt idx="1224">
                  <c:v>1.0942672454712685</c:v>
                </c:pt>
                <c:pt idx="1225">
                  <c:v>1.0942672454712685</c:v>
                </c:pt>
                <c:pt idx="1226">
                  <c:v>1.0942672454712685</c:v>
                </c:pt>
                <c:pt idx="1227">
                  <c:v>1.0942672454712685</c:v>
                </c:pt>
                <c:pt idx="1228">
                  <c:v>1.0942672454712685</c:v>
                </c:pt>
                <c:pt idx="1229">
                  <c:v>1.0942672454712685</c:v>
                </c:pt>
                <c:pt idx="1230">
                  <c:v>1.0942672454712685</c:v>
                </c:pt>
                <c:pt idx="1231">
                  <c:v>1.0942672454712685</c:v>
                </c:pt>
                <c:pt idx="1232">
                  <c:v>1.0942672454712685</c:v>
                </c:pt>
                <c:pt idx="1233">
                  <c:v>1.0942672454712685</c:v>
                </c:pt>
                <c:pt idx="1234">
                  <c:v>1.0942672454712685</c:v>
                </c:pt>
                <c:pt idx="1235">
                  <c:v>1.0942672454712685</c:v>
                </c:pt>
                <c:pt idx="1236">
                  <c:v>1.0942672454712685</c:v>
                </c:pt>
                <c:pt idx="1237">
                  <c:v>1.0942672454712685</c:v>
                </c:pt>
                <c:pt idx="1238">
                  <c:v>1.0942672454712685</c:v>
                </c:pt>
                <c:pt idx="1239">
                  <c:v>1.0942672454712685</c:v>
                </c:pt>
                <c:pt idx="1240">
                  <c:v>1.0942672454712685</c:v>
                </c:pt>
                <c:pt idx="1241">
                  <c:v>1.0942672454712685</c:v>
                </c:pt>
                <c:pt idx="1242">
                  <c:v>1.0942672454712685</c:v>
                </c:pt>
                <c:pt idx="1243">
                  <c:v>1.0942672454712685</c:v>
                </c:pt>
                <c:pt idx="1244">
                  <c:v>1.0942672454712685</c:v>
                </c:pt>
                <c:pt idx="1245">
                  <c:v>1.0942672454712685</c:v>
                </c:pt>
                <c:pt idx="1246">
                  <c:v>1.0942672454712685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369-482A-AABF-3F96793D909E}"/>
            </c:ext>
          </c:extLst>
        </c:ser>
        <c:ser>
          <c:idx val="5"/>
          <c:order val="4"/>
          <c:tx>
            <c:strRef>
              <c:f>'PB ratio'!$G$105</c:f>
              <c:strCache>
                <c:ptCount val="1"/>
                <c:pt idx="0">
                  <c:v>-2SD</c:v>
                </c:pt>
              </c:strCache>
            </c:strRef>
          </c:tx>
          <c:spPr>
            <a:ln w="12700" cap="rnd">
              <a:solidFill>
                <a:srgbClr val="E8E8E8">
                  <a:lumMod val="50000"/>
                </a:srgbClr>
              </a:solidFill>
              <a:round/>
            </a:ln>
            <a:effectLst/>
          </c:spPr>
          <c:marker>
            <c:symbol val="none"/>
          </c:marker>
          <c:cat>
            <c:numRef>
              <c:f>'PB ratio'!$A$106:$A$1353</c:f>
              <c:numCache>
                <c:formatCode>m/d/yyyy</c:formatCode>
                <c:ptCount val="1248"/>
                <c:pt idx="0">
                  <c:v>44349</c:v>
                </c:pt>
                <c:pt idx="1">
                  <c:v>44350</c:v>
                </c:pt>
                <c:pt idx="2">
                  <c:v>44351</c:v>
                </c:pt>
                <c:pt idx="3">
                  <c:v>44354</c:v>
                </c:pt>
                <c:pt idx="4">
                  <c:v>44355</c:v>
                </c:pt>
                <c:pt idx="5">
                  <c:v>44356</c:v>
                </c:pt>
                <c:pt idx="6">
                  <c:v>44357</c:v>
                </c:pt>
                <c:pt idx="7">
                  <c:v>44358</c:v>
                </c:pt>
                <c:pt idx="8">
                  <c:v>44361</c:v>
                </c:pt>
                <c:pt idx="9">
                  <c:v>44362</c:v>
                </c:pt>
                <c:pt idx="10">
                  <c:v>44363</c:v>
                </c:pt>
                <c:pt idx="11">
                  <c:v>44364</c:v>
                </c:pt>
                <c:pt idx="12">
                  <c:v>44365</c:v>
                </c:pt>
                <c:pt idx="13">
                  <c:v>44368</c:v>
                </c:pt>
                <c:pt idx="14">
                  <c:v>44369</c:v>
                </c:pt>
                <c:pt idx="15">
                  <c:v>44370</c:v>
                </c:pt>
                <c:pt idx="16">
                  <c:v>44371</c:v>
                </c:pt>
                <c:pt idx="17">
                  <c:v>44372</c:v>
                </c:pt>
                <c:pt idx="18">
                  <c:v>44375</c:v>
                </c:pt>
                <c:pt idx="19">
                  <c:v>44376</c:v>
                </c:pt>
                <c:pt idx="20">
                  <c:v>44377</c:v>
                </c:pt>
                <c:pt idx="21">
                  <c:v>44378</c:v>
                </c:pt>
                <c:pt idx="22">
                  <c:v>44379</c:v>
                </c:pt>
                <c:pt idx="23">
                  <c:v>44382</c:v>
                </c:pt>
                <c:pt idx="24">
                  <c:v>44383</c:v>
                </c:pt>
                <c:pt idx="25">
                  <c:v>44384</c:v>
                </c:pt>
                <c:pt idx="26">
                  <c:v>44385</c:v>
                </c:pt>
                <c:pt idx="27">
                  <c:v>44386</c:v>
                </c:pt>
                <c:pt idx="28">
                  <c:v>44389</c:v>
                </c:pt>
                <c:pt idx="29">
                  <c:v>44390</c:v>
                </c:pt>
                <c:pt idx="30">
                  <c:v>44391</c:v>
                </c:pt>
                <c:pt idx="31">
                  <c:v>44392</c:v>
                </c:pt>
                <c:pt idx="32">
                  <c:v>44393</c:v>
                </c:pt>
                <c:pt idx="33">
                  <c:v>44396</c:v>
                </c:pt>
                <c:pt idx="34">
                  <c:v>44397</c:v>
                </c:pt>
                <c:pt idx="35">
                  <c:v>44398</c:v>
                </c:pt>
                <c:pt idx="36">
                  <c:v>44399</c:v>
                </c:pt>
                <c:pt idx="37">
                  <c:v>44400</c:v>
                </c:pt>
                <c:pt idx="38">
                  <c:v>44403</c:v>
                </c:pt>
                <c:pt idx="39">
                  <c:v>44404</c:v>
                </c:pt>
                <c:pt idx="40">
                  <c:v>44405</c:v>
                </c:pt>
                <c:pt idx="41">
                  <c:v>44406</c:v>
                </c:pt>
                <c:pt idx="42">
                  <c:v>44407</c:v>
                </c:pt>
                <c:pt idx="43">
                  <c:v>44410</c:v>
                </c:pt>
                <c:pt idx="44">
                  <c:v>44411</c:v>
                </c:pt>
                <c:pt idx="45">
                  <c:v>44412</c:v>
                </c:pt>
                <c:pt idx="46">
                  <c:v>44413</c:v>
                </c:pt>
                <c:pt idx="47">
                  <c:v>44414</c:v>
                </c:pt>
                <c:pt idx="48">
                  <c:v>44417</c:v>
                </c:pt>
                <c:pt idx="49">
                  <c:v>44418</c:v>
                </c:pt>
                <c:pt idx="50">
                  <c:v>44419</c:v>
                </c:pt>
                <c:pt idx="51">
                  <c:v>44420</c:v>
                </c:pt>
                <c:pt idx="52">
                  <c:v>44421</c:v>
                </c:pt>
                <c:pt idx="53">
                  <c:v>44424</c:v>
                </c:pt>
                <c:pt idx="54">
                  <c:v>44425</c:v>
                </c:pt>
                <c:pt idx="55">
                  <c:v>44426</c:v>
                </c:pt>
                <c:pt idx="56">
                  <c:v>44427</c:v>
                </c:pt>
                <c:pt idx="57">
                  <c:v>44428</c:v>
                </c:pt>
                <c:pt idx="58">
                  <c:v>44431</c:v>
                </c:pt>
                <c:pt idx="59">
                  <c:v>44432</c:v>
                </c:pt>
                <c:pt idx="60">
                  <c:v>44433</c:v>
                </c:pt>
                <c:pt idx="61">
                  <c:v>44434</c:v>
                </c:pt>
                <c:pt idx="62">
                  <c:v>44435</c:v>
                </c:pt>
                <c:pt idx="63">
                  <c:v>44438</c:v>
                </c:pt>
                <c:pt idx="64">
                  <c:v>44439</c:v>
                </c:pt>
                <c:pt idx="65">
                  <c:v>44440</c:v>
                </c:pt>
                <c:pt idx="66">
                  <c:v>44445</c:v>
                </c:pt>
                <c:pt idx="67">
                  <c:v>44446</c:v>
                </c:pt>
                <c:pt idx="68">
                  <c:v>44447</c:v>
                </c:pt>
                <c:pt idx="69">
                  <c:v>44448</c:v>
                </c:pt>
                <c:pt idx="70">
                  <c:v>44449</c:v>
                </c:pt>
                <c:pt idx="71">
                  <c:v>44452</c:v>
                </c:pt>
                <c:pt idx="72">
                  <c:v>44453</c:v>
                </c:pt>
                <c:pt idx="73">
                  <c:v>44454</c:v>
                </c:pt>
                <c:pt idx="74">
                  <c:v>44455</c:v>
                </c:pt>
                <c:pt idx="75">
                  <c:v>44456</c:v>
                </c:pt>
                <c:pt idx="76">
                  <c:v>44459</c:v>
                </c:pt>
                <c:pt idx="77">
                  <c:v>44460</c:v>
                </c:pt>
                <c:pt idx="78">
                  <c:v>44461</c:v>
                </c:pt>
                <c:pt idx="79">
                  <c:v>44462</c:v>
                </c:pt>
                <c:pt idx="80">
                  <c:v>44463</c:v>
                </c:pt>
                <c:pt idx="81">
                  <c:v>44466</c:v>
                </c:pt>
                <c:pt idx="82">
                  <c:v>44467</c:v>
                </c:pt>
                <c:pt idx="83">
                  <c:v>44468</c:v>
                </c:pt>
                <c:pt idx="84">
                  <c:v>44469</c:v>
                </c:pt>
                <c:pt idx="85">
                  <c:v>44470</c:v>
                </c:pt>
                <c:pt idx="86">
                  <c:v>44473</c:v>
                </c:pt>
                <c:pt idx="87">
                  <c:v>44474</c:v>
                </c:pt>
                <c:pt idx="88">
                  <c:v>44475</c:v>
                </c:pt>
                <c:pt idx="89">
                  <c:v>44476</c:v>
                </c:pt>
                <c:pt idx="90">
                  <c:v>44477</c:v>
                </c:pt>
                <c:pt idx="91">
                  <c:v>44480</c:v>
                </c:pt>
                <c:pt idx="92">
                  <c:v>44481</c:v>
                </c:pt>
                <c:pt idx="93">
                  <c:v>44482</c:v>
                </c:pt>
                <c:pt idx="94">
                  <c:v>44483</c:v>
                </c:pt>
                <c:pt idx="95">
                  <c:v>44484</c:v>
                </c:pt>
                <c:pt idx="96">
                  <c:v>44487</c:v>
                </c:pt>
                <c:pt idx="97">
                  <c:v>44488</c:v>
                </c:pt>
                <c:pt idx="98">
                  <c:v>44489</c:v>
                </c:pt>
                <c:pt idx="99">
                  <c:v>44490</c:v>
                </c:pt>
                <c:pt idx="100">
                  <c:v>44491</c:v>
                </c:pt>
                <c:pt idx="101">
                  <c:v>44494</c:v>
                </c:pt>
                <c:pt idx="102">
                  <c:v>44495</c:v>
                </c:pt>
                <c:pt idx="103">
                  <c:v>44496</c:v>
                </c:pt>
                <c:pt idx="104">
                  <c:v>44497</c:v>
                </c:pt>
                <c:pt idx="105">
                  <c:v>44498</c:v>
                </c:pt>
                <c:pt idx="106">
                  <c:v>44501</c:v>
                </c:pt>
                <c:pt idx="107">
                  <c:v>44502</c:v>
                </c:pt>
                <c:pt idx="108">
                  <c:v>44503</c:v>
                </c:pt>
                <c:pt idx="109">
                  <c:v>44504</c:v>
                </c:pt>
                <c:pt idx="110">
                  <c:v>44505</c:v>
                </c:pt>
                <c:pt idx="111">
                  <c:v>44508</c:v>
                </c:pt>
                <c:pt idx="112">
                  <c:v>44509</c:v>
                </c:pt>
                <c:pt idx="113">
                  <c:v>44510</c:v>
                </c:pt>
                <c:pt idx="114">
                  <c:v>44511</c:v>
                </c:pt>
                <c:pt idx="115">
                  <c:v>44512</c:v>
                </c:pt>
                <c:pt idx="116">
                  <c:v>44515</c:v>
                </c:pt>
                <c:pt idx="117">
                  <c:v>44516</c:v>
                </c:pt>
                <c:pt idx="118">
                  <c:v>44517</c:v>
                </c:pt>
                <c:pt idx="119">
                  <c:v>44518</c:v>
                </c:pt>
                <c:pt idx="120">
                  <c:v>44519</c:v>
                </c:pt>
                <c:pt idx="121">
                  <c:v>44522</c:v>
                </c:pt>
                <c:pt idx="122">
                  <c:v>44523</c:v>
                </c:pt>
                <c:pt idx="123">
                  <c:v>44524</c:v>
                </c:pt>
                <c:pt idx="124">
                  <c:v>44525</c:v>
                </c:pt>
                <c:pt idx="125">
                  <c:v>44526</c:v>
                </c:pt>
                <c:pt idx="126">
                  <c:v>44529</c:v>
                </c:pt>
                <c:pt idx="127">
                  <c:v>44530</c:v>
                </c:pt>
                <c:pt idx="128">
                  <c:v>44531</c:v>
                </c:pt>
                <c:pt idx="129">
                  <c:v>44532</c:v>
                </c:pt>
                <c:pt idx="130">
                  <c:v>44533</c:v>
                </c:pt>
                <c:pt idx="131">
                  <c:v>44536</c:v>
                </c:pt>
                <c:pt idx="132">
                  <c:v>44537</c:v>
                </c:pt>
                <c:pt idx="133">
                  <c:v>44538</c:v>
                </c:pt>
                <c:pt idx="134">
                  <c:v>44539</c:v>
                </c:pt>
                <c:pt idx="135">
                  <c:v>44540</c:v>
                </c:pt>
                <c:pt idx="136">
                  <c:v>44543</c:v>
                </c:pt>
                <c:pt idx="137">
                  <c:v>44544</c:v>
                </c:pt>
                <c:pt idx="138">
                  <c:v>44545</c:v>
                </c:pt>
                <c:pt idx="139">
                  <c:v>44546</c:v>
                </c:pt>
                <c:pt idx="140">
                  <c:v>44547</c:v>
                </c:pt>
                <c:pt idx="141">
                  <c:v>44550</c:v>
                </c:pt>
                <c:pt idx="142">
                  <c:v>44551</c:v>
                </c:pt>
                <c:pt idx="143">
                  <c:v>44552</c:v>
                </c:pt>
                <c:pt idx="144">
                  <c:v>44553</c:v>
                </c:pt>
                <c:pt idx="145">
                  <c:v>44554</c:v>
                </c:pt>
                <c:pt idx="146">
                  <c:v>44557</c:v>
                </c:pt>
                <c:pt idx="147">
                  <c:v>44558</c:v>
                </c:pt>
                <c:pt idx="148">
                  <c:v>44559</c:v>
                </c:pt>
                <c:pt idx="149">
                  <c:v>44560</c:v>
                </c:pt>
                <c:pt idx="150">
                  <c:v>44561</c:v>
                </c:pt>
                <c:pt idx="151">
                  <c:v>44565</c:v>
                </c:pt>
                <c:pt idx="152">
                  <c:v>44566</c:v>
                </c:pt>
                <c:pt idx="153">
                  <c:v>44567</c:v>
                </c:pt>
                <c:pt idx="154">
                  <c:v>44568</c:v>
                </c:pt>
                <c:pt idx="155">
                  <c:v>44571</c:v>
                </c:pt>
                <c:pt idx="156">
                  <c:v>44572</c:v>
                </c:pt>
                <c:pt idx="157">
                  <c:v>44573</c:v>
                </c:pt>
                <c:pt idx="158">
                  <c:v>44574</c:v>
                </c:pt>
                <c:pt idx="159">
                  <c:v>44575</c:v>
                </c:pt>
                <c:pt idx="160">
                  <c:v>44578</c:v>
                </c:pt>
                <c:pt idx="161">
                  <c:v>44579</c:v>
                </c:pt>
                <c:pt idx="162">
                  <c:v>44580</c:v>
                </c:pt>
                <c:pt idx="163">
                  <c:v>44581</c:v>
                </c:pt>
                <c:pt idx="164">
                  <c:v>44582</c:v>
                </c:pt>
                <c:pt idx="165">
                  <c:v>44585</c:v>
                </c:pt>
                <c:pt idx="166">
                  <c:v>44586</c:v>
                </c:pt>
                <c:pt idx="167">
                  <c:v>44587</c:v>
                </c:pt>
                <c:pt idx="168">
                  <c:v>44588</c:v>
                </c:pt>
                <c:pt idx="169">
                  <c:v>44589</c:v>
                </c:pt>
                <c:pt idx="170">
                  <c:v>44599</c:v>
                </c:pt>
                <c:pt idx="171">
                  <c:v>44600</c:v>
                </c:pt>
                <c:pt idx="172">
                  <c:v>44601</c:v>
                </c:pt>
                <c:pt idx="173">
                  <c:v>44602</c:v>
                </c:pt>
                <c:pt idx="174">
                  <c:v>44603</c:v>
                </c:pt>
                <c:pt idx="175">
                  <c:v>44606</c:v>
                </c:pt>
                <c:pt idx="176">
                  <c:v>44607</c:v>
                </c:pt>
                <c:pt idx="177">
                  <c:v>44608</c:v>
                </c:pt>
                <c:pt idx="178">
                  <c:v>44609</c:v>
                </c:pt>
                <c:pt idx="179">
                  <c:v>44610</c:v>
                </c:pt>
                <c:pt idx="180">
                  <c:v>44613</c:v>
                </c:pt>
                <c:pt idx="181">
                  <c:v>44614</c:v>
                </c:pt>
                <c:pt idx="182">
                  <c:v>44615</c:v>
                </c:pt>
                <c:pt idx="183">
                  <c:v>44616</c:v>
                </c:pt>
                <c:pt idx="184">
                  <c:v>44617</c:v>
                </c:pt>
                <c:pt idx="185">
                  <c:v>44620</c:v>
                </c:pt>
                <c:pt idx="186">
                  <c:v>44621</c:v>
                </c:pt>
                <c:pt idx="187">
                  <c:v>44622</c:v>
                </c:pt>
                <c:pt idx="188">
                  <c:v>44623</c:v>
                </c:pt>
                <c:pt idx="189">
                  <c:v>44624</c:v>
                </c:pt>
                <c:pt idx="190">
                  <c:v>44627</c:v>
                </c:pt>
                <c:pt idx="191">
                  <c:v>44628</c:v>
                </c:pt>
                <c:pt idx="192">
                  <c:v>44629</c:v>
                </c:pt>
                <c:pt idx="193">
                  <c:v>44630</c:v>
                </c:pt>
                <c:pt idx="194">
                  <c:v>44631</c:v>
                </c:pt>
                <c:pt idx="195">
                  <c:v>44634</c:v>
                </c:pt>
                <c:pt idx="196">
                  <c:v>44635</c:v>
                </c:pt>
                <c:pt idx="197">
                  <c:v>44636</c:v>
                </c:pt>
                <c:pt idx="198">
                  <c:v>44637</c:v>
                </c:pt>
                <c:pt idx="199">
                  <c:v>44638</c:v>
                </c:pt>
                <c:pt idx="200">
                  <c:v>44641</c:v>
                </c:pt>
                <c:pt idx="201">
                  <c:v>44642</c:v>
                </c:pt>
                <c:pt idx="202">
                  <c:v>44643</c:v>
                </c:pt>
                <c:pt idx="203">
                  <c:v>44644</c:v>
                </c:pt>
                <c:pt idx="204">
                  <c:v>44645</c:v>
                </c:pt>
                <c:pt idx="205">
                  <c:v>44648</c:v>
                </c:pt>
                <c:pt idx="206">
                  <c:v>44649</c:v>
                </c:pt>
                <c:pt idx="207">
                  <c:v>44650</c:v>
                </c:pt>
                <c:pt idx="208">
                  <c:v>44651</c:v>
                </c:pt>
                <c:pt idx="209">
                  <c:v>44652</c:v>
                </c:pt>
                <c:pt idx="210">
                  <c:v>44655</c:v>
                </c:pt>
                <c:pt idx="211">
                  <c:v>44656</c:v>
                </c:pt>
                <c:pt idx="212">
                  <c:v>44657</c:v>
                </c:pt>
                <c:pt idx="213">
                  <c:v>44658</c:v>
                </c:pt>
                <c:pt idx="214">
                  <c:v>44659</c:v>
                </c:pt>
                <c:pt idx="215">
                  <c:v>44663</c:v>
                </c:pt>
                <c:pt idx="216">
                  <c:v>44664</c:v>
                </c:pt>
                <c:pt idx="217">
                  <c:v>44665</c:v>
                </c:pt>
                <c:pt idx="218">
                  <c:v>44666</c:v>
                </c:pt>
                <c:pt idx="219">
                  <c:v>44669</c:v>
                </c:pt>
                <c:pt idx="220">
                  <c:v>44670</c:v>
                </c:pt>
                <c:pt idx="221">
                  <c:v>44671</c:v>
                </c:pt>
                <c:pt idx="222">
                  <c:v>44672</c:v>
                </c:pt>
                <c:pt idx="223">
                  <c:v>44673</c:v>
                </c:pt>
                <c:pt idx="224">
                  <c:v>44676</c:v>
                </c:pt>
                <c:pt idx="225">
                  <c:v>44677</c:v>
                </c:pt>
                <c:pt idx="226">
                  <c:v>44678</c:v>
                </c:pt>
                <c:pt idx="227">
                  <c:v>44679</c:v>
                </c:pt>
                <c:pt idx="228">
                  <c:v>44680</c:v>
                </c:pt>
                <c:pt idx="229">
                  <c:v>44685</c:v>
                </c:pt>
                <c:pt idx="230">
                  <c:v>44686</c:v>
                </c:pt>
                <c:pt idx="231">
                  <c:v>44687</c:v>
                </c:pt>
                <c:pt idx="232">
                  <c:v>44690</c:v>
                </c:pt>
                <c:pt idx="233">
                  <c:v>44691</c:v>
                </c:pt>
                <c:pt idx="234">
                  <c:v>44692</c:v>
                </c:pt>
                <c:pt idx="235">
                  <c:v>44693</c:v>
                </c:pt>
                <c:pt idx="236">
                  <c:v>44694</c:v>
                </c:pt>
                <c:pt idx="237">
                  <c:v>44697</c:v>
                </c:pt>
                <c:pt idx="238">
                  <c:v>44698</c:v>
                </c:pt>
                <c:pt idx="239">
                  <c:v>44699</c:v>
                </c:pt>
                <c:pt idx="240">
                  <c:v>44700</c:v>
                </c:pt>
                <c:pt idx="241">
                  <c:v>44701</c:v>
                </c:pt>
                <c:pt idx="242">
                  <c:v>44704</c:v>
                </c:pt>
                <c:pt idx="243">
                  <c:v>44705</c:v>
                </c:pt>
                <c:pt idx="244">
                  <c:v>44706</c:v>
                </c:pt>
                <c:pt idx="245">
                  <c:v>44707</c:v>
                </c:pt>
                <c:pt idx="246">
                  <c:v>44708</c:v>
                </c:pt>
                <c:pt idx="247">
                  <c:v>44711</c:v>
                </c:pt>
                <c:pt idx="248">
                  <c:v>44712</c:v>
                </c:pt>
                <c:pt idx="249">
                  <c:v>44713</c:v>
                </c:pt>
                <c:pt idx="250">
                  <c:v>44714</c:v>
                </c:pt>
                <c:pt idx="251">
                  <c:v>44715</c:v>
                </c:pt>
                <c:pt idx="252">
                  <c:v>44718</c:v>
                </c:pt>
                <c:pt idx="253">
                  <c:v>44719</c:v>
                </c:pt>
                <c:pt idx="254">
                  <c:v>44720</c:v>
                </c:pt>
                <c:pt idx="255">
                  <c:v>44721</c:v>
                </c:pt>
                <c:pt idx="256">
                  <c:v>44722</c:v>
                </c:pt>
                <c:pt idx="257">
                  <c:v>44725</c:v>
                </c:pt>
                <c:pt idx="258">
                  <c:v>44726</c:v>
                </c:pt>
                <c:pt idx="259">
                  <c:v>44727</c:v>
                </c:pt>
                <c:pt idx="260">
                  <c:v>44728</c:v>
                </c:pt>
                <c:pt idx="261">
                  <c:v>44729</c:v>
                </c:pt>
                <c:pt idx="262">
                  <c:v>44732</c:v>
                </c:pt>
                <c:pt idx="263">
                  <c:v>44733</c:v>
                </c:pt>
                <c:pt idx="264">
                  <c:v>44734</c:v>
                </c:pt>
                <c:pt idx="265">
                  <c:v>44735</c:v>
                </c:pt>
                <c:pt idx="266">
                  <c:v>44736</c:v>
                </c:pt>
                <c:pt idx="267">
                  <c:v>44739</c:v>
                </c:pt>
                <c:pt idx="268">
                  <c:v>44740</c:v>
                </c:pt>
                <c:pt idx="269">
                  <c:v>44741</c:v>
                </c:pt>
                <c:pt idx="270">
                  <c:v>44742</c:v>
                </c:pt>
                <c:pt idx="271">
                  <c:v>44743</c:v>
                </c:pt>
                <c:pt idx="272">
                  <c:v>44746</c:v>
                </c:pt>
                <c:pt idx="273">
                  <c:v>44747</c:v>
                </c:pt>
                <c:pt idx="274">
                  <c:v>44748</c:v>
                </c:pt>
                <c:pt idx="275">
                  <c:v>44749</c:v>
                </c:pt>
                <c:pt idx="276">
                  <c:v>44750</c:v>
                </c:pt>
                <c:pt idx="277">
                  <c:v>44753</c:v>
                </c:pt>
                <c:pt idx="278">
                  <c:v>44754</c:v>
                </c:pt>
                <c:pt idx="279">
                  <c:v>44755</c:v>
                </c:pt>
                <c:pt idx="280">
                  <c:v>44756</c:v>
                </c:pt>
                <c:pt idx="281">
                  <c:v>44757</c:v>
                </c:pt>
                <c:pt idx="282">
                  <c:v>44760</c:v>
                </c:pt>
                <c:pt idx="283">
                  <c:v>44761</c:v>
                </c:pt>
                <c:pt idx="284">
                  <c:v>44762</c:v>
                </c:pt>
                <c:pt idx="285">
                  <c:v>44763</c:v>
                </c:pt>
                <c:pt idx="286">
                  <c:v>44764</c:v>
                </c:pt>
                <c:pt idx="287">
                  <c:v>44767</c:v>
                </c:pt>
                <c:pt idx="288">
                  <c:v>44768</c:v>
                </c:pt>
                <c:pt idx="289">
                  <c:v>44769</c:v>
                </c:pt>
                <c:pt idx="290">
                  <c:v>44770</c:v>
                </c:pt>
                <c:pt idx="291">
                  <c:v>44771</c:v>
                </c:pt>
                <c:pt idx="292">
                  <c:v>44774</c:v>
                </c:pt>
                <c:pt idx="293">
                  <c:v>44775</c:v>
                </c:pt>
                <c:pt idx="294">
                  <c:v>44776</c:v>
                </c:pt>
                <c:pt idx="295">
                  <c:v>44777</c:v>
                </c:pt>
                <c:pt idx="296">
                  <c:v>44778</c:v>
                </c:pt>
                <c:pt idx="297">
                  <c:v>44781</c:v>
                </c:pt>
                <c:pt idx="298">
                  <c:v>44782</c:v>
                </c:pt>
                <c:pt idx="299">
                  <c:v>44783</c:v>
                </c:pt>
                <c:pt idx="300">
                  <c:v>44784</c:v>
                </c:pt>
                <c:pt idx="301">
                  <c:v>44785</c:v>
                </c:pt>
                <c:pt idx="302">
                  <c:v>44788</c:v>
                </c:pt>
                <c:pt idx="303">
                  <c:v>44789</c:v>
                </c:pt>
                <c:pt idx="304">
                  <c:v>44790</c:v>
                </c:pt>
                <c:pt idx="305">
                  <c:v>44791</c:v>
                </c:pt>
                <c:pt idx="306">
                  <c:v>44792</c:v>
                </c:pt>
                <c:pt idx="307">
                  <c:v>44795</c:v>
                </c:pt>
                <c:pt idx="308">
                  <c:v>44796</c:v>
                </c:pt>
                <c:pt idx="309">
                  <c:v>44797</c:v>
                </c:pt>
                <c:pt idx="310">
                  <c:v>44798</c:v>
                </c:pt>
                <c:pt idx="311">
                  <c:v>44799</c:v>
                </c:pt>
                <c:pt idx="312">
                  <c:v>44802</c:v>
                </c:pt>
                <c:pt idx="313">
                  <c:v>44803</c:v>
                </c:pt>
                <c:pt idx="314">
                  <c:v>44804</c:v>
                </c:pt>
                <c:pt idx="315">
                  <c:v>44809</c:v>
                </c:pt>
                <c:pt idx="316">
                  <c:v>44810</c:v>
                </c:pt>
                <c:pt idx="317">
                  <c:v>44811</c:v>
                </c:pt>
                <c:pt idx="318">
                  <c:v>44812</c:v>
                </c:pt>
                <c:pt idx="319">
                  <c:v>44813</c:v>
                </c:pt>
                <c:pt idx="320">
                  <c:v>44816</c:v>
                </c:pt>
                <c:pt idx="321">
                  <c:v>44817</c:v>
                </c:pt>
                <c:pt idx="322">
                  <c:v>44818</c:v>
                </c:pt>
                <c:pt idx="323">
                  <c:v>44819</c:v>
                </c:pt>
                <c:pt idx="324">
                  <c:v>44820</c:v>
                </c:pt>
                <c:pt idx="325">
                  <c:v>44823</c:v>
                </c:pt>
                <c:pt idx="326">
                  <c:v>44824</c:v>
                </c:pt>
                <c:pt idx="327">
                  <c:v>44825</c:v>
                </c:pt>
                <c:pt idx="328">
                  <c:v>44826</c:v>
                </c:pt>
                <c:pt idx="329">
                  <c:v>44827</c:v>
                </c:pt>
                <c:pt idx="330">
                  <c:v>44830</c:v>
                </c:pt>
                <c:pt idx="331">
                  <c:v>44831</c:v>
                </c:pt>
                <c:pt idx="332">
                  <c:v>44832</c:v>
                </c:pt>
                <c:pt idx="333">
                  <c:v>44833</c:v>
                </c:pt>
                <c:pt idx="334">
                  <c:v>44834</c:v>
                </c:pt>
                <c:pt idx="335">
                  <c:v>44837</c:v>
                </c:pt>
                <c:pt idx="336">
                  <c:v>44838</c:v>
                </c:pt>
                <c:pt idx="337">
                  <c:v>44839</c:v>
                </c:pt>
                <c:pt idx="338">
                  <c:v>44840</c:v>
                </c:pt>
                <c:pt idx="339">
                  <c:v>44841</c:v>
                </c:pt>
                <c:pt idx="340">
                  <c:v>44844</c:v>
                </c:pt>
                <c:pt idx="341">
                  <c:v>44845</c:v>
                </c:pt>
                <c:pt idx="342">
                  <c:v>44846</c:v>
                </c:pt>
                <c:pt idx="343">
                  <c:v>44847</c:v>
                </c:pt>
                <c:pt idx="344">
                  <c:v>44848</c:v>
                </c:pt>
                <c:pt idx="345">
                  <c:v>44851</c:v>
                </c:pt>
                <c:pt idx="346">
                  <c:v>44852</c:v>
                </c:pt>
                <c:pt idx="347">
                  <c:v>44853</c:v>
                </c:pt>
                <c:pt idx="348">
                  <c:v>44854</c:v>
                </c:pt>
                <c:pt idx="349">
                  <c:v>44855</c:v>
                </c:pt>
                <c:pt idx="350">
                  <c:v>44858</c:v>
                </c:pt>
                <c:pt idx="351">
                  <c:v>44859</c:v>
                </c:pt>
                <c:pt idx="352">
                  <c:v>44860</c:v>
                </c:pt>
                <c:pt idx="353">
                  <c:v>44861</c:v>
                </c:pt>
                <c:pt idx="354">
                  <c:v>44862</c:v>
                </c:pt>
                <c:pt idx="355">
                  <c:v>44865</c:v>
                </c:pt>
                <c:pt idx="356">
                  <c:v>44866</c:v>
                </c:pt>
                <c:pt idx="357">
                  <c:v>44867</c:v>
                </c:pt>
                <c:pt idx="358">
                  <c:v>44868</c:v>
                </c:pt>
                <c:pt idx="359">
                  <c:v>44869</c:v>
                </c:pt>
                <c:pt idx="360">
                  <c:v>44872</c:v>
                </c:pt>
                <c:pt idx="361">
                  <c:v>44873</c:v>
                </c:pt>
                <c:pt idx="362">
                  <c:v>44874</c:v>
                </c:pt>
                <c:pt idx="363">
                  <c:v>44875</c:v>
                </c:pt>
                <c:pt idx="364">
                  <c:v>44876</c:v>
                </c:pt>
                <c:pt idx="365">
                  <c:v>44879</c:v>
                </c:pt>
                <c:pt idx="366">
                  <c:v>44880</c:v>
                </c:pt>
                <c:pt idx="367">
                  <c:v>44881</c:v>
                </c:pt>
                <c:pt idx="368">
                  <c:v>44882</c:v>
                </c:pt>
                <c:pt idx="369">
                  <c:v>44883</c:v>
                </c:pt>
                <c:pt idx="370">
                  <c:v>44886</c:v>
                </c:pt>
                <c:pt idx="371">
                  <c:v>44887</c:v>
                </c:pt>
                <c:pt idx="372">
                  <c:v>44888</c:v>
                </c:pt>
                <c:pt idx="373">
                  <c:v>44889</c:v>
                </c:pt>
                <c:pt idx="374">
                  <c:v>44890</c:v>
                </c:pt>
                <c:pt idx="375">
                  <c:v>44893</c:v>
                </c:pt>
                <c:pt idx="376">
                  <c:v>44894</c:v>
                </c:pt>
                <c:pt idx="377">
                  <c:v>44895</c:v>
                </c:pt>
                <c:pt idx="378">
                  <c:v>44896</c:v>
                </c:pt>
                <c:pt idx="379">
                  <c:v>44897</c:v>
                </c:pt>
                <c:pt idx="380">
                  <c:v>44900</c:v>
                </c:pt>
                <c:pt idx="381">
                  <c:v>44901</c:v>
                </c:pt>
                <c:pt idx="382">
                  <c:v>44902</c:v>
                </c:pt>
                <c:pt idx="383">
                  <c:v>44903</c:v>
                </c:pt>
                <c:pt idx="384">
                  <c:v>44904</c:v>
                </c:pt>
                <c:pt idx="385">
                  <c:v>44907</c:v>
                </c:pt>
                <c:pt idx="386">
                  <c:v>44908</c:v>
                </c:pt>
                <c:pt idx="387">
                  <c:v>44909</c:v>
                </c:pt>
                <c:pt idx="388">
                  <c:v>44910</c:v>
                </c:pt>
                <c:pt idx="389">
                  <c:v>44911</c:v>
                </c:pt>
                <c:pt idx="390">
                  <c:v>44914</c:v>
                </c:pt>
                <c:pt idx="391">
                  <c:v>44915</c:v>
                </c:pt>
                <c:pt idx="392">
                  <c:v>44916</c:v>
                </c:pt>
                <c:pt idx="393">
                  <c:v>44917</c:v>
                </c:pt>
                <c:pt idx="394">
                  <c:v>44918</c:v>
                </c:pt>
                <c:pt idx="395">
                  <c:v>44921</c:v>
                </c:pt>
                <c:pt idx="396">
                  <c:v>44922</c:v>
                </c:pt>
                <c:pt idx="397">
                  <c:v>44923</c:v>
                </c:pt>
                <c:pt idx="398">
                  <c:v>44924</c:v>
                </c:pt>
                <c:pt idx="399">
                  <c:v>44925</c:v>
                </c:pt>
                <c:pt idx="400">
                  <c:v>44929</c:v>
                </c:pt>
                <c:pt idx="401">
                  <c:v>44930</c:v>
                </c:pt>
                <c:pt idx="402">
                  <c:v>44931</c:v>
                </c:pt>
                <c:pt idx="403">
                  <c:v>44932</c:v>
                </c:pt>
                <c:pt idx="404">
                  <c:v>44935</c:v>
                </c:pt>
                <c:pt idx="405">
                  <c:v>44936</c:v>
                </c:pt>
                <c:pt idx="406">
                  <c:v>44937</c:v>
                </c:pt>
                <c:pt idx="407">
                  <c:v>44938</c:v>
                </c:pt>
                <c:pt idx="408">
                  <c:v>44939</c:v>
                </c:pt>
                <c:pt idx="409">
                  <c:v>44942</c:v>
                </c:pt>
                <c:pt idx="410">
                  <c:v>44943</c:v>
                </c:pt>
                <c:pt idx="411">
                  <c:v>44944</c:v>
                </c:pt>
                <c:pt idx="412">
                  <c:v>44945</c:v>
                </c:pt>
                <c:pt idx="413">
                  <c:v>44953</c:v>
                </c:pt>
                <c:pt idx="414">
                  <c:v>44956</c:v>
                </c:pt>
                <c:pt idx="415">
                  <c:v>44957</c:v>
                </c:pt>
                <c:pt idx="416">
                  <c:v>44958</c:v>
                </c:pt>
                <c:pt idx="417">
                  <c:v>44959</c:v>
                </c:pt>
                <c:pt idx="418">
                  <c:v>44960</c:v>
                </c:pt>
                <c:pt idx="419">
                  <c:v>44963</c:v>
                </c:pt>
                <c:pt idx="420">
                  <c:v>44964</c:v>
                </c:pt>
                <c:pt idx="421">
                  <c:v>44965</c:v>
                </c:pt>
                <c:pt idx="422">
                  <c:v>44966</c:v>
                </c:pt>
                <c:pt idx="423">
                  <c:v>44967</c:v>
                </c:pt>
                <c:pt idx="424">
                  <c:v>44970</c:v>
                </c:pt>
                <c:pt idx="425">
                  <c:v>44971</c:v>
                </c:pt>
                <c:pt idx="426">
                  <c:v>44972</c:v>
                </c:pt>
                <c:pt idx="427">
                  <c:v>44973</c:v>
                </c:pt>
                <c:pt idx="428">
                  <c:v>44974</c:v>
                </c:pt>
                <c:pt idx="429">
                  <c:v>44977</c:v>
                </c:pt>
                <c:pt idx="430">
                  <c:v>44978</c:v>
                </c:pt>
                <c:pt idx="431">
                  <c:v>44979</c:v>
                </c:pt>
                <c:pt idx="432">
                  <c:v>44980</c:v>
                </c:pt>
                <c:pt idx="433">
                  <c:v>44981</c:v>
                </c:pt>
                <c:pt idx="434">
                  <c:v>44984</c:v>
                </c:pt>
                <c:pt idx="435">
                  <c:v>44985</c:v>
                </c:pt>
                <c:pt idx="436">
                  <c:v>44986</c:v>
                </c:pt>
                <c:pt idx="437">
                  <c:v>44987</c:v>
                </c:pt>
                <c:pt idx="438">
                  <c:v>44988</c:v>
                </c:pt>
                <c:pt idx="439">
                  <c:v>44991</c:v>
                </c:pt>
                <c:pt idx="440">
                  <c:v>44992</c:v>
                </c:pt>
                <c:pt idx="441">
                  <c:v>44993</c:v>
                </c:pt>
                <c:pt idx="442">
                  <c:v>44994</c:v>
                </c:pt>
                <c:pt idx="443">
                  <c:v>44995</c:v>
                </c:pt>
                <c:pt idx="444">
                  <c:v>44998</c:v>
                </c:pt>
                <c:pt idx="445">
                  <c:v>44999</c:v>
                </c:pt>
                <c:pt idx="446">
                  <c:v>45000</c:v>
                </c:pt>
                <c:pt idx="447">
                  <c:v>45001</c:v>
                </c:pt>
                <c:pt idx="448">
                  <c:v>45002</c:v>
                </c:pt>
                <c:pt idx="449">
                  <c:v>45005</c:v>
                </c:pt>
                <c:pt idx="450">
                  <c:v>45006</c:v>
                </c:pt>
                <c:pt idx="451">
                  <c:v>45007</c:v>
                </c:pt>
                <c:pt idx="452">
                  <c:v>45008</c:v>
                </c:pt>
                <c:pt idx="453">
                  <c:v>45009</c:v>
                </c:pt>
                <c:pt idx="454">
                  <c:v>45012</c:v>
                </c:pt>
                <c:pt idx="455">
                  <c:v>45013</c:v>
                </c:pt>
                <c:pt idx="456">
                  <c:v>45014</c:v>
                </c:pt>
                <c:pt idx="457">
                  <c:v>45015</c:v>
                </c:pt>
                <c:pt idx="458">
                  <c:v>45016</c:v>
                </c:pt>
                <c:pt idx="459">
                  <c:v>45019</c:v>
                </c:pt>
                <c:pt idx="460">
                  <c:v>45020</c:v>
                </c:pt>
                <c:pt idx="461">
                  <c:v>45021</c:v>
                </c:pt>
                <c:pt idx="462">
                  <c:v>45022</c:v>
                </c:pt>
                <c:pt idx="463">
                  <c:v>45023</c:v>
                </c:pt>
                <c:pt idx="464">
                  <c:v>45026</c:v>
                </c:pt>
                <c:pt idx="465">
                  <c:v>45027</c:v>
                </c:pt>
                <c:pt idx="466">
                  <c:v>45028</c:v>
                </c:pt>
                <c:pt idx="467">
                  <c:v>45029</c:v>
                </c:pt>
                <c:pt idx="468">
                  <c:v>45030</c:v>
                </c:pt>
                <c:pt idx="469">
                  <c:v>45033</c:v>
                </c:pt>
                <c:pt idx="470">
                  <c:v>45034</c:v>
                </c:pt>
                <c:pt idx="471">
                  <c:v>45035</c:v>
                </c:pt>
                <c:pt idx="472">
                  <c:v>45036</c:v>
                </c:pt>
                <c:pt idx="473">
                  <c:v>45037</c:v>
                </c:pt>
                <c:pt idx="474">
                  <c:v>45040</c:v>
                </c:pt>
                <c:pt idx="475">
                  <c:v>45041</c:v>
                </c:pt>
                <c:pt idx="476">
                  <c:v>45042</c:v>
                </c:pt>
                <c:pt idx="477">
                  <c:v>45043</c:v>
                </c:pt>
                <c:pt idx="478">
                  <c:v>45044</c:v>
                </c:pt>
                <c:pt idx="479">
                  <c:v>45050</c:v>
                </c:pt>
                <c:pt idx="480">
                  <c:v>45051</c:v>
                </c:pt>
                <c:pt idx="481">
                  <c:v>45054</c:v>
                </c:pt>
                <c:pt idx="482">
                  <c:v>45055</c:v>
                </c:pt>
                <c:pt idx="483">
                  <c:v>45056</c:v>
                </c:pt>
                <c:pt idx="484">
                  <c:v>45057</c:v>
                </c:pt>
                <c:pt idx="485">
                  <c:v>45058</c:v>
                </c:pt>
                <c:pt idx="486">
                  <c:v>45061</c:v>
                </c:pt>
                <c:pt idx="487">
                  <c:v>45062</c:v>
                </c:pt>
                <c:pt idx="488">
                  <c:v>45063</c:v>
                </c:pt>
                <c:pt idx="489">
                  <c:v>45064</c:v>
                </c:pt>
                <c:pt idx="490">
                  <c:v>45065</c:v>
                </c:pt>
                <c:pt idx="491">
                  <c:v>45068</c:v>
                </c:pt>
                <c:pt idx="492">
                  <c:v>45069</c:v>
                </c:pt>
                <c:pt idx="493">
                  <c:v>45070</c:v>
                </c:pt>
                <c:pt idx="494">
                  <c:v>45071</c:v>
                </c:pt>
                <c:pt idx="495">
                  <c:v>45072</c:v>
                </c:pt>
                <c:pt idx="496">
                  <c:v>45075</c:v>
                </c:pt>
                <c:pt idx="497">
                  <c:v>45076</c:v>
                </c:pt>
                <c:pt idx="498">
                  <c:v>45077</c:v>
                </c:pt>
                <c:pt idx="499">
                  <c:v>45078</c:v>
                </c:pt>
                <c:pt idx="500">
                  <c:v>45079</c:v>
                </c:pt>
                <c:pt idx="501">
                  <c:v>45082</c:v>
                </c:pt>
                <c:pt idx="502">
                  <c:v>45083</c:v>
                </c:pt>
                <c:pt idx="503">
                  <c:v>45084</c:v>
                </c:pt>
                <c:pt idx="504">
                  <c:v>45085</c:v>
                </c:pt>
                <c:pt idx="505">
                  <c:v>45086</c:v>
                </c:pt>
                <c:pt idx="506">
                  <c:v>45089</c:v>
                </c:pt>
                <c:pt idx="507">
                  <c:v>45090</c:v>
                </c:pt>
                <c:pt idx="508">
                  <c:v>45091</c:v>
                </c:pt>
                <c:pt idx="509">
                  <c:v>45092</c:v>
                </c:pt>
                <c:pt idx="510">
                  <c:v>45093</c:v>
                </c:pt>
                <c:pt idx="511">
                  <c:v>45096</c:v>
                </c:pt>
                <c:pt idx="512">
                  <c:v>45097</c:v>
                </c:pt>
                <c:pt idx="513">
                  <c:v>45098</c:v>
                </c:pt>
                <c:pt idx="514">
                  <c:v>45099</c:v>
                </c:pt>
                <c:pt idx="515">
                  <c:v>45100</c:v>
                </c:pt>
                <c:pt idx="516">
                  <c:v>45103</c:v>
                </c:pt>
                <c:pt idx="517">
                  <c:v>45104</c:v>
                </c:pt>
                <c:pt idx="518">
                  <c:v>45105</c:v>
                </c:pt>
                <c:pt idx="519">
                  <c:v>45106</c:v>
                </c:pt>
                <c:pt idx="520">
                  <c:v>45107</c:v>
                </c:pt>
                <c:pt idx="521">
                  <c:v>45110</c:v>
                </c:pt>
                <c:pt idx="522">
                  <c:v>45111</c:v>
                </c:pt>
                <c:pt idx="523">
                  <c:v>45112</c:v>
                </c:pt>
                <c:pt idx="524">
                  <c:v>45113</c:v>
                </c:pt>
                <c:pt idx="525">
                  <c:v>45114</c:v>
                </c:pt>
                <c:pt idx="526">
                  <c:v>45117</c:v>
                </c:pt>
                <c:pt idx="527">
                  <c:v>45118</c:v>
                </c:pt>
                <c:pt idx="528">
                  <c:v>45119</c:v>
                </c:pt>
                <c:pt idx="529">
                  <c:v>45120</c:v>
                </c:pt>
                <c:pt idx="530">
                  <c:v>45121</c:v>
                </c:pt>
                <c:pt idx="531">
                  <c:v>45124</c:v>
                </c:pt>
                <c:pt idx="532">
                  <c:v>45125</c:v>
                </c:pt>
                <c:pt idx="533">
                  <c:v>45126</c:v>
                </c:pt>
                <c:pt idx="534">
                  <c:v>45127</c:v>
                </c:pt>
                <c:pt idx="535">
                  <c:v>45128</c:v>
                </c:pt>
                <c:pt idx="536">
                  <c:v>45131</c:v>
                </c:pt>
                <c:pt idx="537">
                  <c:v>45132</c:v>
                </c:pt>
                <c:pt idx="538">
                  <c:v>45133</c:v>
                </c:pt>
                <c:pt idx="539">
                  <c:v>45134</c:v>
                </c:pt>
                <c:pt idx="540">
                  <c:v>45135</c:v>
                </c:pt>
                <c:pt idx="541">
                  <c:v>45138</c:v>
                </c:pt>
                <c:pt idx="542">
                  <c:v>45139</c:v>
                </c:pt>
                <c:pt idx="543">
                  <c:v>45140</c:v>
                </c:pt>
                <c:pt idx="544">
                  <c:v>45141</c:v>
                </c:pt>
                <c:pt idx="545">
                  <c:v>45142</c:v>
                </c:pt>
                <c:pt idx="546">
                  <c:v>45145</c:v>
                </c:pt>
                <c:pt idx="547">
                  <c:v>45146</c:v>
                </c:pt>
                <c:pt idx="548">
                  <c:v>45147</c:v>
                </c:pt>
                <c:pt idx="549">
                  <c:v>45148</c:v>
                </c:pt>
                <c:pt idx="550">
                  <c:v>45149</c:v>
                </c:pt>
                <c:pt idx="551">
                  <c:v>45152</c:v>
                </c:pt>
                <c:pt idx="552">
                  <c:v>45153</c:v>
                </c:pt>
                <c:pt idx="553">
                  <c:v>45154</c:v>
                </c:pt>
                <c:pt idx="554">
                  <c:v>45155</c:v>
                </c:pt>
                <c:pt idx="555">
                  <c:v>45156</c:v>
                </c:pt>
                <c:pt idx="556">
                  <c:v>45159</c:v>
                </c:pt>
                <c:pt idx="557">
                  <c:v>45160</c:v>
                </c:pt>
                <c:pt idx="558">
                  <c:v>45161</c:v>
                </c:pt>
                <c:pt idx="559">
                  <c:v>45162</c:v>
                </c:pt>
                <c:pt idx="560">
                  <c:v>45163</c:v>
                </c:pt>
                <c:pt idx="561">
                  <c:v>45166</c:v>
                </c:pt>
                <c:pt idx="562">
                  <c:v>45167</c:v>
                </c:pt>
                <c:pt idx="563">
                  <c:v>45168</c:v>
                </c:pt>
                <c:pt idx="564">
                  <c:v>45169</c:v>
                </c:pt>
                <c:pt idx="565">
                  <c:v>45174</c:v>
                </c:pt>
                <c:pt idx="566">
                  <c:v>45175</c:v>
                </c:pt>
                <c:pt idx="567">
                  <c:v>45176</c:v>
                </c:pt>
                <c:pt idx="568">
                  <c:v>45177</c:v>
                </c:pt>
                <c:pt idx="569">
                  <c:v>45180</c:v>
                </c:pt>
                <c:pt idx="570">
                  <c:v>45181</c:v>
                </c:pt>
                <c:pt idx="571">
                  <c:v>45182</c:v>
                </c:pt>
                <c:pt idx="572">
                  <c:v>45183</c:v>
                </c:pt>
                <c:pt idx="573">
                  <c:v>45184</c:v>
                </c:pt>
                <c:pt idx="574">
                  <c:v>45187</c:v>
                </c:pt>
                <c:pt idx="575">
                  <c:v>45188</c:v>
                </c:pt>
                <c:pt idx="576">
                  <c:v>45189</c:v>
                </c:pt>
                <c:pt idx="577">
                  <c:v>45190</c:v>
                </c:pt>
                <c:pt idx="578">
                  <c:v>45191</c:v>
                </c:pt>
                <c:pt idx="579">
                  <c:v>45194</c:v>
                </c:pt>
                <c:pt idx="580">
                  <c:v>45195</c:v>
                </c:pt>
                <c:pt idx="581">
                  <c:v>45196</c:v>
                </c:pt>
                <c:pt idx="582">
                  <c:v>45197</c:v>
                </c:pt>
                <c:pt idx="583">
                  <c:v>45198</c:v>
                </c:pt>
                <c:pt idx="584">
                  <c:v>45201</c:v>
                </c:pt>
                <c:pt idx="585">
                  <c:v>45202</c:v>
                </c:pt>
                <c:pt idx="586">
                  <c:v>45203</c:v>
                </c:pt>
                <c:pt idx="587">
                  <c:v>45204</c:v>
                </c:pt>
                <c:pt idx="588">
                  <c:v>45205</c:v>
                </c:pt>
                <c:pt idx="589">
                  <c:v>45208</c:v>
                </c:pt>
                <c:pt idx="590">
                  <c:v>45209</c:v>
                </c:pt>
                <c:pt idx="591">
                  <c:v>45210</c:v>
                </c:pt>
                <c:pt idx="592">
                  <c:v>45211</c:v>
                </c:pt>
                <c:pt idx="593">
                  <c:v>45212</c:v>
                </c:pt>
                <c:pt idx="594">
                  <c:v>45215</c:v>
                </c:pt>
                <c:pt idx="595">
                  <c:v>45216</c:v>
                </c:pt>
                <c:pt idx="596">
                  <c:v>45217</c:v>
                </c:pt>
                <c:pt idx="597">
                  <c:v>45218</c:v>
                </c:pt>
                <c:pt idx="598">
                  <c:v>45219</c:v>
                </c:pt>
                <c:pt idx="599">
                  <c:v>45222</c:v>
                </c:pt>
                <c:pt idx="600">
                  <c:v>45223</c:v>
                </c:pt>
                <c:pt idx="601">
                  <c:v>45224</c:v>
                </c:pt>
                <c:pt idx="602">
                  <c:v>45225</c:v>
                </c:pt>
                <c:pt idx="603">
                  <c:v>45226</c:v>
                </c:pt>
                <c:pt idx="604">
                  <c:v>45229</c:v>
                </c:pt>
                <c:pt idx="605">
                  <c:v>45230</c:v>
                </c:pt>
                <c:pt idx="606">
                  <c:v>45231</c:v>
                </c:pt>
                <c:pt idx="607">
                  <c:v>45232</c:v>
                </c:pt>
                <c:pt idx="608">
                  <c:v>45233</c:v>
                </c:pt>
                <c:pt idx="609">
                  <c:v>45236</c:v>
                </c:pt>
                <c:pt idx="610">
                  <c:v>45237</c:v>
                </c:pt>
                <c:pt idx="611">
                  <c:v>45238</c:v>
                </c:pt>
                <c:pt idx="612">
                  <c:v>45239</c:v>
                </c:pt>
                <c:pt idx="613">
                  <c:v>45240</c:v>
                </c:pt>
                <c:pt idx="614">
                  <c:v>45243</c:v>
                </c:pt>
                <c:pt idx="615">
                  <c:v>45244</c:v>
                </c:pt>
                <c:pt idx="616">
                  <c:v>45245</c:v>
                </c:pt>
                <c:pt idx="617">
                  <c:v>45246</c:v>
                </c:pt>
                <c:pt idx="618">
                  <c:v>45247</c:v>
                </c:pt>
                <c:pt idx="619">
                  <c:v>45250</c:v>
                </c:pt>
                <c:pt idx="620">
                  <c:v>45251</c:v>
                </c:pt>
                <c:pt idx="621">
                  <c:v>45252</c:v>
                </c:pt>
                <c:pt idx="622">
                  <c:v>45253</c:v>
                </c:pt>
                <c:pt idx="623">
                  <c:v>45254</c:v>
                </c:pt>
                <c:pt idx="624">
                  <c:v>45257</c:v>
                </c:pt>
                <c:pt idx="625">
                  <c:v>45258</c:v>
                </c:pt>
                <c:pt idx="626">
                  <c:v>45259</c:v>
                </c:pt>
                <c:pt idx="627">
                  <c:v>45260</c:v>
                </c:pt>
                <c:pt idx="628">
                  <c:v>45261</c:v>
                </c:pt>
                <c:pt idx="629">
                  <c:v>45264</c:v>
                </c:pt>
                <c:pt idx="630">
                  <c:v>45265</c:v>
                </c:pt>
                <c:pt idx="631">
                  <c:v>45266</c:v>
                </c:pt>
                <c:pt idx="632">
                  <c:v>45267</c:v>
                </c:pt>
                <c:pt idx="633">
                  <c:v>45268</c:v>
                </c:pt>
                <c:pt idx="634">
                  <c:v>45271</c:v>
                </c:pt>
                <c:pt idx="635">
                  <c:v>45272</c:v>
                </c:pt>
                <c:pt idx="636">
                  <c:v>45273</c:v>
                </c:pt>
                <c:pt idx="637">
                  <c:v>45274</c:v>
                </c:pt>
                <c:pt idx="638">
                  <c:v>45275</c:v>
                </c:pt>
                <c:pt idx="639">
                  <c:v>45278</c:v>
                </c:pt>
                <c:pt idx="640">
                  <c:v>45279</c:v>
                </c:pt>
                <c:pt idx="641">
                  <c:v>45280</c:v>
                </c:pt>
                <c:pt idx="642">
                  <c:v>45281</c:v>
                </c:pt>
                <c:pt idx="643">
                  <c:v>45282</c:v>
                </c:pt>
                <c:pt idx="644">
                  <c:v>45285</c:v>
                </c:pt>
                <c:pt idx="645">
                  <c:v>45286</c:v>
                </c:pt>
                <c:pt idx="646">
                  <c:v>45287</c:v>
                </c:pt>
                <c:pt idx="647">
                  <c:v>45288</c:v>
                </c:pt>
                <c:pt idx="648">
                  <c:v>45289</c:v>
                </c:pt>
                <c:pt idx="649">
                  <c:v>45293</c:v>
                </c:pt>
                <c:pt idx="650">
                  <c:v>45294</c:v>
                </c:pt>
                <c:pt idx="651">
                  <c:v>45295</c:v>
                </c:pt>
                <c:pt idx="652">
                  <c:v>45296</c:v>
                </c:pt>
                <c:pt idx="653">
                  <c:v>45299</c:v>
                </c:pt>
                <c:pt idx="654">
                  <c:v>45300</c:v>
                </c:pt>
                <c:pt idx="655">
                  <c:v>45301</c:v>
                </c:pt>
                <c:pt idx="656">
                  <c:v>45302</c:v>
                </c:pt>
                <c:pt idx="657">
                  <c:v>45303</c:v>
                </c:pt>
                <c:pt idx="658">
                  <c:v>45306</c:v>
                </c:pt>
                <c:pt idx="659">
                  <c:v>45307</c:v>
                </c:pt>
                <c:pt idx="660">
                  <c:v>45308</c:v>
                </c:pt>
                <c:pt idx="661">
                  <c:v>45309</c:v>
                </c:pt>
                <c:pt idx="662">
                  <c:v>45310</c:v>
                </c:pt>
                <c:pt idx="663">
                  <c:v>45313</c:v>
                </c:pt>
                <c:pt idx="664">
                  <c:v>45314</c:v>
                </c:pt>
                <c:pt idx="665">
                  <c:v>45315</c:v>
                </c:pt>
                <c:pt idx="666">
                  <c:v>45316</c:v>
                </c:pt>
                <c:pt idx="667">
                  <c:v>45317</c:v>
                </c:pt>
                <c:pt idx="668">
                  <c:v>45320</c:v>
                </c:pt>
                <c:pt idx="669">
                  <c:v>45321</c:v>
                </c:pt>
                <c:pt idx="670">
                  <c:v>45322</c:v>
                </c:pt>
                <c:pt idx="671">
                  <c:v>45323</c:v>
                </c:pt>
                <c:pt idx="672">
                  <c:v>45324</c:v>
                </c:pt>
                <c:pt idx="673">
                  <c:v>45327</c:v>
                </c:pt>
                <c:pt idx="674">
                  <c:v>45328</c:v>
                </c:pt>
                <c:pt idx="675">
                  <c:v>45329</c:v>
                </c:pt>
                <c:pt idx="676">
                  <c:v>45337</c:v>
                </c:pt>
                <c:pt idx="677">
                  <c:v>45338</c:v>
                </c:pt>
                <c:pt idx="678">
                  <c:v>45341</c:v>
                </c:pt>
                <c:pt idx="679">
                  <c:v>45342</c:v>
                </c:pt>
                <c:pt idx="680">
                  <c:v>45343</c:v>
                </c:pt>
                <c:pt idx="681">
                  <c:v>45344</c:v>
                </c:pt>
                <c:pt idx="682">
                  <c:v>45345</c:v>
                </c:pt>
                <c:pt idx="683">
                  <c:v>45348</c:v>
                </c:pt>
                <c:pt idx="684">
                  <c:v>45349</c:v>
                </c:pt>
                <c:pt idx="685">
                  <c:v>45350</c:v>
                </c:pt>
                <c:pt idx="686">
                  <c:v>45351</c:v>
                </c:pt>
                <c:pt idx="687">
                  <c:v>45352</c:v>
                </c:pt>
                <c:pt idx="688">
                  <c:v>45355</c:v>
                </c:pt>
                <c:pt idx="689">
                  <c:v>45356</c:v>
                </c:pt>
                <c:pt idx="690">
                  <c:v>45357</c:v>
                </c:pt>
                <c:pt idx="691">
                  <c:v>45358</c:v>
                </c:pt>
                <c:pt idx="692">
                  <c:v>45359</c:v>
                </c:pt>
                <c:pt idx="693">
                  <c:v>45362</c:v>
                </c:pt>
                <c:pt idx="694">
                  <c:v>45363</c:v>
                </c:pt>
                <c:pt idx="695">
                  <c:v>45364</c:v>
                </c:pt>
                <c:pt idx="696">
                  <c:v>45365</c:v>
                </c:pt>
                <c:pt idx="697">
                  <c:v>45366</c:v>
                </c:pt>
                <c:pt idx="698">
                  <c:v>45369</c:v>
                </c:pt>
                <c:pt idx="699">
                  <c:v>45370</c:v>
                </c:pt>
                <c:pt idx="700">
                  <c:v>45371</c:v>
                </c:pt>
                <c:pt idx="701">
                  <c:v>45372</c:v>
                </c:pt>
                <c:pt idx="702">
                  <c:v>45373</c:v>
                </c:pt>
                <c:pt idx="703">
                  <c:v>45376</c:v>
                </c:pt>
                <c:pt idx="704">
                  <c:v>45377</c:v>
                </c:pt>
                <c:pt idx="705">
                  <c:v>45378</c:v>
                </c:pt>
                <c:pt idx="706">
                  <c:v>45379</c:v>
                </c:pt>
                <c:pt idx="707">
                  <c:v>45380</c:v>
                </c:pt>
                <c:pt idx="708">
                  <c:v>45383</c:v>
                </c:pt>
                <c:pt idx="709">
                  <c:v>45384</c:v>
                </c:pt>
                <c:pt idx="710">
                  <c:v>45385</c:v>
                </c:pt>
                <c:pt idx="711">
                  <c:v>45386</c:v>
                </c:pt>
                <c:pt idx="712">
                  <c:v>45387</c:v>
                </c:pt>
                <c:pt idx="713">
                  <c:v>45390</c:v>
                </c:pt>
                <c:pt idx="714">
                  <c:v>45391</c:v>
                </c:pt>
                <c:pt idx="715">
                  <c:v>45392</c:v>
                </c:pt>
                <c:pt idx="716">
                  <c:v>45393</c:v>
                </c:pt>
                <c:pt idx="717">
                  <c:v>45394</c:v>
                </c:pt>
                <c:pt idx="718">
                  <c:v>45397</c:v>
                </c:pt>
                <c:pt idx="719">
                  <c:v>45398</c:v>
                </c:pt>
                <c:pt idx="720">
                  <c:v>45399</c:v>
                </c:pt>
                <c:pt idx="721">
                  <c:v>45401</c:v>
                </c:pt>
                <c:pt idx="722">
                  <c:v>45404</c:v>
                </c:pt>
                <c:pt idx="723">
                  <c:v>45405</c:v>
                </c:pt>
                <c:pt idx="724">
                  <c:v>45406</c:v>
                </c:pt>
                <c:pt idx="725">
                  <c:v>45407</c:v>
                </c:pt>
                <c:pt idx="726">
                  <c:v>45408</c:v>
                </c:pt>
                <c:pt idx="727">
                  <c:v>45414</c:v>
                </c:pt>
                <c:pt idx="728">
                  <c:v>45415</c:v>
                </c:pt>
                <c:pt idx="729">
                  <c:v>45418</c:v>
                </c:pt>
                <c:pt idx="730">
                  <c:v>45419</c:v>
                </c:pt>
                <c:pt idx="731">
                  <c:v>45420</c:v>
                </c:pt>
                <c:pt idx="732">
                  <c:v>45421</c:v>
                </c:pt>
                <c:pt idx="733">
                  <c:v>45422</c:v>
                </c:pt>
                <c:pt idx="734">
                  <c:v>45425</c:v>
                </c:pt>
                <c:pt idx="735">
                  <c:v>45426</c:v>
                </c:pt>
                <c:pt idx="736">
                  <c:v>45427</c:v>
                </c:pt>
                <c:pt idx="737">
                  <c:v>45428</c:v>
                </c:pt>
                <c:pt idx="738">
                  <c:v>45429</c:v>
                </c:pt>
                <c:pt idx="739">
                  <c:v>45432</c:v>
                </c:pt>
                <c:pt idx="740">
                  <c:v>45433</c:v>
                </c:pt>
                <c:pt idx="741">
                  <c:v>45434</c:v>
                </c:pt>
                <c:pt idx="742">
                  <c:v>45435</c:v>
                </c:pt>
                <c:pt idx="743">
                  <c:v>45436</c:v>
                </c:pt>
                <c:pt idx="744">
                  <c:v>45439</c:v>
                </c:pt>
                <c:pt idx="745">
                  <c:v>45440</c:v>
                </c:pt>
                <c:pt idx="746">
                  <c:v>45441</c:v>
                </c:pt>
                <c:pt idx="747">
                  <c:v>45442</c:v>
                </c:pt>
                <c:pt idx="748">
                  <c:v>45443</c:v>
                </c:pt>
                <c:pt idx="749">
                  <c:v>45446</c:v>
                </c:pt>
                <c:pt idx="750">
                  <c:v>45447</c:v>
                </c:pt>
                <c:pt idx="751">
                  <c:v>45448</c:v>
                </c:pt>
                <c:pt idx="752">
                  <c:v>45449</c:v>
                </c:pt>
                <c:pt idx="753">
                  <c:v>45450</c:v>
                </c:pt>
                <c:pt idx="754">
                  <c:v>45453</c:v>
                </c:pt>
                <c:pt idx="755">
                  <c:v>45454</c:v>
                </c:pt>
                <c:pt idx="756">
                  <c:v>45455</c:v>
                </c:pt>
                <c:pt idx="757">
                  <c:v>45456</c:v>
                </c:pt>
                <c:pt idx="758">
                  <c:v>45457</c:v>
                </c:pt>
                <c:pt idx="759">
                  <c:v>45460</c:v>
                </c:pt>
                <c:pt idx="760">
                  <c:v>45461</c:v>
                </c:pt>
                <c:pt idx="761">
                  <c:v>45462</c:v>
                </c:pt>
                <c:pt idx="762">
                  <c:v>45463</c:v>
                </c:pt>
                <c:pt idx="763">
                  <c:v>45464</c:v>
                </c:pt>
                <c:pt idx="764">
                  <c:v>45467</c:v>
                </c:pt>
                <c:pt idx="765">
                  <c:v>45468</c:v>
                </c:pt>
                <c:pt idx="766">
                  <c:v>45469</c:v>
                </c:pt>
                <c:pt idx="767">
                  <c:v>45470</c:v>
                </c:pt>
                <c:pt idx="768">
                  <c:v>45471</c:v>
                </c:pt>
                <c:pt idx="769">
                  <c:v>45474</c:v>
                </c:pt>
                <c:pt idx="770">
                  <c:v>45475</c:v>
                </c:pt>
                <c:pt idx="771">
                  <c:v>45476</c:v>
                </c:pt>
                <c:pt idx="772">
                  <c:v>45477</c:v>
                </c:pt>
                <c:pt idx="773">
                  <c:v>45478</c:v>
                </c:pt>
                <c:pt idx="774">
                  <c:v>45481</c:v>
                </c:pt>
                <c:pt idx="775">
                  <c:v>45482</c:v>
                </c:pt>
                <c:pt idx="776">
                  <c:v>45483</c:v>
                </c:pt>
                <c:pt idx="777">
                  <c:v>45484</c:v>
                </c:pt>
                <c:pt idx="778">
                  <c:v>45485</c:v>
                </c:pt>
                <c:pt idx="779">
                  <c:v>45488</c:v>
                </c:pt>
                <c:pt idx="780">
                  <c:v>45489</c:v>
                </c:pt>
                <c:pt idx="781">
                  <c:v>45490</c:v>
                </c:pt>
                <c:pt idx="782">
                  <c:v>45491</c:v>
                </c:pt>
                <c:pt idx="783">
                  <c:v>45492</c:v>
                </c:pt>
                <c:pt idx="784">
                  <c:v>45495</c:v>
                </c:pt>
                <c:pt idx="785">
                  <c:v>45496</c:v>
                </c:pt>
                <c:pt idx="786">
                  <c:v>45497</c:v>
                </c:pt>
                <c:pt idx="787">
                  <c:v>45498</c:v>
                </c:pt>
                <c:pt idx="788">
                  <c:v>45499</c:v>
                </c:pt>
                <c:pt idx="789">
                  <c:v>45502</c:v>
                </c:pt>
                <c:pt idx="790">
                  <c:v>45503</c:v>
                </c:pt>
                <c:pt idx="791">
                  <c:v>45504</c:v>
                </c:pt>
                <c:pt idx="792">
                  <c:v>45505</c:v>
                </c:pt>
                <c:pt idx="793">
                  <c:v>45506</c:v>
                </c:pt>
                <c:pt idx="794">
                  <c:v>45509</c:v>
                </c:pt>
                <c:pt idx="795">
                  <c:v>45510</c:v>
                </c:pt>
                <c:pt idx="796">
                  <c:v>45511</c:v>
                </c:pt>
                <c:pt idx="797">
                  <c:v>45512</c:v>
                </c:pt>
                <c:pt idx="798">
                  <c:v>45513</c:v>
                </c:pt>
                <c:pt idx="799">
                  <c:v>45516</c:v>
                </c:pt>
                <c:pt idx="800">
                  <c:v>45517</c:v>
                </c:pt>
                <c:pt idx="801">
                  <c:v>45518</c:v>
                </c:pt>
                <c:pt idx="802">
                  <c:v>45519</c:v>
                </c:pt>
                <c:pt idx="803">
                  <c:v>45520</c:v>
                </c:pt>
                <c:pt idx="804">
                  <c:v>45523</c:v>
                </c:pt>
                <c:pt idx="805">
                  <c:v>45524</c:v>
                </c:pt>
                <c:pt idx="806">
                  <c:v>45525</c:v>
                </c:pt>
                <c:pt idx="807">
                  <c:v>45526</c:v>
                </c:pt>
                <c:pt idx="808">
                  <c:v>45527</c:v>
                </c:pt>
                <c:pt idx="809">
                  <c:v>45530</c:v>
                </c:pt>
                <c:pt idx="810">
                  <c:v>45531</c:v>
                </c:pt>
                <c:pt idx="811">
                  <c:v>45532</c:v>
                </c:pt>
                <c:pt idx="812">
                  <c:v>45533</c:v>
                </c:pt>
                <c:pt idx="813">
                  <c:v>45534</c:v>
                </c:pt>
                <c:pt idx="814">
                  <c:v>45539</c:v>
                </c:pt>
                <c:pt idx="815">
                  <c:v>45540</c:v>
                </c:pt>
                <c:pt idx="816">
                  <c:v>45541</c:v>
                </c:pt>
                <c:pt idx="817">
                  <c:v>45544</c:v>
                </c:pt>
                <c:pt idx="818">
                  <c:v>45545</c:v>
                </c:pt>
                <c:pt idx="819">
                  <c:v>45546</c:v>
                </c:pt>
                <c:pt idx="820">
                  <c:v>45547</c:v>
                </c:pt>
                <c:pt idx="821">
                  <c:v>45548</c:v>
                </c:pt>
                <c:pt idx="822">
                  <c:v>45551</c:v>
                </c:pt>
                <c:pt idx="823">
                  <c:v>45552</c:v>
                </c:pt>
                <c:pt idx="824">
                  <c:v>45553</c:v>
                </c:pt>
                <c:pt idx="825">
                  <c:v>45554</c:v>
                </c:pt>
                <c:pt idx="826">
                  <c:v>45555</c:v>
                </c:pt>
                <c:pt idx="827">
                  <c:v>45558</c:v>
                </c:pt>
                <c:pt idx="828">
                  <c:v>45559</c:v>
                </c:pt>
                <c:pt idx="829">
                  <c:v>45560</c:v>
                </c:pt>
                <c:pt idx="830">
                  <c:v>45561</c:v>
                </c:pt>
                <c:pt idx="831">
                  <c:v>45562</c:v>
                </c:pt>
                <c:pt idx="832">
                  <c:v>45565</c:v>
                </c:pt>
                <c:pt idx="833">
                  <c:v>45566</c:v>
                </c:pt>
                <c:pt idx="834">
                  <c:v>45567</c:v>
                </c:pt>
                <c:pt idx="835">
                  <c:v>45568</c:v>
                </c:pt>
                <c:pt idx="836">
                  <c:v>45569</c:v>
                </c:pt>
                <c:pt idx="837">
                  <c:v>45572</c:v>
                </c:pt>
                <c:pt idx="838">
                  <c:v>45573</c:v>
                </c:pt>
                <c:pt idx="839">
                  <c:v>45574</c:v>
                </c:pt>
                <c:pt idx="840">
                  <c:v>45575</c:v>
                </c:pt>
                <c:pt idx="841">
                  <c:v>45576</c:v>
                </c:pt>
                <c:pt idx="842">
                  <c:v>45579</c:v>
                </c:pt>
                <c:pt idx="843">
                  <c:v>45580</c:v>
                </c:pt>
                <c:pt idx="844">
                  <c:v>45581</c:v>
                </c:pt>
                <c:pt idx="845">
                  <c:v>45582</c:v>
                </c:pt>
                <c:pt idx="846">
                  <c:v>45583</c:v>
                </c:pt>
                <c:pt idx="847">
                  <c:v>45586</c:v>
                </c:pt>
                <c:pt idx="848">
                  <c:v>45587</c:v>
                </c:pt>
                <c:pt idx="849">
                  <c:v>45588</c:v>
                </c:pt>
                <c:pt idx="850">
                  <c:v>45589</c:v>
                </c:pt>
                <c:pt idx="851">
                  <c:v>45590</c:v>
                </c:pt>
                <c:pt idx="852">
                  <c:v>45593</c:v>
                </c:pt>
                <c:pt idx="853">
                  <c:v>45594</c:v>
                </c:pt>
                <c:pt idx="854">
                  <c:v>45595</c:v>
                </c:pt>
                <c:pt idx="855">
                  <c:v>45596</c:v>
                </c:pt>
                <c:pt idx="856">
                  <c:v>45597</c:v>
                </c:pt>
                <c:pt idx="857">
                  <c:v>45600</c:v>
                </c:pt>
                <c:pt idx="858">
                  <c:v>45601</c:v>
                </c:pt>
                <c:pt idx="859">
                  <c:v>45602</c:v>
                </c:pt>
                <c:pt idx="860">
                  <c:v>45603</c:v>
                </c:pt>
                <c:pt idx="861">
                  <c:v>45604</c:v>
                </c:pt>
                <c:pt idx="862">
                  <c:v>45607</c:v>
                </c:pt>
                <c:pt idx="863">
                  <c:v>45608</c:v>
                </c:pt>
                <c:pt idx="864">
                  <c:v>45609</c:v>
                </c:pt>
                <c:pt idx="865">
                  <c:v>45610</c:v>
                </c:pt>
                <c:pt idx="866">
                  <c:v>45611</c:v>
                </c:pt>
                <c:pt idx="867">
                  <c:v>45614</c:v>
                </c:pt>
                <c:pt idx="868">
                  <c:v>45615</c:v>
                </c:pt>
                <c:pt idx="869">
                  <c:v>45616</c:v>
                </c:pt>
                <c:pt idx="870">
                  <c:v>45617</c:v>
                </c:pt>
                <c:pt idx="871">
                  <c:v>45618</c:v>
                </c:pt>
                <c:pt idx="872">
                  <c:v>45621</c:v>
                </c:pt>
                <c:pt idx="873">
                  <c:v>45622</c:v>
                </c:pt>
                <c:pt idx="874">
                  <c:v>45623</c:v>
                </c:pt>
                <c:pt idx="875">
                  <c:v>45624</c:v>
                </c:pt>
                <c:pt idx="876">
                  <c:v>45625</c:v>
                </c:pt>
                <c:pt idx="877">
                  <c:v>45628</c:v>
                </c:pt>
                <c:pt idx="878">
                  <c:v>45629</c:v>
                </c:pt>
                <c:pt idx="879">
                  <c:v>45630</c:v>
                </c:pt>
                <c:pt idx="880">
                  <c:v>45631</c:v>
                </c:pt>
                <c:pt idx="881">
                  <c:v>45632</c:v>
                </c:pt>
                <c:pt idx="882">
                  <c:v>45635</c:v>
                </c:pt>
                <c:pt idx="883">
                  <c:v>45636</c:v>
                </c:pt>
                <c:pt idx="884">
                  <c:v>45637</c:v>
                </c:pt>
                <c:pt idx="885">
                  <c:v>45638</c:v>
                </c:pt>
                <c:pt idx="886">
                  <c:v>45639</c:v>
                </c:pt>
                <c:pt idx="887">
                  <c:v>45642</c:v>
                </c:pt>
                <c:pt idx="888">
                  <c:v>45643</c:v>
                </c:pt>
                <c:pt idx="889">
                  <c:v>45644</c:v>
                </c:pt>
                <c:pt idx="890">
                  <c:v>45645</c:v>
                </c:pt>
                <c:pt idx="891">
                  <c:v>45646</c:v>
                </c:pt>
                <c:pt idx="892">
                  <c:v>45649</c:v>
                </c:pt>
                <c:pt idx="893">
                  <c:v>45650</c:v>
                </c:pt>
                <c:pt idx="894">
                  <c:v>45651</c:v>
                </c:pt>
                <c:pt idx="895">
                  <c:v>45652</c:v>
                </c:pt>
                <c:pt idx="896">
                  <c:v>45653</c:v>
                </c:pt>
                <c:pt idx="897">
                  <c:v>45656</c:v>
                </c:pt>
                <c:pt idx="898">
                  <c:v>45657</c:v>
                </c:pt>
                <c:pt idx="899">
                  <c:v>45659</c:v>
                </c:pt>
                <c:pt idx="900">
                  <c:v>45660</c:v>
                </c:pt>
                <c:pt idx="901">
                  <c:v>45663</c:v>
                </c:pt>
                <c:pt idx="902">
                  <c:v>45664</c:v>
                </c:pt>
                <c:pt idx="903">
                  <c:v>45665</c:v>
                </c:pt>
                <c:pt idx="904">
                  <c:v>45666</c:v>
                </c:pt>
                <c:pt idx="905">
                  <c:v>45667</c:v>
                </c:pt>
                <c:pt idx="906">
                  <c:v>45670</c:v>
                </c:pt>
                <c:pt idx="907">
                  <c:v>45671</c:v>
                </c:pt>
                <c:pt idx="908">
                  <c:v>45672</c:v>
                </c:pt>
                <c:pt idx="909">
                  <c:v>45673</c:v>
                </c:pt>
                <c:pt idx="910">
                  <c:v>45674</c:v>
                </c:pt>
                <c:pt idx="911">
                  <c:v>45677</c:v>
                </c:pt>
                <c:pt idx="912">
                  <c:v>45678</c:v>
                </c:pt>
                <c:pt idx="913">
                  <c:v>45679</c:v>
                </c:pt>
                <c:pt idx="914">
                  <c:v>45680</c:v>
                </c:pt>
                <c:pt idx="915">
                  <c:v>45681</c:v>
                </c:pt>
                <c:pt idx="916">
                  <c:v>45691</c:v>
                </c:pt>
                <c:pt idx="917">
                  <c:v>45692</c:v>
                </c:pt>
                <c:pt idx="918">
                  <c:v>45693</c:v>
                </c:pt>
                <c:pt idx="919">
                  <c:v>45694</c:v>
                </c:pt>
                <c:pt idx="920">
                  <c:v>45695</c:v>
                </c:pt>
                <c:pt idx="921">
                  <c:v>45698</c:v>
                </c:pt>
                <c:pt idx="922">
                  <c:v>45699</c:v>
                </c:pt>
                <c:pt idx="923">
                  <c:v>45700</c:v>
                </c:pt>
                <c:pt idx="924">
                  <c:v>45701</c:v>
                </c:pt>
                <c:pt idx="925">
                  <c:v>45702</c:v>
                </c:pt>
                <c:pt idx="926">
                  <c:v>45705</c:v>
                </c:pt>
                <c:pt idx="927">
                  <c:v>45706</c:v>
                </c:pt>
                <c:pt idx="928">
                  <c:v>45707</c:v>
                </c:pt>
                <c:pt idx="929">
                  <c:v>45708</c:v>
                </c:pt>
                <c:pt idx="930">
                  <c:v>45709</c:v>
                </c:pt>
                <c:pt idx="931">
                  <c:v>45712</c:v>
                </c:pt>
                <c:pt idx="932">
                  <c:v>45713</c:v>
                </c:pt>
                <c:pt idx="933">
                  <c:v>45714</c:v>
                </c:pt>
                <c:pt idx="934">
                  <c:v>45715</c:v>
                </c:pt>
                <c:pt idx="935">
                  <c:v>45716</c:v>
                </c:pt>
                <c:pt idx="936">
                  <c:v>45719</c:v>
                </c:pt>
                <c:pt idx="937">
                  <c:v>45720</c:v>
                </c:pt>
                <c:pt idx="938">
                  <c:v>45721</c:v>
                </c:pt>
                <c:pt idx="939">
                  <c:v>45722</c:v>
                </c:pt>
                <c:pt idx="940">
                  <c:v>45723</c:v>
                </c:pt>
                <c:pt idx="941">
                  <c:v>45726</c:v>
                </c:pt>
                <c:pt idx="942">
                  <c:v>45727</c:v>
                </c:pt>
                <c:pt idx="943">
                  <c:v>45728</c:v>
                </c:pt>
                <c:pt idx="944">
                  <c:v>45729</c:v>
                </c:pt>
                <c:pt idx="945">
                  <c:v>45730</c:v>
                </c:pt>
                <c:pt idx="946">
                  <c:v>45733</c:v>
                </c:pt>
                <c:pt idx="947">
                  <c:v>45734</c:v>
                </c:pt>
                <c:pt idx="948">
                  <c:v>45735</c:v>
                </c:pt>
                <c:pt idx="949">
                  <c:v>45736</c:v>
                </c:pt>
                <c:pt idx="950">
                  <c:v>45737</c:v>
                </c:pt>
                <c:pt idx="951">
                  <c:v>45740</c:v>
                </c:pt>
                <c:pt idx="952">
                  <c:v>45741</c:v>
                </c:pt>
                <c:pt idx="953">
                  <c:v>45742</c:v>
                </c:pt>
                <c:pt idx="954">
                  <c:v>45743</c:v>
                </c:pt>
                <c:pt idx="955">
                  <c:v>45744</c:v>
                </c:pt>
                <c:pt idx="956">
                  <c:v>45747</c:v>
                </c:pt>
                <c:pt idx="957">
                  <c:v>45748</c:v>
                </c:pt>
                <c:pt idx="958">
                  <c:v>45749</c:v>
                </c:pt>
                <c:pt idx="959">
                  <c:v>45750</c:v>
                </c:pt>
                <c:pt idx="960">
                  <c:v>45751</c:v>
                </c:pt>
                <c:pt idx="961">
                  <c:v>45755</c:v>
                </c:pt>
                <c:pt idx="962">
                  <c:v>45756</c:v>
                </c:pt>
                <c:pt idx="963">
                  <c:v>45757</c:v>
                </c:pt>
                <c:pt idx="964">
                  <c:v>45758</c:v>
                </c:pt>
                <c:pt idx="965">
                  <c:v>45761</c:v>
                </c:pt>
                <c:pt idx="966">
                  <c:v>45762</c:v>
                </c:pt>
                <c:pt idx="967">
                  <c:v>45763</c:v>
                </c:pt>
                <c:pt idx="968">
                  <c:v>45764</c:v>
                </c:pt>
                <c:pt idx="969">
                  <c:v>45765</c:v>
                </c:pt>
                <c:pt idx="970">
                  <c:v>45768</c:v>
                </c:pt>
                <c:pt idx="971">
                  <c:v>45769</c:v>
                </c:pt>
                <c:pt idx="972">
                  <c:v>45770</c:v>
                </c:pt>
                <c:pt idx="973">
                  <c:v>45771</c:v>
                </c:pt>
                <c:pt idx="974">
                  <c:v>45772</c:v>
                </c:pt>
                <c:pt idx="975">
                  <c:v>45775</c:v>
                </c:pt>
                <c:pt idx="976">
                  <c:v>45776</c:v>
                </c:pt>
                <c:pt idx="977">
                  <c:v>45782</c:v>
                </c:pt>
                <c:pt idx="978">
                  <c:v>45783</c:v>
                </c:pt>
                <c:pt idx="979">
                  <c:v>45784</c:v>
                </c:pt>
                <c:pt idx="980">
                  <c:v>45785</c:v>
                </c:pt>
                <c:pt idx="981">
                  <c:v>45786</c:v>
                </c:pt>
                <c:pt idx="982">
                  <c:v>45789</c:v>
                </c:pt>
                <c:pt idx="983">
                  <c:v>45790</c:v>
                </c:pt>
                <c:pt idx="984">
                  <c:v>45791</c:v>
                </c:pt>
                <c:pt idx="985">
                  <c:v>45792</c:v>
                </c:pt>
                <c:pt idx="986">
                  <c:v>45793</c:v>
                </c:pt>
                <c:pt idx="987">
                  <c:v>45796</c:v>
                </c:pt>
                <c:pt idx="988">
                  <c:v>45797</c:v>
                </c:pt>
                <c:pt idx="989">
                  <c:v>45798</c:v>
                </c:pt>
                <c:pt idx="990">
                  <c:v>45799</c:v>
                </c:pt>
                <c:pt idx="991">
                  <c:v>45800</c:v>
                </c:pt>
                <c:pt idx="992">
                  <c:v>45803</c:v>
                </c:pt>
                <c:pt idx="993">
                  <c:v>45804</c:v>
                </c:pt>
                <c:pt idx="994">
                  <c:v>45805</c:v>
                </c:pt>
                <c:pt idx="995">
                  <c:v>45806</c:v>
                </c:pt>
                <c:pt idx="996">
                  <c:v>45807</c:v>
                </c:pt>
                <c:pt idx="997">
                  <c:v>45810</c:v>
                </c:pt>
                <c:pt idx="998">
                  <c:v>45811</c:v>
                </c:pt>
                <c:pt idx="999">
                  <c:v>45812</c:v>
                </c:pt>
                <c:pt idx="1000">
                  <c:v>45813</c:v>
                </c:pt>
                <c:pt idx="1001">
                  <c:v>45814</c:v>
                </c:pt>
                <c:pt idx="1002">
                  <c:v>45817</c:v>
                </c:pt>
                <c:pt idx="1003">
                  <c:v>45818</c:v>
                </c:pt>
                <c:pt idx="1004">
                  <c:v>45819</c:v>
                </c:pt>
                <c:pt idx="1005">
                  <c:v>45820</c:v>
                </c:pt>
                <c:pt idx="1006">
                  <c:v>45821</c:v>
                </c:pt>
                <c:pt idx="1007">
                  <c:v>45824</c:v>
                </c:pt>
                <c:pt idx="1008">
                  <c:v>45825</c:v>
                </c:pt>
                <c:pt idx="1009">
                  <c:v>45826</c:v>
                </c:pt>
                <c:pt idx="1010">
                  <c:v>45827</c:v>
                </c:pt>
                <c:pt idx="1011">
                  <c:v>45828</c:v>
                </c:pt>
                <c:pt idx="1012">
                  <c:v>45831</c:v>
                </c:pt>
                <c:pt idx="1013">
                  <c:v>45832</c:v>
                </c:pt>
                <c:pt idx="1014">
                  <c:v>45833</c:v>
                </c:pt>
                <c:pt idx="1015">
                  <c:v>45834</c:v>
                </c:pt>
                <c:pt idx="1016">
                  <c:v>45835</c:v>
                </c:pt>
                <c:pt idx="1017">
                  <c:v>45838</c:v>
                </c:pt>
                <c:pt idx="1018">
                  <c:v>45839</c:v>
                </c:pt>
                <c:pt idx="1019">
                  <c:v>45840</c:v>
                </c:pt>
                <c:pt idx="1020">
                  <c:v>45841</c:v>
                </c:pt>
                <c:pt idx="1021">
                  <c:v>45842</c:v>
                </c:pt>
                <c:pt idx="1022">
                  <c:v>45845</c:v>
                </c:pt>
                <c:pt idx="1023">
                  <c:v>45846</c:v>
                </c:pt>
                <c:pt idx="1024">
                  <c:v>45847</c:v>
                </c:pt>
                <c:pt idx="1025">
                  <c:v>45848</c:v>
                </c:pt>
                <c:pt idx="1026">
                  <c:v>45849</c:v>
                </c:pt>
                <c:pt idx="1027">
                  <c:v>45852</c:v>
                </c:pt>
                <c:pt idx="1028">
                  <c:v>45853</c:v>
                </c:pt>
                <c:pt idx="1029">
                  <c:v>45854</c:v>
                </c:pt>
                <c:pt idx="1030">
                  <c:v>45855</c:v>
                </c:pt>
                <c:pt idx="1031">
                  <c:v>45856</c:v>
                </c:pt>
                <c:pt idx="1032">
                  <c:v>45859</c:v>
                </c:pt>
                <c:pt idx="1033">
                  <c:v>45860</c:v>
                </c:pt>
                <c:pt idx="1034">
                  <c:v>45861</c:v>
                </c:pt>
                <c:pt idx="1035">
                  <c:v>45862</c:v>
                </c:pt>
                <c:pt idx="1036">
                  <c:v>45863</c:v>
                </c:pt>
                <c:pt idx="1037">
                  <c:v>45866</c:v>
                </c:pt>
                <c:pt idx="1038">
                  <c:v>45867</c:v>
                </c:pt>
                <c:pt idx="1039">
                  <c:v>45868</c:v>
                </c:pt>
                <c:pt idx="1040">
                  <c:v>45869</c:v>
                </c:pt>
                <c:pt idx="1041">
                  <c:v>45870</c:v>
                </c:pt>
                <c:pt idx="1042">
                  <c:v>45873</c:v>
                </c:pt>
                <c:pt idx="1043">
                  <c:v>45874</c:v>
                </c:pt>
                <c:pt idx="1044">
                  <c:v>45875</c:v>
                </c:pt>
                <c:pt idx="1045">
                  <c:v>45876</c:v>
                </c:pt>
                <c:pt idx="1046">
                  <c:v>45877</c:v>
                </c:pt>
                <c:pt idx="1047">
                  <c:v>45880</c:v>
                </c:pt>
                <c:pt idx="1048">
                  <c:v>45881</c:v>
                </c:pt>
                <c:pt idx="1049">
                  <c:v>45882</c:v>
                </c:pt>
                <c:pt idx="1050">
                  <c:v>45883</c:v>
                </c:pt>
                <c:pt idx="1051">
                  <c:v>45884</c:v>
                </c:pt>
                <c:pt idx="1052">
                  <c:v>45887</c:v>
                </c:pt>
                <c:pt idx="1053">
                  <c:v>45888</c:v>
                </c:pt>
                <c:pt idx="1054">
                  <c:v>45889</c:v>
                </c:pt>
                <c:pt idx="1055">
                  <c:v>45890</c:v>
                </c:pt>
                <c:pt idx="1056">
                  <c:v>45891</c:v>
                </c:pt>
                <c:pt idx="1057">
                  <c:v>45894</c:v>
                </c:pt>
                <c:pt idx="1058">
                  <c:v>45895</c:v>
                </c:pt>
                <c:pt idx="1059">
                  <c:v>45896</c:v>
                </c:pt>
                <c:pt idx="1060">
                  <c:v>45897</c:v>
                </c:pt>
                <c:pt idx="1061">
                  <c:v>45898</c:v>
                </c:pt>
                <c:pt idx="1062">
                  <c:v>45903</c:v>
                </c:pt>
                <c:pt idx="1063">
                  <c:v>45904</c:v>
                </c:pt>
                <c:pt idx="1064">
                  <c:v>45905</c:v>
                </c:pt>
                <c:pt idx="1065">
                  <c:v>45908</c:v>
                </c:pt>
                <c:pt idx="1066">
                  <c:v>45909</c:v>
                </c:pt>
                <c:pt idx="1067">
                  <c:v>45910</c:v>
                </c:pt>
                <c:pt idx="1068">
                  <c:v>45911</c:v>
                </c:pt>
                <c:pt idx="1069">
                  <c:v>45912</c:v>
                </c:pt>
                <c:pt idx="1070">
                  <c:v>45915</c:v>
                </c:pt>
                <c:pt idx="1071">
                  <c:v>45916</c:v>
                </c:pt>
                <c:pt idx="1072">
                  <c:v>45917</c:v>
                </c:pt>
                <c:pt idx="1073">
                  <c:v>45918</c:v>
                </c:pt>
                <c:pt idx="1074">
                  <c:v>45919</c:v>
                </c:pt>
                <c:pt idx="1075">
                  <c:v>45922</c:v>
                </c:pt>
                <c:pt idx="1076">
                  <c:v>45923</c:v>
                </c:pt>
                <c:pt idx="1077">
                  <c:v>45924</c:v>
                </c:pt>
                <c:pt idx="1078">
                  <c:v>45925</c:v>
                </c:pt>
                <c:pt idx="1079">
                  <c:v>45926</c:v>
                </c:pt>
                <c:pt idx="1080">
                  <c:v>45929</c:v>
                </c:pt>
                <c:pt idx="1081">
                  <c:v>45930</c:v>
                </c:pt>
                <c:pt idx="1082">
                  <c:v>45931</c:v>
                </c:pt>
                <c:pt idx="1083">
                  <c:v>45932</c:v>
                </c:pt>
                <c:pt idx="1084">
                  <c:v>45933</c:v>
                </c:pt>
                <c:pt idx="1085">
                  <c:v>45936</c:v>
                </c:pt>
                <c:pt idx="1086">
                  <c:v>45937</c:v>
                </c:pt>
                <c:pt idx="1087">
                  <c:v>45938</c:v>
                </c:pt>
                <c:pt idx="1088">
                  <c:v>45939</c:v>
                </c:pt>
                <c:pt idx="1089">
                  <c:v>45940</c:v>
                </c:pt>
                <c:pt idx="1090">
                  <c:v>45943</c:v>
                </c:pt>
                <c:pt idx="1091">
                  <c:v>45944</c:v>
                </c:pt>
                <c:pt idx="1092">
                  <c:v>45945</c:v>
                </c:pt>
                <c:pt idx="1093">
                  <c:v>45946</c:v>
                </c:pt>
                <c:pt idx="1094">
                  <c:v>45947</c:v>
                </c:pt>
                <c:pt idx="1095">
                  <c:v>45950</c:v>
                </c:pt>
                <c:pt idx="1096">
                  <c:v>45951</c:v>
                </c:pt>
                <c:pt idx="1097">
                  <c:v>45952</c:v>
                </c:pt>
                <c:pt idx="1098">
                  <c:v>45953</c:v>
                </c:pt>
                <c:pt idx="1099">
                  <c:v>45954</c:v>
                </c:pt>
                <c:pt idx="1100">
                  <c:v>45957</c:v>
                </c:pt>
                <c:pt idx="1101">
                  <c:v>45958</c:v>
                </c:pt>
                <c:pt idx="1102">
                  <c:v>45959</c:v>
                </c:pt>
                <c:pt idx="1103">
                  <c:v>45960</c:v>
                </c:pt>
                <c:pt idx="1104">
                  <c:v>45961</c:v>
                </c:pt>
                <c:pt idx="1105">
                  <c:v>45964</c:v>
                </c:pt>
                <c:pt idx="1106">
                  <c:v>45965</c:v>
                </c:pt>
                <c:pt idx="1107">
                  <c:v>45966</c:v>
                </c:pt>
                <c:pt idx="1108">
                  <c:v>45967</c:v>
                </c:pt>
                <c:pt idx="1109">
                  <c:v>45968</c:v>
                </c:pt>
                <c:pt idx="1110">
                  <c:v>45971</c:v>
                </c:pt>
                <c:pt idx="1111">
                  <c:v>45972</c:v>
                </c:pt>
                <c:pt idx="1112">
                  <c:v>45973</c:v>
                </c:pt>
                <c:pt idx="1113">
                  <c:v>45974</c:v>
                </c:pt>
                <c:pt idx="1114">
                  <c:v>45975</c:v>
                </c:pt>
                <c:pt idx="1115">
                  <c:v>45978</c:v>
                </c:pt>
                <c:pt idx="1116">
                  <c:v>45979</c:v>
                </c:pt>
                <c:pt idx="1117">
                  <c:v>45980</c:v>
                </c:pt>
                <c:pt idx="1118">
                  <c:v>45981</c:v>
                </c:pt>
                <c:pt idx="1119">
                  <c:v>45982</c:v>
                </c:pt>
                <c:pt idx="1120">
                  <c:v>45985</c:v>
                </c:pt>
                <c:pt idx="1121">
                  <c:v>45986</c:v>
                </c:pt>
                <c:pt idx="1122">
                  <c:v>45987</c:v>
                </c:pt>
                <c:pt idx="1123">
                  <c:v>45988</c:v>
                </c:pt>
                <c:pt idx="1124">
                  <c:v>45989</c:v>
                </c:pt>
                <c:pt idx="1125">
                  <c:v>45992</c:v>
                </c:pt>
                <c:pt idx="1126">
                  <c:v>45993</c:v>
                </c:pt>
                <c:pt idx="1127">
                  <c:v>45994</c:v>
                </c:pt>
                <c:pt idx="1128">
                  <c:v>45995</c:v>
                </c:pt>
                <c:pt idx="1129">
                  <c:v>45996</c:v>
                </c:pt>
                <c:pt idx="1130">
                  <c:v>45999</c:v>
                </c:pt>
                <c:pt idx="1131">
                  <c:v>46000</c:v>
                </c:pt>
                <c:pt idx="1132">
                  <c:v>46001</c:v>
                </c:pt>
                <c:pt idx="1133">
                  <c:v>46002</c:v>
                </c:pt>
                <c:pt idx="1134">
                  <c:v>46003</c:v>
                </c:pt>
                <c:pt idx="1135">
                  <c:v>46006</c:v>
                </c:pt>
                <c:pt idx="1136">
                  <c:v>46007</c:v>
                </c:pt>
                <c:pt idx="1137">
                  <c:v>46008</c:v>
                </c:pt>
                <c:pt idx="1138">
                  <c:v>46009</c:v>
                </c:pt>
                <c:pt idx="1139">
                  <c:v>46010</c:v>
                </c:pt>
                <c:pt idx="1140">
                  <c:v>46013</c:v>
                </c:pt>
                <c:pt idx="1141">
                  <c:v>46014</c:v>
                </c:pt>
                <c:pt idx="1142">
                  <c:v>46015</c:v>
                </c:pt>
                <c:pt idx="1143">
                  <c:v>46016</c:v>
                </c:pt>
                <c:pt idx="1144">
                  <c:v>46017</c:v>
                </c:pt>
                <c:pt idx="1145">
                  <c:v>46020</c:v>
                </c:pt>
                <c:pt idx="1146">
                  <c:v>46021</c:v>
                </c:pt>
                <c:pt idx="1147">
                  <c:v>46022</c:v>
                </c:pt>
                <c:pt idx="1148">
                  <c:v>46027</c:v>
                </c:pt>
                <c:pt idx="1149">
                  <c:v>46028</c:v>
                </c:pt>
                <c:pt idx="1150">
                  <c:v>46029</c:v>
                </c:pt>
                <c:pt idx="1151">
                  <c:v>46030</c:v>
                </c:pt>
                <c:pt idx="1152">
                  <c:v>46031</c:v>
                </c:pt>
                <c:pt idx="1153">
                  <c:v>46034</c:v>
                </c:pt>
                <c:pt idx="1154">
                  <c:v>46035</c:v>
                </c:pt>
                <c:pt idx="1155">
                  <c:v>46036</c:v>
                </c:pt>
                <c:pt idx="1156">
                  <c:v>46037</c:v>
                </c:pt>
                <c:pt idx="1157">
                  <c:v>46038</c:v>
                </c:pt>
                <c:pt idx="1158">
                  <c:v>46041</c:v>
                </c:pt>
                <c:pt idx="1159">
                  <c:v>46042</c:v>
                </c:pt>
                <c:pt idx="1160">
                  <c:v>46043</c:v>
                </c:pt>
                <c:pt idx="1161">
                  <c:v>46044</c:v>
                </c:pt>
                <c:pt idx="1162">
                  <c:v>46045</c:v>
                </c:pt>
                <c:pt idx="1163">
                  <c:v>46048</c:v>
                </c:pt>
                <c:pt idx="1164">
                  <c:v>46049</c:v>
                </c:pt>
                <c:pt idx="1165">
                  <c:v>46050</c:v>
                </c:pt>
                <c:pt idx="1166">
                  <c:v>46051</c:v>
                </c:pt>
                <c:pt idx="1167">
                  <c:v>46052</c:v>
                </c:pt>
                <c:pt idx="1168">
                  <c:v>46055</c:v>
                </c:pt>
                <c:pt idx="1169">
                  <c:v>46056</c:v>
                </c:pt>
                <c:pt idx="1170">
                  <c:v>46057</c:v>
                </c:pt>
                <c:pt idx="1171">
                  <c:v>46058</c:v>
                </c:pt>
                <c:pt idx="1172">
                  <c:v>46059</c:v>
                </c:pt>
                <c:pt idx="1173">
                  <c:v>46062</c:v>
                </c:pt>
                <c:pt idx="1174">
                  <c:v>46063</c:v>
                </c:pt>
                <c:pt idx="1175">
                  <c:v>46064</c:v>
                </c:pt>
                <c:pt idx="1176">
                  <c:v>46065</c:v>
                </c:pt>
                <c:pt idx="1177">
                  <c:v>46066</c:v>
                </c:pt>
                <c:pt idx="1178">
                  <c:v>46076</c:v>
                </c:pt>
                <c:pt idx="1179">
                  <c:v>46077</c:v>
                </c:pt>
                <c:pt idx="1180">
                  <c:v>46078</c:v>
                </c:pt>
                <c:pt idx="1181">
                  <c:v>46079</c:v>
                </c:pt>
                <c:pt idx="1182">
                  <c:v>46080</c:v>
                </c:pt>
                <c:pt idx="1183">
                  <c:v>46083</c:v>
                </c:pt>
                <c:pt idx="1184">
                  <c:v>46084</c:v>
                </c:pt>
                <c:pt idx="1185">
                  <c:v>46085</c:v>
                </c:pt>
                <c:pt idx="1186">
                  <c:v>46086</c:v>
                </c:pt>
                <c:pt idx="1187">
                  <c:v>46087</c:v>
                </c:pt>
                <c:pt idx="1188">
                  <c:v>46090</c:v>
                </c:pt>
                <c:pt idx="1189">
                  <c:v>46091</c:v>
                </c:pt>
                <c:pt idx="1190">
                  <c:v>46092</c:v>
                </c:pt>
                <c:pt idx="1191">
                  <c:v>46093</c:v>
                </c:pt>
                <c:pt idx="1192">
                  <c:v>46094</c:v>
                </c:pt>
                <c:pt idx="1193">
                  <c:v>46097</c:v>
                </c:pt>
                <c:pt idx="1194">
                  <c:v>46098</c:v>
                </c:pt>
                <c:pt idx="1195">
                  <c:v>46099</c:v>
                </c:pt>
                <c:pt idx="1196">
                  <c:v>46100</c:v>
                </c:pt>
                <c:pt idx="1197">
                  <c:v>46101</c:v>
                </c:pt>
                <c:pt idx="1198">
                  <c:v>46104</c:v>
                </c:pt>
                <c:pt idx="1199">
                  <c:v>46105</c:v>
                </c:pt>
                <c:pt idx="1200">
                  <c:v>46106</c:v>
                </c:pt>
                <c:pt idx="1201">
                  <c:v>46107</c:v>
                </c:pt>
                <c:pt idx="1202">
                  <c:v>46108</c:v>
                </c:pt>
                <c:pt idx="1203">
                  <c:v>46111</c:v>
                </c:pt>
                <c:pt idx="1204">
                  <c:v>46112</c:v>
                </c:pt>
                <c:pt idx="1205">
                  <c:v>46113</c:v>
                </c:pt>
                <c:pt idx="1206">
                  <c:v>46114</c:v>
                </c:pt>
                <c:pt idx="1207">
                  <c:v>46115</c:v>
                </c:pt>
                <c:pt idx="1208">
                  <c:v>46118</c:v>
                </c:pt>
                <c:pt idx="1209">
                  <c:v>46119</c:v>
                </c:pt>
                <c:pt idx="1210">
                  <c:v>46120</c:v>
                </c:pt>
                <c:pt idx="1211">
                  <c:v>46121</c:v>
                </c:pt>
                <c:pt idx="1212">
                  <c:v>46122</c:v>
                </c:pt>
                <c:pt idx="1213">
                  <c:v>46125</c:v>
                </c:pt>
                <c:pt idx="1214">
                  <c:v>46126</c:v>
                </c:pt>
                <c:pt idx="1215">
                  <c:v>46127</c:v>
                </c:pt>
                <c:pt idx="1216">
                  <c:v>46128</c:v>
                </c:pt>
                <c:pt idx="1217">
                  <c:v>46129</c:v>
                </c:pt>
                <c:pt idx="1218">
                  <c:v>46132</c:v>
                </c:pt>
                <c:pt idx="1219">
                  <c:v>46133</c:v>
                </c:pt>
                <c:pt idx="1220">
                  <c:v>46134</c:v>
                </c:pt>
                <c:pt idx="1221">
                  <c:v>46135</c:v>
                </c:pt>
                <c:pt idx="1222">
                  <c:v>46136</c:v>
                </c:pt>
                <c:pt idx="1223">
                  <c:v>46140</c:v>
                </c:pt>
                <c:pt idx="1224">
                  <c:v>46141</c:v>
                </c:pt>
                <c:pt idx="1225">
                  <c:v>46146</c:v>
                </c:pt>
                <c:pt idx="1226">
                  <c:v>46147</c:v>
                </c:pt>
                <c:pt idx="1227">
                  <c:v>46148</c:v>
                </c:pt>
                <c:pt idx="1228">
                  <c:v>46149</c:v>
                </c:pt>
                <c:pt idx="1229">
                  <c:v>46150</c:v>
                </c:pt>
                <c:pt idx="1230">
                  <c:v>46153</c:v>
                </c:pt>
                <c:pt idx="1231">
                  <c:v>46154</c:v>
                </c:pt>
                <c:pt idx="1232">
                  <c:v>46155</c:v>
                </c:pt>
                <c:pt idx="1233">
                  <c:v>46156</c:v>
                </c:pt>
                <c:pt idx="1234">
                  <c:v>46157</c:v>
                </c:pt>
                <c:pt idx="1235">
                  <c:v>46160</c:v>
                </c:pt>
                <c:pt idx="1236">
                  <c:v>46161</c:v>
                </c:pt>
                <c:pt idx="1237">
                  <c:v>46162</c:v>
                </c:pt>
                <c:pt idx="1238">
                  <c:v>46163</c:v>
                </c:pt>
                <c:pt idx="1239">
                  <c:v>46164</c:v>
                </c:pt>
                <c:pt idx="1240">
                  <c:v>46167</c:v>
                </c:pt>
                <c:pt idx="1241">
                  <c:v>46168</c:v>
                </c:pt>
                <c:pt idx="1242">
                  <c:v>46169</c:v>
                </c:pt>
                <c:pt idx="1243">
                  <c:v>46170</c:v>
                </c:pt>
                <c:pt idx="1244">
                  <c:v>46171</c:v>
                </c:pt>
                <c:pt idx="1245">
                  <c:v>46174</c:v>
                </c:pt>
                <c:pt idx="1246">
                  <c:v>46175</c:v>
                </c:pt>
              </c:numCache>
            </c:numRef>
          </c:cat>
          <c:val>
            <c:numRef>
              <c:f>'PB ratio'!$G$106:$G$1353</c:f>
              <c:numCache>
                <c:formatCode>0.00</c:formatCode>
                <c:ptCount val="1248"/>
                <c:pt idx="0">
                  <c:v>0.76291275878535936</c:v>
                </c:pt>
                <c:pt idx="1">
                  <c:v>0.76291275878535936</c:v>
                </c:pt>
                <c:pt idx="2">
                  <c:v>0.76291275878535936</c:v>
                </c:pt>
                <c:pt idx="3">
                  <c:v>0.76291275878535936</c:v>
                </c:pt>
                <c:pt idx="4">
                  <c:v>0.76291275878535936</c:v>
                </c:pt>
                <c:pt idx="5">
                  <c:v>0.76291275878535936</c:v>
                </c:pt>
                <c:pt idx="6">
                  <c:v>0.76291275878535936</c:v>
                </c:pt>
                <c:pt idx="7">
                  <c:v>0.76291275878535936</c:v>
                </c:pt>
                <c:pt idx="8">
                  <c:v>0.76291275878535936</c:v>
                </c:pt>
                <c:pt idx="9">
                  <c:v>0.76291275878535936</c:v>
                </c:pt>
                <c:pt idx="10">
                  <c:v>0.76291275878535936</c:v>
                </c:pt>
                <c:pt idx="11">
                  <c:v>0.76291275878535936</c:v>
                </c:pt>
                <c:pt idx="12">
                  <c:v>0.76291275878535936</c:v>
                </c:pt>
                <c:pt idx="13">
                  <c:v>0.76291275878535936</c:v>
                </c:pt>
                <c:pt idx="14">
                  <c:v>0.76291275878535936</c:v>
                </c:pt>
                <c:pt idx="15">
                  <c:v>0.76291275878535936</c:v>
                </c:pt>
                <c:pt idx="16">
                  <c:v>0.76291275878535936</c:v>
                </c:pt>
                <c:pt idx="17">
                  <c:v>0.76291275878535936</c:v>
                </c:pt>
                <c:pt idx="18">
                  <c:v>0.76291275878535936</c:v>
                </c:pt>
                <c:pt idx="19">
                  <c:v>0.76291275878535936</c:v>
                </c:pt>
                <c:pt idx="20">
                  <c:v>0.76291275878535936</c:v>
                </c:pt>
                <c:pt idx="21">
                  <c:v>0.76291275878535936</c:v>
                </c:pt>
                <c:pt idx="22">
                  <c:v>0.76291275878535936</c:v>
                </c:pt>
                <c:pt idx="23">
                  <c:v>0.76291275878535936</c:v>
                </c:pt>
                <c:pt idx="24">
                  <c:v>0.76291275878535936</c:v>
                </c:pt>
                <c:pt idx="25">
                  <c:v>0.76291275878535936</c:v>
                </c:pt>
                <c:pt idx="26">
                  <c:v>0.76291275878535936</c:v>
                </c:pt>
                <c:pt idx="27">
                  <c:v>0.76291275878535936</c:v>
                </c:pt>
                <c:pt idx="28">
                  <c:v>0.76291275878535936</c:v>
                </c:pt>
                <c:pt idx="29">
                  <c:v>0.76291275878535936</c:v>
                </c:pt>
                <c:pt idx="30">
                  <c:v>0.76291275878535936</c:v>
                </c:pt>
                <c:pt idx="31">
                  <c:v>0.76291275878535936</c:v>
                </c:pt>
                <c:pt idx="32">
                  <c:v>0.76291275878535936</c:v>
                </c:pt>
                <c:pt idx="33">
                  <c:v>0.76291275878535936</c:v>
                </c:pt>
                <c:pt idx="34">
                  <c:v>0.76291275878535936</c:v>
                </c:pt>
                <c:pt idx="35">
                  <c:v>0.76291275878535936</c:v>
                </c:pt>
                <c:pt idx="36">
                  <c:v>0.76291275878535936</c:v>
                </c:pt>
                <c:pt idx="37">
                  <c:v>0.76291275878535936</c:v>
                </c:pt>
                <c:pt idx="38">
                  <c:v>0.76291275878535936</c:v>
                </c:pt>
                <c:pt idx="39">
                  <c:v>0.76291275878535936</c:v>
                </c:pt>
                <c:pt idx="40">
                  <c:v>0.76291275878535936</c:v>
                </c:pt>
                <c:pt idx="41">
                  <c:v>0.76291275878535936</c:v>
                </c:pt>
                <c:pt idx="42">
                  <c:v>0.76291275878535936</c:v>
                </c:pt>
                <c:pt idx="43">
                  <c:v>0.76291275878535936</c:v>
                </c:pt>
                <c:pt idx="44">
                  <c:v>0.76291275878535936</c:v>
                </c:pt>
                <c:pt idx="45">
                  <c:v>0.76291275878535936</c:v>
                </c:pt>
                <c:pt idx="46">
                  <c:v>0.76291275878535936</c:v>
                </c:pt>
                <c:pt idx="47">
                  <c:v>0.76291275878535936</c:v>
                </c:pt>
                <c:pt idx="48">
                  <c:v>0.76291275878535936</c:v>
                </c:pt>
                <c:pt idx="49">
                  <c:v>0.76291275878535936</c:v>
                </c:pt>
                <c:pt idx="50">
                  <c:v>0.76291275878535936</c:v>
                </c:pt>
                <c:pt idx="51">
                  <c:v>0.76291275878535936</c:v>
                </c:pt>
                <c:pt idx="52">
                  <c:v>0.76291275878535936</c:v>
                </c:pt>
                <c:pt idx="53">
                  <c:v>0.76291275878535936</c:v>
                </c:pt>
                <c:pt idx="54">
                  <c:v>0.76291275878535936</c:v>
                </c:pt>
                <c:pt idx="55">
                  <c:v>0.76291275878535936</c:v>
                </c:pt>
                <c:pt idx="56">
                  <c:v>0.76291275878535936</c:v>
                </c:pt>
                <c:pt idx="57">
                  <c:v>0.76291275878535936</c:v>
                </c:pt>
                <c:pt idx="58">
                  <c:v>0.76291275878535936</c:v>
                </c:pt>
                <c:pt idx="59">
                  <c:v>0.76291275878535936</c:v>
                </c:pt>
                <c:pt idx="60">
                  <c:v>0.76291275878535936</c:v>
                </c:pt>
                <c:pt idx="61">
                  <c:v>0.76291275878535936</c:v>
                </c:pt>
                <c:pt idx="62">
                  <c:v>0.76291275878535936</c:v>
                </c:pt>
                <c:pt idx="63">
                  <c:v>0.76291275878535936</c:v>
                </c:pt>
                <c:pt idx="64">
                  <c:v>0.76291275878535936</c:v>
                </c:pt>
                <c:pt idx="65">
                  <c:v>0.76291275878535936</c:v>
                </c:pt>
                <c:pt idx="66">
                  <c:v>0.76291275878535936</c:v>
                </c:pt>
                <c:pt idx="67">
                  <c:v>0.76291275878535936</c:v>
                </c:pt>
                <c:pt idx="68">
                  <c:v>0.76291275878535936</c:v>
                </c:pt>
                <c:pt idx="69">
                  <c:v>0.76291275878535936</c:v>
                </c:pt>
                <c:pt idx="70">
                  <c:v>0.76291275878535936</c:v>
                </c:pt>
                <c:pt idx="71">
                  <c:v>0.76291275878535936</c:v>
                </c:pt>
                <c:pt idx="72">
                  <c:v>0.76291275878535936</c:v>
                </c:pt>
                <c:pt idx="73">
                  <c:v>0.76291275878535936</c:v>
                </c:pt>
                <c:pt idx="74">
                  <c:v>0.76291275878535936</c:v>
                </c:pt>
                <c:pt idx="75">
                  <c:v>0.76291275878535936</c:v>
                </c:pt>
                <c:pt idx="76">
                  <c:v>0.76291275878535936</c:v>
                </c:pt>
                <c:pt idx="77">
                  <c:v>0.76291275878535936</c:v>
                </c:pt>
                <c:pt idx="78">
                  <c:v>0.76291275878535936</c:v>
                </c:pt>
                <c:pt idx="79">
                  <c:v>0.76291275878535936</c:v>
                </c:pt>
                <c:pt idx="80">
                  <c:v>0.76291275878535936</c:v>
                </c:pt>
                <c:pt idx="81">
                  <c:v>0.76291275878535936</c:v>
                </c:pt>
                <c:pt idx="82">
                  <c:v>0.76291275878535936</c:v>
                </c:pt>
                <c:pt idx="83">
                  <c:v>0.76291275878535936</c:v>
                </c:pt>
                <c:pt idx="84">
                  <c:v>0.76291275878535936</c:v>
                </c:pt>
                <c:pt idx="85">
                  <c:v>0.76291275878535936</c:v>
                </c:pt>
                <c:pt idx="86">
                  <c:v>0.76291275878535936</c:v>
                </c:pt>
                <c:pt idx="87">
                  <c:v>0.76291275878535936</c:v>
                </c:pt>
                <c:pt idx="88">
                  <c:v>0.76291275878535936</c:v>
                </c:pt>
                <c:pt idx="89">
                  <c:v>0.76291275878535936</c:v>
                </c:pt>
                <c:pt idx="90">
                  <c:v>0.76291275878535936</c:v>
                </c:pt>
                <c:pt idx="91">
                  <c:v>0.76291275878535936</c:v>
                </c:pt>
                <c:pt idx="92">
                  <c:v>0.76291275878535936</c:v>
                </c:pt>
                <c:pt idx="93">
                  <c:v>0.76291275878535936</c:v>
                </c:pt>
                <c:pt idx="94">
                  <c:v>0.76291275878535936</c:v>
                </c:pt>
                <c:pt idx="95">
                  <c:v>0.76291275878535936</c:v>
                </c:pt>
                <c:pt idx="96">
                  <c:v>0.76291275878535936</c:v>
                </c:pt>
                <c:pt idx="97">
                  <c:v>0.76291275878535936</c:v>
                </c:pt>
                <c:pt idx="98">
                  <c:v>0.76291275878535936</c:v>
                </c:pt>
                <c:pt idx="99">
                  <c:v>0.76291275878535936</c:v>
                </c:pt>
                <c:pt idx="100">
                  <c:v>0.76291275878535936</c:v>
                </c:pt>
                <c:pt idx="101">
                  <c:v>0.76291275878535936</c:v>
                </c:pt>
                <c:pt idx="102">
                  <c:v>0.76291275878535936</c:v>
                </c:pt>
                <c:pt idx="103">
                  <c:v>0.76291275878535936</c:v>
                </c:pt>
                <c:pt idx="104">
                  <c:v>0.76291275878535936</c:v>
                </c:pt>
                <c:pt idx="105">
                  <c:v>0.76291275878535936</c:v>
                </c:pt>
                <c:pt idx="106">
                  <c:v>0.76291275878535936</c:v>
                </c:pt>
                <c:pt idx="107">
                  <c:v>0.76291275878535936</c:v>
                </c:pt>
                <c:pt idx="108">
                  <c:v>0.76291275878535936</c:v>
                </c:pt>
                <c:pt idx="109">
                  <c:v>0.76291275878535936</c:v>
                </c:pt>
                <c:pt idx="110">
                  <c:v>0.76291275878535936</c:v>
                </c:pt>
                <c:pt idx="111">
                  <c:v>0.76291275878535936</c:v>
                </c:pt>
                <c:pt idx="112">
                  <c:v>0.76291275878535936</c:v>
                </c:pt>
                <c:pt idx="113">
                  <c:v>0.76291275878535936</c:v>
                </c:pt>
                <c:pt idx="114">
                  <c:v>0.76291275878535936</c:v>
                </c:pt>
                <c:pt idx="115">
                  <c:v>0.76291275878535936</c:v>
                </c:pt>
                <c:pt idx="116">
                  <c:v>0.76291275878535936</c:v>
                </c:pt>
                <c:pt idx="117">
                  <c:v>0.76291275878535936</c:v>
                </c:pt>
                <c:pt idx="118">
                  <c:v>0.76291275878535936</c:v>
                </c:pt>
                <c:pt idx="119">
                  <c:v>0.76291275878535936</c:v>
                </c:pt>
                <c:pt idx="120">
                  <c:v>0.76291275878535936</c:v>
                </c:pt>
                <c:pt idx="121">
                  <c:v>0.76291275878535936</c:v>
                </c:pt>
                <c:pt idx="122">
                  <c:v>0.76291275878535936</c:v>
                </c:pt>
                <c:pt idx="123">
                  <c:v>0.76291275878535936</c:v>
                </c:pt>
                <c:pt idx="124">
                  <c:v>0.76291275878535936</c:v>
                </c:pt>
                <c:pt idx="125">
                  <c:v>0.76291275878535936</c:v>
                </c:pt>
                <c:pt idx="126">
                  <c:v>0.76291275878535936</c:v>
                </c:pt>
                <c:pt idx="127">
                  <c:v>0.76291275878535936</c:v>
                </c:pt>
                <c:pt idx="128">
                  <c:v>0.76291275878535936</c:v>
                </c:pt>
                <c:pt idx="129">
                  <c:v>0.76291275878535936</c:v>
                </c:pt>
                <c:pt idx="130">
                  <c:v>0.76291275878535936</c:v>
                </c:pt>
                <c:pt idx="131">
                  <c:v>0.76291275878535936</c:v>
                </c:pt>
                <c:pt idx="132">
                  <c:v>0.76291275878535936</c:v>
                </c:pt>
                <c:pt idx="133">
                  <c:v>0.76291275878535936</c:v>
                </c:pt>
                <c:pt idx="134">
                  <c:v>0.76291275878535936</c:v>
                </c:pt>
                <c:pt idx="135">
                  <c:v>0.76291275878535936</c:v>
                </c:pt>
                <c:pt idx="136">
                  <c:v>0.76291275878535936</c:v>
                </c:pt>
                <c:pt idx="137">
                  <c:v>0.76291275878535936</c:v>
                </c:pt>
                <c:pt idx="138">
                  <c:v>0.76291275878535936</c:v>
                </c:pt>
                <c:pt idx="139">
                  <c:v>0.76291275878535936</c:v>
                </c:pt>
                <c:pt idx="140">
                  <c:v>0.76291275878535936</c:v>
                </c:pt>
                <c:pt idx="141">
                  <c:v>0.76291275878535936</c:v>
                </c:pt>
                <c:pt idx="142">
                  <c:v>0.76291275878535936</c:v>
                </c:pt>
                <c:pt idx="143">
                  <c:v>0.76291275878535936</c:v>
                </c:pt>
                <c:pt idx="144">
                  <c:v>0.76291275878535936</c:v>
                </c:pt>
                <c:pt idx="145">
                  <c:v>0.76291275878535936</c:v>
                </c:pt>
                <c:pt idx="146">
                  <c:v>0.76291275878535936</c:v>
                </c:pt>
                <c:pt idx="147">
                  <c:v>0.76291275878535936</c:v>
                </c:pt>
                <c:pt idx="148">
                  <c:v>0.76291275878535936</c:v>
                </c:pt>
                <c:pt idx="149">
                  <c:v>0.76291275878535936</c:v>
                </c:pt>
                <c:pt idx="150">
                  <c:v>0.76291275878535936</c:v>
                </c:pt>
                <c:pt idx="151">
                  <c:v>0.76291275878535936</c:v>
                </c:pt>
                <c:pt idx="152">
                  <c:v>0.76291275878535936</c:v>
                </c:pt>
                <c:pt idx="153">
                  <c:v>0.76291275878535936</c:v>
                </c:pt>
                <c:pt idx="154">
                  <c:v>0.76291275878535936</c:v>
                </c:pt>
                <c:pt idx="155">
                  <c:v>0.76291275878535936</c:v>
                </c:pt>
                <c:pt idx="156">
                  <c:v>0.76291275878535936</c:v>
                </c:pt>
                <c:pt idx="157">
                  <c:v>0.76291275878535936</c:v>
                </c:pt>
                <c:pt idx="158">
                  <c:v>0.76291275878535936</c:v>
                </c:pt>
                <c:pt idx="159">
                  <c:v>0.76291275878535936</c:v>
                </c:pt>
                <c:pt idx="160">
                  <c:v>0.76291275878535936</c:v>
                </c:pt>
                <c:pt idx="161">
                  <c:v>0.76291275878535936</c:v>
                </c:pt>
                <c:pt idx="162">
                  <c:v>0.76291275878535936</c:v>
                </c:pt>
                <c:pt idx="163">
                  <c:v>0.76291275878535936</c:v>
                </c:pt>
                <c:pt idx="164">
                  <c:v>0.76291275878535936</c:v>
                </c:pt>
                <c:pt idx="165">
                  <c:v>0.76291275878535936</c:v>
                </c:pt>
                <c:pt idx="166">
                  <c:v>0.76291275878535936</c:v>
                </c:pt>
                <c:pt idx="167">
                  <c:v>0.76291275878535936</c:v>
                </c:pt>
                <c:pt idx="168">
                  <c:v>0.76291275878535936</c:v>
                </c:pt>
                <c:pt idx="169">
                  <c:v>0.76291275878535936</c:v>
                </c:pt>
                <c:pt idx="170">
                  <c:v>0.76291275878535936</c:v>
                </c:pt>
                <c:pt idx="171">
                  <c:v>0.76291275878535936</c:v>
                </c:pt>
                <c:pt idx="172">
                  <c:v>0.76291275878535936</c:v>
                </c:pt>
                <c:pt idx="173">
                  <c:v>0.76291275878535936</c:v>
                </c:pt>
                <c:pt idx="174">
                  <c:v>0.76291275878535936</c:v>
                </c:pt>
                <c:pt idx="175">
                  <c:v>0.76291275878535936</c:v>
                </c:pt>
                <c:pt idx="176">
                  <c:v>0.76291275878535936</c:v>
                </c:pt>
                <c:pt idx="177">
                  <c:v>0.76291275878535936</c:v>
                </c:pt>
                <c:pt idx="178">
                  <c:v>0.76291275878535936</c:v>
                </c:pt>
                <c:pt idx="179">
                  <c:v>0.76291275878535936</c:v>
                </c:pt>
                <c:pt idx="180">
                  <c:v>0.76291275878535936</c:v>
                </c:pt>
                <c:pt idx="181">
                  <c:v>0.76291275878535936</c:v>
                </c:pt>
                <c:pt idx="182">
                  <c:v>0.76291275878535936</c:v>
                </c:pt>
                <c:pt idx="183">
                  <c:v>0.76291275878535936</c:v>
                </c:pt>
                <c:pt idx="184">
                  <c:v>0.76291275878535936</c:v>
                </c:pt>
                <c:pt idx="185">
                  <c:v>0.76291275878535936</c:v>
                </c:pt>
                <c:pt idx="186">
                  <c:v>0.76291275878535936</c:v>
                </c:pt>
                <c:pt idx="187">
                  <c:v>0.76291275878535936</c:v>
                </c:pt>
                <c:pt idx="188">
                  <c:v>0.76291275878535936</c:v>
                </c:pt>
                <c:pt idx="189">
                  <c:v>0.76291275878535936</c:v>
                </c:pt>
                <c:pt idx="190">
                  <c:v>0.76291275878535936</c:v>
                </c:pt>
                <c:pt idx="191">
                  <c:v>0.76291275878535936</c:v>
                </c:pt>
                <c:pt idx="192">
                  <c:v>0.76291275878535936</c:v>
                </c:pt>
                <c:pt idx="193">
                  <c:v>0.76291275878535936</c:v>
                </c:pt>
                <c:pt idx="194">
                  <c:v>0.76291275878535936</c:v>
                </c:pt>
                <c:pt idx="195">
                  <c:v>0.76291275878535936</c:v>
                </c:pt>
                <c:pt idx="196">
                  <c:v>0.76291275878535936</c:v>
                </c:pt>
                <c:pt idx="197">
                  <c:v>0.76291275878535936</c:v>
                </c:pt>
                <c:pt idx="198">
                  <c:v>0.76291275878535936</c:v>
                </c:pt>
                <c:pt idx="199">
                  <c:v>0.76291275878535936</c:v>
                </c:pt>
                <c:pt idx="200">
                  <c:v>0.76291275878535936</c:v>
                </c:pt>
                <c:pt idx="201">
                  <c:v>0.76291275878535936</c:v>
                </c:pt>
                <c:pt idx="202">
                  <c:v>0.76291275878535936</c:v>
                </c:pt>
                <c:pt idx="203">
                  <c:v>0.76291275878535936</c:v>
                </c:pt>
                <c:pt idx="204">
                  <c:v>0.76291275878535936</c:v>
                </c:pt>
                <c:pt idx="205">
                  <c:v>0.76291275878535936</c:v>
                </c:pt>
                <c:pt idx="206">
                  <c:v>0.76291275878535936</c:v>
                </c:pt>
                <c:pt idx="207">
                  <c:v>0.76291275878535936</c:v>
                </c:pt>
                <c:pt idx="208">
                  <c:v>0.76291275878535936</c:v>
                </c:pt>
                <c:pt idx="209">
                  <c:v>0.76291275878535936</c:v>
                </c:pt>
                <c:pt idx="210">
                  <c:v>0.76291275878535936</c:v>
                </c:pt>
                <c:pt idx="211">
                  <c:v>0.76291275878535936</c:v>
                </c:pt>
                <c:pt idx="212">
                  <c:v>0.76291275878535936</c:v>
                </c:pt>
                <c:pt idx="213">
                  <c:v>0.76291275878535936</c:v>
                </c:pt>
                <c:pt idx="214">
                  <c:v>0.76291275878535936</c:v>
                </c:pt>
                <c:pt idx="215">
                  <c:v>0.76291275878535936</c:v>
                </c:pt>
                <c:pt idx="216">
                  <c:v>0.76291275878535936</c:v>
                </c:pt>
                <c:pt idx="217">
                  <c:v>0.76291275878535936</c:v>
                </c:pt>
                <c:pt idx="218">
                  <c:v>0.76291275878535936</c:v>
                </c:pt>
                <c:pt idx="219">
                  <c:v>0.76291275878535936</c:v>
                </c:pt>
                <c:pt idx="220">
                  <c:v>0.76291275878535936</c:v>
                </c:pt>
                <c:pt idx="221">
                  <c:v>0.76291275878535936</c:v>
                </c:pt>
                <c:pt idx="222">
                  <c:v>0.76291275878535936</c:v>
                </c:pt>
                <c:pt idx="223">
                  <c:v>0.76291275878535936</c:v>
                </c:pt>
                <c:pt idx="224">
                  <c:v>0.76291275878535936</c:v>
                </c:pt>
                <c:pt idx="225">
                  <c:v>0.76291275878535936</c:v>
                </c:pt>
                <c:pt idx="226">
                  <c:v>0.76291275878535936</c:v>
                </c:pt>
                <c:pt idx="227">
                  <c:v>0.76291275878535936</c:v>
                </c:pt>
                <c:pt idx="228">
                  <c:v>0.76291275878535936</c:v>
                </c:pt>
                <c:pt idx="229">
                  <c:v>0.76291275878535936</c:v>
                </c:pt>
                <c:pt idx="230">
                  <c:v>0.76291275878535936</c:v>
                </c:pt>
                <c:pt idx="231">
                  <c:v>0.76291275878535936</c:v>
                </c:pt>
                <c:pt idx="232">
                  <c:v>0.76291275878535936</c:v>
                </c:pt>
                <c:pt idx="233">
                  <c:v>0.76291275878535936</c:v>
                </c:pt>
                <c:pt idx="234">
                  <c:v>0.76291275878535936</c:v>
                </c:pt>
                <c:pt idx="235">
                  <c:v>0.76291275878535936</c:v>
                </c:pt>
                <c:pt idx="236">
                  <c:v>0.76291275878535936</c:v>
                </c:pt>
                <c:pt idx="237">
                  <c:v>0.76291275878535936</c:v>
                </c:pt>
                <c:pt idx="238">
                  <c:v>0.76291275878535936</c:v>
                </c:pt>
                <c:pt idx="239">
                  <c:v>0.76291275878535936</c:v>
                </c:pt>
                <c:pt idx="240">
                  <c:v>0.76291275878535936</c:v>
                </c:pt>
                <c:pt idx="241">
                  <c:v>0.76291275878535936</c:v>
                </c:pt>
                <c:pt idx="242">
                  <c:v>0.76291275878535936</c:v>
                </c:pt>
                <c:pt idx="243">
                  <c:v>0.76291275878535936</c:v>
                </c:pt>
                <c:pt idx="244">
                  <c:v>0.76291275878535936</c:v>
                </c:pt>
                <c:pt idx="245">
                  <c:v>0.76291275878535936</c:v>
                </c:pt>
                <c:pt idx="246">
                  <c:v>0.76291275878535936</c:v>
                </c:pt>
                <c:pt idx="247">
                  <c:v>0.76291275878535936</c:v>
                </c:pt>
                <c:pt idx="248">
                  <c:v>0.76291275878535936</c:v>
                </c:pt>
                <c:pt idx="249">
                  <c:v>0.76291275878535936</c:v>
                </c:pt>
                <c:pt idx="250">
                  <c:v>0.76291275878535936</c:v>
                </c:pt>
                <c:pt idx="251">
                  <c:v>0.76291275878535936</c:v>
                </c:pt>
                <c:pt idx="252">
                  <c:v>0.76291275878535936</c:v>
                </c:pt>
                <c:pt idx="253">
                  <c:v>0.76291275878535936</c:v>
                </c:pt>
                <c:pt idx="254">
                  <c:v>0.76291275878535936</c:v>
                </c:pt>
                <c:pt idx="255">
                  <c:v>0.76291275878535936</c:v>
                </c:pt>
                <c:pt idx="256">
                  <c:v>0.76291275878535936</c:v>
                </c:pt>
                <c:pt idx="257">
                  <c:v>0.76291275878535936</c:v>
                </c:pt>
                <c:pt idx="258">
                  <c:v>0.76291275878535936</c:v>
                </c:pt>
                <c:pt idx="259">
                  <c:v>0.76291275878535936</c:v>
                </c:pt>
                <c:pt idx="260">
                  <c:v>0.76291275878535936</c:v>
                </c:pt>
                <c:pt idx="261">
                  <c:v>0.76291275878535936</c:v>
                </c:pt>
                <c:pt idx="262">
                  <c:v>0.76291275878535936</c:v>
                </c:pt>
                <c:pt idx="263">
                  <c:v>0.76291275878535936</c:v>
                </c:pt>
                <c:pt idx="264">
                  <c:v>0.76291275878535936</c:v>
                </c:pt>
                <c:pt idx="265">
                  <c:v>0.76291275878535936</c:v>
                </c:pt>
                <c:pt idx="266">
                  <c:v>0.76291275878535936</c:v>
                </c:pt>
                <c:pt idx="267">
                  <c:v>0.76291275878535936</c:v>
                </c:pt>
                <c:pt idx="268">
                  <c:v>0.76291275878535936</c:v>
                </c:pt>
                <c:pt idx="269">
                  <c:v>0.76291275878535936</c:v>
                </c:pt>
                <c:pt idx="270">
                  <c:v>0.76291275878535936</c:v>
                </c:pt>
                <c:pt idx="271">
                  <c:v>0.76291275878535936</c:v>
                </c:pt>
                <c:pt idx="272">
                  <c:v>0.76291275878535936</c:v>
                </c:pt>
                <c:pt idx="273">
                  <c:v>0.76291275878535936</c:v>
                </c:pt>
                <c:pt idx="274">
                  <c:v>0.76291275878535936</c:v>
                </c:pt>
                <c:pt idx="275">
                  <c:v>0.76291275878535936</c:v>
                </c:pt>
                <c:pt idx="276">
                  <c:v>0.76291275878535936</c:v>
                </c:pt>
                <c:pt idx="277">
                  <c:v>0.76291275878535936</c:v>
                </c:pt>
                <c:pt idx="278">
                  <c:v>0.76291275878535936</c:v>
                </c:pt>
                <c:pt idx="279">
                  <c:v>0.76291275878535936</c:v>
                </c:pt>
                <c:pt idx="280">
                  <c:v>0.76291275878535936</c:v>
                </c:pt>
                <c:pt idx="281">
                  <c:v>0.76291275878535936</c:v>
                </c:pt>
                <c:pt idx="282">
                  <c:v>0.76291275878535936</c:v>
                </c:pt>
                <c:pt idx="283">
                  <c:v>0.76291275878535936</c:v>
                </c:pt>
                <c:pt idx="284">
                  <c:v>0.76291275878535936</c:v>
                </c:pt>
                <c:pt idx="285">
                  <c:v>0.76291275878535936</c:v>
                </c:pt>
                <c:pt idx="286">
                  <c:v>0.76291275878535936</c:v>
                </c:pt>
                <c:pt idx="287">
                  <c:v>0.76291275878535936</c:v>
                </c:pt>
                <c:pt idx="288">
                  <c:v>0.76291275878535936</c:v>
                </c:pt>
                <c:pt idx="289">
                  <c:v>0.76291275878535936</c:v>
                </c:pt>
                <c:pt idx="290">
                  <c:v>0.76291275878535936</c:v>
                </c:pt>
                <c:pt idx="291">
                  <c:v>0.76291275878535936</c:v>
                </c:pt>
                <c:pt idx="292">
                  <c:v>0.76291275878535936</c:v>
                </c:pt>
                <c:pt idx="293">
                  <c:v>0.76291275878535936</c:v>
                </c:pt>
                <c:pt idx="294">
                  <c:v>0.76291275878535936</c:v>
                </c:pt>
                <c:pt idx="295">
                  <c:v>0.76291275878535936</c:v>
                </c:pt>
                <c:pt idx="296">
                  <c:v>0.76291275878535936</c:v>
                </c:pt>
                <c:pt idx="297">
                  <c:v>0.76291275878535936</c:v>
                </c:pt>
                <c:pt idx="298">
                  <c:v>0.76291275878535936</c:v>
                </c:pt>
                <c:pt idx="299">
                  <c:v>0.76291275878535936</c:v>
                </c:pt>
                <c:pt idx="300">
                  <c:v>0.76291275878535936</c:v>
                </c:pt>
                <c:pt idx="301">
                  <c:v>0.76291275878535936</c:v>
                </c:pt>
                <c:pt idx="302">
                  <c:v>0.76291275878535936</c:v>
                </c:pt>
                <c:pt idx="303">
                  <c:v>0.76291275878535936</c:v>
                </c:pt>
                <c:pt idx="304">
                  <c:v>0.76291275878535936</c:v>
                </c:pt>
                <c:pt idx="305">
                  <c:v>0.76291275878535936</c:v>
                </c:pt>
                <c:pt idx="306">
                  <c:v>0.76291275878535936</c:v>
                </c:pt>
                <c:pt idx="307">
                  <c:v>0.76291275878535936</c:v>
                </c:pt>
                <c:pt idx="308">
                  <c:v>0.76291275878535936</c:v>
                </c:pt>
                <c:pt idx="309">
                  <c:v>0.76291275878535936</c:v>
                </c:pt>
                <c:pt idx="310">
                  <c:v>0.76291275878535936</c:v>
                </c:pt>
                <c:pt idx="311">
                  <c:v>0.76291275878535936</c:v>
                </c:pt>
                <c:pt idx="312">
                  <c:v>0.76291275878535936</c:v>
                </c:pt>
                <c:pt idx="313">
                  <c:v>0.76291275878535936</c:v>
                </c:pt>
                <c:pt idx="314">
                  <c:v>0.76291275878535936</c:v>
                </c:pt>
                <c:pt idx="315">
                  <c:v>0.76291275878535936</c:v>
                </c:pt>
                <c:pt idx="316">
                  <c:v>0.76291275878535936</c:v>
                </c:pt>
                <c:pt idx="317">
                  <c:v>0.76291275878535936</c:v>
                </c:pt>
                <c:pt idx="318">
                  <c:v>0.76291275878535936</c:v>
                </c:pt>
                <c:pt idx="319">
                  <c:v>0.76291275878535936</c:v>
                </c:pt>
                <c:pt idx="320">
                  <c:v>0.76291275878535936</c:v>
                </c:pt>
                <c:pt idx="321">
                  <c:v>0.76291275878535936</c:v>
                </c:pt>
                <c:pt idx="322">
                  <c:v>0.76291275878535936</c:v>
                </c:pt>
                <c:pt idx="323">
                  <c:v>0.76291275878535936</c:v>
                </c:pt>
                <c:pt idx="324">
                  <c:v>0.76291275878535936</c:v>
                </c:pt>
                <c:pt idx="325">
                  <c:v>0.76291275878535936</c:v>
                </c:pt>
                <c:pt idx="326">
                  <c:v>0.76291275878535936</c:v>
                </c:pt>
                <c:pt idx="327">
                  <c:v>0.76291275878535936</c:v>
                </c:pt>
                <c:pt idx="328">
                  <c:v>0.76291275878535936</c:v>
                </c:pt>
                <c:pt idx="329">
                  <c:v>0.76291275878535936</c:v>
                </c:pt>
                <c:pt idx="330">
                  <c:v>0.76291275878535936</c:v>
                </c:pt>
                <c:pt idx="331">
                  <c:v>0.76291275878535936</c:v>
                </c:pt>
                <c:pt idx="332">
                  <c:v>0.76291275878535936</c:v>
                </c:pt>
                <c:pt idx="333">
                  <c:v>0.76291275878535936</c:v>
                </c:pt>
                <c:pt idx="334">
                  <c:v>0.76291275878535936</c:v>
                </c:pt>
                <c:pt idx="335">
                  <c:v>0.76291275878535936</c:v>
                </c:pt>
                <c:pt idx="336">
                  <c:v>0.76291275878535936</c:v>
                </c:pt>
                <c:pt idx="337">
                  <c:v>0.76291275878535936</c:v>
                </c:pt>
                <c:pt idx="338">
                  <c:v>0.76291275878535936</c:v>
                </c:pt>
                <c:pt idx="339">
                  <c:v>0.76291275878535936</c:v>
                </c:pt>
                <c:pt idx="340">
                  <c:v>0.76291275878535936</c:v>
                </c:pt>
                <c:pt idx="341">
                  <c:v>0.76291275878535936</c:v>
                </c:pt>
                <c:pt idx="342">
                  <c:v>0.76291275878535936</c:v>
                </c:pt>
                <c:pt idx="343">
                  <c:v>0.76291275878535936</c:v>
                </c:pt>
                <c:pt idx="344">
                  <c:v>0.76291275878535936</c:v>
                </c:pt>
                <c:pt idx="345">
                  <c:v>0.76291275878535936</c:v>
                </c:pt>
                <c:pt idx="346">
                  <c:v>0.76291275878535936</c:v>
                </c:pt>
                <c:pt idx="347">
                  <c:v>0.76291275878535936</c:v>
                </c:pt>
                <c:pt idx="348">
                  <c:v>0.76291275878535936</c:v>
                </c:pt>
                <c:pt idx="349">
                  <c:v>0.76291275878535936</c:v>
                </c:pt>
                <c:pt idx="350">
                  <c:v>0.76291275878535936</c:v>
                </c:pt>
                <c:pt idx="351">
                  <c:v>0.76291275878535936</c:v>
                </c:pt>
                <c:pt idx="352">
                  <c:v>0.76291275878535936</c:v>
                </c:pt>
                <c:pt idx="353">
                  <c:v>0.76291275878535936</c:v>
                </c:pt>
                <c:pt idx="354">
                  <c:v>0.76291275878535936</c:v>
                </c:pt>
                <c:pt idx="355">
                  <c:v>0.76291275878535936</c:v>
                </c:pt>
                <c:pt idx="356">
                  <c:v>0.76291275878535936</c:v>
                </c:pt>
                <c:pt idx="357">
                  <c:v>0.76291275878535936</c:v>
                </c:pt>
                <c:pt idx="358">
                  <c:v>0.76291275878535936</c:v>
                </c:pt>
                <c:pt idx="359">
                  <c:v>0.76291275878535936</c:v>
                </c:pt>
                <c:pt idx="360">
                  <c:v>0.76291275878535936</c:v>
                </c:pt>
                <c:pt idx="361">
                  <c:v>0.76291275878535936</c:v>
                </c:pt>
                <c:pt idx="362">
                  <c:v>0.76291275878535936</c:v>
                </c:pt>
                <c:pt idx="363">
                  <c:v>0.76291275878535936</c:v>
                </c:pt>
                <c:pt idx="364">
                  <c:v>0.76291275878535936</c:v>
                </c:pt>
                <c:pt idx="365">
                  <c:v>0.76291275878535936</c:v>
                </c:pt>
                <c:pt idx="366">
                  <c:v>0.76291275878535936</c:v>
                </c:pt>
                <c:pt idx="367">
                  <c:v>0.76291275878535936</c:v>
                </c:pt>
                <c:pt idx="368">
                  <c:v>0.76291275878535936</c:v>
                </c:pt>
                <c:pt idx="369">
                  <c:v>0.76291275878535936</c:v>
                </c:pt>
                <c:pt idx="370">
                  <c:v>0.76291275878535936</c:v>
                </c:pt>
                <c:pt idx="371">
                  <c:v>0.76291275878535936</c:v>
                </c:pt>
                <c:pt idx="372">
                  <c:v>0.76291275878535936</c:v>
                </c:pt>
                <c:pt idx="373">
                  <c:v>0.76291275878535936</c:v>
                </c:pt>
                <c:pt idx="374">
                  <c:v>0.76291275878535936</c:v>
                </c:pt>
                <c:pt idx="375">
                  <c:v>0.76291275878535936</c:v>
                </c:pt>
                <c:pt idx="376">
                  <c:v>0.76291275878535936</c:v>
                </c:pt>
                <c:pt idx="377">
                  <c:v>0.76291275878535936</c:v>
                </c:pt>
                <c:pt idx="378">
                  <c:v>0.76291275878535936</c:v>
                </c:pt>
                <c:pt idx="379">
                  <c:v>0.76291275878535936</c:v>
                </c:pt>
                <c:pt idx="380">
                  <c:v>0.76291275878535936</c:v>
                </c:pt>
                <c:pt idx="381">
                  <c:v>0.76291275878535936</c:v>
                </c:pt>
                <c:pt idx="382">
                  <c:v>0.76291275878535936</c:v>
                </c:pt>
                <c:pt idx="383">
                  <c:v>0.76291275878535936</c:v>
                </c:pt>
                <c:pt idx="384">
                  <c:v>0.76291275878535936</c:v>
                </c:pt>
                <c:pt idx="385">
                  <c:v>0.76291275878535936</c:v>
                </c:pt>
                <c:pt idx="386">
                  <c:v>0.76291275878535936</c:v>
                </c:pt>
                <c:pt idx="387">
                  <c:v>0.76291275878535936</c:v>
                </c:pt>
                <c:pt idx="388">
                  <c:v>0.76291275878535936</c:v>
                </c:pt>
                <c:pt idx="389">
                  <c:v>0.76291275878535936</c:v>
                </c:pt>
                <c:pt idx="390">
                  <c:v>0.76291275878535936</c:v>
                </c:pt>
                <c:pt idx="391">
                  <c:v>0.76291275878535936</c:v>
                </c:pt>
                <c:pt idx="392">
                  <c:v>0.76291275878535936</c:v>
                </c:pt>
                <c:pt idx="393">
                  <c:v>0.76291275878535936</c:v>
                </c:pt>
                <c:pt idx="394">
                  <c:v>0.76291275878535936</c:v>
                </c:pt>
                <c:pt idx="395">
                  <c:v>0.76291275878535936</c:v>
                </c:pt>
                <c:pt idx="396">
                  <c:v>0.76291275878535936</c:v>
                </c:pt>
                <c:pt idx="397">
                  <c:v>0.76291275878535936</c:v>
                </c:pt>
                <c:pt idx="398">
                  <c:v>0.76291275878535936</c:v>
                </c:pt>
                <c:pt idx="399">
                  <c:v>0.76291275878535936</c:v>
                </c:pt>
                <c:pt idx="400">
                  <c:v>0.76291275878535936</c:v>
                </c:pt>
                <c:pt idx="401">
                  <c:v>0.76291275878535936</c:v>
                </c:pt>
                <c:pt idx="402">
                  <c:v>0.76291275878535936</c:v>
                </c:pt>
                <c:pt idx="403">
                  <c:v>0.76291275878535936</c:v>
                </c:pt>
                <c:pt idx="404">
                  <c:v>0.76291275878535936</c:v>
                </c:pt>
                <c:pt idx="405">
                  <c:v>0.76291275878535936</c:v>
                </c:pt>
                <c:pt idx="406">
                  <c:v>0.76291275878535936</c:v>
                </c:pt>
                <c:pt idx="407">
                  <c:v>0.76291275878535936</c:v>
                </c:pt>
                <c:pt idx="408">
                  <c:v>0.76291275878535936</c:v>
                </c:pt>
                <c:pt idx="409">
                  <c:v>0.76291275878535936</c:v>
                </c:pt>
                <c:pt idx="410">
                  <c:v>0.76291275878535936</c:v>
                </c:pt>
                <c:pt idx="411">
                  <c:v>0.76291275878535936</c:v>
                </c:pt>
                <c:pt idx="412">
                  <c:v>0.76291275878535936</c:v>
                </c:pt>
                <c:pt idx="413">
                  <c:v>0.76291275878535936</c:v>
                </c:pt>
                <c:pt idx="414">
                  <c:v>0.76291275878535936</c:v>
                </c:pt>
                <c:pt idx="415">
                  <c:v>0.76291275878535936</c:v>
                </c:pt>
                <c:pt idx="416">
                  <c:v>0.76291275878535936</c:v>
                </c:pt>
                <c:pt idx="417">
                  <c:v>0.76291275878535936</c:v>
                </c:pt>
                <c:pt idx="418">
                  <c:v>0.76291275878535936</c:v>
                </c:pt>
                <c:pt idx="419">
                  <c:v>0.76291275878535936</c:v>
                </c:pt>
                <c:pt idx="420">
                  <c:v>0.76291275878535936</c:v>
                </c:pt>
                <c:pt idx="421">
                  <c:v>0.76291275878535936</c:v>
                </c:pt>
                <c:pt idx="422">
                  <c:v>0.76291275878535936</c:v>
                </c:pt>
                <c:pt idx="423">
                  <c:v>0.76291275878535936</c:v>
                </c:pt>
                <c:pt idx="424">
                  <c:v>0.76291275878535936</c:v>
                </c:pt>
                <c:pt idx="425">
                  <c:v>0.76291275878535936</c:v>
                </c:pt>
                <c:pt idx="426">
                  <c:v>0.76291275878535936</c:v>
                </c:pt>
                <c:pt idx="427">
                  <c:v>0.76291275878535936</c:v>
                </c:pt>
                <c:pt idx="428">
                  <c:v>0.76291275878535936</c:v>
                </c:pt>
                <c:pt idx="429">
                  <c:v>0.76291275878535936</c:v>
                </c:pt>
                <c:pt idx="430">
                  <c:v>0.76291275878535936</c:v>
                </c:pt>
                <c:pt idx="431">
                  <c:v>0.76291275878535936</c:v>
                </c:pt>
                <c:pt idx="432">
                  <c:v>0.76291275878535936</c:v>
                </c:pt>
                <c:pt idx="433">
                  <c:v>0.76291275878535936</c:v>
                </c:pt>
                <c:pt idx="434">
                  <c:v>0.76291275878535936</c:v>
                </c:pt>
                <c:pt idx="435">
                  <c:v>0.76291275878535936</c:v>
                </c:pt>
                <c:pt idx="436">
                  <c:v>0.76291275878535936</c:v>
                </c:pt>
                <c:pt idx="437">
                  <c:v>0.76291275878535936</c:v>
                </c:pt>
                <c:pt idx="438">
                  <c:v>0.76291275878535936</c:v>
                </c:pt>
                <c:pt idx="439">
                  <c:v>0.76291275878535936</c:v>
                </c:pt>
                <c:pt idx="440">
                  <c:v>0.76291275878535936</c:v>
                </c:pt>
                <c:pt idx="441">
                  <c:v>0.76291275878535936</c:v>
                </c:pt>
                <c:pt idx="442">
                  <c:v>0.76291275878535936</c:v>
                </c:pt>
                <c:pt idx="443">
                  <c:v>0.76291275878535936</c:v>
                </c:pt>
                <c:pt idx="444">
                  <c:v>0.76291275878535936</c:v>
                </c:pt>
                <c:pt idx="445">
                  <c:v>0.76291275878535936</c:v>
                </c:pt>
                <c:pt idx="446">
                  <c:v>0.76291275878535936</c:v>
                </c:pt>
                <c:pt idx="447">
                  <c:v>0.76291275878535936</c:v>
                </c:pt>
                <c:pt idx="448">
                  <c:v>0.76291275878535936</c:v>
                </c:pt>
                <c:pt idx="449">
                  <c:v>0.76291275878535936</c:v>
                </c:pt>
                <c:pt idx="450">
                  <c:v>0.76291275878535936</c:v>
                </c:pt>
                <c:pt idx="451">
                  <c:v>0.76291275878535936</c:v>
                </c:pt>
                <c:pt idx="452">
                  <c:v>0.76291275878535936</c:v>
                </c:pt>
                <c:pt idx="453">
                  <c:v>0.76291275878535936</c:v>
                </c:pt>
                <c:pt idx="454">
                  <c:v>0.76291275878535936</c:v>
                </c:pt>
                <c:pt idx="455">
                  <c:v>0.76291275878535936</c:v>
                </c:pt>
                <c:pt idx="456">
                  <c:v>0.76291275878535936</c:v>
                </c:pt>
                <c:pt idx="457">
                  <c:v>0.76291275878535936</c:v>
                </c:pt>
                <c:pt idx="458">
                  <c:v>0.76291275878535936</c:v>
                </c:pt>
                <c:pt idx="459">
                  <c:v>0.76291275878535936</c:v>
                </c:pt>
                <c:pt idx="460">
                  <c:v>0.76291275878535936</c:v>
                </c:pt>
                <c:pt idx="461">
                  <c:v>0.76291275878535936</c:v>
                </c:pt>
                <c:pt idx="462">
                  <c:v>0.76291275878535936</c:v>
                </c:pt>
                <c:pt idx="463">
                  <c:v>0.76291275878535936</c:v>
                </c:pt>
                <c:pt idx="464">
                  <c:v>0.76291275878535936</c:v>
                </c:pt>
                <c:pt idx="465">
                  <c:v>0.76291275878535936</c:v>
                </c:pt>
                <c:pt idx="466">
                  <c:v>0.76291275878535936</c:v>
                </c:pt>
                <c:pt idx="467">
                  <c:v>0.76291275878535936</c:v>
                </c:pt>
                <c:pt idx="468">
                  <c:v>0.76291275878535936</c:v>
                </c:pt>
                <c:pt idx="469">
                  <c:v>0.76291275878535936</c:v>
                </c:pt>
                <c:pt idx="470">
                  <c:v>0.76291275878535936</c:v>
                </c:pt>
                <c:pt idx="471">
                  <c:v>0.76291275878535936</c:v>
                </c:pt>
                <c:pt idx="472">
                  <c:v>0.76291275878535936</c:v>
                </c:pt>
                <c:pt idx="473">
                  <c:v>0.76291275878535936</c:v>
                </c:pt>
                <c:pt idx="474">
                  <c:v>0.76291275878535936</c:v>
                </c:pt>
                <c:pt idx="475">
                  <c:v>0.76291275878535936</c:v>
                </c:pt>
                <c:pt idx="476">
                  <c:v>0.76291275878535936</c:v>
                </c:pt>
                <c:pt idx="477">
                  <c:v>0.76291275878535936</c:v>
                </c:pt>
                <c:pt idx="478">
                  <c:v>0.76291275878535936</c:v>
                </c:pt>
                <c:pt idx="479">
                  <c:v>0.76291275878535936</c:v>
                </c:pt>
                <c:pt idx="480">
                  <c:v>0.76291275878535936</c:v>
                </c:pt>
                <c:pt idx="481">
                  <c:v>0.76291275878535936</c:v>
                </c:pt>
                <c:pt idx="482">
                  <c:v>0.76291275878535936</c:v>
                </c:pt>
                <c:pt idx="483">
                  <c:v>0.76291275878535936</c:v>
                </c:pt>
                <c:pt idx="484">
                  <c:v>0.76291275878535936</c:v>
                </c:pt>
                <c:pt idx="485">
                  <c:v>0.76291275878535936</c:v>
                </c:pt>
                <c:pt idx="486">
                  <c:v>0.76291275878535936</c:v>
                </c:pt>
                <c:pt idx="487">
                  <c:v>0.76291275878535936</c:v>
                </c:pt>
                <c:pt idx="488">
                  <c:v>0.76291275878535936</c:v>
                </c:pt>
                <c:pt idx="489">
                  <c:v>0.76291275878535936</c:v>
                </c:pt>
                <c:pt idx="490">
                  <c:v>0.76291275878535936</c:v>
                </c:pt>
                <c:pt idx="491">
                  <c:v>0.76291275878535936</c:v>
                </c:pt>
                <c:pt idx="492">
                  <c:v>0.76291275878535936</c:v>
                </c:pt>
                <c:pt idx="493">
                  <c:v>0.76291275878535936</c:v>
                </c:pt>
                <c:pt idx="494">
                  <c:v>0.76291275878535936</c:v>
                </c:pt>
                <c:pt idx="495">
                  <c:v>0.76291275878535936</c:v>
                </c:pt>
                <c:pt idx="496">
                  <c:v>0.76291275878535936</c:v>
                </c:pt>
                <c:pt idx="497">
                  <c:v>0.76291275878535936</c:v>
                </c:pt>
                <c:pt idx="498">
                  <c:v>0.76291275878535936</c:v>
                </c:pt>
                <c:pt idx="499">
                  <c:v>0.76291275878535936</c:v>
                </c:pt>
                <c:pt idx="500">
                  <c:v>0.76291275878535936</c:v>
                </c:pt>
                <c:pt idx="501">
                  <c:v>0.76291275878535936</c:v>
                </c:pt>
                <c:pt idx="502">
                  <c:v>0.76291275878535936</c:v>
                </c:pt>
                <c:pt idx="503">
                  <c:v>0.76291275878535936</c:v>
                </c:pt>
                <c:pt idx="504">
                  <c:v>0.76291275878535936</c:v>
                </c:pt>
                <c:pt idx="505">
                  <c:v>0.76291275878535936</c:v>
                </c:pt>
                <c:pt idx="506">
                  <c:v>0.76291275878535936</c:v>
                </c:pt>
                <c:pt idx="507">
                  <c:v>0.76291275878535936</c:v>
                </c:pt>
                <c:pt idx="508">
                  <c:v>0.76291275878535936</c:v>
                </c:pt>
                <c:pt idx="509">
                  <c:v>0.76291275878535936</c:v>
                </c:pt>
                <c:pt idx="510">
                  <c:v>0.76291275878535936</c:v>
                </c:pt>
                <c:pt idx="511">
                  <c:v>0.76291275878535936</c:v>
                </c:pt>
                <c:pt idx="512">
                  <c:v>0.76291275878535936</c:v>
                </c:pt>
                <c:pt idx="513">
                  <c:v>0.76291275878535936</c:v>
                </c:pt>
                <c:pt idx="514">
                  <c:v>0.76291275878535936</c:v>
                </c:pt>
                <c:pt idx="515">
                  <c:v>0.76291275878535936</c:v>
                </c:pt>
                <c:pt idx="516">
                  <c:v>0.76291275878535936</c:v>
                </c:pt>
                <c:pt idx="517">
                  <c:v>0.76291275878535936</c:v>
                </c:pt>
                <c:pt idx="518">
                  <c:v>0.76291275878535936</c:v>
                </c:pt>
                <c:pt idx="519">
                  <c:v>0.76291275878535936</c:v>
                </c:pt>
                <c:pt idx="520">
                  <c:v>0.76291275878535936</c:v>
                </c:pt>
                <c:pt idx="521">
                  <c:v>0.76291275878535936</c:v>
                </c:pt>
                <c:pt idx="522">
                  <c:v>0.76291275878535936</c:v>
                </c:pt>
                <c:pt idx="523">
                  <c:v>0.76291275878535936</c:v>
                </c:pt>
                <c:pt idx="524">
                  <c:v>0.76291275878535936</c:v>
                </c:pt>
                <c:pt idx="525">
                  <c:v>0.76291275878535936</c:v>
                </c:pt>
                <c:pt idx="526">
                  <c:v>0.76291275878535936</c:v>
                </c:pt>
                <c:pt idx="527">
                  <c:v>0.76291275878535936</c:v>
                </c:pt>
                <c:pt idx="528">
                  <c:v>0.76291275878535936</c:v>
                </c:pt>
                <c:pt idx="529">
                  <c:v>0.76291275878535936</c:v>
                </c:pt>
                <c:pt idx="530">
                  <c:v>0.76291275878535936</c:v>
                </c:pt>
                <c:pt idx="531">
                  <c:v>0.76291275878535936</c:v>
                </c:pt>
                <c:pt idx="532">
                  <c:v>0.76291275878535936</c:v>
                </c:pt>
                <c:pt idx="533">
                  <c:v>0.76291275878535936</c:v>
                </c:pt>
                <c:pt idx="534">
                  <c:v>0.76291275878535936</c:v>
                </c:pt>
                <c:pt idx="535">
                  <c:v>0.76291275878535936</c:v>
                </c:pt>
                <c:pt idx="536">
                  <c:v>0.76291275878535936</c:v>
                </c:pt>
                <c:pt idx="537">
                  <c:v>0.76291275878535936</c:v>
                </c:pt>
                <c:pt idx="538">
                  <c:v>0.76291275878535936</c:v>
                </c:pt>
                <c:pt idx="539">
                  <c:v>0.76291275878535936</c:v>
                </c:pt>
                <c:pt idx="540">
                  <c:v>0.76291275878535936</c:v>
                </c:pt>
                <c:pt idx="541">
                  <c:v>0.76291275878535936</c:v>
                </c:pt>
                <c:pt idx="542">
                  <c:v>0.76291275878535936</c:v>
                </c:pt>
                <c:pt idx="543">
                  <c:v>0.76291275878535936</c:v>
                </c:pt>
                <c:pt idx="544">
                  <c:v>0.76291275878535936</c:v>
                </c:pt>
                <c:pt idx="545">
                  <c:v>0.76291275878535936</c:v>
                </c:pt>
                <c:pt idx="546">
                  <c:v>0.76291275878535936</c:v>
                </c:pt>
                <c:pt idx="547">
                  <c:v>0.76291275878535936</c:v>
                </c:pt>
                <c:pt idx="548">
                  <c:v>0.76291275878535936</c:v>
                </c:pt>
                <c:pt idx="549">
                  <c:v>0.76291275878535936</c:v>
                </c:pt>
                <c:pt idx="550">
                  <c:v>0.76291275878535936</c:v>
                </c:pt>
                <c:pt idx="551">
                  <c:v>0.76291275878535936</c:v>
                </c:pt>
                <c:pt idx="552">
                  <c:v>0.76291275878535936</c:v>
                </c:pt>
                <c:pt idx="553">
                  <c:v>0.76291275878535936</c:v>
                </c:pt>
                <c:pt idx="554">
                  <c:v>0.76291275878535936</c:v>
                </c:pt>
                <c:pt idx="555">
                  <c:v>0.76291275878535936</c:v>
                </c:pt>
                <c:pt idx="556">
                  <c:v>0.76291275878535936</c:v>
                </c:pt>
                <c:pt idx="557">
                  <c:v>0.76291275878535936</c:v>
                </c:pt>
                <c:pt idx="558">
                  <c:v>0.76291275878535936</c:v>
                </c:pt>
                <c:pt idx="559">
                  <c:v>0.76291275878535936</c:v>
                </c:pt>
                <c:pt idx="560">
                  <c:v>0.76291275878535936</c:v>
                </c:pt>
                <c:pt idx="561">
                  <c:v>0.76291275878535936</c:v>
                </c:pt>
                <c:pt idx="562">
                  <c:v>0.76291275878535936</c:v>
                </c:pt>
                <c:pt idx="563">
                  <c:v>0.76291275878535936</c:v>
                </c:pt>
                <c:pt idx="564">
                  <c:v>0.76291275878535936</c:v>
                </c:pt>
                <c:pt idx="565">
                  <c:v>0.76291275878535936</c:v>
                </c:pt>
                <c:pt idx="566">
                  <c:v>0.76291275878535936</c:v>
                </c:pt>
                <c:pt idx="567">
                  <c:v>0.76291275878535936</c:v>
                </c:pt>
                <c:pt idx="568">
                  <c:v>0.76291275878535936</c:v>
                </c:pt>
                <c:pt idx="569">
                  <c:v>0.76291275878535936</c:v>
                </c:pt>
                <c:pt idx="570">
                  <c:v>0.76291275878535936</c:v>
                </c:pt>
                <c:pt idx="571">
                  <c:v>0.76291275878535936</c:v>
                </c:pt>
                <c:pt idx="572">
                  <c:v>0.76291275878535936</c:v>
                </c:pt>
                <c:pt idx="573">
                  <c:v>0.76291275878535936</c:v>
                </c:pt>
                <c:pt idx="574">
                  <c:v>0.76291275878535936</c:v>
                </c:pt>
                <c:pt idx="575">
                  <c:v>0.76291275878535936</c:v>
                </c:pt>
                <c:pt idx="576">
                  <c:v>0.76291275878535936</c:v>
                </c:pt>
                <c:pt idx="577">
                  <c:v>0.76291275878535936</c:v>
                </c:pt>
                <c:pt idx="578">
                  <c:v>0.76291275878535936</c:v>
                </c:pt>
                <c:pt idx="579">
                  <c:v>0.76291275878535936</c:v>
                </c:pt>
                <c:pt idx="580">
                  <c:v>0.76291275878535936</c:v>
                </c:pt>
                <c:pt idx="581">
                  <c:v>0.76291275878535936</c:v>
                </c:pt>
                <c:pt idx="582">
                  <c:v>0.76291275878535936</c:v>
                </c:pt>
                <c:pt idx="583">
                  <c:v>0.76291275878535936</c:v>
                </c:pt>
                <c:pt idx="584">
                  <c:v>0.76291275878535936</c:v>
                </c:pt>
                <c:pt idx="585">
                  <c:v>0.76291275878535936</c:v>
                </c:pt>
                <c:pt idx="586">
                  <c:v>0.76291275878535936</c:v>
                </c:pt>
                <c:pt idx="587">
                  <c:v>0.76291275878535936</c:v>
                </c:pt>
                <c:pt idx="588">
                  <c:v>0.76291275878535936</c:v>
                </c:pt>
                <c:pt idx="589">
                  <c:v>0.76291275878535936</c:v>
                </c:pt>
                <c:pt idx="590">
                  <c:v>0.76291275878535936</c:v>
                </c:pt>
                <c:pt idx="591">
                  <c:v>0.76291275878535936</c:v>
                </c:pt>
                <c:pt idx="592">
                  <c:v>0.76291275878535936</c:v>
                </c:pt>
                <c:pt idx="593">
                  <c:v>0.76291275878535936</c:v>
                </c:pt>
                <c:pt idx="594">
                  <c:v>0.76291275878535936</c:v>
                </c:pt>
                <c:pt idx="595">
                  <c:v>0.76291275878535936</c:v>
                </c:pt>
                <c:pt idx="596">
                  <c:v>0.76291275878535936</c:v>
                </c:pt>
                <c:pt idx="597">
                  <c:v>0.76291275878535936</c:v>
                </c:pt>
                <c:pt idx="598">
                  <c:v>0.76291275878535936</c:v>
                </c:pt>
                <c:pt idx="599">
                  <c:v>0.76291275878535936</c:v>
                </c:pt>
                <c:pt idx="600">
                  <c:v>0.76291275878535936</c:v>
                </c:pt>
                <c:pt idx="601">
                  <c:v>0.76291275878535936</c:v>
                </c:pt>
                <c:pt idx="602">
                  <c:v>0.76291275878535936</c:v>
                </c:pt>
                <c:pt idx="603">
                  <c:v>0.76291275878535936</c:v>
                </c:pt>
                <c:pt idx="604">
                  <c:v>0.76291275878535936</c:v>
                </c:pt>
                <c:pt idx="605">
                  <c:v>0.76291275878535936</c:v>
                </c:pt>
                <c:pt idx="606">
                  <c:v>0.76291275878535936</c:v>
                </c:pt>
                <c:pt idx="607">
                  <c:v>0.76291275878535936</c:v>
                </c:pt>
                <c:pt idx="608">
                  <c:v>0.76291275878535936</c:v>
                </c:pt>
                <c:pt idx="609">
                  <c:v>0.76291275878535936</c:v>
                </c:pt>
                <c:pt idx="610">
                  <c:v>0.76291275878535936</c:v>
                </c:pt>
                <c:pt idx="611">
                  <c:v>0.76291275878535936</c:v>
                </c:pt>
                <c:pt idx="612">
                  <c:v>0.76291275878535936</c:v>
                </c:pt>
                <c:pt idx="613">
                  <c:v>0.76291275878535936</c:v>
                </c:pt>
                <c:pt idx="614">
                  <c:v>0.76291275878535936</c:v>
                </c:pt>
                <c:pt idx="615">
                  <c:v>0.76291275878535936</c:v>
                </c:pt>
                <c:pt idx="616">
                  <c:v>0.76291275878535936</c:v>
                </c:pt>
                <c:pt idx="617">
                  <c:v>0.76291275878535936</c:v>
                </c:pt>
                <c:pt idx="618">
                  <c:v>0.76291275878535936</c:v>
                </c:pt>
                <c:pt idx="619">
                  <c:v>0.76291275878535936</c:v>
                </c:pt>
                <c:pt idx="620">
                  <c:v>0.76291275878535936</c:v>
                </c:pt>
                <c:pt idx="621">
                  <c:v>0.76291275878535936</c:v>
                </c:pt>
                <c:pt idx="622">
                  <c:v>0.76291275878535936</c:v>
                </c:pt>
                <c:pt idx="623">
                  <c:v>0.76291275878535936</c:v>
                </c:pt>
                <c:pt idx="624">
                  <c:v>0.76291275878535936</c:v>
                </c:pt>
                <c:pt idx="625">
                  <c:v>0.76291275878535936</c:v>
                </c:pt>
                <c:pt idx="626">
                  <c:v>0.76291275878535936</c:v>
                </c:pt>
                <c:pt idx="627">
                  <c:v>0.76291275878535936</c:v>
                </c:pt>
                <c:pt idx="628">
                  <c:v>0.76291275878535936</c:v>
                </c:pt>
                <c:pt idx="629">
                  <c:v>0.76291275878535936</c:v>
                </c:pt>
                <c:pt idx="630">
                  <c:v>0.76291275878535936</c:v>
                </c:pt>
                <c:pt idx="631">
                  <c:v>0.76291275878535936</c:v>
                </c:pt>
                <c:pt idx="632">
                  <c:v>0.76291275878535936</c:v>
                </c:pt>
                <c:pt idx="633">
                  <c:v>0.76291275878535936</c:v>
                </c:pt>
                <c:pt idx="634">
                  <c:v>0.76291275878535936</c:v>
                </c:pt>
                <c:pt idx="635">
                  <c:v>0.76291275878535936</c:v>
                </c:pt>
                <c:pt idx="636">
                  <c:v>0.76291275878535936</c:v>
                </c:pt>
                <c:pt idx="637">
                  <c:v>0.76291275878535936</c:v>
                </c:pt>
                <c:pt idx="638">
                  <c:v>0.76291275878535936</c:v>
                </c:pt>
                <c:pt idx="639">
                  <c:v>0.76291275878535936</c:v>
                </c:pt>
                <c:pt idx="640">
                  <c:v>0.76291275878535936</c:v>
                </c:pt>
                <c:pt idx="641">
                  <c:v>0.76291275878535936</c:v>
                </c:pt>
                <c:pt idx="642">
                  <c:v>0.76291275878535936</c:v>
                </c:pt>
                <c:pt idx="643">
                  <c:v>0.76291275878535936</c:v>
                </c:pt>
                <c:pt idx="644">
                  <c:v>0.76291275878535936</c:v>
                </c:pt>
                <c:pt idx="645">
                  <c:v>0.76291275878535936</c:v>
                </c:pt>
                <c:pt idx="646">
                  <c:v>0.76291275878535936</c:v>
                </c:pt>
                <c:pt idx="647">
                  <c:v>0.76291275878535936</c:v>
                </c:pt>
                <c:pt idx="648">
                  <c:v>0.76291275878535936</c:v>
                </c:pt>
                <c:pt idx="649">
                  <c:v>0.76291275878535936</c:v>
                </c:pt>
                <c:pt idx="650">
                  <c:v>0.76291275878535936</c:v>
                </c:pt>
                <c:pt idx="651">
                  <c:v>0.76291275878535936</c:v>
                </c:pt>
                <c:pt idx="652">
                  <c:v>0.76291275878535936</c:v>
                </c:pt>
                <c:pt idx="653">
                  <c:v>0.76291275878535936</c:v>
                </c:pt>
                <c:pt idx="654">
                  <c:v>0.76291275878535936</c:v>
                </c:pt>
                <c:pt idx="655">
                  <c:v>0.76291275878535936</c:v>
                </c:pt>
                <c:pt idx="656">
                  <c:v>0.76291275878535936</c:v>
                </c:pt>
                <c:pt idx="657">
                  <c:v>0.76291275878535936</c:v>
                </c:pt>
                <c:pt idx="658">
                  <c:v>0.76291275878535936</c:v>
                </c:pt>
                <c:pt idx="659">
                  <c:v>0.76291275878535936</c:v>
                </c:pt>
                <c:pt idx="660">
                  <c:v>0.76291275878535936</c:v>
                </c:pt>
                <c:pt idx="661">
                  <c:v>0.76291275878535936</c:v>
                </c:pt>
                <c:pt idx="662">
                  <c:v>0.76291275878535936</c:v>
                </c:pt>
                <c:pt idx="663">
                  <c:v>0.76291275878535936</c:v>
                </c:pt>
                <c:pt idx="664">
                  <c:v>0.76291275878535936</c:v>
                </c:pt>
                <c:pt idx="665">
                  <c:v>0.76291275878535936</c:v>
                </c:pt>
                <c:pt idx="666">
                  <c:v>0.76291275878535936</c:v>
                </c:pt>
                <c:pt idx="667">
                  <c:v>0.76291275878535936</c:v>
                </c:pt>
                <c:pt idx="668">
                  <c:v>0.76291275878535936</c:v>
                </c:pt>
                <c:pt idx="669">
                  <c:v>0.76291275878535936</c:v>
                </c:pt>
                <c:pt idx="670">
                  <c:v>0.76291275878535936</c:v>
                </c:pt>
                <c:pt idx="671">
                  <c:v>0.76291275878535936</c:v>
                </c:pt>
                <c:pt idx="672">
                  <c:v>0.76291275878535936</c:v>
                </c:pt>
                <c:pt idx="673">
                  <c:v>0.76291275878535936</c:v>
                </c:pt>
                <c:pt idx="674">
                  <c:v>0.76291275878535936</c:v>
                </c:pt>
                <c:pt idx="675">
                  <c:v>0.76291275878535936</c:v>
                </c:pt>
                <c:pt idx="676">
                  <c:v>0.76291275878535936</c:v>
                </c:pt>
                <c:pt idx="677">
                  <c:v>0.76291275878535936</c:v>
                </c:pt>
                <c:pt idx="678">
                  <c:v>0.76291275878535936</c:v>
                </c:pt>
                <c:pt idx="679">
                  <c:v>0.76291275878535936</c:v>
                </c:pt>
                <c:pt idx="680">
                  <c:v>0.76291275878535936</c:v>
                </c:pt>
                <c:pt idx="681">
                  <c:v>0.76291275878535936</c:v>
                </c:pt>
                <c:pt idx="682">
                  <c:v>0.76291275878535936</c:v>
                </c:pt>
                <c:pt idx="683">
                  <c:v>0.76291275878535936</c:v>
                </c:pt>
                <c:pt idx="684">
                  <c:v>0.76291275878535936</c:v>
                </c:pt>
                <c:pt idx="685">
                  <c:v>0.76291275878535936</c:v>
                </c:pt>
                <c:pt idx="686">
                  <c:v>0.76291275878535936</c:v>
                </c:pt>
                <c:pt idx="687">
                  <c:v>0.76291275878535936</c:v>
                </c:pt>
                <c:pt idx="688">
                  <c:v>0.76291275878535936</c:v>
                </c:pt>
                <c:pt idx="689">
                  <c:v>0.76291275878535936</c:v>
                </c:pt>
                <c:pt idx="690">
                  <c:v>0.76291275878535936</c:v>
                </c:pt>
                <c:pt idx="691">
                  <c:v>0.76291275878535936</c:v>
                </c:pt>
                <c:pt idx="692">
                  <c:v>0.76291275878535936</c:v>
                </c:pt>
                <c:pt idx="693">
                  <c:v>0.76291275878535936</c:v>
                </c:pt>
                <c:pt idx="694">
                  <c:v>0.76291275878535936</c:v>
                </c:pt>
                <c:pt idx="695">
                  <c:v>0.76291275878535936</c:v>
                </c:pt>
                <c:pt idx="696">
                  <c:v>0.76291275878535936</c:v>
                </c:pt>
                <c:pt idx="697">
                  <c:v>0.76291275878535936</c:v>
                </c:pt>
                <c:pt idx="698">
                  <c:v>0.76291275878535936</c:v>
                </c:pt>
                <c:pt idx="699">
                  <c:v>0.76291275878535936</c:v>
                </c:pt>
                <c:pt idx="700">
                  <c:v>0.76291275878535936</c:v>
                </c:pt>
                <c:pt idx="701">
                  <c:v>0.76291275878535936</c:v>
                </c:pt>
                <c:pt idx="702">
                  <c:v>0.76291275878535936</c:v>
                </c:pt>
                <c:pt idx="703">
                  <c:v>0.76291275878535936</c:v>
                </c:pt>
                <c:pt idx="704">
                  <c:v>0.76291275878535936</c:v>
                </c:pt>
                <c:pt idx="705">
                  <c:v>0.76291275878535936</c:v>
                </c:pt>
                <c:pt idx="706">
                  <c:v>0.76291275878535936</c:v>
                </c:pt>
                <c:pt idx="707">
                  <c:v>0.76291275878535936</c:v>
                </c:pt>
                <c:pt idx="708">
                  <c:v>0.76291275878535936</c:v>
                </c:pt>
                <c:pt idx="709">
                  <c:v>0.76291275878535936</c:v>
                </c:pt>
                <c:pt idx="710">
                  <c:v>0.76291275878535936</c:v>
                </c:pt>
                <c:pt idx="711">
                  <c:v>0.76291275878535936</c:v>
                </c:pt>
                <c:pt idx="712">
                  <c:v>0.76291275878535936</c:v>
                </c:pt>
                <c:pt idx="713">
                  <c:v>0.76291275878535936</c:v>
                </c:pt>
                <c:pt idx="714">
                  <c:v>0.76291275878535936</c:v>
                </c:pt>
                <c:pt idx="715">
                  <c:v>0.76291275878535936</c:v>
                </c:pt>
                <c:pt idx="716">
                  <c:v>0.76291275878535936</c:v>
                </c:pt>
                <c:pt idx="717">
                  <c:v>0.76291275878535936</c:v>
                </c:pt>
                <c:pt idx="718">
                  <c:v>0.76291275878535936</c:v>
                </c:pt>
                <c:pt idx="719">
                  <c:v>0.76291275878535936</c:v>
                </c:pt>
                <c:pt idx="720">
                  <c:v>0.76291275878535936</c:v>
                </c:pt>
                <c:pt idx="721">
                  <c:v>0.76291275878535936</c:v>
                </c:pt>
                <c:pt idx="722">
                  <c:v>0.76291275878535936</c:v>
                </c:pt>
                <c:pt idx="723">
                  <c:v>0.76291275878535936</c:v>
                </c:pt>
                <c:pt idx="724">
                  <c:v>0.76291275878535936</c:v>
                </c:pt>
                <c:pt idx="725">
                  <c:v>0.76291275878535936</c:v>
                </c:pt>
                <c:pt idx="726">
                  <c:v>0.76291275878535936</c:v>
                </c:pt>
                <c:pt idx="727">
                  <c:v>0.76291275878535936</c:v>
                </c:pt>
                <c:pt idx="728">
                  <c:v>0.76291275878535936</c:v>
                </c:pt>
                <c:pt idx="729">
                  <c:v>0.76291275878535936</c:v>
                </c:pt>
                <c:pt idx="730">
                  <c:v>0.76291275878535936</c:v>
                </c:pt>
                <c:pt idx="731">
                  <c:v>0.76291275878535936</c:v>
                </c:pt>
                <c:pt idx="732">
                  <c:v>0.76291275878535936</c:v>
                </c:pt>
                <c:pt idx="733">
                  <c:v>0.76291275878535936</c:v>
                </c:pt>
                <c:pt idx="734">
                  <c:v>0.76291275878535936</c:v>
                </c:pt>
                <c:pt idx="735">
                  <c:v>0.76291275878535936</c:v>
                </c:pt>
                <c:pt idx="736">
                  <c:v>0.76291275878535936</c:v>
                </c:pt>
                <c:pt idx="737">
                  <c:v>0.76291275878535936</c:v>
                </c:pt>
                <c:pt idx="738">
                  <c:v>0.76291275878535936</c:v>
                </c:pt>
                <c:pt idx="739">
                  <c:v>0.76291275878535936</c:v>
                </c:pt>
                <c:pt idx="740">
                  <c:v>0.76291275878535936</c:v>
                </c:pt>
                <c:pt idx="741">
                  <c:v>0.76291275878535936</c:v>
                </c:pt>
                <c:pt idx="742">
                  <c:v>0.76291275878535936</c:v>
                </c:pt>
                <c:pt idx="743">
                  <c:v>0.76291275878535936</c:v>
                </c:pt>
                <c:pt idx="744">
                  <c:v>0.76291275878535936</c:v>
                </c:pt>
                <c:pt idx="745">
                  <c:v>0.76291275878535936</c:v>
                </c:pt>
                <c:pt idx="746">
                  <c:v>0.76291275878535936</c:v>
                </c:pt>
                <c:pt idx="747">
                  <c:v>0.76291275878535936</c:v>
                </c:pt>
                <c:pt idx="748">
                  <c:v>0.76291275878535936</c:v>
                </c:pt>
                <c:pt idx="749">
                  <c:v>0.76291275878535936</c:v>
                </c:pt>
                <c:pt idx="750">
                  <c:v>0.76291275878535936</c:v>
                </c:pt>
                <c:pt idx="751">
                  <c:v>0.76291275878535936</c:v>
                </c:pt>
                <c:pt idx="752">
                  <c:v>0.76291275878535936</c:v>
                </c:pt>
                <c:pt idx="753">
                  <c:v>0.76291275878535936</c:v>
                </c:pt>
                <c:pt idx="754">
                  <c:v>0.76291275878535936</c:v>
                </c:pt>
                <c:pt idx="755">
                  <c:v>0.76291275878535936</c:v>
                </c:pt>
                <c:pt idx="756">
                  <c:v>0.76291275878535936</c:v>
                </c:pt>
                <c:pt idx="757">
                  <c:v>0.76291275878535936</c:v>
                </c:pt>
                <c:pt idx="758">
                  <c:v>0.76291275878535936</c:v>
                </c:pt>
                <c:pt idx="759">
                  <c:v>0.76291275878535936</c:v>
                </c:pt>
                <c:pt idx="760">
                  <c:v>0.76291275878535936</c:v>
                </c:pt>
                <c:pt idx="761">
                  <c:v>0.76291275878535936</c:v>
                </c:pt>
                <c:pt idx="762">
                  <c:v>0.76291275878535936</c:v>
                </c:pt>
                <c:pt idx="763">
                  <c:v>0.76291275878535936</c:v>
                </c:pt>
                <c:pt idx="764">
                  <c:v>0.76291275878535936</c:v>
                </c:pt>
                <c:pt idx="765">
                  <c:v>0.76291275878535936</c:v>
                </c:pt>
                <c:pt idx="766">
                  <c:v>0.76291275878535936</c:v>
                </c:pt>
                <c:pt idx="767">
                  <c:v>0.76291275878535936</c:v>
                </c:pt>
                <c:pt idx="768">
                  <c:v>0.76291275878535936</c:v>
                </c:pt>
                <c:pt idx="769">
                  <c:v>0.76291275878535936</c:v>
                </c:pt>
                <c:pt idx="770">
                  <c:v>0.76291275878535936</c:v>
                </c:pt>
                <c:pt idx="771">
                  <c:v>0.76291275878535936</c:v>
                </c:pt>
                <c:pt idx="772">
                  <c:v>0.76291275878535936</c:v>
                </c:pt>
                <c:pt idx="773">
                  <c:v>0.76291275878535936</c:v>
                </c:pt>
                <c:pt idx="774">
                  <c:v>0.76291275878535936</c:v>
                </c:pt>
                <c:pt idx="775">
                  <c:v>0.76291275878535936</c:v>
                </c:pt>
                <c:pt idx="776">
                  <c:v>0.76291275878535936</c:v>
                </c:pt>
                <c:pt idx="777">
                  <c:v>0.76291275878535936</c:v>
                </c:pt>
                <c:pt idx="778">
                  <c:v>0.76291275878535936</c:v>
                </c:pt>
                <c:pt idx="779">
                  <c:v>0.76291275878535936</c:v>
                </c:pt>
                <c:pt idx="780">
                  <c:v>0.76291275878535936</c:v>
                </c:pt>
                <c:pt idx="781">
                  <c:v>0.76291275878535936</c:v>
                </c:pt>
                <c:pt idx="782">
                  <c:v>0.76291275878535936</c:v>
                </c:pt>
                <c:pt idx="783">
                  <c:v>0.76291275878535936</c:v>
                </c:pt>
                <c:pt idx="784">
                  <c:v>0.76291275878535936</c:v>
                </c:pt>
                <c:pt idx="785">
                  <c:v>0.76291275878535936</c:v>
                </c:pt>
                <c:pt idx="786">
                  <c:v>0.76291275878535936</c:v>
                </c:pt>
                <c:pt idx="787">
                  <c:v>0.76291275878535936</c:v>
                </c:pt>
                <c:pt idx="788">
                  <c:v>0.76291275878535936</c:v>
                </c:pt>
                <c:pt idx="789">
                  <c:v>0.76291275878535936</c:v>
                </c:pt>
                <c:pt idx="790">
                  <c:v>0.76291275878535936</c:v>
                </c:pt>
                <c:pt idx="791">
                  <c:v>0.76291275878535936</c:v>
                </c:pt>
                <c:pt idx="792">
                  <c:v>0.76291275878535936</c:v>
                </c:pt>
                <c:pt idx="793">
                  <c:v>0.76291275878535936</c:v>
                </c:pt>
                <c:pt idx="794">
                  <c:v>0.76291275878535936</c:v>
                </c:pt>
                <c:pt idx="795">
                  <c:v>0.76291275878535936</c:v>
                </c:pt>
                <c:pt idx="796">
                  <c:v>0.76291275878535936</c:v>
                </c:pt>
                <c:pt idx="797">
                  <c:v>0.76291275878535936</c:v>
                </c:pt>
                <c:pt idx="798">
                  <c:v>0.76291275878535936</c:v>
                </c:pt>
                <c:pt idx="799">
                  <c:v>0.76291275878535936</c:v>
                </c:pt>
                <c:pt idx="800">
                  <c:v>0.76291275878535936</c:v>
                </c:pt>
                <c:pt idx="801">
                  <c:v>0.76291275878535936</c:v>
                </c:pt>
                <c:pt idx="802">
                  <c:v>0.76291275878535936</c:v>
                </c:pt>
                <c:pt idx="803">
                  <c:v>0.76291275878535936</c:v>
                </c:pt>
                <c:pt idx="804">
                  <c:v>0.76291275878535936</c:v>
                </c:pt>
                <c:pt idx="805">
                  <c:v>0.76291275878535936</c:v>
                </c:pt>
                <c:pt idx="806">
                  <c:v>0.76291275878535936</c:v>
                </c:pt>
                <c:pt idx="807">
                  <c:v>0.76291275878535936</c:v>
                </c:pt>
                <c:pt idx="808">
                  <c:v>0.76291275878535936</c:v>
                </c:pt>
                <c:pt idx="809">
                  <c:v>0.76291275878535936</c:v>
                </c:pt>
                <c:pt idx="810">
                  <c:v>0.76291275878535936</c:v>
                </c:pt>
                <c:pt idx="811">
                  <c:v>0.76291275878535936</c:v>
                </c:pt>
                <c:pt idx="812">
                  <c:v>0.76291275878535936</c:v>
                </c:pt>
                <c:pt idx="813">
                  <c:v>0.76291275878535936</c:v>
                </c:pt>
                <c:pt idx="814">
                  <c:v>0.76291275878535936</c:v>
                </c:pt>
                <c:pt idx="815">
                  <c:v>0.76291275878535936</c:v>
                </c:pt>
                <c:pt idx="816">
                  <c:v>0.76291275878535936</c:v>
                </c:pt>
                <c:pt idx="817">
                  <c:v>0.76291275878535936</c:v>
                </c:pt>
                <c:pt idx="818">
                  <c:v>0.76291275878535936</c:v>
                </c:pt>
                <c:pt idx="819">
                  <c:v>0.76291275878535936</c:v>
                </c:pt>
                <c:pt idx="820">
                  <c:v>0.76291275878535936</c:v>
                </c:pt>
                <c:pt idx="821">
                  <c:v>0.76291275878535936</c:v>
                </c:pt>
                <c:pt idx="822">
                  <c:v>0.76291275878535936</c:v>
                </c:pt>
                <c:pt idx="823">
                  <c:v>0.76291275878535936</c:v>
                </c:pt>
                <c:pt idx="824">
                  <c:v>0.76291275878535936</c:v>
                </c:pt>
                <c:pt idx="825">
                  <c:v>0.76291275878535936</c:v>
                </c:pt>
                <c:pt idx="826">
                  <c:v>0.76291275878535936</c:v>
                </c:pt>
                <c:pt idx="827">
                  <c:v>0.76291275878535936</c:v>
                </c:pt>
                <c:pt idx="828">
                  <c:v>0.76291275878535936</c:v>
                </c:pt>
                <c:pt idx="829">
                  <c:v>0.76291275878535936</c:v>
                </c:pt>
                <c:pt idx="830">
                  <c:v>0.76291275878535936</c:v>
                </c:pt>
                <c:pt idx="831">
                  <c:v>0.76291275878535936</c:v>
                </c:pt>
                <c:pt idx="832">
                  <c:v>0.76291275878535936</c:v>
                </c:pt>
                <c:pt idx="833">
                  <c:v>0.76291275878535936</c:v>
                </c:pt>
                <c:pt idx="834">
                  <c:v>0.76291275878535936</c:v>
                </c:pt>
                <c:pt idx="835">
                  <c:v>0.76291275878535936</c:v>
                </c:pt>
                <c:pt idx="836">
                  <c:v>0.76291275878535936</c:v>
                </c:pt>
                <c:pt idx="837">
                  <c:v>0.76291275878535936</c:v>
                </c:pt>
                <c:pt idx="838">
                  <c:v>0.76291275878535936</c:v>
                </c:pt>
                <c:pt idx="839">
                  <c:v>0.76291275878535936</c:v>
                </c:pt>
                <c:pt idx="840">
                  <c:v>0.76291275878535936</c:v>
                </c:pt>
                <c:pt idx="841">
                  <c:v>0.76291275878535936</c:v>
                </c:pt>
                <c:pt idx="842">
                  <c:v>0.76291275878535936</c:v>
                </c:pt>
                <c:pt idx="843">
                  <c:v>0.76291275878535936</c:v>
                </c:pt>
                <c:pt idx="844">
                  <c:v>0.76291275878535936</c:v>
                </c:pt>
                <c:pt idx="845">
                  <c:v>0.76291275878535936</c:v>
                </c:pt>
                <c:pt idx="846">
                  <c:v>0.76291275878535936</c:v>
                </c:pt>
                <c:pt idx="847">
                  <c:v>0.76291275878535936</c:v>
                </c:pt>
                <c:pt idx="848">
                  <c:v>0.76291275878535936</c:v>
                </c:pt>
                <c:pt idx="849">
                  <c:v>0.76291275878535936</c:v>
                </c:pt>
                <c:pt idx="850">
                  <c:v>0.76291275878535936</c:v>
                </c:pt>
                <c:pt idx="851">
                  <c:v>0.76291275878535936</c:v>
                </c:pt>
                <c:pt idx="852">
                  <c:v>0.76291275878535936</c:v>
                </c:pt>
                <c:pt idx="853">
                  <c:v>0.76291275878535936</c:v>
                </c:pt>
                <c:pt idx="854">
                  <c:v>0.76291275878535936</c:v>
                </c:pt>
                <c:pt idx="855">
                  <c:v>0.76291275878535936</c:v>
                </c:pt>
                <c:pt idx="856">
                  <c:v>0.76291275878535936</c:v>
                </c:pt>
                <c:pt idx="857">
                  <c:v>0.76291275878535936</c:v>
                </c:pt>
                <c:pt idx="858">
                  <c:v>0.76291275878535936</c:v>
                </c:pt>
                <c:pt idx="859">
                  <c:v>0.76291275878535936</c:v>
                </c:pt>
                <c:pt idx="860">
                  <c:v>0.76291275878535936</c:v>
                </c:pt>
                <c:pt idx="861">
                  <c:v>0.76291275878535936</c:v>
                </c:pt>
                <c:pt idx="862">
                  <c:v>0.76291275878535936</c:v>
                </c:pt>
                <c:pt idx="863">
                  <c:v>0.76291275878535936</c:v>
                </c:pt>
                <c:pt idx="864">
                  <c:v>0.76291275878535936</c:v>
                </c:pt>
                <c:pt idx="865">
                  <c:v>0.76291275878535936</c:v>
                </c:pt>
                <c:pt idx="866">
                  <c:v>0.76291275878535936</c:v>
                </c:pt>
                <c:pt idx="867">
                  <c:v>0.76291275878535936</c:v>
                </c:pt>
                <c:pt idx="868">
                  <c:v>0.76291275878535936</c:v>
                </c:pt>
                <c:pt idx="869">
                  <c:v>0.76291275878535936</c:v>
                </c:pt>
                <c:pt idx="870">
                  <c:v>0.76291275878535936</c:v>
                </c:pt>
                <c:pt idx="871">
                  <c:v>0.76291275878535936</c:v>
                </c:pt>
                <c:pt idx="872">
                  <c:v>0.76291275878535936</c:v>
                </c:pt>
                <c:pt idx="873">
                  <c:v>0.76291275878535936</c:v>
                </c:pt>
                <c:pt idx="874">
                  <c:v>0.76291275878535936</c:v>
                </c:pt>
                <c:pt idx="875">
                  <c:v>0.76291275878535936</c:v>
                </c:pt>
                <c:pt idx="876">
                  <c:v>0.76291275878535936</c:v>
                </c:pt>
                <c:pt idx="877">
                  <c:v>0.76291275878535936</c:v>
                </c:pt>
                <c:pt idx="878">
                  <c:v>0.76291275878535936</c:v>
                </c:pt>
                <c:pt idx="879">
                  <c:v>0.76291275878535936</c:v>
                </c:pt>
                <c:pt idx="880">
                  <c:v>0.76291275878535936</c:v>
                </c:pt>
                <c:pt idx="881">
                  <c:v>0.76291275878535936</c:v>
                </c:pt>
                <c:pt idx="882">
                  <c:v>0.76291275878535936</c:v>
                </c:pt>
                <c:pt idx="883">
                  <c:v>0.76291275878535936</c:v>
                </c:pt>
                <c:pt idx="884">
                  <c:v>0.76291275878535936</c:v>
                </c:pt>
                <c:pt idx="885">
                  <c:v>0.76291275878535936</c:v>
                </c:pt>
                <c:pt idx="886">
                  <c:v>0.76291275878535936</c:v>
                </c:pt>
                <c:pt idx="887">
                  <c:v>0.76291275878535936</c:v>
                </c:pt>
                <c:pt idx="888">
                  <c:v>0.76291275878535936</c:v>
                </c:pt>
                <c:pt idx="889">
                  <c:v>0.76291275878535936</c:v>
                </c:pt>
                <c:pt idx="890">
                  <c:v>0.76291275878535936</c:v>
                </c:pt>
                <c:pt idx="891">
                  <c:v>0.76291275878535936</c:v>
                </c:pt>
                <c:pt idx="892">
                  <c:v>0.76291275878535936</c:v>
                </c:pt>
                <c:pt idx="893">
                  <c:v>0.76291275878535936</c:v>
                </c:pt>
                <c:pt idx="894">
                  <c:v>0.76291275878535936</c:v>
                </c:pt>
                <c:pt idx="895">
                  <c:v>0.76291275878535936</c:v>
                </c:pt>
                <c:pt idx="896">
                  <c:v>0.76291275878535936</c:v>
                </c:pt>
                <c:pt idx="897">
                  <c:v>0.76291275878535936</c:v>
                </c:pt>
                <c:pt idx="898">
                  <c:v>0.76291275878535936</c:v>
                </c:pt>
                <c:pt idx="899">
                  <c:v>0.76291275878535936</c:v>
                </c:pt>
                <c:pt idx="900">
                  <c:v>0.76291275878535936</c:v>
                </c:pt>
                <c:pt idx="901">
                  <c:v>0.76291275878535936</c:v>
                </c:pt>
                <c:pt idx="902">
                  <c:v>0.76291275878535936</c:v>
                </c:pt>
                <c:pt idx="903">
                  <c:v>0.76291275878535936</c:v>
                </c:pt>
                <c:pt idx="904">
                  <c:v>0.76291275878535936</c:v>
                </c:pt>
                <c:pt idx="905">
                  <c:v>0.76291275878535936</c:v>
                </c:pt>
                <c:pt idx="906">
                  <c:v>0.76291275878535936</c:v>
                </c:pt>
                <c:pt idx="907">
                  <c:v>0.76291275878535936</c:v>
                </c:pt>
                <c:pt idx="908">
                  <c:v>0.76291275878535936</c:v>
                </c:pt>
                <c:pt idx="909">
                  <c:v>0.76291275878535936</c:v>
                </c:pt>
                <c:pt idx="910">
                  <c:v>0.76291275878535936</c:v>
                </c:pt>
                <c:pt idx="911">
                  <c:v>0.76291275878535936</c:v>
                </c:pt>
                <c:pt idx="912">
                  <c:v>0.76291275878535936</c:v>
                </c:pt>
                <c:pt idx="913">
                  <c:v>0.76291275878535936</c:v>
                </c:pt>
                <c:pt idx="914">
                  <c:v>0.76291275878535936</c:v>
                </c:pt>
                <c:pt idx="915">
                  <c:v>0.76291275878535936</c:v>
                </c:pt>
                <c:pt idx="916">
                  <c:v>0.76291275878535936</c:v>
                </c:pt>
                <c:pt idx="917">
                  <c:v>0.76291275878535936</c:v>
                </c:pt>
                <c:pt idx="918">
                  <c:v>0.76291275878535936</c:v>
                </c:pt>
                <c:pt idx="919">
                  <c:v>0.76291275878535936</c:v>
                </c:pt>
                <c:pt idx="920">
                  <c:v>0.76291275878535936</c:v>
                </c:pt>
                <c:pt idx="921">
                  <c:v>0.76291275878535936</c:v>
                </c:pt>
                <c:pt idx="922">
                  <c:v>0.76291275878535936</c:v>
                </c:pt>
                <c:pt idx="923">
                  <c:v>0.76291275878535936</c:v>
                </c:pt>
                <c:pt idx="924">
                  <c:v>0.76291275878535936</c:v>
                </c:pt>
                <c:pt idx="925">
                  <c:v>0.76291275878535936</c:v>
                </c:pt>
                <c:pt idx="926">
                  <c:v>0.76291275878535936</c:v>
                </c:pt>
                <c:pt idx="927">
                  <c:v>0.76291275878535936</c:v>
                </c:pt>
                <c:pt idx="928">
                  <c:v>0.76291275878535936</c:v>
                </c:pt>
                <c:pt idx="929">
                  <c:v>0.76291275878535936</c:v>
                </c:pt>
                <c:pt idx="930">
                  <c:v>0.76291275878535936</c:v>
                </c:pt>
                <c:pt idx="931">
                  <c:v>0.76291275878535936</c:v>
                </c:pt>
                <c:pt idx="932">
                  <c:v>0.76291275878535936</c:v>
                </c:pt>
                <c:pt idx="933">
                  <c:v>0.76291275878535936</c:v>
                </c:pt>
                <c:pt idx="934">
                  <c:v>0.76291275878535936</c:v>
                </c:pt>
                <c:pt idx="935">
                  <c:v>0.76291275878535936</c:v>
                </c:pt>
                <c:pt idx="936">
                  <c:v>0.76291275878535936</c:v>
                </c:pt>
                <c:pt idx="937">
                  <c:v>0.76291275878535936</c:v>
                </c:pt>
                <c:pt idx="938">
                  <c:v>0.76291275878535936</c:v>
                </c:pt>
                <c:pt idx="939">
                  <c:v>0.76291275878535936</c:v>
                </c:pt>
                <c:pt idx="940">
                  <c:v>0.76291275878535936</c:v>
                </c:pt>
                <c:pt idx="941">
                  <c:v>0.76291275878535936</c:v>
                </c:pt>
                <c:pt idx="942">
                  <c:v>0.76291275878535936</c:v>
                </c:pt>
                <c:pt idx="943">
                  <c:v>0.76291275878535936</c:v>
                </c:pt>
                <c:pt idx="944">
                  <c:v>0.76291275878535936</c:v>
                </c:pt>
                <c:pt idx="945">
                  <c:v>0.76291275878535936</c:v>
                </c:pt>
                <c:pt idx="946">
                  <c:v>0.76291275878535936</c:v>
                </c:pt>
                <c:pt idx="947">
                  <c:v>0.76291275878535936</c:v>
                </c:pt>
                <c:pt idx="948">
                  <c:v>0.76291275878535936</c:v>
                </c:pt>
                <c:pt idx="949">
                  <c:v>0.76291275878535936</c:v>
                </c:pt>
                <c:pt idx="950">
                  <c:v>0.76291275878535936</c:v>
                </c:pt>
                <c:pt idx="951">
                  <c:v>0.76291275878535936</c:v>
                </c:pt>
                <c:pt idx="952">
                  <c:v>0.76291275878535936</c:v>
                </c:pt>
                <c:pt idx="953">
                  <c:v>0.76291275878535936</c:v>
                </c:pt>
                <c:pt idx="954">
                  <c:v>0.76291275878535936</c:v>
                </c:pt>
                <c:pt idx="955">
                  <c:v>0.76291275878535936</c:v>
                </c:pt>
                <c:pt idx="956">
                  <c:v>0.76291275878535936</c:v>
                </c:pt>
                <c:pt idx="957">
                  <c:v>0.76291275878535936</c:v>
                </c:pt>
                <c:pt idx="958">
                  <c:v>0.76291275878535936</c:v>
                </c:pt>
                <c:pt idx="959">
                  <c:v>0.76291275878535936</c:v>
                </c:pt>
                <c:pt idx="960">
                  <c:v>0.76291275878535936</c:v>
                </c:pt>
                <c:pt idx="961">
                  <c:v>0.76291275878535936</c:v>
                </c:pt>
                <c:pt idx="962">
                  <c:v>0.76291275878535936</c:v>
                </c:pt>
                <c:pt idx="963">
                  <c:v>0.76291275878535936</c:v>
                </c:pt>
                <c:pt idx="964">
                  <c:v>0.76291275878535936</c:v>
                </c:pt>
                <c:pt idx="965">
                  <c:v>0.76291275878535936</c:v>
                </c:pt>
                <c:pt idx="966">
                  <c:v>0.76291275878535936</c:v>
                </c:pt>
                <c:pt idx="967">
                  <c:v>0.76291275878535936</c:v>
                </c:pt>
                <c:pt idx="968">
                  <c:v>0.76291275878535936</c:v>
                </c:pt>
                <c:pt idx="969">
                  <c:v>0.76291275878535936</c:v>
                </c:pt>
                <c:pt idx="970">
                  <c:v>0.76291275878535936</c:v>
                </c:pt>
                <c:pt idx="971">
                  <c:v>0.76291275878535936</c:v>
                </c:pt>
                <c:pt idx="972">
                  <c:v>0.76291275878535936</c:v>
                </c:pt>
                <c:pt idx="973">
                  <c:v>0.76291275878535936</c:v>
                </c:pt>
                <c:pt idx="974">
                  <c:v>0.76291275878535936</c:v>
                </c:pt>
                <c:pt idx="975">
                  <c:v>0.76291275878535936</c:v>
                </c:pt>
                <c:pt idx="976">
                  <c:v>0.76291275878535936</c:v>
                </c:pt>
                <c:pt idx="977">
                  <c:v>0.76291275878535936</c:v>
                </c:pt>
                <c:pt idx="978">
                  <c:v>0.76291275878535936</c:v>
                </c:pt>
                <c:pt idx="979">
                  <c:v>0.76291275878535936</c:v>
                </c:pt>
                <c:pt idx="980">
                  <c:v>0.76291275878535936</c:v>
                </c:pt>
                <c:pt idx="981">
                  <c:v>0.76291275878535936</c:v>
                </c:pt>
                <c:pt idx="982">
                  <c:v>0.76291275878535936</c:v>
                </c:pt>
                <c:pt idx="983">
                  <c:v>0.76291275878535936</c:v>
                </c:pt>
                <c:pt idx="984">
                  <c:v>0.76291275878535936</c:v>
                </c:pt>
                <c:pt idx="985">
                  <c:v>0.76291275878535936</c:v>
                </c:pt>
                <c:pt idx="986">
                  <c:v>0.76291275878535936</c:v>
                </c:pt>
                <c:pt idx="987">
                  <c:v>0.76291275878535936</c:v>
                </c:pt>
                <c:pt idx="988">
                  <c:v>0.76291275878535936</c:v>
                </c:pt>
                <c:pt idx="989">
                  <c:v>0.76291275878535936</c:v>
                </c:pt>
                <c:pt idx="990">
                  <c:v>0.76291275878535936</c:v>
                </c:pt>
                <c:pt idx="991">
                  <c:v>0.76291275878535936</c:v>
                </c:pt>
                <c:pt idx="992">
                  <c:v>0.76291275878535936</c:v>
                </c:pt>
                <c:pt idx="993">
                  <c:v>0.76291275878535936</c:v>
                </c:pt>
                <c:pt idx="994">
                  <c:v>0.76291275878535936</c:v>
                </c:pt>
                <c:pt idx="995">
                  <c:v>0.76291275878535936</c:v>
                </c:pt>
                <c:pt idx="996">
                  <c:v>0.76291275878535936</c:v>
                </c:pt>
                <c:pt idx="997">
                  <c:v>0.76291275878535936</c:v>
                </c:pt>
                <c:pt idx="998">
                  <c:v>0.76291275878535936</c:v>
                </c:pt>
                <c:pt idx="999">
                  <c:v>0.76291275878535936</c:v>
                </c:pt>
                <c:pt idx="1000">
                  <c:v>0.76291275878535936</c:v>
                </c:pt>
                <c:pt idx="1001">
                  <c:v>0.76291275878535936</c:v>
                </c:pt>
                <c:pt idx="1002">
                  <c:v>0.76291275878535936</c:v>
                </c:pt>
                <c:pt idx="1003">
                  <c:v>0.76291275878535936</c:v>
                </c:pt>
                <c:pt idx="1004">
                  <c:v>0.76291275878535936</c:v>
                </c:pt>
                <c:pt idx="1005">
                  <c:v>0.76291275878535936</c:v>
                </c:pt>
                <c:pt idx="1006">
                  <c:v>0.76291275878535936</c:v>
                </c:pt>
                <c:pt idx="1007">
                  <c:v>0.76291275878535936</c:v>
                </c:pt>
                <c:pt idx="1008">
                  <c:v>0.76291275878535936</c:v>
                </c:pt>
                <c:pt idx="1009">
                  <c:v>0.76291275878535936</c:v>
                </c:pt>
                <c:pt idx="1010">
                  <c:v>0.76291275878535936</c:v>
                </c:pt>
                <c:pt idx="1011">
                  <c:v>0.76291275878535936</c:v>
                </c:pt>
                <c:pt idx="1012">
                  <c:v>0.76291275878535936</c:v>
                </c:pt>
                <c:pt idx="1013">
                  <c:v>0.76291275878535936</c:v>
                </c:pt>
                <c:pt idx="1014">
                  <c:v>0.76291275878535936</c:v>
                </c:pt>
                <c:pt idx="1015">
                  <c:v>0.76291275878535936</c:v>
                </c:pt>
                <c:pt idx="1016">
                  <c:v>0.76291275878535936</c:v>
                </c:pt>
                <c:pt idx="1017">
                  <c:v>0.76291275878535936</c:v>
                </c:pt>
                <c:pt idx="1018">
                  <c:v>0.76291275878535936</c:v>
                </c:pt>
                <c:pt idx="1019">
                  <c:v>0.76291275878535936</c:v>
                </c:pt>
                <c:pt idx="1020">
                  <c:v>0.76291275878535936</c:v>
                </c:pt>
                <c:pt idx="1021">
                  <c:v>0.76291275878535936</c:v>
                </c:pt>
                <c:pt idx="1022">
                  <c:v>0.76291275878535936</c:v>
                </c:pt>
                <c:pt idx="1023">
                  <c:v>0.76291275878535936</c:v>
                </c:pt>
                <c:pt idx="1024">
                  <c:v>0.76291275878535936</c:v>
                </c:pt>
                <c:pt idx="1025">
                  <c:v>0.76291275878535936</c:v>
                </c:pt>
                <c:pt idx="1026">
                  <c:v>0.76291275878535936</c:v>
                </c:pt>
                <c:pt idx="1027">
                  <c:v>0.76291275878535936</c:v>
                </c:pt>
                <c:pt idx="1028">
                  <c:v>0.76291275878535936</c:v>
                </c:pt>
                <c:pt idx="1029">
                  <c:v>0.76291275878535936</c:v>
                </c:pt>
                <c:pt idx="1030">
                  <c:v>0.76291275878535936</c:v>
                </c:pt>
                <c:pt idx="1031">
                  <c:v>0.76291275878535936</c:v>
                </c:pt>
                <c:pt idx="1032">
                  <c:v>0.76291275878535936</c:v>
                </c:pt>
                <c:pt idx="1033">
                  <c:v>0.76291275878535936</c:v>
                </c:pt>
                <c:pt idx="1034">
                  <c:v>0.76291275878535936</c:v>
                </c:pt>
                <c:pt idx="1035">
                  <c:v>0.76291275878535936</c:v>
                </c:pt>
                <c:pt idx="1036">
                  <c:v>0.76291275878535936</c:v>
                </c:pt>
                <c:pt idx="1037">
                  <c:v>0.76291275878535936</c:v>
                </c:pt>
                <c:pt idx="1038">
                  <c:v>0.76291275878535936</c:v>
                </c:pt>
                <c:pt idx="1039">
                  <c:v>0.76291275878535936</c:v>
                </c:pt>
                <c:pt idx="1040">
                  <c:v>0.76291275878535936</c:v>
                </c:pt>
                <c:pt idx="1041">
                  <c:v>0.76291275878535936</c:v>
                </c:pt>
                <c:pt idx="1042">
                  <c:v>0.76291275878535936</c:v>
                </c:pt>
                <c:pt idx="1043">
                  <c:v>0.76291275878535936</c:v>
                </c:pt>
                <c:pt idx="1044">
                  <c:v>0.76291275878535936</c:v>
                </c:pt>
                <c:pt idx="1045">
                  <c:v>0.76291275878535936</c:v>
                </c:pt>
                <c:pt idx="1046">
                  <c:v>0.76291275878535936</c:v>
                </c:pt>
                <c:pt idx="1047">
                  <c:v>0.76291275878535936</c:v>
                </c:pt>
                <c:pt idx="1048">
                  <c:v>0.76291275878535936</c:v>
                </c:pt>
                <c:pt idx="1049">
                  <c:v>0.76291275878535936</c:v>
                </c:pt>
                <c:pt idx="1050">
                  <c:v>0.76291275878535936</c:v>
                </c:pt>
                <c:pt idx="1051">
                  <c:v>0.76291275878535936</c:v>
                </c:pt>
                <c:pt idx="1052">
                  <c:v>0.76291275878535936</c:v>
                </c:pt>
                <c:pt idx="1053">
                  <c:v>0.76291275878535936</c:v>
                </c:pt>
                <c:pt idx="1054">
                  <c:v>0.76291275878535936</c:v>
                </c:pt>
                <c:pt idx="1055">
                  <c:v>0.76291275878535936</c:v>
                </c:pt>
                <c:pt idx="1056">
                  <c:v>0.76291275878535936</c:v>
                </c:pt>
                <c:pt idx="1057">
                  <c:v>0.76291275878535936</c:v>
                </c:pt>
                <c:pt idx="1058">
                  <c:v>0.76291275878535936</c:v>
                </c:pt>
                <c:pt idx="1059">
                  <c:v>0.76291275878535936</c:v>
                </c:pt>
                <c:pt idx="1060">
                  <c:v>0.76291275878535936</c:v>
                </c:pt>
                <c:pt idx="1061">
                  <c:v>0.76291275878535936</c:v>
                </c:pt>
                <c:pt idx="1062">
                  <c:v>0.76291275878535936</c:v>
                </c:pt>
                <c:pt idx="1063">
                  <c:v>0.76291275878535936</c:v>
                </c:pt>
                <c:pt idx="1064">
                  <c:v>0.76291275878535936</c:v>
                </c:pt>
                <c:pt idx="1065">
                  <c:v>0.76291275878535936</c:v>
                </c:pt>
                <c:pt idx="1066">
                  <c:v>0.76291275878535936</c:v>
                </c:pt>
                <c:pt idx="1067">
                  <c:v>0.76291275878535936</c:v>
                </c:pt>
                <c:pt idx="1068">
                  <c:v>0.76291275878535936</c:v>
                </c:pt>
                <c:pt idx="1069">
                  <c:v>0.76291275878535936</c:v>
                </c:pt>
                <c:pt idx="1070">
                  <c:v>0.76291275878535936</c:v>
                </c:pt>
                <c:pt idx="1071">
                  <c:v>0.76291275878535936</c:v>
                </c:pt>
                <c:pt idx="1072">
                  <c:v>0.76291275878535936</c:v>
                </c:pt>
                <c:pt idx="1073">
                  <c:v>0.76291275878535936</c:v>
                </c:pt>
                <c:pt idx="1074">
                  <c:v>0.76291275878535936</c:v>
                </c:pt>
                <c:pt idx="1075">
                  <c:v>0.76291275878535936</c:v>
                </c:pt>
                <c:pt idx="1076">
                  <c:v>0.76291275878535936</c:v>
                </c:pt>
                <c:pt idx="1077">
                  <c:v>0.76291275878535936</c:v>
                </c:pt>
                <c:pt idx="1078">
                  <c:v>0.76291275878535936</c:v>
                </c:pt>
                <c:pt idx="1079">
                  <c:v>0.76291275878535936</c:v>
                </c:pt>
                <c:pt idx="1080">
                  <c:v>0.76291275878535936</c:v>
                </c:pt>
                <c:pt idx="1081">
                  <c:v>0.76291275878535936</c:v>
                </c:pt>
                <c:pt idx="1082">
                  <c:v>0.76291275878535936</c:v>
                </c:pt>
                <c:pt idx="1083">
                  <c:v>0.76291275878535936</c:v>
                </c:pt>
                <c:pt idx="1084">
                  <c:v>0.76291275878535936</c:v>
                </c:pt>
                <c:pt idx="1085">
                  <c:v>0.76291275878535936</c:v>
                </c:pt>
                <c:pt idx="1086">
                  <c:v>0.76291275878535936</c:v>
                </c:pt>
                <c:pt idx="1087">
                  <c:v>0.76291275878535936</c:v>
                </c:pt>
                <c:pt idx="1088">
                  <c:v>0.76291275878535936</c:v>
                </c:pt>
                <c:pt idx="1089">
                  <c:v>0.76291275878535936</c:v>
                </c:pt>
                <c:pt idx="1090">
                  <c:v>0.76291275878535936</c:v>
                </c:pt>
                <c:pt idx="1091">
                  <c:v>0.76291275878535936</c:v>
                </c:pt>
                <c:pt idx="1092">
                  <c:v>0.76291275878535936</c:v>
                </c:pt>
                <c:pt idx="1093">
                  <c:v>0.76291275878535936</c:v>
                </c:pt>
                <c:pt idx="1094">
                  <c:v>0.76291275878535936</c:v>
                </c:pt>
                <c:pt idx="1095">
                  <c:v>0.76291275878535936</c:v>
                </c:pt>
                <c:pt idx="1096">
                  <c:v>0.76291275878535936</c:v>
                </c:pt>
                <c:pt idx="1097">
                  <c:v>0.76291275878535936</c:v>
                </c:pt>
                <c:pt idx="1098">
                  <c:v>0.76291275878535936</c:v>
                </c:pt>
                <c:pt idx="1099">
                  <c:v>0.76291275878535936</c:v>
                </c:pt>
                <c:pt idx="1100">
                  <c:v>0.76291275878535936</c:v>
                </c:pt>
                <c:pt idx="1101">
                  <c:v>0.76291275878535936</c:v>
                </c:pt>
                <c:pt idx="1102">
                  <c:v>0.76291275878535936</c:v>
                </c:pt>
                <c:pt idx="1103">
                  <c:v>0.76291275878535936</c:v>
                </c:pt>
                <c:pt idx="1104">
                  <c:v>0.76291275878535936</c:v>
                </c:pt>
                <c:pt idx="1105">
                  <c:v>0.76291275878535936</c:v>
                </c:pt>
                <c:pt idx="1106">
                  <c:v>0.76291275878535936</c:v>
                </c:pt>
                <c:pt idx="1107">
                  <c:v>0.76291275878535936</c:v>
                </c:pt>
                <c:pt idx="1108">
                  <c:v>0.76291275878535936</c:v>
                </c:pt>
                <c:pt idx="1109">
                  <c:v>0.76291275878535936</c:v>
                </c:pt>
                <c:pt idx="1110">
                  <c:v>0.76291275878535936</c:v>
                </c:pt>
                <c:pt idx="1111">
                  <c:v>0.76291275878535936</c:v>
                </c:pt>
                <c:pt idx="1112">
                  <c:v>0.76291275878535936</c:v>
                </c:pt>
                <c:pt idx="1113">
                  <c:v>0.76291275878535936</c:v>
                </c:pt>
                <c:pt idx="1114">
                  <c:v>0.76291275878535936</c:v>
                </c:pt>
                <c:pt idx="1115">
                  <c:v>0.76291275878535936</c:v>
                </c:pt>
                <c:pt idx="1116">
                  <c:v>0.76291275878535936</c:v>
                </c:pt>
                <c:pt idx="1117">
                  <c:v>0.76291275878535936</c:v>
                </c:pt>
                <c:pt idx="1118">
                  <c:v>0.76291275878535936</c:v>
                </c:pt>
                <c:pt idx="1119">
                  <c:v>0.76291275878535936</c:v>
                </c:pt>
                <c:pt idx="1120">
                  <c:v>0.76291275878535936</c:v>
                </c:pt>
                <c:pt idx="1121">
                  <c:v>0.76291275878535936</c:v>
                </c:pt>
                <c:pt idx="1122">
                  <c:v>0.76291275878535936</c:v>
                </c:pt>
                <c:pt idx="1123">
                  <c:v>0.76291275878535936</c:v>
                </c:pt>
                <c:pt idx="1124">
                  <c:v>0.76291275878535936</c:v>
                </c:pt>
                <c:pt idx="1125">
                  <c:v>0.76291275878535936</c:v>
                </c:pt>
                <c:pt idx="1126">
                  <c:v>0.76291275878535936</c:v>
                </c:pt>
                <c:pt idx="1127">
                  <c:v>0.76291275878535936</c:v>
                </c:pt>
                <c:pt idx="1128">
                  <c:v>0.76291275878535936</c:v>
                </c:pt>
                <c:pt idx="1129">
                  <c:v>0.76291275878535936</c:v>
                </c:pt>
                <c:pt idx="1130">
                  <c:v>0.76291275878535936</c:v>
                </c:pt>
                <c:pt idx="1131">
                  <c:v>0.76291275878535936</c:v>
                </c:pt>
                <c:pt idx="1132">
                  <c:v>0.76291275878535936</c:v>
                </c:pt>
                <c:pt idx="1133">
                  <c:v>0.76291275878535936</c:v>
                </c:pt>
                <c:pt idx="1134">
                  <c:v>0.76291275878535936</c:v>
                </c:pt>
                <c:pt idx="1135">
                  <c:v>0.76291275878535936</c:v>
                </c:pt>
                <c:pt idx="1136">
                  <c:v>0.76291275878535936</c:v>
                </c:pt>
                <c:pt idx="1137">
                  <c:v>0.76291275878535936</c:v>
                </c:pt>
                <c:pt idx="1138">
                  <c:v>0.76291275878535936</c:v>
                </c:pt>
                <c:pt idx="1139">
                  <c:v>0.76291275878535936</c:v>
                </c:pt>
                <c:pt idx="1140">
                  <c:v>0.76291275878535936</c:v>
                </c:pt>
                <c:pt idx="1141">
                  <c:v>0.76291275878535936</c:v>
                </c:pt>
                <c:pt idx="1142">
                  <c:v>0.76291275878535936</c:v>
                </c:pt>
                <c:pt idx="1143">
                  <c:v>0.76291275878535936</c:v>
                </c:pt>
                <c:pt idx="1144">
                  <c:v>0.76291275878535936</c:v>
                </c:pt>
                <c:pt idx="1145">
                  <c:v>0.76291275878535936</c:v>
                </c:pt>
                <c:pt idx="1146">
                  <c:v>0.76291275878535936</c:v>
                </c:pt>
                <c:pt idx="1147">
                  <c:v>0.76291275878535936</c:v>
                </c:pt>
                <c:pt idx="1148">
                  <c:v>0.76291275878535936</c:v>
                </c:pt>
                <c:pt idx="1149">
                  <c:v>0.76291275878535936</c:v>
                </c:pt>
                <c:pt idx="1150">
                  <c:v>0.76291275878535936</c:v>
                </c:pt>
                <c:pt idx="1151">
                  <c:v>0.76291275878535936</c:v>
                </c:pt>
                <c:pt idx="1152">
                  <c:v>0.76291275878535936</c:v>
                </c:pt>
                <c:pt idx="1153">
                  <c:v>0.76291275878535936</c:v>
                </c:pt>
                <c:pt idx="1154">
                  <c:v>0.76291275878535936</c:v>
                </c:pt>
                <c:pt idx="1155">
                  <c:v>0.76291275878535936</c:v>
                </c:pt>
                <c:pt idx="1156">
                  <c:v>0.76291275878535936</c:v>
                </c:pt>
                <c:pt idx="1157">
                  <c:v>0.76291275878535936</c:v>
                </c:pt>
                <c:pt idx="1158">
                  <c:v>0.76291275878535936</c:v>
                </c:pt>
                <c:pt idx="1159">
                  <c:v>0.76291275878535936</c:v>
                </c:pt>
                <c:pt idx="1160">
                  <c:v>0.76291275878535936</c:v>
                </c:pt>
                <c:pt idx="1161">
                  <c:v>0.76291275878535936</c:v>
                </c:pt>
                <c:pt idx="1162">
                  <c:v>0.76291275878535936</c:v>
                </c:pt>
                <c:pt idx="1163">
                  <c:v>0.76291275878535936</c:v>
                </c:pt>
                <c:pt idx="1164">
                  <c:v>0.76291275878535936</c:v>
                </c:pt>
                <c:pt idx="1165">
                  <c:v>0.76291275878535936</c:v>
                </c:pt>
                <c:pt idx="1166">
                  <c:v>0.76291275878535936</c:v>
                </c:pt>
                <c:pt idx="1167">
                  <c:v>0.76291275878535936</c:v>
                </c:pt>
                <c:pt idx="1168">
                  <c:v>0.76291275878535936</c:v>
                </c:pt>
                <c:pt idx="1169">
                  <c:v>0.76291275878535936</c:v>
                </c:pt>
                <c:pt idx="1170">
                  <c:v>0.76291275878535936</c:v>
                </c:pt>
                <c:pt idx="1171">
                  <c:v>0.76291275878535936</c:v>
                </c:pt>
                <c:pt idx="1172">
                  <c:v>0.76291275878535936</c:v>
                </c:pt>
                <c:pt idx="1173">
                  <c:v>0.76291275878535936</c:v>
                </c:pt>
                <c:pt idx="1174">
                  <c:v>0.76291275878535936</c:v>
                </c:pt>
                <c:pt idx="1175">
                  <c:v>0.76291275878535936</c:v>
                </c:pt>
                <c:pt idx="1176">
                  <c:v>0.76291275878535936</c:v>
                </c:pt>
                <c:pt idx="1177">
                  <c:v>0.76291275878535936</c:v>
                </c:pt>
                <c:pt idx="1178">
                  <c:v>0.76291275878535936</c:v>
                </c:pt>
                <c:pt idx="1179">
                  <c:v>0.76291275878535936</c:v>
                </c:pt>
                <c:pt idx="1180">
                  <c:v>0.76291275878535936</c:v>
                </c:pt>
                <c:pt idx="1181">
                  <c:v>0.76291275878535936</c:v>
                </c:pt>
                <c:pt idx="1182">
                  <c:v>0.76291275878535936</c:v>
                </c:pt>
                <c:pt idx="1183">
                  <c:v>0.76291275878535936</c:v>
                </c:pt>
                <c:pt idx="1184">
                  <c:v>0.76291275878535936</c:v>
                </c:pt>
                <c:pt idx="1185">
                  <c:v>0.76291275878535936</c:v>
                </c:pt>
                <c:pt idx="1186">
                  <c:v>0.76291275878535936</c:v>
                </c:pt>
                <c:pt idx="1187">
                  <c:v>0.76291275878535936</c:v>
                </c:pt>
                <c:pt idx="1188">
                  <c:v>0.76291275878535936</c:v>
                </c:pt>
                <c:pt idx="1189">
                  <c:v>0.76291275878535936</c:v>
                </c:pt>
                <c:pt idx="1190">
                  <c:v>0.76291275878535936</c:v>
                </c:pt>
                <c:pt idx="1191">
                  <c:v>0.76291275878535936</c:v>
                </c:pt>
                <c:pt idx="1192">
                  <c:v>0.76291275878535936</c:v>
                </c:pt>
                <c:pt idx="1193">
                  <c:v>0.76291275878535936</c:v>
                </c:pt>
                <c:pt idx="1194">
                  <c:v>0.76291275878535936</c:v>
                </c:pt>
                <c:pt idx="1195">
                  <c:v>0.76291275878535936</c:v>
                </c:pt>
                <c:pt idx="1196">
                  <c:v>0.76291275878535936</c:v>
                </c:pt>
                <c:pt idx="1197">
                  <c:v>0.76291275878535936</c:v>
                </c:pt>
                <c:pt idx="1198">
                  <c:v>0.76291275878535936</c:v>
                </c:pt>
                <c:pt idx="1199">
                  <c:v>0.76291275878535936</c:v>
                </c:pt>
                <c:pt idx="1200">
                  <c:v>0.76291275878535936</c:v>
                </c:pt>
                <c:pt idx="1201">
                  <c:v>0.76291275878535936</c:v>
                </c:pt>
                <c:pt idx="1202">
                  <c:v>0.76291275878535936</c:v>
                </c:pt>
                <c:pt idx="1203">
                  <c:v>0.76291275878535936</c:v>
                </c:pt>
                <c:pt idx="1204">
                  <c:v>0.76291275878535936</c:v>
                </c:pt>
                <c:pt idx="1205">
                  <c:v>0.76291275878535936</c:v>
                </c:pt>
                <c:pt idx="1206">
                  <c:v>0.76291275878535936</c:v>
                </c:pt>
                <c:pt idx="1207">
                  <c:v>0.76291275878535936</c:v>
                </c:pt>
                <c:pt idx="1208">
                  <c:v>0.76291275878535936</c:v>
                </c:pt>
                <c:pt idx="1209">
                  <c:v>0.76291275878535936</c:v>
                </c:pt>
                <c:pt idx="1210">
                  <c:v>0.76291275878535936</c:v>
                </c:pt>
                <c:pt idx="1211">
                  <c:v>0.76291275878535936</c:v>
                </c:pt>
                <c:pt idx="1212">
                  <c:v>0.76291275878535936</c:v>
                </c:pt>
                <c:pt idx="1213">
                  <c:v>0.76291275878535936</c:v>
                </c:pt>
                <c:pt idx="1214">
                  <c:v>0.76291275878535936</c:v>
                </c:pt>
                <c:pt idx="1215">
                  <c:v>0.76291275878535936</c:v>
                </c:pt>
                <c:pt idx="1216">
                  <c:v>0.76291275878535936</c:v>
                </c:pt>
                <c:pt idx="1217">
                  <c:v>0.76291275878535936</c:v>
                </c:pt>
                <c:pt idx="1218">
                  <c:v>0.76291275878535936</c:v>
                </c:pt>
                <c:pt idx="1219">
                  <c:v>0.76291275878535936</c:v>
                </c:pt>
                <c:pt idx="1220">
                  <c:v>0.76291275878535936</c:v>
                </c:pt>
                <c:pt idx="1221">
                  <c:v>0.76291275878535936</c:v>
                </c:pt>
                <c:pt idx="1222">
                  <c:v>0.76291275878535936</c:v>
                </c:pt>
                <c:pt idx="1223">
                  <c:v>0.76291275878535936</c:v>
                </c:pt>
                <c:pt idx="1224">
                  <c:v>0.76291275878535936</c:v>
                </c:pt>
                <c:pt idx="1225">
                  <c:v>0.76291275878535936</c:v>
                </c:pt>
                <c:pt idx="1226">
                  <c:v>0.76291275878535936</c:v>
                </c:pt>
                <c:pt idx="1227">
                  <c:v>0.76291275878535936</c:v>
                </c:pt>
                <c:pt idx="1228">
                  <c:v>0.76291275878535936</c:v>
                </c:pt>
                <c:pt idx="1229">
                  <c:v>0.76291275878535936</c:v>
                </c:pt>
                <c:pt idx="1230">
                  <c:v>0.76291275878535936</c:v>
                </c:pt>
                <c:pt idx="1231">
                  <c:v>0.76291275878535936</c:v>
                </c:pt>
                <c:pt idx="1232">
                  <c:v>0.76291275878535936</c:v>
                </c:pt>
                <c:pt idx="1233">
                  <c:v>0.76291275878535936</c:v>
                </c:pt>
                <c:pt idx="1234">
                  <c:v>0.76291275878535936</c:v>
                </c:pt>
                <c:pt idx="1235">
                  <c:v>0.76291275878535936</c:v>
                </c:pt>
                <c:pt idx="1236">
                  <c:v>0.76291275878535936</c:v>
                </c:pt>
                <c:pt idx="1237">
                  <c:v>0.76291275878535936</c:v>
                </c:pt>
                <c:pt idx="1238">
                  <c:v>0.76291275878535936</c:v>
                </c:pt>
                <c:pt idx="1239">
                  <c:v>0.76291275878535936</c:v>
                </c:pt>
                <c:pt idx="1240">
                  <c:v>0.76291275878535936</c:v>
                </c:pt>
                <c:pt idx="1241">
                  <c:v>0.76291275878535936</c:v>
                </c:pt>
                <c:pt idx="1242">
                  <c:v>0.76291275878535936</c:v>
                </c:pt>
                <c:pt idx="1243">
                  <c:v>0.76291275878535936</c:v>
                </c:pt>
                <c:pt idx="1244">
                  <c:v>0.76291275878535936</c:v>
                </c:pt>
                <c:pt idx="1245">
                  <c:v>0.76291275878535936</c:v>
                </c:pt>
                <c:pt idx="1246">
                  <c:v>0.76291275878535936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369-482A-AABF-3F96793D909E}"/>
            </c:ext>
          </c:extLst>
        </c:ser>
        <c:ser>
          <c:idx val="0"/>
          <c:order val="5"/>
          <c:tx>
            <c:v>Average</c:v>
          </c:tx>
          <c:spPr>
            <a:ln w="19050" cap="rnd">
              <a:solidFill>
                <a:srgbClr val="E97132"/>
              </a:solidFill>
              <a:round/>
            </a:ln>
            <a:effectLst/>
          </c:spPr>
          <c:marker>
            <c:symbol val="none"/>
          </c:marker>
          <c:cat>
            <c:numRef>
              <c:f>'PB ratio'!$A$106:$A$1353</c:f>
              <c:numCache>
                <c:formatCode>m/d/yyyy</c:formatCode>
                <c:ptCount val="1248"/>
                <c:pt idx="0">
                  <c:v>44349</c:v>
                </c:pt>
                <c:pt idx="1">
                  <c:v>44350</c:v>
                </c:pt>
                <c:pt idx="2">
                  <c:v>44351</c:v>
                </c:pt>
                <c:pt idx="3">
                  <c:v>44354</c:v>
                </c:pt>
                <c:pt idx="4">
                  <c:v>44355</c:v>
                </c:pt>
                <c:pt idx="5">
                  <c:v>44356</c:v>
                </c:pt>
                <c:pt idx="6">
                  <c:v>44357</c:v>
                </c:pt>
                <c:pt idx="7">
                  <c:v>44358</c:v>
                </c:pt>
                <c:pt idx="8">
                  <c:v>44361</c:v>
                </c:pt>
                <c:pt idx="9">
                  <c:v>44362</c:v>
                </c:pt>
                <c:pt idx="10">
                  <c:v>44363</c:v>
                </c:pt>
                <c:pt idx="11">
                  <c:v>44364</c:v>
                </c:pt>
                <c:pt idx="12">
                  <c:v>44365</c:v>
                </c:pt>
                <c:pt idx="13">
                  <c:v>44368</c:v>
                </c:pt>
                <c:pt idx="14">
                  <c:v>44369</c:v>
                </c:pt>
                <c:pt idx="15">
                  <c:v>44370</c:v>
                </c:pt>
                <c:pt idx="16">
                  <c:v>44371</c:v>
                </c:pt>
                <c:pt idx="17">
                  <c:v>44372</c:v>
                </c:pt>
                <c:pt idx="18">
                  <c:v>44375</c:v>
                </c:pt>
                <c:pt idx="19">
                  <c:v>44376</c:v>
                </c:pt>
                <c:pt idx="20">
                  <c:v>44377</c:v>
                </c:pt>
                <c:pt idx="21">
                  <c:v>44378</c:v>
                </c:pt>
                <c:pt idx="22">
                  <c:v>44379</c:v>
                </c:pt>
                <c:pt idx="23">
                  <c:v>44382</c:v>
                </c:pt>
                <c:pt idx="24">
                  <c:v>44383</c:v>
                </c:pt>
                <c:pt idx="25">
                  <c:v>44384</c:v>
                </c:pt>
                <c:pt idx="26">
                  <c:v>44385</c:v>
                </c:pt>
                <c:pt idx="27">
                  <c:v>44386</c:v>
                </c:pt>
                <c:pt idx="28">
                  <c:v>44389</c:v>
                </c:pt>
                <c:pt idx="29">
                  <c:v>44390</c:v>
                </c:pt>
                <c:pt idx="30">
                  <c:v>44391</c:v>
                </c:pt>
                <c:pt idx="31">
                  <c:v>44392</c:v>
                </c:pt>
                <c:pt idx="32">
                  <c:v>44393</c:v>
                </c:pt>
                <c:pt idx="33">
                  <c:v>44396</c:v>
                </c:pt>
                <c:pt idx="34">
                  <c:v>44397</c:v>
                </c:pt>
                <c:pt idx="35">
                  <c:v>44398</c:v>
                </c:pt>
                <c:pt idx="36">
                  <c:v>44399</c:v>
                </c:pt>
                <c:pt idx="37">
                  <c:v>44400</c:v>
                </c:pt>
                <c:pt idx="38">
                  <c:v>44403</c:v>
                </c:pt>
                <c:pt idx="39">
                  <c:v>44404</c:v>
                </c:pt>
                <c:pt idx="40">
                  <c:v>44405</c:v>
                </c:pt>
                <c:pt idx="41">
                  <c:v>44406</c:v>
                </c:pt>
                <c:pt idx="42">
                  <c:v>44407</c:v>
                </c:pt>
                <c:pt idx="43">
                  <c:v>44410</c:v>
                </c:pt>
                <c:pt idx="44">
                  <c:v>44411</c:v>
                </c:pt>
                <c:pt idx="45">
                  <c:v>44412</c:v>
                </c:pt>
                <c:pt idx="46">
                  <c:v>44413</c:v>
                </c:pt>
                <c:pt idx="47">
                  <c:v>44414</c:v>
                </c:pt>
                <c:pt idx="48">
                  <c:v>44417</c:v>
                </c:pt>
                <c:pt idx="49">
                  <c:v>44418</c:v>
                </c:pt>
                <c:pt idx="50">
                  <c:v>44419</c:v>
                </c:pt>
                <c:pt idx="51">
                  <c:v>44420</c:v>
                </c:pt>
                <c:pt idx="52">
                  <c:v>44421</c:v>
                </c:pt>
                <c:pt idx="53">
                  <c:v>44424</c:v>
                </c:pt>
                <c:pt idx="54">
                  <c:v>44425</c:v>
                </c:pt>
                <c:pt idx="55">
                  <c:v>44426</c:v>
                </c:pt>
                <c:pt idx="56">
                  <c:v>44427</c:v>
                </c:pt>
                <c:pt idx="57">
                  <c:v>44428</c:v>
                </c:pt>
                <c:pt idx="58">
                  <c:v>44431</c:v>
                </c:pt>
                <c:pt idx="59">
                  <c:v>44432</c:v>
                </c:pt>
                <c:pt idx="60">
                  <c:v>44433</c:v>
                </c:pt>
                <c:pt idx="61">
                  <c:v>44434</c:v>
                </c:pt>
                <c:pt idx="62">
                  <c:v>44435</c:v>
                </c:pt>
                <c:pt idx="63">
                  <c:v>44438</c:v>
                </c:pt>
                <c:pt idx="64">
                  <c:v>44439</c:v>
                </c:pt>
                <c:pt idx="65">
                  <c:v>44440</c:v>
                </c:pt>
                <c:pt idx="66">
                  <c:v>44445</c:v>
                </c:pt>
                <c:pt idx="67">
                  <c:v>44446</c:v>
                </c:pt>
                <c:pt idx="68">
                  <c:v>44447</c:v>
                </c:pt>
                <c:pt idx="69">
                  <c:v>44448</c:v>
                </c:pt>
                <c:pt idx="70">
                  <c:v>44449</c:v>
                </c:pt>
                <c:pt idx="71">
                  <c:v>44452</c:v>
                </c:pt>
                <c:pt idx="72">
                  <c:v>44453</c:v>
                </c:pt>
                <c:pt idx="73">
                  <c:v>44454</c:v>
                </c:pt>
                <c:pt idx="74">
                  <c:v>44455</c:v>
                </c:pt>
                <c:pt idx="75">
                  <c:v>44456</c:v>
                </c:pt>
                <c:pt idx="76">
                  <c:v>44459</c:v>
                </c:pt>
                <c:pt idx="77">
                  <c:v>44460</c:v>
                </c:pt>
                <c:pt idx="78">
                  <c:v>44461</c:v>
                </c:pt>
                <c:pt idx="79">
                  <c:v>44462</c:v>
                </c:pt>
                <c:pt idx="80">
                  <c:v>44463</c:v>
                </c:pt>
                <c:pt idx="81">
                  <c:v>44466</c:v>
                </c:pt>
                <c:pt idx="82">
                  <c:v>44467</c:v>
                </c:pt>
                <c:pt idx="83">
                  <c:v>44468</c:v>
                </c:pt>
                <c:pt idx="84">
                  <c:v>44469</c:v>
                </c:pt>
                <c:pt idx="85">
                  <c:v>44470</c:v>
                </c:pt>
                <c:pt idx="86">
                  <c:v>44473</c:v>
                </c:pt>
                <c:pt idx="87">
                  <c:v>44474</c:v>
                </c:pt>
                <c:pt idx="88">
                  <c:v>44475</c:v>
                </c:pt>
                <c:pt idx="89">
                  <c:v>44476</c:v>
                </c:pt>
                <c:pt idx="90">
                  <c:v>44477</c:v>
                </c:pt>
                <c:pt idx="91">
                  <c:v>44480</c:v>
                </c:pt>
                <c:pt idx="92">
                  <c:v>44481</c:v>
                </c:pt>
                <c:pt idx="93">
                  <c:v>44482</c:v>
                </c:pt>
                <c:pt idx="94">
                  <c:v>44483</c:v>
                </c:pt>
                <c:pt idx="95">
                  <c:v>44484</c:v>
                </c:pt>
                <c:pt idx="96">
                  <c:v>44487</c:v>
                </c:pt>
                <c:pt idx="97">
                  <c:v>44488</c:v>
                </c:pt>
                <c:pt idx="98">
                  <c:v>44489</c:v>
                </c:pt>
                <c:pt idx="99">
                  <c:v>44490</c:v>
                </c:pt>
                <c:pt idx="100">
                  <c:v>44491</c:v>
                </c:pt>
                <c:pt idx="101">
                  <c:v>44494</c:v>
                </c:pt>
                <c:pt idx="102">
                  <c:v>44495</c:v>
                </c:pt>
                <c:pt idx="103">
                  <c:v>44496</c:v>
                </c:pt>
                <c:pt idx="104">
                  <c:v>44497</c:v>
                </c:pt>
                <c:pt idx="105">
                  <c:v>44498</c:v>
                </c:pt>
                <c:pt idx="106">
                  <c:v>44501</c:v>
                </c:pt>
                <c:pt idx="107">
                  <c:v>44502</c:v>
                </c:pt>
                <c:pt idx="108">
                  <c:v>44503</c:v>
                </c:pt>
                <c:pt idx="109">
                  <c:v>44504</c:v>
                </c:pt>
                <c:pt idx="110">
                  <c:v>44505</c:v>
                </c:pt>
                <c:pt idx="111">
                  <c:v>44508</c:v>
                </c:pt>
                <c:pt idx="112">
                  <c:v>44509</c:v>
                </c:pt>
                <c:pt idx="113">
                  <c:v>44510</c:v>
                </c:pt>
                <c:pt idx="114">
                  <c:v>44511</c:v>
                </c:pt>
                <c:pt idx="115">
                  <c:v>44512</c:v>
                </c:pt>
                <c:pt idx="116">
                  <c:v>44515</c:v>
                </c:pt>
                <c:pt idx="117">
                  <c:v>44516</c:v>
                </c:pt>
                <c:pt idx="118">
                  <c:v>44517</c:v>
                </c:pt>
                <c:pt idx="119">
                  <c:v>44518</c:v>
                </c:pt>
                <c:pt idx="120">
                  <c:v>44519</c:v>
                </c:pt>
                <c:pt idx="121">
                  <c:v>44522</c:v>
                </c:pt>
                <c:pt idx="122">
                  <c:v>44523</c:v>
                </c:pt>
                <c:pt idx="123">
                  <c:v>44524</c:v>
                </c:pt>
                <c:pt idx="124">
                  <c:v>44525</c:v>
                </c:pt>
                <c:pt idx="125">
                  <c:v>44526</c:v>
                </c:pt>
                <c:pt idx="126">
                  <c:v>44529</c:v>
                </c:pt>
                <c:pt idx="127">
                  <c:v>44530</c:v>
                </c:pt>
                <c:pt idx="128">
                  <c:v>44531</c:v>
                </c:pt>
                <c:pt idx="129">
                  <c:v>44532</c:v>
                </c:pt>
                <c:pt idx="130">
                  <c:v>44533</c:v>
                </c:pt>
                <c:pt idx="131">
                  <c:v>44536</c:v>
                </c:pt>
                <c:pt idx="132">
                  <c:v>44537</c:v>
                </c:pt>
                <c:pt idx="133">
                  <c:v>44538</c:v>
                </c:pt>
                <c:pt idx="134">
                  <c:v>44539</c:v>
                </c:pt>
                <c:pt idx="135">
                  <c:v>44540</c:v>
                </c:pt>
                <c:pt idx="136">
                  <c:v>44543</c:v>
                </c:pt>
                <c:pt idx="137">
                  <c:v>44544</c:v>
                </c:pt>
                <c:pt idx="138">
                  <c:v>44545</c:v>
                </c:pt>
                <c:pt idx="139">
                  <c:v>44546</c:v>
                </c:pt>
                <c:pt idx="140">
                  <c:v>44547</c:v>
                </c:pt>
                <c:pt idx="141">
                  <c:v>44550</c:v>
                </c:pt>
                <c:pt idx="142">
                  <c:v>44551</c:v>
                </c:pt>
                <c:pt idx="143">
                  <c:v>44552</c:v>
                </c:pt>
                <c:pt idx="144">
                  <c:v>44553</c:v>
                </c:pt>
                <c:pt idx="145">
                  <c:v>44554</c:v>
                </c:pt>
                <c:pt idx="146">
                  <c:v>44557</c:v>
                </c:pt>
                <c:pt idx="147">
                  <c:v>44558</c:v>
                </c:pt>
                <c:pt idx="148">
                  <c:v>44559</c:v>
                </c:pt>
                <c:pt idx="149">
                  <c:v>44560</c:v>
                </c:pt>
                <c:pt idx="150">
                  <c:v>44561</c:v>
                </c:pt>
                <c:pt idx="151">
                  <c:v>44565</c:v>
                </c:pt>
                <c:pt idx="152">
                  <c:v>44566</c:v>
                </c:pt>
                <c:pt idx="153">
                  <c:v>44567</c:v>
                </c:pt>
                <c:pt idx="154">
                  <c:v>44568</c:v>
                </c:pt>
                <c:pt idx="155">
                  <c:v>44571</c:v>
                </c:pt>
                <c:pt idx="156">
                  <c:v>44572</c:v>
                </c:pt>
                <c:pt idx="157">
                  <c:v>44573</c:v>
                </c:pt>
                <c:pt idx="158">
                  <c:v>44574</c:v>
                </c:pt>
                <c:pt idx="159">
                  <c:v>44575</c:v>
                </c:pt>
                <c:pt idx="160">
                  <c:v>44578</c:v>
                </c:pt>
                <c:pt idx="161">
                  <c:v>44579</c:v>
                </c:pt>
                <c:pt idx="162">
                  <c:v>44580</c:v>
                </c:pt>
                <c:pt idx="163">
                  <c:v>44581</c:v>
                </c:pt>
                <c:pt idx="164">
                  <c:v>44582</c:v>
                </c:pt>
                <c:pt idx="165">
                  <c:v>44585</c:v>
                </c:pt>
                <c:pt idx="166">
                  <c:v>44586</c:v>
                </c:pt>
                <c:pt idx="167">
                  <c:v>44587</c:v>
                </c:pt>
                <c:pt idx="168">
                  <c:v>44588</c:v>
                </c:pt>
                <c:pt idx="169">
                  <c:v>44589</c:v>
                </c:pt>
                <c:pt idx="170">
                  <c:v>44599</c:v>
                </c:pt>
                <c:pt idx="171">
                  <c:v>44600</c:v>
                </c:pt>
                <c:pt idx="172">
                  <c:v>44601</c:v>
                </c:pt>
                <c:pt idx="173">
                  <c:v>44602</c:v>
                </c:pt>
                <c:pt idx="174">
                  <c:v>44603</c:v>
                </c:pt>
                <c:pt idx="175">
                  <c:v>44606</c:v>
                </c:pt>
                <c:pt idx="176">
                  <c:v>44607</c:v>
                </c:pt>
                <c:pt idx="177">
                  <c:v>44608</c:v>
                </c:pt>
                <c:pt idx="178">
                  <c:v>44609</c:v>
                </c:pt>
                <c:pt idx="179">
                  <c:v>44610</c:v>
                </c:pt>
                <c:pt idx="180">
                  <c:v>44613</c:v>
                </c:pt>
                <c:pt idx="181">
                  <c:v>44614</c:v>
                </c:pt>
                <c:pt idx="182">
                  <c:v>44615</c:v>
                </c:pt>
                <c:pt idx="183">
                  <c:v>44616</c:v>
                </c:pt>
                <c:pt idx="184">
                  <c:v>44617</c:v>
                </c:pt>
                <c:pt idx="185">
                  <c:v>44620</c:v>
                </c:pt>
                <c:pt idx="186">
                  <c:v>44621</c:v>
                </c:pt>
                <c:pt idx="187">
                  <c:v>44622</c:v>
                </c:pt>
                <c:pt idx="188">
                  <c:v>44623</c:v>
                </c:pt>
                <c:pt idx="189">
                  <c:v>44624</c:v>
                </c:pt>
                <c:pt idx="190">
                  <c:v>44627</c:v>
                </c:pt>
                <c:pt idx="191">
                  <c:v>44628</c:v>
                </c:pt>
                <c:pt idx="192">
                  <c:v>44629</c:v>
                </c:pt>
                <c:pt idx="193">
                  <c:v>44630</c:v>
                </c:pt>
                <c:pt idx="194">
                  <c:v>44631</c:v>
                </c:pt>
                <c:pt idx="195">
                  <c:v>44634</c:v>
                </c:pt>
                <c:pt idx="196">
                  <c:v>44635</c:v>
                </c:pt>
                <c:pt idx="197">
                  <c:v>44636</c:v>
                </c:pt>
                <c:pt idx="198">
                  <c:v>44637</c:v>
                </c:pt>
                <c:pt idx="199">
                  <c:v>44638</c:v>
                </c:pt>
                <c:pt idx="200">
                  <c:v>44641</c:v>
                </c:pt>
                <c:pt idx="201">
                  <c:v>44642</c:v>
                </c:pt>
                <c:pt idx="202">
                  <c:v>44643</c:v>
                </c:pt>
                <c:pt idx="203">
                  <c:v>44644</c:v>
                </c:pt>
                <c:pt idx="204">
                  <c:v>44645</c:v>
                </c:pt>
                <c:pt idx="205">
                  <c:v>44648</c:v>
                </c:pt>
                <c:pt idx="206">
                  <c:v>44649</c:v>
                </c:pt>
                <c:pt idx="207">
                  <c:v>44650</c:v>
                </c:pt>
                <c:pt idx="208">
                  <c:v>44651</c:v>
                </c:pt>
                <c:pt idx="209">
                  <c:v>44652</c:v>
                </c:pt>
                <c:pt idx="210">
                  <c:v>44655</c:v>
                </c:pt>
                <c:pt idx="211">
                  <c:v>44656</c:v>
                </c:pt>
                <c:pt idx="212">
                  <c:v>44657</c:v>
                </c:pt>
                <c:pt idx="213">
                  <c:v>44658</c:v>
                </c:pt>
                <c:pt idx="214">
                  <c:v>44659</c:v>
                </c:pt>
                <c:pt idx="215">
                  <c:v>44663</c:v>
                </c:pt>
                <c:pt idx="216">
                  <c:v>44664</c:v>
                </c:pt>
                <c:pt idx="217">
                  <c:v>44665</c:v>
                </c:pt>
                <c:pt idx="218">
                  <c:v>44666</c:v>
                </c:pt>
                <c:pt idx="219">
                  <c:v>44669</c:v>
                </c:pt>
                <c:pt idx="220">
                  <c:v>44670</c:v>
                </c:pt>
                <c:pt idx="221">
                  <c:v>44671</c:v>
                </c:pt>
                <c:pt idx="222">
                  <c:v>44672</c:v>
                </c:pt>
                <c:pt idx="223">
                  <c:v>44673</c:v>
                </c:pt>
                <c:pt idx="224">
                  <c:v>44676</c:v>
                </c:pt>
                <c:pt idx="225">
                  <c:v>44677</c:v>
                </c:pt>
                <c:pt idx="226">
                  <c:v>44678</c:v>
                </c:pt>
                <c:pt idx="227">
                  <c:v>44679</c:v>
                </c:pt>
                <c:pt idx="228">
                  <c:v>44680</c:v>
                </c:pt>
                <c:pt idx="229">
                  <c:v>44685</c:v>
                </c:pt>
                <c:pt idx="230">
                  <c:v>44686</c:v>
                </c:pt>
                <c:pt idx="231">
                  <c:v>44687</c:v>
                </c:pt>
                <c:pt idx="232">
                  <c:v>44690</c:v>
                </c:pt>
                <c:pt idx="233">
                  <c:v>44691</c:v>
                </c:pt>
                <c:pt idx="234">
                  <c:v>44692</c:v>
                </c:pt>
                <c:pt idx="235">
                  <c:v>44693</c:v>
                </c:pt>
                <c:pt idx="236">
                  <c:v>44694</c:v>
                </c:pt>
                <c:pt idx="237">
                  <c:v>44697</c:v>
                </c:pt>
                <c:pt idx="238">
                  <c:v>44698</c:v>
                </c:pt>
                <c:pt idx="239">
                  <c:v>44699</c:v>
                </c:pt>
                <c:pt idx="240">
                  <c:v>44700</c:v>
                </c:pt>
                <c:pt idx="241">
                  <c:v>44701</c:v>
                </c:pt>
                <c:pt idx="242">
                  <c:v>44704</c:v>
                </c:pt>
                <c:pt idx="243">
                  <c:v>44705</c:v>
                </c:pt>
                <c:pt idx="244">
                  <c:v>44706</c:v>
                </c:pt>
                <c:pt idx="245">
                  <c:v>44707</c:v>
                </c:pt>
                <c:pt idx="246">
                  <c:v>44708</c:v>
                </c:pt>
                <c:pt idx="247">
                  <c:v>44711</c:v>
                </c:pt>
                <c:pt idx="248">
                  <c:v>44712</c:v>
                </c:pt>
                <c:pt idx="249">
                  <c:v>44713</c:v>
                </c:pt>
                <c:pt idx="250">
                  <c:v>44714</c:v>
                </c:pt>
                <c:pt idx="251">
                  <c:v>44715</c:v>
                </c:pt>
                <c:pt idx="252">
                  <c:v>44718</c:v>
                </c:pt>
                <c:pt idx="253">
                  <c:v>44719</c:v>
                </c:pt>
                <c:pt idx="254">
                  <c:v>44720</c:v>
                </c:pt>
                <c:pt idx="255">
                  <c:v>44721</c:v>
                </c:pt>
                <c:pt idx="256">
                  <c:v>44722</c:v>
                </c:pt>
                <c:pt idx="257">
                  <c:v>44725</c:v>
                </c:pt>
                <c:pt idx="258">
                  <c:v>44726</c:v>
                </c:pt>
                <c:pt idx="259">
                  <c:v>44727</c:v>
                </c:pt>
                <c:pt idx="260">
                  <c:v>44728</c:v>
                </c:pt>
                <c:pt idx="261">
                  <c:v>44729</c:v>
                </c:pt>
                <c:pt idx="262">
                  <c:v>44732</c:v>
                </c:pt>
                <c:pt idx="263">
                  <c:v>44733</c:v>
                </c:pt>
                <c:pt idx="264">
                  <c:v>44734</c:v>
                </c:pt>
                <c:pt idx="265">
                  <c:v>44735</c:v>
                </c:pt>
                <c:pt idx="266">
                  <c:v>44736</c:v>
                </c:pt>
                <c:pt idx="267">
                  <c:v>44739</c:v>
                </c:pt>
                <c:pt idx="268">
                  <c:v>44740</c:v>
                </c:pt>
                <c:pt idx="269">
                  <c:v>44741</c:v>
                </c:pt>
                <c:pt idx="270">
                  <c:v>44742</c:v>
                </c:pt>
                <c:pt idx="271">
                  <c:v>44743</c:v>
                </c:pt>
                <c:pt idx="272">
                  <c:v>44746</c:v>
                </c:pt>
                <c:pt idx="273">
                  <c:v>44747</c:v>
                </c:pt>
                <c:pt idx="274">
                  <c:v>44748</c:v>
                </c:pt>
                <c:pt idx="275">
                  <c:v>44749</c:v>
                </c:pt>
                <c:pt idx="276">
                  <c:v>44750</c:v>
                </c:pt>
                <c:pt idx="277">
                  <c:v>44753</c:v>
                </c:pt>
                <c:pt idx="278">
                  <c:v>44754</c:v>
                </c:pt>
                <c:pt idx="279">
                  <c:v>44755</c:v>
                </c:pt>
                <c:pt idx="280">
                  <c:v>44756</c:v>
                </c:pt>
                <c:pt idx="281">
                  <c:v>44757</c:v>
                </c:pt>
                <c:pt idx="282">
                  <c:v>44760</c:v>
                </c:pt>
                <c:pt idx="283">
                  <c:v>44761</c:v>
                </c:pt>
                <c:pt idx="284">
                  <c:v>44762</c:v>
                </c:pt>
                <c:pt idx="285">
                  <c:v>44763</c:v>
                </c:pt>
                <c:pt idx="286">
                  <c:v>44764</c:v>
                </c:pt>
                <c:pt idx="287">
                  <c:v>44767</c:v>
                </c:pt>
                <c:pt idx="288">
                  <c:v>44768</c:v>
                </c:pt>
                <c:pt idx="289">
                  <c:v>44769</c:v>
                </c:pt>
                <c:pt idx="290">
                  <c:v>44770</c:v>
                </c:pt>
                <c:pt idx="291">
                  <c:v>44771</c:v>
                </c:pt>
                <c:pt idx="292">
                  <c:v>44774</c:v>
                </c:pt>
                <c:pt idx="293">
                  <c:v>44775</c:v>
                </c:pt>
                <c:pt idx="294">
                  <c:v>44776</c:v>
                </c:pt>
                <c:pt idx="295">
                  <c:v>44777</c:v>
                </c:pt>
                <c:pt idx="296">
                  <c:v>44778</c:v>
                </c:pt>
                <c:pt idx="297">
                  <c:v>44781</c:v>
                </c:pt>
                <c:pt idx="298">
                  <c:v>44782</c:v>
                </c:pt>
                <c:pt idx="299">
                  <c:v>44783</c:v>
                </c:pt>
                <c:pt idx="300">
                  <c:v>44784</c:v>
                </c:pt>
                <c:pt idx="301">
                  <c:v>44785</c:v>
                </c:pt>
                <c:pt idx="302">
                  <c:v>44788</c:v>
                </c:pt>
                <c:pt idx="303">
                  <c:v>44789</c:v>
                </c:pt>
                <c:pt idx="304">
                  <c:v>44790</c:v>
                </c:pt>
                <c:pt idx="305">
                  <c:v>44791</c:v>
                </c:pt>
                <c:pt idx="306">
                  <c:v>44792</c:v>
                </c:pt>
                <c:pt idx="307">
                  <c:v>44795</c:v>
                </c:pt>
                <c:pt idx="308">
                  <c:v>44796</c:v>
                </c:pt>
                <c:pt idx="309">
                  <c:v>44797</c:v>
                </c:pt>
                <c:pt idx="310">
                  <c:v>44798</c:v>
                </c:pt>
                <c:pt idx="311">
                  <c:v>44799</c:v>
                </c:pt>
                <c:pt idx="312">
                  <c:v>44802</c:v>
                </c:pt>
                <c:pt idx="313">
                  <c:v>44803</c:v>
                </c:pt>
                <c:pt idx="314">
                  <c:v>44804</c:v>
                </c:pt>
                <c:pt idx="315">
                  <c:v>44809</c:v>
                </c:pt>
                <c:pt idx="316">
                  <c:v>44810</c:v>
                </c:pt>
                <c:pt idx="317">
                  <c:v>44811</c:v>
                </c:pt>
                <c:pt idx="318">
                  <c:v>44812</c:v>
                </c:pt>
                <c:pt idx="319">
                  <c:v>44813</c:v>
                </c:pt>
                <c:pt idx="320">
                  <c:v>44816</c:v>
                </c:pt>
                <c:pt idx="321">
                  <c:v>44817</c:v>
                </c:pt>
                <c:pt idx="322">
                  <c:v>44818</c:v>
                </c:pt>
                <c:pt idx="323">
                  <c:v>44819</c:v>
                </c:pt>
                <c:pt idx="324">
                  <c:v>44820</c:v>
                </c:pt>
                <c:pt idx="325">
                  <c:v>44823</c:v>
                </c:pt>
                <c:pt idx="326">
                  <c:v>44824</c:v>
                </c:pt>
                <c:pt idx="327">
                  <c:v>44825</c:v>
                </c:pt>
                <c:pt idx="328">
                  <c:v>44826</c:v>
                </c:pt>
                <c:pt idx="329">
                  <c:v>44827</c:v>
                </c:pt>
                <c:pt idx="330">
                  <c:v>44830</c:v>
                </c:pt>
                <c:pt idx="331">
                  <c:v>44831</c:v>
                </c:pt>
                <c:pt idx="332">
                  <c:v>44832</c:v>
                </c:pt>
                <c:pt idx="333">
                  <c:v>44833</c:v>
                </c:pt>
                <c:pt idx="334">
                  <c:v>44834</c:v>
                </c:pt>
                <c:pt idx="335">
                  <c:v>44837</c:v>
                </c:pt>
                <c:pt idx="336">
                  <c:v>44838</c:v>
                </c:pt>
                <c:pt idx="337">
                  <c:v>44839</c:v>
                </c:pt>
                <c:pt idx="338">
                  <c:v>44840</c:v>
                </c:pt>
                <c:pt idx="339">
                  <c:v>44841</c:v>
                </c:pt>
                <c:pt idx="340">
                  <c:v>44844</c:v>
                </c:pt>
                <c:pt idx="341">
                  <c:v>44845</c:v>
                </c:pt>
                <c:pt idx="342">
                  <c:v>44846</c:v>
                </c:pt>
                <c:pt idx="343">
                  <c:v>44847</c:v>
                </c:pt>
                <c:pt idx="344">
                  <c:v>44848</c:v>
                </c:pt>
                <c:pt idx="345">
                  <c:v>44851</c:v>
                </c:pt>
                <c:pt idx="346">
                  <c:v>44852</c:v>
                </c:pt>
                <c:pt idx="347">
                  <c:v>44853</c:v>
                </c:pt>
                <c:pt idx="348">
                  <c:v>44854</c:v>
                </c:pt>
                <c:pt idx="349">
                  <c:v>44855</c:v>
                </c:pt>
                <c:pt idx="350">
                  <c:v>44858</c:v>
                </c:pt>
                <c:pt idx="351">
                  <c:v>44859</c:v>
                </c:pt>
                <c:pt idx="352">
                  <c:v>44860</c:v>
                </c:pt>
                <c:pt idx="353">
                  <c:v>44861</c:v>
                </c:pt>
                <c:pt idx="354">
                  <c:v>44862</c:v>
                </c:pt>
                <c:pt idx="355">
                  <c:v>44865</c:v>
                </c:pt>
                <c:pt idx="356">
                  <c:v>44866</c:v>
                </c:pt>
                <c:pt idx="357">
                  <c:v>44867</c:v>
                </c:pt>
                <c:pt idx="358">
                  <c:v>44868</c:v>
                </c:pt>
                <c:pt idx="359">
                  <c:v>44869</c:v>
                </c:pt>
                <c:pt idx="360">
                  <c:v>44872</c:v>
                </c:pt>
                <c:pt idx="361">
                  <c:v>44873</c:v>
                </c:pt>
                <c:pt idx="362">
                  <c:v>44874</c:v>
                </c:pt>
                <c:pt idx="363">
                  <c:v>44875</c:v>
                </c:pt>
                <c:pt idx="364">
                  <c:v>44876</c:v>
                </c:pt>
                <c:pt idx="365">
                  <c:v>44879</c:v>
                </c:pt>
                <c:pt idx="366">
                  <c:v>44880</c:v>
                </c:pt>
                <c:pt idx="367">
                  <c:v>44881</c:v>
                </c:pt>
                <c:pt idx="368">
                  <c:v>44882</c:v>
                </c:pt>
                <c:pt idx="369">
                  <c:v>44883</c:v>
                </c:pt>
                <c:pt idx="370">
                  <c:v>44886</c:v>
                </c:pt>
                <c:pt idx="371">
                  <c:v>44887</c:v>
                </c:pt>
                <c:pt idx="372">
                  <c:v>44888</c:v>
                </c:pt>
                <c:pt idx="373">
                  <c:v>44889</c:v>
                </c:pt>
                <c:pt idx="374">
                  <c:v>44890</c:v>
                </c:pt>
                <c:pt idx="375">
                  <c:v>44893</c:v>
                </c:pt>
                <c:pt idx="376">
                  <c:v>44894</c:v>
                </c:pt>
                <c:pt idx="377">
                  <c:v>44895</c:v>
                </c:pt>
                <c:pt idx="378">
                  <c:v>44896</c:v>
                </c:pt>
                <c:pt idx="379">
                  <c:v>44897</c:v>
                </c:pt>
                <c:pt idx="380">
                  <c:v>44900</c:v>
                </c:pt>
                <c:pt idx="381">
                  <c:v>44901</c:v>
                </c:pt>
                <c:pt idx="382">
                  <c:v>44902</c:v>
                </c:pt>
                <c:pt idx="383">
                  <c:v>44903</c:v>
                </c:pt>
                <c:pt idx="384">
                  <c:v>44904</c:v>
                </c:pt>
                <c:pt idx="385">
                  <c:v>44907</c:v>
                </c:pt>
                <c:pt idx="386">
                  <c:v>44908</c:v>
                </c:pt>
                <c:pt idx="387">
                  <c:v>44909</c:v>
                </c:pt>
                <c:pt idx="388">
                  <c:v>44910</c:v>
                </c:pt>
                <c:pt idx="389">
                  <c:v>44911</c:v>
                </c:pt>
                <c:pt idx="390">
                  <c:v>44914</c:v>
                </c:pt>
                <c:pt idx="391">
                  <c:v>44915</c:v>
                </c:pt>
                <c:pt idx="392">
                  <c:v>44916</c:v>
                </c:pt>
                <c:pt idx="393">
                  <c:v>44917</c:v>
                </c:pt>
                <c:pt idx="394">
                  <c:v>44918</c:v>
                </c:pt>
                <c:pt idx="395">
                  <c:v>44921</c:v>
                </c:pt>
                <c:pt idx="396">
                  <c:v>44922</c:v>
                </c:pt>
                <c:pt idx="397">
                  <c:v>44923</c:v>
                </c:pt>
                <c:pt idx="398">
                  <c:v>44924</c:v>
                </c:pt>
                <c:pt idx="399">
                  <c:v>44925</c:v>
                </c:pt>
                <c:pt idx="400">
                  <c:v>44929</c:v>
                </c:pt>
                <c:pt idx="401">
                  <c:v>44930</c:v>
                </c:pt>
                <c:pt idx="402">
                  <c:v>44931</c:v>
                </c:pt>
                <c:pt idx="403">
                  <c:v>44932</c:v>
                </c:pt>
                <c:pt idx="404">
                  <c:v>44935</c:v>
                </c:pt>
                <c:pt idx="405">
                  <c:v>44936</c:v>
                </c:pt>
                <c:pt idx="406">
                  <c:v>44937</c:v>
                </c:pt>
                <c:pt idx="407">
                  <c:v>44938</c:v>
                </c:pt>
                <c:pt idx="408">
                  <c:v>44939</c:v>
                </c:pt>
                <c:pt idx="409">
                  <c:v>44942</c:v>
                </c:pt>
                <c:pt idx="410">
                  <c:v>44943</c:v>
                </c:pt>
                <c:pt idx="411">
                  <c:v>44944</c:v>
                </c:pt>
                <c:pt idx="412">
                  <c:v>44945</c:v>
                </c:pt>
                <c:pt idx="413">
                  <c:v>44953</c:v>
                </c:pt>
                <c:pt idx="414">
                  <c:v>44956</c:v>
                </c:pt>
                <c:pt idx="415">
                  <c:v>44957</c:v>
                </c:pt>
                <c:pt idx="416">
                  <c:v>44958</c:v>
                </c:pt>
                <c:pt idx="417">
                  <c:v>44959</c:v>
                </c:pt>
                <c:pt idx="418">
                  <c:v>44960</c:v>
                </c:pt>
                <c:pt idx="419">
                  <c:v>44963</c:v>
                </c:pt>
                <c:pt idx="420">
                  <c:v>44964</c:v>
                </c:pt>
                <c:pt idx="421">
                  <c:v>44965</c:v>
                </c:pt>
                <c:pt idx="422">
                  <c:v>44966</c:v>
                </c:pt>
                <c:pt idx="423">
                  <c:v>44967</c:v>
                </c:pt>
                <c:pt idx="424">
                  <c:v>44970</c:v>
                </c:pt>
                <c:pt idx="425">
                  <c:v>44971</c:v>
                </c:pt>
                <c:pt idx="426">
                  <c:v>44972</c:v>
                </c:pt>
                <c:pt idx="427">
                  <c:v>44973</c:v>
                </c:pt>
                <c:pt idx="428">
                  <c:v>44974</c:v>
                </c:pt>
                <c:pt idx="429">
                  <c:v>44977</c:v>
                </c:pt>
                <c:pt idx="430">
                  <c:v>44978</c:v>
                </c:pt>
                <c:pt idx="431">
                  <c:v>44979</c:v>
                </c:pt>
                <c:pt idx="432">
                  <c:v>44980</c:v>
                </c:pt>
                <c:pt idx="433">
                  <c:v>44981</c:v>
                </c:pt>
                <c:pt idx="434">
                  <c:v>44984</c:v>
                </c:pt>
                <c:pt idx="435">
                  <c:v>44985</c:v>
                </c:pt>
                <c:pt idx="436">
                  <c:v>44986</c:v>
                </c:pt>
                <c:pt idx="437">
                  <c:v>44987</c:v>
                </c:pt>
                <c:pt idx="438">
                  <c:v>44988</c:v>
                </c:pt>
                <c:pt idx="439">
                  <c:v>44991</c:v>
                </c:pt>
                <c:pt idx="440">
                  <c:v>44992</c:v>
                </c:pt>
                <c:pt idx="441">
                  <c:v>44993</c:v>
                </c:pt>
                <c:pt idx="442">
                  <c:v>44994</c:v>
                </c:pt>
                <c:pt idx="443">
                  <c:v>44995</c:v>
                </c:pt>
                <c:pt idx="444">
                  <c:v>44998</c:v>
                </c:pt>
                <c:pt idx="445">
                  <c:v>44999</c:v>
                </c:pt>
                <c:pt idx="446">
                  <c:v>45000</c:v>
                </c:pt>
                <c:pt idx="447">
                  <c:v>45001</c:v>
                </c:pt>
                <c:pt idx="448">
                  <c:v>45002</c:v>
                </c:pt>
                <c:pt idx="449">
                  <c:v>45005</c:v>
                </c:pt>
                <c:pt idx="450">
                  <c:v>45006</c:v>
                </c:pt>
                <c:pt idx="451">
                  <c:v>45007</c:v>
                </c:pt>
                <c:pt idx="452">
                  <c:v>45008</c:v>
                </c:pt>
                <c:pt idx="453">
                  <c:v>45009</c:v>
                </c:pt>
                <c:pt idx="454">
                  <c:v>45012</c:v>
                </c:pt>
                <c:pt idx="455">
                  <c:v>45013</c:v>
                </c:pt>
                <c:pt idx="456">
                  <c:v>45014</c:v>
                </c:pt>
                <c:pt idx="457">
                  <c:v>45015</c:v>
                </c:pt>
                <c:pt idx="458">
                  <c:v>45016</c:v>
                </c:pt>
                <c:pt idx="459">
                  <c:v>45019</c:v>
                </c:pt>
                <c:pt idx="460">
                  <c:v>45020</c:v>
                </c:pt>
                <c:pt idx="461">
                  <c:v>45021</c:v>
                </c:pt>
                <c:pt idx="462">
                  <c:v>45022</c:v>
                </c:pt>
                <c:pt idx="463">
                  <c:v>45023</c:v>
                </c:pt>
                <c:pt idx="464">
                  <c:v>45026</c:v>
                </c:pt>
                <c:pt idx="465">
                  <c:v>45027</c:v>
                </c:pt>
                <c:pt idx="466">
                  <c:v>45028</c:v>
                </c:pt>
                <c:pt idx="467">
                  <c:v>45029</c:v>
                </c:pt>
                <c:pt idx="468">
                  <c:v>45030</c:v>
                </c:pt>
                <c:pt idx="469">
                  <c:v>45033</c:v>
                </c:pt>
                <c:pt idx="470">
                  <c:v>45034</c:v>
                </c:pt>
                <c:pt idx="471">
                  <c:v>45035</c:v>
                </c:pt>
                <c:pt idx="472">
                  <c:v>45036</c:v>
                </c:pt>
                <c:pt idx="473">
                  <c:v>45037</c:v>
                </c:pt>
                <c:pt idx="474">
                  <c:v>45040</c:v>
                </c:pt>
                <c:pt idx="475">
                  <c:v>45041</c:v>
                </c:pt>
                <c:pt idx="476">
                  <c:v>45042</c:v>
                </c:pt>
                <c:pt idx="477">
                  <c:v>45043</c:v>
                </c:pt>
                <c:pt idx="478">
                  <c:v>45044</c:v>
                </c:pt>
                <c:pt idx="479">
                  <c:v>45050</c:v>
                </c:pt>
                <c:pt idx="480">
                  <c:v>45051</c:v>
                </c:pt>
                <c:pt idx="481">
                  <c:v>45054</c:v>
                </c:pt>
                <c:pt idx="482">
                  <c:v>45055</c:v>
                </c:pt>
                <c:pt idx="483">
                  <c:v>45056</c:v>
                </c:pt>
                <c:pt idx="484">
                  <c:v>45057</c:v>
                </c:pt>
                <c:pt idx="485">
                  <c:v>45058</c:v>
                </c:pt>
                <c:pt idx="486">
                  <c:v>45061</c:v>
                </c:pt>
                <c:pt idx="487">
                  <c:v>45062</c:v>
                </c:pt>
                <c:pt idx="488">
                  <c:v>45063</c:v>
                </c:pt>
                <c:pt idx="489">
                  <c:v>45064</c:v>
                </c:pt>
                <c:pt idx="490">
                  <c:v>45065</c:v>
                </c:pt>
                <c:pt idx="491">
                  <c:v>45068</c:v>
                </c:pt>
                <c:pt idx="492">
                  <c:v>45069</c:v>
                </c:pt>
                <c:pt idx="493">
                  <c:v>45070</c:v>
                </c:pt>
                <c:pt idx="494">
                  <c:v>45071</c:v>
                </c:pt>
                <c:pt idx="495">
                  <c:v>45072</c:v>
                </c:pt>
                <c:pt idx="496">
                  <c:v>45075</c:v>
                </c:pt>
                <c:pt idx="497">
                  <c:v>45076</c:v>
                </c:pt>
                <c:pt idx="498">
                  <c:v>45077</c:v>
                </c:pt>
                <c:pt idx="499">
                  <c:v>45078</c:v>
                </c:pt>
                <c:pt idx="500">
                  <c:v>45079</c:v>
                </c:pt>
                <c:pt idx="501">
                  <c:v>45082</c:v>
                </c:pt>
                <c:pt idx="502">
                  <c:v>45083</c:v>
                </c:pt>
                <c:pt idx="503">
                  <c:v>45084</c:v>
                </c:pt>
                <c:pt idx="504">
                  <c:v>45085</c:v>
                </c:pt>
                <c:pt idx="505">
                  <c:v>45086</c:v>
                </c:pt>
                <c:pt idx="506">
                  <c:v>45089</c:v>
                </c:pt>
                <c:pt idx="507">
                  <c:v>45090</c:v>
                </c:pt>
                <c:pt idx="508">
                  <c:v>45091</c:v>
                </c:pt>
                <c:pt idx="509">
                  <c:v>45092</c:v>
                </c:pt>
                <c:pt idx="510">
                  <c:v>45093</c:v>
                </c:pt>
                <c:pt idx="511">
                  <c:v>45096</c:v>
                </c:pt>
                <c:pt idx="512">
                  <c:v>45097</c:v>
                </c:pt>
                <c:pt idx="513">
                  <c:v>45098</c:v>
                </c:pt>
                <c:pt idx="514">
                  <c:v>45099</c:v>
                </c:pt>
                <c:pt idx="515">
                  <c:v>45100</c:v>
                </c:pt>
                <c:pt idx="516">
                  <c:v>45103</c:v>
                </c:pt>
                <c:pt idx="517">
                  <c:v>45104</c:v>
                </c:pt>
                <c:pt idx="518">
                  <c:v>45105</c:v>
                </c:pt>
                <c:pt idx="519">
                  <c:v>45106</c:v>
                </c:pt>
                <c:pt idx="520">
                  <c:v>45107</c:v>
                </c:pt>
                <c:pt idx="521">
                  <c:v>45110</c:v>
                </c:pt>
                <c:pt idx="522">
                  <c:v>45111</c:v>
                </c:pt>
                <c:pt idx="523">
                  <c:v>45112</c:v>
                </c:pt>
                <c:pt idx="524">
                  <c:v>45113</c:v>
                </c:pt>
                <c:pt idx="525">
                  <c:v>45114</c:v>
                </c:pt>
                <c:pt idx="526">
                  <c:v>45117</c:v>
                </c:pt>
                <c:pt idx="527">
                  <c:v>45118</c:v>
                </c:pt>
                <c:pt idx="528">
                  <c:v>45119</c:v>
                </c:pt>
                <c:pt idx="529">
                  <c:v>45120</c:v>
                </c:pt>
                <c:pt idx="530">
                  <c:v>45121</c:v>
                </c:pt>
                <c:pt idx="531">
                  <c:v>45124</c:v>
                </c:pt>
                <c:pt idx="532">
                  <c:v>45125</c:v>
                </c:pt>
                <c:pt idx="533">
                  <c:v>45126</c:v>
                </c:pt>
                <c:pt idx="534">
                  <c:v>45127</c:v>
                </c:pt>
                <c:pt idx="535">
                  <c:v>45128</c:v>
                </c:pt>
                <c:pt idx="536">
                  <c:v>45131</c:v>
                </c:pt>
                <c:pt idx="537">
                  <c:v>45132</c:v>
                </c:pt>
                <c:pt idx="538">
                  <c:v>45133</c:v>
                </c:pt>
                <c:pt idx="539">
                  <c:v>45134</c:v>
                </c:pt>
                <c:pt idx="540">
                  <c:v>45135</c:v>
                </c:pt>
                <c:pt idx="541">
                  <c:v>45138</c:v>
                </c:pt>
                <c:pt idx="542">
                  <c:v>45139</c:v>
                </c:pt>
                <c:pt idx="543">
                  <c:v>45140</c:v>
                </c:pt>
                <c:pt idx="544">
                  <c:v>45141</c:v>
                </c:pt>
                <c:pt idx="545">
                  <c:v>45142</c:v>
                </c:pt>
                <c:pt idx="546">
                  <c:v>45145</c:v>
                </c:pt>
                <c:pt idx="547">
                  <c:v>45146</c:v>
                </c:pt>
                <c:pt idx="548">
                  <c:v>45147</c:v>
                </c:pt>
                <c:pt idx="549">
                  <c:v>45148</c:v>
                </c:pt>
                <c:pt idx="550">
                  <c:v>45149</c:v>
                </c:pt>
                <c:pt idx="551">
                  <c:v>45152</c:v>
                </c:pt>
                <c:pt idx="552">
                  <c:v>45153</c:v>
                </c:pt>
                <c:pt idx="553">
                  <c:v>45154</c:v>
                </c:pt>
                <c:pt idx="554">
                  <c:v>45155</c:v>
                </c:pt>
                <c:pt idx="555">
                  <c:v>45156</c:v>
                </c:pt>
                <c:pt idx="556">
                  <c:v>45159</c:v>
                </c:pt>
                <c:pt idx="557">
                  <c:v>45160</c:v>
                </c:pt>
                <c:pt idx="558">
                  <c:v>45161</c:v>
                </c:pt>
                <c:pt idx="559">
                  <c:v>45162</c:v>
                </c:pt>
                <c:pt idx="560">
                  <c:v>45163</c:v>
                </c:pt>
                <c:pt idx="561">
                  <c:v>45166</c:v>
                </c:pt>
                <c:pt idx="562">
                  <c:v>45167</c:v>
                </c:pt>
                <c:pt idx="563">
                  <c:v>45168</c:v>
                </c:pt>
                <c:pt idx="564">
                  <c:v>45169</c:v>
                </c:pt>
                <c:pt idx="565">
                  <c:v>45174</c:v>
                </c:pt>
                <c:pt idx="566">
                  <c:v>45175</c:v>
                </c:pt>
                <c:pt idx="567">
                  <c:v>45176</c:v>
                </c:pt>
                <c:pt idx="568">
                  <c:v>45177</c:v>
                </c:pt>
                <c:pt idx="569">
                  <c:v>45180</c:v>
                </c:pt>
                <c:pt idx="570">
                  <c:v>45181</c:v>
                </c:pt>
                <c:pt idx="571">
                  <c:v>45182</c:v>
                </c:pt>
                <c:pt idx="572">
                  <c:v>45183</c:v>
                </c:pt>
                <c:pt idx="573">
                  <c:v>45184</c:v>
                </c:pt>
                <c:pt idx="574">
                  <c:v>45187</c:v>
                </c:pt>
                <c:pt idx="575">
                  <c:v>45188</c:v>
                </c:pt>
                <c:pt idx="576">
                  <c:v>45189</c:v>
                </c:pt>
                <c:pt idx="577">
                  <c:v>45190</c:v>
                </c:pt>
                <c:pt idx="578">
                  <c:v>45191</c:v>
                </c:pt>
                <c:pt idx="579">
                  <c:v>45194</c:v>
                </c:pt>
                <c:pt idx="580">
                  <c:v>45195</c:v>
                </c:pt>
                <c:pt idx="581">
                  <c:v>45196</c:v>
                </c:pt>
                <c:pt idx="582">
                  <c:v>45197</c:v>
                </c:pt>
                <c:pt idx="583">
                  <c:v>45198</c:v>
                </c:pt>
                <c:pt idx="584">
                  <c:v>45201</c:v>
                </c:pt>
                <c:pt idx="585">
                  <c:v>45202</c:v>
                </c:pt>
                <c:pt idx="586">
                  <c:v>45203</c:v>
                </c:pt>
                <c:pt idx="587">
                  <c:v>45204</c:v>
                </c:pt>
                <c:pt idx="588">
                  <c:v>45205</c:v>
                </c:pt>
                <c:pt idx="589">
                  <c:v>45208</c:v>
                </c:pt>
                <c:pt idx="590">
                  <c:v>45209</c:v>
                </c:pt>
                <c:pt idx="591">
                  <c:v>45210</c:v>
                </c:pt>
                <c:pt idx="592">
                  <c:v>45211</c:v>
                </c:pt>
                <c:pt idx="593">
                  <c:v>45212</c:v>
                </c:pt>
                <c:pt idx="594">
                  <c:v>45215</c:v>
                </c:pt>
                <c:pt idx="595">
                  <c:v>45216</c:v>
                </c:pt>
                <c:pt idx="596">
                  <c:v>45217</c:v>
                </c:pt>
                <c:pt idx="597">
                  <c:v>45218</c:v>
                </c:pt>
                <c:pt idx="598">
                  <c:v>45219</c:v>
                </c:pt>
                <c:pt idx="599">
                  <c:v>45222</c:v>
                </c:pt>
                <c:pt idx="600">
                  <c:v>45223</c:v>
                </c:pt>
                <c:pt idx="601">
                  <c:v>45224</c:v>
                </c:pt>
                <c:pt idx="602">
                  <c:v>45225</c:v>
                </c:pt>
                <c:pt idx="603">
                  <c:v>45226</c:v>
                </c:pt>
                <c:pt idx="604">
                  <c:v>45229</c:v>
                </c:pt>
                <c:pt idx="605">
                  <c:v>45230</c:v>
                </c:pt>
                <c:pt idx="606">
                  <c:v>45231</c:v>
                </c:pt>
                <c:pt idx="607">
                  <c:v>45232</c:v>
                </c:pt>
                <c:pt idx="608">
                  <c:v>45233</c:v>
                </c:pt>
                <c:pt idx="609">
                  <c:v>45236</c:v>
                </c:pt>
                <c:pt idx="610">
                  <c:v>45237</c:v>
                </c:pt>
                <c:pt idx="611">
                  <c:v>45238</c:v>
                </c:pt>
                <c:pt idx="612">
                  <c:v>45239</c:v>
                </c:pt>
                <c:pt idx="613">
                  <c:v>45240</c:v>
                </c:pt>
                <c:pt idx="614">
                  <c:v>45243</c:v>
                </c:pt>
                <c:pt idx="615">
                  <c:v>45244</c:v>
                </c:pt>
                <c:pt idx="616">
                  <c:v>45245</c:v>
                </c:pt>
                <c:pt idx="617">
                  <c:v>45246</c:v>
                </c:pt>
                <c:pt idx="618">
                  <c:v>45247</c:v>
                </c:pt>
                <c:pt idx="619">
                  <c:v>45250</c:v>
                </c:pt>
                <c:pt idx="620">
                  <c:v>45251</c:v>
                </c:pt>
                <c:pt idx="621">
                  <c:v>45252</c:v>
                </c:pt>
                <c:pt idx="622">
                  <c:v>45253</c:v>
                </c:pt>
                <c:pt idx="623">
                  <c:v>45254</c:v>
                </c:pt>
                <c:pt idx="624">
                  <c:v>45257</c:v>
                </c:pt>
                <c:pt idx="625">
                  <c:v>45258</c:v>
                </c:pt>
                <c:pt idx="626">
                  <c:v>45259</c:v>
                </c:pt>
                <c:pt idx="627">
                  <c:v>45260</c:v>
                </c:pt>
                <c:pt idx="628">
                  <c:v>45261</c:v>
                </c:pt>
                <c:pt idx="629">
                  <c:v>45264</c:v>
                </c:pt>
                <c:pt idx="630">
                  <c:v>45265</c:v>
                </c:pt>
                <c:pt idx="631">
                  <c:v>45266</c:v>
                </c:pt>
                <c:pt idx="632">
                  <c:v>45267</c:v>
                </c:pt>
                <c:pt idx="633">
                  <c:v>45268</c:v>
                </c:pt>
                <c:pt idx="634">
                  <c:v>45271</c:v>
                </c:pt>
                <c:pt idx="635">
                  <c:v>45272</c:v>
                </c:pt>
                <c:pt idx="636">
                  <c:v>45273</c:v>
                </c:pt>
                <c:pt idx="637">
                  <c:v>45274</c:v>
                </c:pt>
                <c:pt idx="638">
                  <c:v>45275</c:v>
                </c:pt>
                <c:pt idx="639">
                  <c:v>45278</c:v>
                </c:pt>
                <c:pt idx="640">
                  <c:v>45279</c:v>
                </c:pt>
                <c:pt idx="641">
                  <c:v>45280</c:v>
                </c:pt>
                <c:pt idx="642">
                  <c:v>45281</c:v>
                </c:pt>
                <c:pt idx="643">
                  <c:v>45282</c:v>
                </c:pt>
                <c:pt idx="644">
                  <c:v>45285</c:v>
                </c:pt>
                <c:pt idx="645">
                  <c:v>45286</c:v>
                </c:pt>
                <c:pt idx="646">
                  <c:v>45287</c:v>
                </c:pt>
                <c:pt idx="647">
                  <c:v>45288</c:v>
                </c:pt>
                <c:pt idx="648">
                  <c:v>45289</c:v>
                </c:pt>
                <c:pt idx="649">
                  <c:v>45293</c:v>
                </c:pt>
                <c:pt idx="650">
                  <c:v>45294</c:v>
                </c:pt>
                <c:pt idx="651">
                  <c:v>45295</c:v>
                </c:pt>
                <c:pt idx="652">
                  <c:v>45296</c:v>
                </c:pt>
                <c:pt idx="653">
                  <c:v>45299</c:v>
                </c:pt>
                <c:pt idx="654">
                  <c:v>45300</c:v>
                </c:pt>
                <c:pt idx="655">
                  <c:v>45301</c:v>
                </c:pt>
                <c:pt idx="656">
                  <c:v>45302</c:v>
                </c:pt>
                <c:pt idx="657">
                  <c:v>45303</c:v>
                </c:pt>
                <c:pt idx="658">
                  <c:v>45306</c:v>
                </c:pt>
                <c:pt idx="659">
                  <c:v>45307</c:v>
                </c:pt>
                <c:pt idx="660">
                  <c:v>45308</c:v>
                </c:pt>
                <c:pt idx="661">
                  <c:v>45309</c:v>
                </c:pt>
                <c:pt idx="662">
                  <c:v>45310</c:v>
                </c:pt>
                <c:pt idx="663">
                  <c:v>45313</c:v>
                </c:pt>
                <c:pt idx="664">
                  <c:v>45314</c:v>
                </c:pt>
                <c:pt idx="665">
                  <c:v>45315</c:v>
                </c:pt>
                <c:pt idx="666">
                  <c:v>45316</c:v>
                </c:pt>
                <c:pt idx="667">
                  <c:v>45317</c:v>
                </c:pt>
                <c:pt idx="668">
                  <c:v>45320</c:v>
                </c:pt>
                <c:pt idx="669">
                  <c:v>45321</c:v>
                </c:pt>
                <c:pt idx="670">
                  <c:v>45322</c:v>
                </c:pt>
                <c:pt idx="671">
                  <c:v>45323</c:v>
                </c:pt>
                <c:pt idx="672">
                  <c:v>45324</c:v>
                </c:pt>
                <c:pt idx="673">
                  <c:v>45327</c:v>
                </c:pt>
                <c:pt idx="674">
                  <c:v>45328</c:v>
                </c:pt>
                <c:pt idx="675">
                  <c:v>45329</c:v>
                </c:pt>
                <c:pt idx="676">
                  <c:v>45337</c:v>
                </c:pt>
                <c:pt idx="677">
                  <c:v>45338</c:v>
                </c:pt>
                <c:pt idx="678">
                  <c:v>45341</c:v>
                </c:pt>
                <c:pt idx="679">
                  <c:v>45342</c:v>
                </c:pt>
                <c:pt idx="680">
                  <c:v>45343</c:v>
                </c:pt>
                <c:pt idx="681">
                  <c:v>45344</c:v>
                </c:pt>
                <c:pt idx="682">
                  <c:v>45345</c:v>
                </c:pt>
                <c:pt idx="683">
                  <c:v>45348</c:v>
                </c:pt>
                <c:pt idx="684">
                  <c:v>45349</c:v>
                </c:pt>
                <c:pt idx="685">
                  <c:v>45350</c:v>
                </c:pt>
                <c:pt idx="686">
                  <c:v>45351</c:v>
                </c:pt>
                <c:pt idx="687">
                  <c:v>45352</c:v>
                </c:pt>
                <c:pt idx="688">
                  <c:v>45355</c:v>
                </c:pt>
                <c:pt idx="689">
                  <c:v>45356</c:v>
                </c:pt>
                <c:pt idx="690">
                  <c:v>45357</c:v>
                </c:pt>
                <c:pt idx="691">
                  <c:v>45358</c:v>
                </c:pt>
                <c:pt idx="692">
                  <c:v>45359</c:v>
                </c:pt>
                <c:pt idx="693">
                  <c:v>45362</c:v>
                </c:pt>
                <c:pt idx="694">
                  <c:v>45363</c:v>
                </c:pt>
                <c:pt idx="695">
                  <c:v>45364</c:v>
                </c:pt>
                <c:pt idx="696">
                  <c:v>45365</c:v>
                </c:pt>
                <c:pt idx="697">
                  <c:v>45366</c:v>
                </c:pt>
                <c:pt idx="698">
                  <c:v>45369</c:v>
                </c:pt>
                <c:pt idx="699">
                  <c:v>45370</c:v>
                </c:pt>
                <c:pt idx="700">
                  <c:v>45371</c:v>
                </c:pt>
                <c:pt idx="701">
                  <c:v>45372</c:v>
                </c:pt>
                <c:pt idx="702">
                  <c:v>45373</c:v>
                </c:pt>
                <c:pt idx="703">
                  <c:v>45376</c:v>
                </c:pt>
                <c:pt idx="704">
                  <c:v>45377</c:v>
                </c:pt>
                <c:pt idx="705">
                  <c:v>45378</c:v>
                </c:pt>
                <c:pt idx="706">
                  <c:v>45379</c:v>
                </c:pt>
                <c:pt idx="707">
                  <c:v>45380</c:v>
                </c:pt>
                <c:pt idx="708">
                  <c:v>45383</c:v>
                </c:pt>
                <c:pt idx="709">
                  <c:v>45384</c:v>
                </c:pt>
                <c:pt idx="710">
                  <c:v>45385</c:v>
                </c:pt>
                <c:pt idx="711">
                  <c:v>45386</c:v>
                </c:pt>
                <c:pt idx="712">
                  <c:v>45387</c:v>
                </c:pt>
                <c:pt idx="713">
                  <c:v>45390</c:v>
                </c:pt>
                <c:pt idx="714">
                  <c:v>45391</c:v>
                </c:pt>
                <c:pt idx="715">
                  <c:v>45392</c:v>
                </c:pt>
                <c:pt idx="716">
                  <c:v>45393</c:v>
                </c:pt>
                <c:pt idx="717">
                  <c:v>45394</c:v>
                </c:pt>
                <c:pt idx="718">
                  <c:v>45397</c:v>
                </c:pt>
                <c:pt idx="719">
                  <c:v>45398</c:v>
                </c:pt>
                <c:pt idx="720">
                  <c:v>45399</c:v>
                </c:pt>
                <c:pt idx="721">
                  <c:v>45401</c:v>
                </c:pt>
                <c:pt idx="722">
                  <c:v>45404</c:v>
                </c:pt>
                <c:pt idx="723">
                  <c:v>45405</c:v>
                </c:pt>
                <c:pt idx="724">
                  <c:v>45406</c:v>
                </c:pt>
                <c:pt idx="725">
                  <c:v>45407</c:v>
                </c:pt>
                <c:pt idx="726">
                  <c:v>45408</c:v>
                </c:pt>
                <c:pt idx="727">
                  <c:v>45414</c:v>
                </c:pt>
                <c:pt idx="728">
                  <c:v>45415</c:v>
                </c:pt>
                <c:pt idx="729">
                  <c:v>45418</c:v>
                </c:pt>
                <c:pt idx="730">
                  <c:v>45419</c:v>
                </c:pt>
                <c:pt idx="731">
                  <c:v>45420</c:v>
                </c:pt>
                <c:pt idx="732">
                  <c:v>45421</c:v>
                </c:pt>
                <c:pt idx="733">
                  <c:v>45422</c:v>
                </c:pt>
                <c:pt idx="734">
                  <c:v>45425</c:v>
                </c:pt>
                <c:pt idx="735">
                  <c:v>45426</c:v>
                </c:pt>
                <c:pt idx="736">
                  <c:v>45427</c:v>
                </c:pt>
                <c:pt idx="737">
                  <c:v>45428</c:v>
                </c:pt>
                <c:pt idx="738">
                  <c:v>45429</c:v>
                </c:pt>
                <c:pt idx="739">
                  <c:v>45432</c:v>
                </c:pt>
                <c:pt idx="740">
                  <c:v>45433</c:v>
                </c:pt>
                <c:pt idx="741">
                  <c:v>45434</c:v>
                </c:pt>
                <c:pt idx="742">
                  <c:v>45435</c:v>
                </c:pt>
                <c:pt idx="743">
                  <c:v>45436</c:v>
                </c:pt>
                <c:pt idx="744">
                  <c:v>45439</c:v>
                </c:pt>
                <c:pt idx="745">
                  <c:v>45440</c:v>
                </c:pt>
                <c:pt idx="746">
                  <c:v>45441</c:v>
                </c:pt>
                <c:pt idx="747">
                  <c:v>45442</c:v>
                </c:pt>
                <c:pt idx="748">
                  <c:v>45443</c:v>
                </c:pt>
                <c:pt idx="749">
                  <c:v>45446</c:v>
                </c:pt>
                <c:pt idx="750">
                  <c:v>45447</c:v>
                </c:pt>
                <c:pt idx="751">
                  <c:v>45448</c:v>
                </c:pt>
                <c:pt idx="752">
                  <c:v>45449</c:v>
                </c:pt>
                <c:pt idx="753">
                  <c:v>45450</c:v>
                </c:pt>
                <c:pt idx="754">
                  <c:v>45453</c:v>
                </c:pt>
                <c:pt idx="755">
                  <c:v>45454</c:v>
                </c:pt>
                <c:pt idx="756">
                  <c:v>45455</c:v>
                </c:pt>
                <c:pt idx="757">
                  <c:v>45456</c:v>
                </c:pt>
                <c:pt idx="758">
                  <c:v>45457</c:v>
                </c:pt>
                <c:pt idx="759">
                  <c:v>45460</c:v>
                </c:pt>
                <c:pt idx="760">
                  <c:v>45461</c:v>
                </c:pt>
                <c:pt idx="761">
                  <c:v>45462</c:v>
                </c:pt>
                <c:pt idx="762">
                  <c:v>45463</c:v>
                </c:pt>
                <c:pt idx="763">
                  <c:v>45464</c:v>
                </c:pt>
                <c:pt idx="764">
                  <c:v>45467</c:v>
                </c:pt>
                <c:pt idx="765">
                  <c:v>45468</c:v>
                </c:pt>
                <c:pt idx="766">
                  <c:v>45469</c:v>
                </c:pt>
                <c:pt idx="767">
                  <c:v>45470</c:v>
                </c:pt>
                <c:pt idx="768">
                  <c:v>45471</c:v>
                </c:pt>
                <c:pt idx="769">
                  <c:v>45474</c:v>
                </c:pt>
                <c:pt idx="770">
                  <c:v>45475</c:v>
                </c:pt>
                <c:pt idx="771">
                  <c:v>45476</c:v>
                </c:pt>
                <c:pt idx="772">
                  <c:v>45477</c:v>
                </c:pt>
                <c:pt idx="773">
                  <c:v>45478</c:v>
                </c:pt>
                <c:pt idx="774">
                  <c:v>45481</c:v>
                </c:pt>
                <c:pt idx="775">
                  <c:v>45482</c:v>
                </c:pt>
                <c:pt idx="776">
                  <c:v>45483</c:v>
                </c:pt>
                <c:pt idx="777">
                  <c:v>45484</c:v>
                </c:pt>
                <c:pt idx="778">
                  <c:v>45485</c:v>
                </c:pt>
                <c:pt idx="779">
                  <c:v>45488</c:v>
                </c:pt>
                <c:pt idx="780">
                  <c:v>45489</c:v>
                </c:pt>
                <c:pt idx="781">
                  <c:v>45490</c:v>
                </c:pt>
                <c:pt idx="782">
                  <c:v>45491</c:v>
                </c:pt>
                <c:pt idx="783">
                  <c:v>45492</c:v>
                </c:pt>
                <c:pt idx="784">
                  <c:v>45495</c:v>
                </c:pt>
                <c:pt idx="785">
                  <c:v>45496</c:v>
                </c:pt>
                <c:pt idx="786">
                  <c:v>45497</c:v>
                </c:pt>
                <c:pt idx="787">
                  <c:v>45498</c:v>
                </c:pt>
                <c:pt idx="788">
                  <c:v>45499</c:v>
                </c:pt>
                <c:pt idx="789">
                  <c:v>45502</c:v>
                </c:pt>
                <c:pt idx="790">
                  <c:v>45503</c:v>
                </c:pt>
                <c:pt idx="791">
                  <c:v>45504</c:v>
                </c:pt>
                <c:pt idx="792">
                  <c:v>45505</c:v>
                </c:pt>
                <c:pt idx="793">
                  <c:v>45506</c:v>
                </c:pt>
                <c:pt idx="794">
                  <c:v>45509</c:v>
                </c:pt>
                <c:pt idx="795">
                  <c:v>45510</c:v>
                </c:pt>
                <c:pt idx="796">
                  <c:v>45511</c:v>
                </c:pt>
                <c:pt idx="797">
                  <c:v>45512</c:v>
                </c:pt>
                <c:pt idx="798">
                  <c:v>45513</c:v>
                </c:pt>
                <c:pt idx="799">
                  <c:v>45516</c:v>
                </c:pt>
                <c:pt idx="800">
                  <c:v>45517</c:v>
                </c:pt>
                <c:pt idx="801">
                  <c:v>45518</c:v>
                </c:pt>
                <c:pt idx="802">
                  <c:v>45519</c:v>
                </c:pt>
                <c:pt idx="803">
                  <c:v>45520</c:v>
                </c:pt>
                <c:pt idx="804">
                  <c:v>45523</c:v>
                </c:pt>
                <c:pt idx="805">
                  <c:v>45524</c:v>
                </c:pt>
                <c:pt idx="806">
                  <c:v>45525</c:v>
                </c:pt>
                <c:pt idx="807">
                  <c:v>45526</c:v>
                </c:pt>
                <c:pt idx="808">
                  <c:v>45527</c:v>
                </c:pt>
                <c:pt idx="809">
                  <c:v>45530</c:v>
                </c:pt>
                <c:pt idx="810">
                  <c:v>45531</c:v>
                </c:pt>
                <c:pt idx="811">
                  <c:v>45532</c:v>
                </c:pt>
                <c:pt idx="812">
                  <c:v>45533</c:v>
                </c:pt>
                <c:pt idx="813">
                  <c:v>45534</c:v>
                </c:pt>
                <c:pt idx="814">
                  <c:v>45539</c:v>
                </c:pt>
                <c:pt idx="815">
                  <c:v>45540</c:v>
                </c:pt>
                <c:pt idx="816">
                  <c:v>45541</c:v>
                </c:pt>
                <c:pt idx="817">
                  <c:v>45544</c:v>
                </c:pt>
                <c:pt idx="818">
                  <c:v>45545</c:v>
                </c:pt>
                <c:pt idx="819">
                  <c:v>45546</c:v>
                </c:pt>
                <c:pt idx="820">
                  <c:v>45547</c:v>
                </c:pt>
                <c:pt idx="821">
                  <c:v>45548</c:v>
                </c:pt>
                <c:pt idx="822">
                  <c:v>45551</c:v>
                </c:pt>
                <c:pt idx="823">
                  <c:v>45552</c:v>
                </c:pt>
                <c:pt idx="824">
                  <c:v>45553</c:v>
                </c:pt>
                <c:pt idx="825">
                  <c:v>45554</c:v>
                </c:pt>
                <c:pt idx="826">
                  <c:v>45555</c:v>
                </c:pt>
                <c:pt idx="827">
                  <c:v>45558</c:v>
                </c:pt>
                <c:pt idx="828">
                  <c:v>45559</c:v>
                </c:pt>
                <c:pt idx="829">
                  <c:v>45560</c:v>
                </c:pt>
                <c:pt idx="830">
                  <c:v>45561</c:v>
                </c:pt>
                <c:pt idx="831">
                  <c:v>45562</c:v>
                </c:pt>
                <c:pt idx="832">
                  <c:v>45565</c:v>
                </c:pt>
                <c:pt idx="833">
                  <c:v>45566</c:v>
                </c:pt>
                <c:pt idx="834">
                  <c:v>45567</c:v>
                </c:pt>
                <c:pt idx="835">
                  <c:v>45568</c:v>
                </c:pt>
                <c:pt idx="836">
                  <c:v>45569</c:v>
                </c:pt>
                <c:pt idx="837">
                  <c:v>45572</c:v>
                </c:pt>
                <c:pt idx="838">
                  <c:v>45573</c:v>
                </c:pt>
                <c:pt idx="839">
                  <c:v>45574</c:v>
                </c:pt>
                <c:pt idx="840">
                  <c:v>45575</c:v>
                </c:pt>
                <c:pt idx="841">
                  <c:v>45576</c:v>
                </c:pt>
                <c:pt idx="842">
                  <c:v>45579</c:v>
                </c:pt>
                <c:pt idx="843">
                  <c:v>45580</c:v>
                </c:pt>
                <c:pt idx="844">
                  <c:v>45581</c:v>
                </c:pt>
                <c:pt idx="845">
                  <c:v>45582</c:v>
                </c:pt>
                <c:pt idx="846">
                  <c:v>45583</c:v>
                </c:pt>
                <c:pt idx="847">
                  <c:v>45586</c:v>
                </c:pt>
                <c:pt idx="848">
                  <c:v>45587</c:v>
                </c:pt>
                <c:pt idx="849">
                  <c:v>45588</c:v>
                </c:pt>
                <c:pt idx="850">
                  <c:v>45589</c:v>
                </c:pt>
                <c:pt idx="851">
                  <c:v>45590</c:v>
                </c:pt>
                <c:pt idx="852">
                  <c:v>45593</c:v>
                </c:pt>
                <c:pt idx="853">
                  <c:v>45594</c:v>
                </c:pt>
                <c:pt idx="854">
                  <c:v>45595</c:v>
                </c:pt>
                <c:pt idx="855">
                  <c:v>45596</c:v>
                </c:pt>
                <c:pt idx="856">
                  <c:v>45597</c:v>
                </c:pt>
                <c:pt idx="857">
                  <c:v>45600</c:v>
                </c:pt>
                <c:pt idx="858">
                  <c:v>45601</c:v>
                </c:pt>
                <c:pt idx="859">
                  <c:v>45602</c:v>
                </c:pt>
                <c:pt idx="860">
                  <c:v>45603</c:v>
                </c:pt>
                <c:pt idx="861">
                  <c:v>45604</c:v>
                </c:pt>
                <c:pt idx="862">
                  <c:v>45607</c:v>
                </c:pt>
                <c:pt idx="863">
                  <c:v>45608</c:v>
                </c:pt>
                <c:pt idx="864">
                  <c:v>45609</c:v>
                </c:pt>
                <c:pt idx="865">
                  <c:v>45610</c:v>
                </c:pt>
                <c:pt idx="866">
                  <c:v>45611</c:v>
                </c:pt>
                <c:pt idx="867">
                  <c:v>45614</c:v>
                </c:pt>
                <c:pt idx="868">
                  <c:v>45615</c:v>
                </c:pt>
                <c:pt idx="869">
                  <c:v>45616</c:v>
                </c:pt>
                <c:pt idx="870">
                  <c:v>45617</c:v>
                </c:pt>
                <c:pt idx="871">
                  <c:v>45618</c:v>
                </c:pt>
                <c:pt idx="872">
                  <c:v>45621</c:v>
                </c:pt>
                <c:pt idx="873">
                  <c:v>45622</c:v>
                </c:pt>
                <c:pt idx="874">
                  <c:v>45623</c:v>
                </c:pt>
                <c:pt idx="875">
                  <c:v>45624</c:v>
                </c:pt>
                <c:pt idx="876">
                  <c:v>45625</c:v>
                </c:pt>
                <c:pt idx="877">
                  <c:v>45628</c:v>
                </c:pt>
                <c:pt idx="878">
                  <c:v>45629</c:v>
                </c:pt>
                <c:pt idx="879">
                  <c:v>45630</c:v>
                </c:pt>
                <c:pt idx="880">
                  <c:v>45631</c:v>
                </c:pt>
                <c:pt idx="881">
                  <c:v>45632</c:v>
                </c:pt>
                <c:pt idx="882">
                  <c:v>45635</c:v>
                </c:pt>
                <c:pt idx="883">
                  <c:v>45636</c:v>
                </c:pt>
                <c:pt idx="884">
                  <c:v>45637</c:v>
                </c:pt>
                <c:pt idx="885">
                  <c:v>45638</c:v>
                </c:pt>
                <c:pt idx="886">
                  <c:v>45639</c:v>
                </c:pt>
                <c:pt idx="887">
                  <c:v>45642</c:v>
                </c:pt>
                <c:pt idx="888">
                  <c:v>45643</c:v>
                </c:pt>
                <c:pt idx="889">
                  <c:v>45644</c:v>
                </c:pt>
                <c:pt idx="890">
                  <c:v>45645</c:v>
                </c:pt>
                <c:pt idx="891">
                  <c:v>45646</c:v>
                </c:pt>
                <c:pt idx="892">
                  <c:v>45649</c:v>
                </c:pt>
                <c:pt idx="893">
                  <c:v>45650</c:v>
                </c:pt>
                <c:pt idx="894">
                  <c:v>45651</c:v>
                </c:pt>
                <c:pt idx="895">
                  <c:v>45652</c:v>
                </c:pt>
                <c:pt idx="896">
                  <c:v>45653</c:v>
                </c:pt>
                <c:pt idx="897">
                  <c:v>45656</c:v>
                </c:pt>
                <c:pt idx="898">
                  <c:v>45657</c:v>
                </c:pt>
                <c:pt idx="899">
                  <c:v>45659</c:v>
                </c:pt>
                <c:pt idx="900">
                  <c:v>45660</c:v>
                </c:pt>
                <c:pt idx="901">
                  <c:v>45663</c:v>
                </c:pt>
                <c:pt idx="902">
                  <c:v>45664</c:v>
                </c:pt>
                <c:pt idx="903">
                  <c:v>45665</c:v>
                </c:pt>
                <c:pt idx="904">
                  <c:v>45666</c:v>
                </c:pt>
                <c:pt idx="905">
                  <c:v>45667</c:v>
                </c:pt>
                <c:pt idx="906">
                  <c:v>45670</c:v>
                </c:pt>
                <c:pt idx="907">
                  <c:v>45671</c:v>
                </c:pt>
                <c:pt idx="908">
                  <c:v>45672</c:v>
                </c:pt>
                <c:pt idx="909">
                  <c:v>45673</c:v>
                </c:pt>
                <c:pt idx="910">
                  <c:v>45674</c:v>
                </c:pt>
                <c:pt idx="911">
                  <c:v>45677</c:v>
                </c:pt>
                <c:pt idx="912">
                  <c:v>45678</c:v>
                </c:pt>
                <c:pt idx="913">
                  <c:v>45679</c:v>
                </c:pt>
                <c:pt idx="914">
                  <c:v>45680</c:v>
                </c:pt>
                <c:pt idx="915">
                  <c:v>45681</c:v>
                </c:pt>
                <c:pt idx="916">
                  <c:v>45691</c:v>
                </c:pt>
                <c:pt idx="917">
                  <c:v>45692</c:v>
                </c:pt>
                <c:pt idx="918">
                  <c:v>45693</c:v>
                </c:pt>
                <c:pt idx="919">
                  <c:v>45694</c:v>
                </c:pt>
                <c:pt idx="920">
                  <c:v>45695</c:v>
                </c:pt>
                <c:pt idx="921">
                  <c:v>45698</c:v>
                </c:pt>
                <c:pt idx="922">
                  <c:v>45699</c:v>
                </c:pt>
                <c:pt idx="923">
                  <c:v>45700</c:v>
                </c:pt>
                <c:pt idx="924">
                  <c:v>45701</c:v>
                </c:pt>
                <c:pt idx="925">
                  <c:v>45702</c:v>
                </c:pt>
                <c:pt idx="926">
                  <c:v>45705</c:v>
                </c:pt>
                <c:pt idx="927">
                  <c:v>45706</c:v>
                </c:pt>
                <c:pt idx="928">
                  <c:v>45707</c:v>
                </c:pt>
                <c:pt idx="929">
                  <c:v>45708</c:v>
                </c:pt>
                <c:pt idx="930">
                  <c:v>45709</c:v>
                </c:pt>
                <c:pt idx="931">
                  <c:v>45712</c:v>
                </c:pt>
                <c:pt idx="932">
                  <c:v>45713</c:v>
                </c:pt>
                <c:pt idx="933">
                  <c:v>45714</c:v>
                </c:pt>
                <c:pt idx="934">
                  <c:v>45715</c:v>
                </c:pt>
                <c:pt idx="935">
                  <c:v>45716</c:v>
                </c:pt>
                <c:pt idx="936">
                  <c:v>45719</c:v>
                </c:pt>
                <c:pt idx="937">
                  <c:v>45720</c:v>
                </c:pt>
                <c:pt idx="938">
                  <c:v>45721</c:v>
                </c:pt>
                <c:pt idx="939">
                  <c:v>45722</c:v>
                </c:pt>
                <c:pt idx="940">
                  <c:v>45723</c:v>
                </c:pt>
                <c:pt idx="941">
                  <c:v>45726</c:v>
                </c:pt>
                <c:pt idx="942">
                  <c:v>45727</c:v>
                </c:pt>
                <c:pt idx="943">
                  <c:v>45728</c:v>
                </c:pt>
                <c:pt idx="944">
                  <c:v>45729</c:v>
                </c:pt>
                <c:pt idx="945">
                  <c:v>45730</c:v>
                </c:pt>
                <c:pt idx="946">
                  <c:v>45733</c:v>
                </c:pt>
                <c:pt idx="947">
                  <c:v>45734</c:v>
                </c:pt>
                <c:pt idx="948">
                  <c:v>45735</c:v>
                </c:pt>
                <c:pt idx="949">
                  <c:v>45736</c:v>
                </c:pt>
                <c:pt idx="950">
                  <c:v>45737</c:v>
                </c:pt>
                <c:pt idx="951">
                  <c:v>45740</c:v>
                </c:pt>
                <c:pt idx="952">
                  <c:v>45741</c:v>
                </c:pt>
                <c:pt idx="953">
                  <c:v>45742</c:v>
                </c:pt>
                <c:pt idx="954">
                  <c:v>45743</c:v>
                </c:pt>
                <c:pt idx="955">
                  <c:v>45744</c:v>
                </c:pt>
                <c:pt idx="956">
                  <c:v>45747</c:v>
                </c:pt>
                <c:pt idx="957">
                  <c:v>45748</c:v>
                </c:pt>
                <c:pt idx="958">
                  <c:v>45749</c:v>
                </c:pt>
                <c:pt idx="959">
                  <c:v>45750</c:v>
                </c:pt>
                <c:pt idx="960">
                  <c:v>45751</c:v>
                </c:pt>
                <c:pt idx="961">
                  <c:v>45755</c:v>
                </c:pt>
                <c:pt idx="962">
                  <c:v>45756</c:v>
                </c:pt>
                <c:pt idx="963">
                  <c:v>45757</c:v>
                </c:pt>
                <c:pt idx="964">
                  <c:v>45758</c:v>
                </c:pt>
                <c:pt idx="965">
                  <c:v>45761</c:v>
                </c:pt>
                <c:pt idx="966">
                  <c:v>45762</c:v>
                </c:pt>
                <c:pt idx="967">
                  <c:v>45763</c:v>
                </c:pt>
                <c:pt idx="968">
                  <c:v>45764</c:v>
                </c:pt>
                <c:pt idx="969">
                  <c:v>45765</c:v>
                </c:pt>
                <c:pt idx="970">
                  <c:v>45768</c:v>
                </c:pt>
                <c:pt idx="971">
                  <c:v>45769</c:v>
                </c:pt>
                <c:pt idx="972">
                  <c:v>45770</c:v>
                </c:pt>
                <c:pt idx="973">
                  <c:v>45771</c:v>
                </c:pt>
                <c:pt idx="974">
                  <c:v>45772</c:v>
                </c:pt>
                <c:pt idx="975">
                  <c:v>45775</c:v>
                </c:pt>
                <c:pt idx="976">
                  <c:v>45776</c:v>
                </c:pt>
                <c:pt idx="977">
                  <c:v>45782</c:v>
                </c:pt>
                <c:pt idx="978">
                  <c:v>45783</c:v>
                </c:pt>
                <c:pt idx="979">
                  <c:v>45784</c:v>
                </c:pt>
                <c:pt idx="980">
                  <c:v>45785</c:v>
                </c:pt>
                <c:pt idx="981">
                  <c:v>45786</c:v>
                </c:pt>
                <c:pt idx="982">
                  <c:v>45789</c:v>
                </c:pt>
                <c:pt idx="983">
                  <c:v>45790</c:v>
                </c:pt>
                <c:pt idx="984">
                  <c:v>45791</c:v>
                </c:pt>
                <c:pt idx="985">
                  <c:v>45792</c:v>
                </c:pt>
                <c:pt idx="986">
                  <c:v>45793</c:v>
                </c:pt>
                <c:pt idx="987">
                  <c:v>45796</c:v>
                </c:pt>
                <c:pt idx="988">
                  <c:v>45797</c:v>
                </c:pt>
                <c:pt idx="989">
                  <c:v>45798</c:v>
                </c:pt>
                <c:pt idx="990">
                  <c:v>45799</c:v>
                </c:pt>
                <c:pt idx="991">
                  <c:v>45800</c:v>
                </c:pt>
                <c:pt idx="992">
                  <c:v>45803</c:v>
                </c:pt>
                <c:pt idx="993">
                  <c:v>45804</c:v>
                </c:pt>
                <c:pt idx="994">
                  <c:v>45805</c:v>
                </c:pt>
                <c:pt idx="995">
                  <c:v>45806</c:v>
                </c:pt>
                <c:pt idx="996">
                  <c:v>45807</c:v>
                </c:pt>
                <c:pt idx="997">
                  <c:v>45810</c:v>
                </c:pt>
                <c:pt idx="998">
                  <c:v>45811</c:v>
                </c:pt>
                <c:pt idx="999">
                  <c:v>45812</c:v>
                </c:pt>
                <c:pt idx="1000">
                  <c:v>45813</c:v>
                </c:pt>
                <c:pt idx="1001">
                  <c:v>45814</c:v>
                </c:pt>
                <c:pt idx="1002">
                  <c:v>45817</c:v>
                </c:pt>
                <c:pt idx="1003">
                  <c:v>45818</c:v>
                </c:pt>
                <c:pt idx="1004">
                  <c:v>45819</c:v>
                </c:pt>
                <c:pt idx="1005">
                  <c:v>45820</c:v>
                </c:pt>
                <c:pt idx="1006">
                  <c:v>45821</c:v>
                </c:pt>
                <c:pt idx="1007">
                  <c:v>45824</c:v>
                </c:pt>
                <c:pt idx="1008">
                  <c:v>45825</c:v>
                </c:pt>
                <c:pt idx="1009">
                  <c:v>45826</c:v>
                </c:pt>
                <c:pt idx="1010">
                  <c:v>45827</c:v>
                </c:pt>
                <c:pt idx="1011">
                  <c:v>45828</c:v>
                </c:pt>
                <c:pt idx="1012">
                  <c:v>45831</c:v>
                </c:pt>
                <c:pt idx="1013">
                  <c:v>45832</c:v>
                </c:pt>
                <c:pt idx="1014">
                  <c:v>45833</c:v>
                </c:pt>
                <c:pt idx="1015">
                  <c:v>45834</c:v>
                </c:pt>
                <c:pt idx="1016">
                  <c:v>45835</c:v>
                </c:pt>
                <c:pt idx="1017">
                  <c:v>45838</c:v>
                </c:pt>
                <c:pt idx="1018">
                  <c:v>45839</c:v>
                </c:pt>
                <c:pt idx="1019">
                  <c:v>45840</c:v>
                </c:pt>
                <c:pt idx="1020">
                  <c:v>45841</c:v>
                </c:pt>
                <c:pt idx="1021">
                  <c:v>45842</c:v>
                </c:pt>
                <c:pt idx="1022">
                  <c:v>45845</c:v>
                </c:pt>
                <c:pt idx="1023">
                  <c:v>45846</c:v>
                </c:pt>
                <c:pt idx="1024">
                  <c:v>45847</c:v>
                </c:pt>
                <c:pt idx="1025">
                  <c:v>45848</c:v>
                </c:pt>
                <c:pt idx="1026">
                  <c:v>45849</c:v>
                </c:pt>
                <c:pt idx="1027">
                  <c:v>45852</c:v>
                </c:pt>
                <c:pt idx="1028">
                  <c:v>45853</c:v>
                </c:pt>
                <c:pt idx="1029">
                  <c:v>45854</c:v>
                </c:pt>
                <c:pt idx="1030">
                  <c:v>45855</c:v>
                </c:pt>
                <c:pt idx="1031">
                  <c:v>45856</c:v>
                </c:pt>
                <c:pt idx="1032">
                  <c:v>45859</c:v>
                </c:pt>
                <c:pt idx="1033">
                  <c:v>45860</c:v>
                </c:pt>
                <c:pt idx="1034">
                  <c:v>45861</c:v>
                </c:pt>
                <c:pt idx="1035">
                  <c:v>45862</c:v>
                </c:pt>
                <c:pt idx="1036">
                  <c:v>45863</c:v>
                </c:pt>
                <c:pt idx="1037">
                  <c:v>45866</c:v>
                </c:pt>
                <c:pt idx="1038">
                  <c:v>45867</c:v>
                </c:pt>
                <c:pt idx="1039">
                  <c:v>45868</c:v>
                </c:pt>
                <c:pt idx="1040">
                  <c:v>45869</c:v>
                </c:pt>
                <c:pt idx="1041">
                  <c:v>45870</c:v>
                </c:pt>
                <c:pt idx="1042">
                  <c:v>45873</c:v>
                </c:pt>
                <c:pt idx="1043">
                  <c:v>45874</c:v>
                </c:pt>
                <c:pt idx="1044">
                  <c:v>45875</c:v>
                </c:pt>
                <c:pt idx="1045">
                  <c:v>45876</c:v>
                </c:pt>
                <c:pt idx="1046">
                  <c:v>45877</c:v>
                </c:pt>
                <c:pt idx="1047">
                  <c:v>45880</c:v>
                </c:pt>
                <c:pt idx="1048">
                  <c:v>45881</c:v>
                </c:pt>
                <c:pt idx="1049">
                  <c:v>45882</c:v>
                </c:pt>
                <c:pt idx="1050">
                  <c:v>45883</c:v>
                </c:pt>
                <c:pt idx="1051">
                  <c:v>45884</c:v>
                </c:pt>
                <c:pt idx="1052">
                  <c:v>45887</c:v>
                </c:pt>
                <c:pt idx="1053">
                  <c:v>45888</c:v>
                </c:pt>
                <c:pt idx="1054">
                  <c:v>45889</c:v>
                </c:pt>
                <c:pt idx="1055">
                  <c:v>45890</c:v>
                </c:pt>
                <c:pt idx="1056">
                  <c:v>45891</c:v>
                </c:pt>
                <c:pt idx="1057">
                  <c:v>45894</c:v>
                </c:pt>
                <c:pt idx="1058">
                  <c:v>45895</c:v>
                </c:pt>
                <c:pt idx="1059">
                  <c:v>45896</c:v>
                </c:pt>
                <c:pt idx="1060">
                  <c:v>45897</c:v>
                </c:pt>
                <c:pt idx="1061">
                  <c:v>45898</c:v>
                </c:pt>
                <c:pt idx="1062">
                  <c:v>45903</c:v>
                </c:pt>
                <c:pt idx="1063">
                  <c:v>45904</c:v>
                </c:pt>
                <c:pt idx="1064">
                  <c:v>45905</c:v>
                </c:pt>
                <c:pt idx="1065">
                  <c:v>45908</c:v>
                </c:pt>
                <c:pt idx="1066">
                  <c:v>45909</c:v>
                </c:pt>
                <c:pt idx="1067">
                  <c:v>45910</c:v>
                </c:pt>
                <c:pt idx="1068">
                  <c:v>45911</c:v>
                </c:pt>
                <c:pt idx="1069">
                  <c:v>45912</c:v>
                </c:pt>
                <c:pt idx="1070">
                  <c:v>45915</c:v>
                </c:pt>
                <c:pt idx="1071">
                  <c:v>45916</c:v>
                </c:pt>
                <c:pt idx="1072">
                  <c:v>45917</c:v>
                </c:pt>
                <c:pt idx="1073">
                  <c:v>45918</c:v>
                </c:pt>
                <c:pt idx="1074">
                  <c:v>45919</c:v>
                </c:pt>
                <c:pt idx="1075">
                  <c:v>45922</c:v>
                </c:pt>
                <c:pt idx="1076">
                  <c:v>45923</c:v>
                </c:pt>
                <c:pt idx="1077">
                  <c:v>45924</c:v>
                </c:pt>
                <c:pt idx="1078">
                  <c:v>45925</c:v>
                </c:pt>
                <c:pt idx="1079">
                  <c:v>45926</c:v>
                </c:pt>
                <c:pt idx="1080">
                  <c:v>45929</c:v>
                </c:pt>
                <c:pt idx="1081">
                  <c:v>45930</c:v>
                </c:pt>
                <c:pt idx="1082">
                  <c:v>45931</c:v>
                </c:pt>
                <c:pt idx="1083">
                  <c:v>45932</c:v>
                </c:pt>
                <c:pt idx="1084">
                  <c:v>45933</c:v>
                </c:pt>
                <c:pt idx="1085">
                  <c:v>45936</c:v>
                </c:pt>
                <c:pt idx="1086">
                  <c:v>45937</c:v>
                </c:pt>
                <c:pt idx="1087">
                  <c:v>45938</c:v>
                </c:pt>
                <c:pt idx="1088">
                  <c:v>45939</c:v>
                </c:pt>
                <c:pt idx="1089">
                  <c:v>45940</c:v>
                </c:pt>
                <c:pt idx="1090">
                  <c:v>45943</c:v>
                </c:pt>
                <c:pt idx="1091">
                  <c:v>45944</c:v>
                </c:pt>
                <c:pt idx="1092">
                  <c:v>45945</c:v>
                </c:pt>
                <c:pt idx="1093">
                  <c:v>45946</c:v>
                </c:pt>
                <c:pt idx="1094">
                  <c:v>45947</c:v>
                </c:pt>
                <c:pt idx="1095">
                  <c:v>45950</c:v>
                </c:pt>
                <c:pt idx="1096">
                  <c:v>45951</c:v>
                </c:pt>
                <c:pt idx="1097">
                  <c:v>45952</c:v>
                </c:pt>
                <c:pt idx="1098">
                  <c:v>45953</c:v>
                </c:pt>
                <c:pt idx="1099">
                  <c:v>45954</c:v>
                </c:pt>
                <c:pt idx="1100">
                  <c:v>45957</c:v>
                </c:pt>
                <c:pt idx="1101">
                  <c:v>45958</c:v>
                </c:pt>
                <c:pt idx="1102">
                  <c:v>45959</c:v>
                </c:pt>
                <c:pt idx="1103">
                  <c:v>45960</c:v>
                </c:pt>
                <c:pt idx="1104">
                  <c:v>45961</c:v>
                </c:pt>
                <c:pt idx="1105">
                  <c:v>45964</c:v>
                </c:pt>
                <c:pt idx="1106">
                  <c:v>45965</c:v>
                </c:pt>
                <c:pt idx="1107">
                  <c:v>45966</c:v>
                </c:pt>
                <c:pt idx="1108">
                  <c:v>45967</c:v>
                </c:pt>
                <c:pt idx="1109">
                  <c:v>45968</c:v>
                </c:pt>
                <c:pt idx="1110">
                  <c:v>45971</c:v>
                </c:pt>
                <c:pt idx="1111">
                  <c:v>45972</c:v>
                </c:pt>
                <c:pt idx="1112">
                  <c:v>45973</c:v>
                </c:pt>
                <c:pt idx="1113">
                  <c:v>45974</c:v>
                </c:pt>
                <c:pt idx="1114">
                  <c:v>45975</c:v>
                </c:pt>
                <c:pt idx="1115">
                  <c:v>45978</c:v>
                </c:pt>
                <c:pt idx="1116">
                  <c:v>45979</c:v>
                </c:pt>
                <c:pt idx="1117">
                  <c:v>45980</c:v>
                </c:pt>
                <c:pt idx="1118">
                  <c:v>45981</c:v>
                </c:pt>
                <c:pt idx="1119">
                  <c:v>45982</c:v>
                </c:pt>
                <c:pt idx="1120">
                  <c:v>45985</c:v>
                </c:pt>
                <c:pt idx="1121">
                  <c:v>45986</c:v>
                </c:pt>
                <c:pt idx="1122">
                  <c:v>45987</c:v>
                </c:pt>
                <c:pt idx="1123">
                  <c:v>45988</c:v>
                </c:pt>
                <c:pt idx="1124">
                  <c:v>45989</c:v>
                </c:pt>
                <c:pt idx="1125">
                  <c:v>45992</c:v>
                </c:pt>
                <c:pt idx="1126">
                  <c:v>45993</c:v>
                </c:pt>
                <c:pt idx="1127">
                  <c:v>45994</c:v>
                </c:pt>
                <c:pt idx="1128">
                  <c:v>45995</c:v>
                </c:pt>
                <c:pt idx="1129">
                  <c:v>45996</c:v>
                </c:pt>
                <c:pt idx="1130">
                  <c:v>45999</c:v>
                </c:pt>
                <c:pt idx="1131">
                  <c:v>46000</c:v>
                </c:pt>
                <c:pt idx="1132">
                  <c:v>46001</c:v>
                </c:pt>
                <c:pt idx="1133">
                  <c:v>46002</c:v>
                </c:pt>
                <c:pt idx="1134">
                  <c:v>46003</c:v>
                </c:pt>
                <c:pt idx="1135">
                  <c:v>46006</c:v>
                </c:pt>
                <c:pt idx="1136">
                  <c:v>46007</c:v>
                </c:pt>
                <c:pt idx="1137">
                  <c:v>46008</c:v>
                </c:pt>
                <c:pt idx="1138">
                  <c:v>46009</c:v>
                </c:pt>
                <c:pt idx="1139">
                  <c:v>46010</c:v>
                </c:pt>
                <c:pt idx="1140">
                  <c:v>46013</c:v>
                </c:pt>
                <c:pt idx="1141">
                  <c:v>46014</c:v>
                </c:pt>
                <c:pt idx="1142">
                  <c:v>46015</c:v>
                </c:pt>
                <c:pt idx="1143">
                  <c:v>46016</c:v>
                </c:pt>
                <c:pt idx="1144">
                  <c:v>46017</c:v>
                </c:pt>
                <c:pt idx="1145">
                  <c:v>46020</c:v>
                </c:pt>
                <c:pt idx="1146">
                  <c:v>46021</c:v>
                </c:pt>
                <c:pt idx="1147">
                  <c:v>46022</c:v>
                </c:pt>
                <c:pt idx="1148">
                  <c:v>46027</c:v>
                </c:pt>
                <c:pt idx="1149">
                  <c:v>46028</c:v>
                </c:pt>
                <c:pt idx="1150">
                  <c:v>46029</c:v>
                </c:pt>
                <c:pt idx="1151">
                  <c:v>46030</c:v>
                </c:pt>
                <c:pt idx="1152">
                  <c:v>46031</c:v>
                </c:pt>
                <c:pt idx="1153">
                  <c:v>46034</c:v>
                </c:pt>
                <c:pt idx="1154">
                  <c:v>46035</c:v>
                </c:pt>
                <c:pt idx="1155">
                  <c:v>46036</c:v>
                </c:pt>
                <c:pt idx="1156">
                  <c:v>46037</c:v>
                </c:pt>
                <c:pt idx="1157">
                  <c:v>46038</c:v>
                </c:pt>
                <c:pt idx="1158">
                  <c:v>46041</c:v>
                </c:pt>
                <c:pt idx="1159">
                  <c:v>46042</c:v>
                </c:pt>
                <c:pt idx="1160">
                  <c:v>46043</c:v>
                </c:pt>
                <c:pt idx="1161">
                  <c:v>46044</c:v>
                </c:pt>
                <c:pt idx="1162">
                  <c:v>46045</c:v>
                </c:pt>
                <c:pt idx="1163">
                  <c:v>46048</c:v>
                </c:pt>
                <c:pt idx="1164">
                  <c:v>46049</c:v>
                </c:pt>
                <c:pt idx="1165">
                  <c:v>46050</c:v>
                </c:pt>
                <c:pt idx="1166">
                  <c:v>46051</c:v>
                </c:pt>
                <c:pt idx="1167">
                  <c:v>46052</c:v>
                </c:pt>
                <c:pt idx="1168">
                  <c:v>46055</c:v>
                </c:pt>
                <c:pt idx="1169">
                  <c:v>46056</c:v>
                </c:pt>
                <c:pt idx="1170">
                  <c:v>46057</c:v>
                </c:pt>
                <c:pt idx="1171">
                  <c:v>46058</c:v>
                </c:pt>
                <c:pt idx="1172">
                  <c:v>46059</c:v>
                </c:pt>
                <c:pt idx="1173">
                  <c:v>46062</c:v>
                </c:pt>
                <c:pt idx="1174">
                  <c:v>46063</c:v>
                </c:pt>
                <c:pt idx="1175">
                  <c:v>46064</c:v>
                </c:pt>
                <c:pt idx="1176">
                  <c:v>46065</c:v>
                </c:pt>
                <c:pt idx="1177">
                  <c:v>46066</c:v>
                </c:pt>
                <c:pt idx="1178">
                  <c:v>46076</c:v>
                </c:pt>
                <c:pt idx="1179">
                  <c:v>46077</c:v>
                </c:pt>
                <c:pt idx="1180">
                  <c:v>46078</c:v>
                </c:pt>
                <c:pt idx="1181">
                  <c:v>46079</c:v>
                </c:pt>
                <c:pt idx="1182">
                  <c:v>46080</c:v>
                </c:pt>
                <c:pt idx="1183">
                  <c:v>46083</c:v>
                </c:pt>
                <c:pt idx="1184">
                  <c:v>46084</c:v>
                </c:pt>
                <c:pt idx="1185">
                  <c:v>46085</c:v>
                </c:pt>
                <c:pt idx="1186">
                  <c:v>46086</c:v>
                </c:pt>
                <c:pt idx="1187">
                  <c:v>46087</c:v>
                </c:pt>
                <c:pt idx="1188">
                  <c:v>46090</c:v>
                </c:pt>
                <c:pt idx="1189">
                  <c:v>46091</c:v>
                </c:pt>
                <c:pt idx="1190">
                  <c:v>46092</c:v>
                </c:pt>
                <c:pt idx="1191">
                  <c:v>46093</c:v>
                </c:pt>
                <c:pt idx="1192">
                  <c:v>46094</c:v>
                </c:pt>
                <c:pt idx="1193">
                  <c:v>46097</c:v>
                </c:pt>
                <c:pt idx="1194">
                  <c:v>46098</c:v>
                </c:pt>
                <c:pt idx="1195">
                  <c:v>46099</c:v>
                </c:pt>
                <c:pt idx="1196">
                  <c:v>46100</c:v>
                </c:pt>
                <c:pt idx="1197">
                  <c:v>46101</c:v>
                </c:pt>
                <c:pt idx="1198">
                  <c:v>46104</c:v>
                </c:pt>
                <c:pt idx="1199">
                  <c:v>46105</c:v>
                </c:pt>
                <c:pt idx="1200">
                  <c:v>46106</c:v>
                </c:pt>
                <c:pt idx="1201">
                  <c:v>46107</c:v>
                </c:pt>
                <c:pt idx="1202">
                  <c:v>46108</c:v>
                </c:pt>
                <c:pt idx="1203">
                  <c:v>46111</c:v>
                </c:pt>
                <c:pt idx="1204">
                  <c:v>46112</c:v>
                </c:pt>
                <c:pt idx="1205">
                  <c:v>46113</c:v>
                </c:pt>
                <c:pt idx="1206">
                  <c:v>46114</c:v>
                </c:pt>
                <c:pt idx="1207">
                  <c:v>46115</c:v>
                </c:pt>
                <c:pt idx="1208">
                  <c:v>46118</c:v>
                </c:pt>
                <c:pt idx="1209">
                  <c:v>46119</c:v>
                </c:pt>
                <c:pt idx="1210">
                  <c:v>46120</c:v>
                </c:pt>
                <c:pt idx="1211">
                  <c:v>46121</c:v>
                </c:pt>
                <c:pt idx="1212">
                  <c:v>46122</c:v>
                </c:pt>
                <c:pt idx="1213">
                  <c:v>46125</c:v>
                </c:pt>
                <c:pt idx="1214">
                  <c:v>46126</c:v>
                </c:pt>
                <c:pt idx="1215">
                  <c:v>46127</c:v>
                </c:pt>
                <c:pt idx="1216">
                  <c:v>46128</c:v>
                </c:pt>
                <c:pt idx="1217">
                  <c:v>46129</c:v>
                </c:pt>
                <c:pt idx="1218">
                  <c:v>46132</c:v>
                </c:pt>
                <c:pt idx="1219">
                  <c:v>46133</c:v>
                </c:pt>
                <c:pt idx="1220">
                  <c:v>46134</c:v>
                </c:pt>
                <c:pt idx="1221">
                  <c:v>46135</c:v>
                </c:pt>
                <c:pt idx="1222">
                  <c:v>46136</c:v>
                </c:pt>
                <c:pt idx="1223">
                  <c:v>46140</c:v>
                </c:pt>
                <c:pt idx="1224">
                  <c:v>46141</c:v>
                </c:pt>
                <c:pt idx="1225">
                  <c:v>46146</c:v>
                </c:pt>
                <c:pt idx="1226">
                  <c:v>46147</c:v>
                </c:pt>
                <c:pt idx="1227">
                  <c:v>46148</c:v>
                </c:pt>
                <c:pt idx="1228">
                  <c:v>46149</c:v>
                </c:pt>
                <c:pt idx="1229">
                  <c:v>46150</c:v>
                </c:pt>
                <c:pt idx="1230">
                  <c:v>46153</c:v>
                </c:pt>
                <c:pt idx="1231">
                  <c:v>46154</c:v>
                </c:pt>
                <c:pt idx="1232">
                  <c:v>46155</c:v>
                </c:pt>
                <c:pt idx="1233">
                  <c:v>46156</c:v>
                </c:pt>
                <c:pt idx="1234">
                  <c:v>46157</c:v>
                </c:pt>
                <c:pt idx="1235">
                  <c:v>46160</c:v>
                </c:pt>
                <c:pt idx="1236">
                  <c:v>46161</c:v>
                </c:pt>
                <c:pt idx="1237">
                  <c:v>46162</c:v>
                </c:pt>
                <c:pt idx="1238">
                  <c:v>46163</c:v>
                </c:pt>
                <c:pt idx="1239">
                  <c:v>46164</c:v>
                </c:pt>
                <c:pt idx="1240">
                  <c:v>46167</c:v>
                </c:pt>
                <c:pt idx="1241">
                  <c:v>46168</c:v>
                </c:pt>
                <c:pt idx="1242">
                  <c:v>46169</c:v>
                </c:pt>
                <c:pt idx="1243">
                  <c:v>46170</c:v>
                </c:pt>
                <c:pt idx="1244">
                  <c:v>46171</c:v>
                </c:pt>
                <c:pt idx="1245">
                  <c:v>46174</c:v>
                </c:pt>
                <c:pt idx="1246">
                  <c:v>46175</c:v>
                </c:pt>
              </c:numCache>
            </c:numRef>
          </c:cat>
          <c:val>
            <c:numRef>
              <c:f>'PB ratio'!$C$106:$C$1353</c:f>
              <c:numCache>
                <c:formatCode>0.00</c:formatCode>
                <c:ptCount val="1248"/>
                <c:pt idx="0">
                  <c:v>1.4256217321571778</c:v>
                </c:pt>
                <c:pt idx="1">
                  <c:v>1.4256217321571778</c:v>
                </c:pt>
                <c:pt idx="2">
                  <c:v>1.4256217321571778</c:v>
                </c:pt>
                <c:pt idx="3">
                  <c:v>1.4256217321571778</c:v>
                </c:pt>
                <c:pt idx="4">
                  <c:v>1.4256217321571778</c:v>
                </c:pt>
                <c:pt idx="5">
                  <c:v>1.4256217321571778</c:v>
                </c:pt>
                <c:pt idx="6">
                  <c:v>1.4256217321571778</c:v>
                </c:pt>
                <c:pt idx="7">
                  <c:v>1.4256217321571778</c:v>
                </c:pt>
                <c:pt idx="8">
                  <c:v>1.4256217321571778</c:v>
                </c:pt>
                <c:pt idx="9">
                  <c:v>1.4256217321571778</c:v>
                </c:pt>
                <c:pt idx="10">
                  <c:v>1.4256217321571778</c:v>
                </c:pt>
                <c:pt idx="11">
                  <c:v>1.4256217321571778</c:v>
                </c:pt>
                <c:pt idx="12">
                  <c:v>1.4256217321571778</c:v>
                </c:pt>
                <c:pt idx="13">
                  <c:v>1.4256217321571778</c:v>
                </c:pt>
                <c:pt idx="14">
                  <c:v>1.4256217321571778</c:v>
                </c:pt>
                <c:pt idx="15">
                  <c:v>1.4256217321571778</c:v>
                </c:pt>
                <c:pt idx="16">
                  <c:v>1.4256217321571778</c:v>
                </c:pt>
                <c:pt idx="17">
                  <c:v>1.4256217321571778</c:v>
                </c:pt>
                <c:pt idx="18">
                  <c:v>1.4256217321571778</c:v>
                </c:pt>
                <c:pt idx="19">
                  <c:v>1.4256217321571778</c:v>
                </c:pt>
                <c:pt idx="20">
                  <c:v>1.4256217321571778</c:v>
                </c:pt>
                <c:pt idx="21">
                  <c:v>1.4256217321571778</c:v>
                </c:pt>
                <c:pt idx="22">
                  <c:v>1.4256217321571778</c:v>
                </c:pt>
                <c:pt idx="23">
                  <c:v>1.4256217321571778</c:v>
                </c:pt>
                <c:pt idx="24">
                  <c:v>1.4256217321571778</c:v>
                </c:pt>
                <c:pt idx="25">
                  <c:v>1.4256217321571778</c:v>
                </c:pt>
                <c:pt idx="26">
                  <c:v>1.4256217321571778</c:v>
                </c:pt>
                <c:pt idx="27">
                  <c:v>1.4256217321571778</c:v>
                </c:pt>
                <c:pt idx="28">
                  <c:v>1.4256217321571778</c:v>
                </c:pt>
                <c:pt idx="29">
                  <c:v>1.4256217321571778</c:v>
                </c:pt>
                <c:pt idx="30">
                  <c:v>1.4256217321571778</c:v>
                </c:pt>
                <c:pt idx="31">
                  <c:v>1.4256217321571778</c:v>
                </c:pt>
                <c:pt idx="32">
                  <c:v>1.4256217321571778</c:v>
                </c:pt>
                <c:pt idx="33">
                  <c:v>1.4256217321571778</c:v>
                </c:pt>
                <c:pt idx="34">
                  <c:v>1.4256217321571778</c:v>
                </c:pt>
                <c:pt idx="35">
                  <c:v>1.4256217321571778</c:v>
                </c:pt>
                <c:pt idx="36">
                  <c:v>1.4256217321571778</c:v>
                </c:pt>
                <c:pt idx="37">
                  <c:v>1.4256217321571778</c:v>
                </c:pt>
                <c:pt idx="38">
                  <c:v>1.4256217321571778</c:v>
                </c:pt>
                <c:pt idx="39">
                  <c:v>1.4256217321571778</c:v>
                </c:pt>
                <c:pt idx="40">
                  <c:v>1.4256217321571778</c:v>
                </c:pt>
                <c:pt idx="41">
                  <c:v>1.4256217321571778</c:v>
                </c:pt>
                <c:pt idx="42">
                  <c:v>1.4256217321571778</c:v>
                </c:pt>
                <c:pt idx="43">
                  <c:v>1.4256217321571778</c:v>
                </c:pt>
                <c:pt idx="44">
                  <c:v>1.4256217321571778</c:v>
                </c:pt>
                <c:pt idx="45">
                  <c:v>1.4256217321571778</c:v>
                </c:pt>
                <c:pt idx="46">
                  <c:v>1.4256217321571778</c:v>
                </c:pt>
                <c:pt idx="47">
                  <c:v>1.4256217321571778</c:v>
                </c:pt>
                <c:pt idx="48">
                  <c:v>1.4256217321571778</c:v>
                </c:pt>
                <c:pt idx="49">
                  <c:v>1.4256217321571778</c:v>
                </c:pt>
                <c:pt idx="50">
                  <c:v>1.4256217321571778</c:v>
                </c:pt>
                <c:pt idx="51">
                  <c:v>1.4256217321571778</c:v>
                </c:pt>
                <c:pt idx="52">
                  <c:v>1.4256217321571778</c:v>
                </c:pt>
                <c:pt idx="53">
                  <c:v>1.4256217321571778</c:v>
                </c:pt>
                <c:pt idx="54">
                  <c:v>1.4256217321571778</c:v>
                </c:pt>
                <c:pt idx="55">
                  <c:v>1.4256217321571778</c:v>
                </c:pt>
                <c:pt idx="56">
                  <c:v>1.4256217321571778</c:v>
                </c:pt>
                <c:pt idx="57">
                  <c:v>1.4256217321571778</c:v>
                </c:pt>
                <c:pt idx="58">
                  <c:v>1.4256217321571778</c:v>
                </c:pt>
                <c:pt idx="59">
                  <c:v>1.4256217321571778</c:v>
                </c:pt>
                <c:pt idx="60">
                  <c:v>1.4256217321571778</c:v>
                </c:pt>
                <c:pt idx="61">
                  <c:v>1.4256217321571778</c:v>
                </c:pt>
                <c:pt idx="62">
                  <c:v>1.4256217321571778</c:v>
                </c:pt>
                <c:pt idx="63">
                  <c:v>1.4256217321571778</c:v>
                </c:pt>
                <c:pt idx="64">
                  <c:v>1.4256217321571778</c:v>
                </c:pt>
                <c:pt idx="65">
                  <c:v>1.4256217321571778</c:v>
                </c:pt>
                <c:pt idx="66">
                  <c:v>1.4256217321571778</c:v>
                </c:pt>
                <c:pt idx="67">
                  <c:v>1.4256217321571778</c:v>
                </c:pt>
                <c:pt idx="68">
                  <c:v>1.4256217321571778</c:v>
                </c:pt>
                <c:pt idx="69">
                  <c:v>1.4256217321571778</c:v>
                </c:pt>
                <c:pt idx="70">
                  <c:v>1.4256217321571778</c:v>
                </c:pt>
                <c:pt idx="71">
                  <c:v>1.4256217321571778</c:v>
                </c:pt>
                <c:pt idx="72">
                  <c:v>1.4256217321571778</c:v>
                </c:pt>
                <c:pt idx="73">
                  <c:v>1.4256217321571778</c:v>
                </c:pt>
                <c:pt idx="74">
                  <c:v>1.4256217321571778</c:v>
                </c:pt>
                <c:pt idx="75">
                  <c:v>1.4256217321571778</c:v>
                </c:pt>
                <c:pt idx="76">
                  <c:v>1.4256217321571778</c:v>
                </c:pt>
                <c:pt idx="77">
                  <c:v>1.4256217321571778</c:v>
                </c:pt>
                <c:pt idx="78">
                  <c:v>1.4256217321571778</c:v>
                </c:pt>
                <c:pt idx="79">
                  <c:v>1.4256217321571778</c:v>
                </c:pt>
                <c:pt idx="80">
                  <c:v>1.4256217321571778</c:v>
                </c:pt>
                <c:pt idx="81">
                  <c:v>1.4256217321571778</c:v>
                </c:pt>
                <c:pt idx="82">
                  <c:v>1.4256217321571778</c:v>
                </c:pt>
                <c:pt idx="83">
                  <c:v>1.4256217321571778</c:v>
                </c:pt>
                <c:pt idx="84">
                  <c:v>1.4256217321571778</c:v>
                </c:pt>
                <c:pt idx="85">
                  <c:v>1.4256217321571778</c:v>
                </c:pt>
                <c:pt idx="86">
                  <c:v>1.4256217321571778</c:v>
                </c:pt>
                <c:pt idx="87">
                  <c:v>1.4256217321571778</c:v>
                </c:pt>
                <c:pt idx="88">
                  <c:v>1.4256217321571778</c:v>
                </c:pt>
                <c:pt idx="89">
                  <c:v>1.4256217321571778</c:v>
                </c:pt>
                <c:pt idx="90">
                  <c:v>1.4256217321571778</c:v>
                </c:pt>
                <c:pt idx="91">
                  <c:v>1.4256217321571778</c:v>
                </c:pt>
                <c:pt idx="92">
                  <c:v>1.4256217321571778</c:v>
                </c:pt>
                <c:pt idx="93">
                  <c:v>1.4256217321571778</c:v>
                </c:pt>
                <c:pt idx="94">
                  <c:v>1.4256217321571778</c:v>
                </c:pt>
                <c:pt idx="95">
                  <c:v>1.4256217321571778</c:v>
                </c:pt>
                <c:pt idx="96">
                  <c:v>1.4256217321571778</c:v>
                </c:pt>
                <c:pt idx="97">
                  <c:v>1.4256217321571778</c:v>
                </c:pt>
                <c:pt idx="98">
                  <c:v>1.4256217321571778</c:v>
                </c:pt>
                <c:pt idx="99">
                  <c:v>1.4256217321571778</c:v>
                </c:pt>
                <c:pt idx="100">
                  <c:v>1.4256217321571778</c:v>
                </c:pt>
                <c:pt idx="101">
                  <c:v>1.4256217321571778</c:v>
                </c:pt>
                <c:pt idx="102">
                  <c:v>1.4256217321571778</c:v>
                </c:pt>
                <c:pt idx="103">
                  <c:v>1.4256217321571778</c:v>
                </c:pt>
                <c:pt idx="104">
                  <c:v>1.4256217321571778</c:v>
                </c:pt>
                <c:pt idx="105">
                  <c:v>1.4256217321571778</c:v>
                </c:pt>
                <c:pt idx="106">
                  <c:v>1.4256217321571778</c:v>
                </c:pt>
                <c:pt idx="107">
                  <c:v>1.4256217321571778</c:v>
                </c:pt>
                <c:pt idx="108">
                  <c:v>1.4256217321571778</c:v>
                </c:pt>
                <c:pt idx="109">
                  <c:v>1.4256217321571778</c:v>
                </c:pt>
                <c:pt idx="110">
                  <c:v>1.4256217321571778</c:v>
                </c:pt>
                <c:pt idx="111">
                  <c:v>1.4256217321571778</c:v>
                </c:pt>
                <c:pt idx="112">
                  <c:v>1.4256217321571778</c:v>
                </c:pt>
                <c:pt idx="113">
                  <c:v>1.4256217321571778</c:v>
                </c:pt>
                <c:pt idx="114">
                  <c:v>1.4256217321571778</c:v>
                </c:pt>
                <c:pt idx="115">
                  <c:v>1.4256217321571778</c:v>
                </c:pt>
                <c:pt idx="116">
                  <c:v>1.4256217321571778</c:v>
                </c:pt>
                <c:pt idx="117">
                  <c:v>1.4256217321571778</c:v>
                </c:pt>
                <c:pt idx="118">
                  <c:v>1.4256217321571778</c:v>
                </c:pt>
                <c:pt idx="119">
                  <c:v>1.4256217321571778</c:v>
                </c:pt>
                <c:pt idx="120">
                  <c:v>1.4256217321571778</c:v>
                </c:pt>
                <c:pt idx="121">
                  <c:v>1.4256217321571778</c:v>
                </c:pt>
                <c:pt idx="122">
                  <c:v>1.4256217321571778</c:v>
                </c:pt>
                <c:pt idx="123">
                  <c:v>1.4256217321571778</c:v>
                </c:pt>
                <c:pt idx="124">
                  <c:v>1.4256217321571778</c:v>
                </c:pt>
                <c:pt idx="125">
                  <c:v>1.4256217321571778</c:v>
                </c:pt>
                <c:pt idx="126">
                  <c:v>1.4256217321571778</c:v>
                </c:pt>
                <c:pt idx="127">
                  <c:v>1.4256217321571778</c:v>
                </c:pt>
                <c:pt idx="128">
                  <c:v>1.4256217321571778</c:v>
                </c:pt>
                <c:pt idx="129">
                  <c:v>1.4256217321571778</c:v>
                </c:pt>
                <c:pt idx="130">
                  <c:v>1.4256217321571778</c:v>
                </c:pt>
                <c:pt idx="131">
                  <c:v>1.4256217321571778</c:v>
                </c:pt>
                <c:pt idx="132">
                  <c:v>1.4256217321571778</c:v>
                </c:pt>
                <c:pt idx="133">
                  <c:v>1.4256217321571778</c:v>
                </c:pt>
                <c:pt idx="134">
                  <c:v>1.4256217321571778</c:v>
                </c:pt>
                <c:pt idx="135">
                  <c:v>1.4256217321571778</c:v>
                </c:pt>
                <c:pt idx="136">
                  <c:v>1.4256217321571778</c:v>
                </c:pt>
                <c:pt idx="137">
                  <c:v>1.4256217321571778</c:v>
                </c:pt>
                <c:pt idx="138">
                  <c:v>1.4256217321571778</c:v>
                </c:pt>
                <c:pt idx="139">
                  <c:v>1.4256217321571778</c:v>
                </c:pt>
                <c:pt idx="140">
                  <c:v>1.4256217321571778</c:v>
                </c:pt>
                <c:pt idx="141">
                  <c:v>1.4256217321571778</c:v>
                </c:pt>
                <c:pt idx="142">
                  <c:v>1.4256217321571778</c:v>
                </c:pt>
                <c:pt idx="143">
                  <c:v>1.4256217321571778</c:v>
                </c:pt>
                <c:pt idx="144">
                  <c:v>1.4256217321571778</c:v>
                </c:pt>
                <c:pt idx="145">
                  <c:v>1.4256217321571778</c:v>
                </c:pt>
                <c:pt idx="146">
                  <c:v>1.4256217321571778</c:v>
                </c:pt>
                <c:pt idx="147">
                  <c:v>1.4256217321571778</c:v>
                </c:pt>
                <c:pt idx="148">
                  <c:v>1.4256217321571778</c:v>
                </c:pt>
                <c:pt idx="149">
                  <c:v>1.4256217321571778</c:v>
                </c:pt>
                <c:pt idx="150">
                  <c:v>1.4256217321571778</c:v>
                </c:pt>
                <c:pt idx="151">
                  <c:v>1.4256217321571778</c:v>
                </c:pt>
                <c:pt idx="152">
                  <c:v>1.4256217321571778</c:v>
                </c:pt>
                <c:pt idx="153">
                  <c:v>1.4256217321571778</c:v>
                </c:pt>
                <c:pt idx="154">
                  <c:v>1.4256217321571778</c:v>
                </c:pt>
                <c:pt idx="155">
                  <c:v>1.4256217321571778</c:v>
                </c:pt>
                <c:pt idx="156">
                  <c:v>1.4256217321571778</c:v>
                </c:pt>
                <c:pt idx="157">
                  <c:v>1.4256217321571778</c:v>
                </c:pt>
                <c:pt idx="158">
                  <c:v>1.4256217321571778</c:v>
                </c:pt>
                <c:pt idx="159">
                  <c:v>1.4256217321571778</c:v>
                </c:pt>
                <c:pt idx="160">
                  <c:v>1.4256217321571778</c:v>
                </c:pt>
                <c:pt idx="161">
                  <c:v>1.4256217321571778</c:v>
                </c:pt>
                <c:pt idx="162">
                  <c:v>1.4256217321571778</c:v>
                </c:pt>
                <c:pt idx="163">
                  <c:v>1.4256217321571778</c:v>
                </c:pt>
                <c:pt idx="164">
                  <c:v>1.4256217321571778</c:v>
                </c:pt>
                <c:pt idx="165">
                  <c:v>1.4256217321571778</c:v>
                </c:pt>
                <c:pt idx="166">
                  <c:v>1.4256217321571778</c:v>
                </c:pt>
                <c:pt idx="167">
                  <c:v>1.4256217321571778</c:v>
                </c:pt>
                <c:pt idx="168">
                  <c:v>1.4256217321571778</c:v>
                </c:pt>
                <c:pt idx="169">
                  <c:v>1.4256217321571778</c:v>
                </c:pt>
                <c:pt idx="170">
                  <c:v>1.4256217321571778</c:v>
                </c:pt>
                <c:pt idx="171">
                  <c:v>1.4256217321571778</c:v>
                </c:pt>
                <c:pt idx="172">
                  <c:v>1.4256217321571778</c:v>
                </c:pt>
                <c:pt idx="173">
                  <c:v>1.4256217321571778</c:v>
                </c:pt>
                <c:pt idx="174">
                  <c:v>1.4256217321571778</c:v>
                </c:pt>
                <c:pt idx="175">
                  <c:v>1.4256217321571778</c:v>
                </c:pt>
                <c:pt idx="176">
                  <c:v>1.4256217321571778</c:v>
                </c:pt>
                <c:pt idx="177">
                  <c:v>1.4256217321571778</c:v>
                </c:pt>
                <c:pt idx="178">
                  <c:v>1.4256217321571778</c:v>
                </c:pt>
                <c:pt idx="179">
                  <c:v>1.4256217321571778</c:v>
                </c:pt>
                <c:pt idx="180">
                  <c:v>1.4256217321571778</c:v>
                </c:pt>
                <c:pt idx="181">
                  <c:v>1.4256217321571778</c:v>
                </c:pt>
                <c:pt idx="182">
                  <c:v>1.4256217321571778</c:v>
                </c:pt>
                <c:pt idx="183">
                  <c:v>1.4256217321571778</c:v>
                </c:pt>
                <c:pt idx="184">
                  <c:v>1.4256217321571778</c:v>
                </c:pt>
                <c:pt idx="185">
                  <c:v>1.4256217321571778</c:v>
                </c:pt>
                <c:pt idx="186">
                  <c:v>1.4256217321571778</c:v>
                </c:pt>
                <c:pt idx="187">
                  <c:v>1.4256217321571778</c:v>
                </c:pt>
                <c:pt idx="188">
                  <c:v>1.4256217321571778</c:v>
                </c:pt>
                <c:pt idx="189">
                  <c:v>1.4256217321571778</c:v>
                </c:pt>
                <c:pt idx="190">
                  <c:v>1.4256217321571778</c:v>
                </c:pt>
                <c:pt idx="191">
                  <c:v>1.4256217321571778</c:v>
                </c:pt>
                <c:pt idx="192">
                  <c:v>1.4256217321571778</c:v>
                </c:pt>
                <c:pt idx="193">
                  <c:v>1.4256217321571778</c:v>
                </c:pt>
                <c:pt idx="194">
                  <c:v>1.4256217321571778</c:v>
                </c:pt>
                <c:pt idx="195">
                  <c:v>1.4256217321571778</c:v>
                </c:pt>
                <c:pt idx="196">
                  <c:v>1.4256217321571778</c:v>
                </c:pt>
                <c:pt idx="197">
                  <c:v>1.4256217321571778</c:v>
                </c:pt>
                <c:pt idx="198">
                  <c:v>1.4256217321571778</c:v>
                </c:pt>
                <c:pt idx="199">
                  <c:v>1.4256217321571778</c:v>
                </c:pt>
                <c:pt idx="200">
                  <c:v>1.4256217321571778</c:v>
                </c:pt>
                <c:pt idx="201">
                  <c:v>1.4256217321571778</c:v>
                </c:pt>
                <c:pt idx="202">
                  <c:v>1.4256217321571778</c:v>
                </c:pt>
                <c:pt idx="203">
                  <c:v>1.4256217321571778</c:v>
                </c:pt>
                <c:pt idx="204">
                  <c:v>1.4256217321571778</c:v>
                </c:pt>
                <c:pt idx="205">
                  <c:v>1.4256217321571778</c:v>
                </c:pt>
                <c:pt idx="206">
                  <c:v>1.4256217321571778</c:v>
                </c:pt>
                <c:pt idx="207">
                  <c:v>1.4256217321571778</c:v>
                </c:pt>
                <c:pt idx="208">
                  <c:v>1.4256217321571778</c:v>
                </c:pt>
                <c:pt idx="209">
                  <c:v>1.4256217321571778</c:v>
                </c:pt>
                <c:pt idx="210">
                  <c:v>1.4256217321571778</c:v>
                </c:pt>
                <c:pt idx="211">
                  <c:v>1.4256217321571778</c:v>
                </c:pt>
                <c:pt idx="212">
                  <c:v>1.4256217321571778</c:v>
                </c:pt>
                <c:pt idx="213">
                  <c:v>1.4256217321571778</c:v>
                </c:pt>
                <c:pt idx="214">
                  <c:v>1.4256217321571778</c:v>
                </c:pt>
                <c:pt idx="215">
                  <c:v>1.4256217321571778</c:v>
                </c:pt>
                <c:pt idx="216">
                  <c:v>1.4256217321571778</c:v>
                </c:pt>
                <c:pt idx="217">
                  <c:v>1.4256217321571778</c:v>
                </c:pt>
                <c:pt idx="218">
                  <c:v>1.4256217321571778</c:v>
                </c:pt>
                <c:pt idx="219">
                  <c:v>1.4256217321571778</c:v>
                </c:pt>
                <c:pt idx="220">
                  <c:v>1.4256217321571778</c:v>
                </c:pt>
                <c:pt idx="221">
                  <c:v>1.4256217321571778</c:v>
                </c:pt>
                <c:pt idx="222">
                  <c:v>1.4256217321571778</c:v>
                </c:pt>
                <c:pt idx="223">
                  <c:v>1.4256217321571778</c:v>
                </c:pt>
                <c:pt idx="224">
                  <c:v>1.4256217321571778</c:v>
                </c:pt>
                <c:pt idx="225">
                  <c:v>1.4256217321571778</c:v>
                </c:pt>
                <c:pt idx="226">
                  <c:v>1.4256217321571778</c:v>
                </c:pt>
                <c:pt idx="227">
                  <c:v>1.4256217321571778</c:v>
                </c:pt>
                <c:pt idx="228">
                  <c:v>1.4256217321571778</c:v>
                </c:pt>
                <c:pt idx="229">
                  <c:v>1.4256217321571778</c:v>
                </c:pt>
                <c:pt idx="230">
                  <c:v>1.4256217321571778</c:v>
                </c:pt>
                <c:pt idx="231">
                  <c:v>1.4256217321571778</c:v>
                </c:pt>
                <c:pt idx="232">
                  <c:v>1.4256217321571778</c:v>
                </c:pt>
                <c:pt idx="233">
                  <c:v>1.4256217321571778</c:v>
                </c:pt>
                <c:pt idx="234">
                  <c:v>1.4256217321571778</c:v>
                </c:pt>
                <c:pt idx="235">
                  <c:v>1.4256217321571778</c:v>
                </c:pt>
                <c:pt idx="236">
                  <c:v>1.4256217321571778</c:v>
                </c:pt>
                <c:pt idx="237">
                  <c:v>1.4256217321571778</c:v>
                </c:pt>
                <c:pt idx="238">
                  <c:v>1.4256217321571778</c:v>
                </c:pt>
                <c:pt idx="239">
                  <c:v>1.4256217321571778</c:v>
                </c:pt>
                <c:pt idx="240">
                  <c:v>1.4256217321571778</c:v>
                </c:pt>
                <c:pt idx="241">
                  <c:v>1.4256217321571778</c:v>
                </c:pt>
                <c:pt idx="242">
                  <c:v>1.4256217321571778</c:v>
                </c:pt>
                <c:pt idx="243">
                  <c:v>1.4256217321571778</c:v>
                </c:pt>
                <c:pt idx="244">
                  <c:v>1.4256217321571778</c:v>
                </c:pt>
                <c:pt idx="245">
                  <c:v>1.4256217321571778</c:v>
                </c:pt>
                <c:pt idx="246">
                  <c:v>1.4256217321571778</c:v>
                </c:pt>
                <c:pt idx="247">
                  <c:v>1.4256217321571778</c:v>
                </c:pt>
                <c:pt idx="248">
                  <c:v>1.4256217321571778</c:v>
                </c:pt>
                <c:pt idx="249">
                  <c:v>1.4256217321571778</c:v>
                </c:pt>
                <c:pt idx="250">
                  <c:v>1.4256217321571778</c:v>
                </c:pt>
                <c:pt idx="251">
                  <c:v>1.4256217321571778</c:v>
                </c:pt>
                <c:pt idx="252">
                  <c:v>1.4256217321571778</c:v>
                </c:pt>
                <c:pt idx="253">
                  <c:v>1.4256217321571778</c:v>
                </c:pt>
                <c:pt idx="254">
                  <c:v>1.4256217321571778</c:v>
                </c:pt>
                <c:pt idx="255">
                  <c:v>1.4256217321571778</c:v>
                </c:pt>
                <c:pt idx="256">
                  <c:v>1.4256217321571778</c:v>
                </c:pt>
                <c:pt idx="257">
                  <c:v>1.4256217321571778</c:v>
                </c:pt>
                <c:pt idx="258">
                  <c:v>1.4256217321571778</c:v>
                </c:pt>
                <c:pt idx="259">
                  <c:v>1.4256217321571778</c:v>
                </c:pt>
                <c:pt idx="260">
                  <c:v>1.4256217321571778</c:v>
                </c:pt>
                <c:pt idx="261">
                  <c:v>1.4256217321571778</c:v>
                </c:pt>
                <c:pt idx="262">
                  <c:v>1.4256217321571778</c:v>
                </c:pt>
                <c:pt idx="263">
                  <c:v>1.4256217321571778</c:v>
                </c:pt>
                <c:pt idx="264">
                  <c:v>1.4256217321571778</c:v>
                </c:pt>
                <c:pt idx="265">
                  <c:v>1.4256217321571778</c:v>
                </c:pt>
                <c:pt idx="266">
                  <c:v>1.4256217321571778</c:v>
                </c:pt>
                <c:pt idx="267">
                  <c:v>1.4256217321571778</c:v>
                </c:pt>
                <c:pt idx="268">
                  <c:v>1.4256217321571778</c:v>
                </c:pt>
                <c:pt idx="269">
                  <c:v>1.4256217321571778</c:v>
                </c:pt>
                <c:pt idx="270">
                  <c:v>1.4256217321571778</c:v>
                </c:pt>
                <c:pt idx="271">
                  <c:v>1.4256217321571778</c:v>
                </c:pt>
                <c:pt idx="272">
                  <c:v>1.4256217321571778</c:v>
                </c:pt>
                <c:pt idx="273">
                  <c:v>1.4256217321571778</c:v>
                </c:pt>
                <c:pt idx="274">
                  <c:v>1.4256217321571778</c:v>
                </c:pt>
                <c:pt idx="275">
                  <c:v>1.4256217321571778</c:v>
                </c:pt>
                <c:pt idx="276">
                  <c:v>1.4256217321571778</c:v>
                </c:pt>
                <c:pt idx="277">
                  <c:v>1.4256217321571778</c:v>
                </c:pt>
                <c:pt idx="278">
                  <c:v>1.4256217321571778</c:v>
                </c:pt>
                <c:pt idx="279">
                  <c:v>1.4256217321571778</c:v>
                </c:pt>
                <c:pt idx="280">
                  <c:v>1.4256217321571778</c:v>
                </c:pt>
                <c:pt idx="281">
                  <c:v>1.4256217321571778</c:v>
                </c:pt>
                <c:pt idx="282">
                  <c:v>1.4256217321571778</c:v>
                </c:pt>
                <c:pt idx="283">
                  <c:v>1.4256217321571778</c:v>
                </c:pt>
                <c:pt idx="284">
                  <c:v>1.4256217321571778</c:v>
                </c:pt>
                <c:pt idx="285">
                  <c:v>1.4256217321571778</c:v>
                </c:pt>
                <c:pt idx="286">
                  <c:v>1.4256217321571778</c:v>
                </c:pt>
                <c:pt idx="287">
                  <c:v>1.4256217321571778</c:v>
                </c:pt>
                <c:pt idx="288">
                  <c:v>1.4256217321571778</c:v>
                </c:pt>
                <c:pt idx="289">
                  <c:v>1.4256217321571778</c:v>
                </c:pt>
                <c:pt idx="290">
                  <c:v>1.4256217321571778</c:v>
                </c:pt>
                <c:pt idx="291">
                  <c:v>1.4256217321571778</c:v>
                </c:pt>
                <c:pt idx="292">
                  <c:v>1.4256217321571778</c:v>
                </c:pt>
                <c:pt idx="293">
                  <c:v>1.4256217321571778</c:v>
                </c:pt>
                <c:pt idx="294">
                  <c:v>1.4256217321571778</c:v>
                </c:pt>
                <c:pt idx="295">
                  <c:v>1.4256217321571778</c:v>
                </c:pt>
                <c:pt idx="296">
                  <c:v>1.4256217321571778</c:v>
                </c:pt>
                <c:pt idx="297">
                  <c:v>1.4256217321571778</c:v>
                </c:pt>
                <c:pt idx="298">
                  <c:v>1.4256217321571778</c:v>
                </c:pt>
                <c:pt idx="299">
                  <c:v>1.4256217321571778</c:v>
                </c:pt>
                <c:pt idx="300">
                  <c:v>1.4256217321571778</c:v>
                </c:pt>
                <c:pt idx="301">
                  <c:v>1.4256217321571778</c:v>
                </c:pt>
                <c:pt idx="302">
                  <c:v>1.4256217321571778</c:v>
                </c:pt>
                <c:pt idx="303">
                  <c:v>1.4256217321571778</c:v>
                </c:pt>
                <c:pt idx="304">
                  <c:v>1.4256217321571778</c:v>
                </c:pt>
                <c:pt idx="305">
                  <c:v>1.4256217321571778</c:v>
                </c:pt>
                <c:pt idx="306">
                  <c:v>1.4256217321571778</c:v>
                </c:pt>
                <c:pt idx="307">
                  <c:v>1.4256217321571778</c:v>
                </c:pt>
                <c:pt idx="308">
                  <c:v>1.4256217321571778</c:v>
                </c:pt>
                <c:pt idx="309">
                  <c:v>1.4256217321571778</c:v>
                </c:pt>
                <c:pt idx="310">
                  <c:v>1.4256217321571778</c:v>
                </c:pt>
                <c:pt idx="311">
                  <c:v>1.4256217321571778</c:v>
                </c:pt>
                <c:pt idx="312">
                  <c:v>1.4256217321571778</c:v>
                </c:pt>
                <c:pt idx="313">
                  <c:v>1.4256217321571778</c:v>
                </c:pt>
                <c:pt idx="314">
                  <c:v>1.4256217321571778</c:v>
                </c:pt>
                <c:pt idx="315">
                  <c:v>1.4256217321571778</c:v>
                </c:pt>
                <c:pt idx="316">
                  <c:v>1.4256217321571778</c:v>
                </c:pt>
                <c:pt idx="317">
                  <c:v>1.4256217321571778</c:v>
                </c:pt>
                <c:pt idx="318">
                  <c:v>1.4256217321571778</c:v>
                </c:pt>
                <c:pt idx="319">
                  <c:v>1.4256217321571778</c:v>
                </c:pt>
                <c:pt idx="320">
                  <c:v>1.4256217321571778</c:v>
                </c:pt>
                <c:pt idx="321">
                  <c:v>1.4256217321571778</c:v>
                </c:pt>
                <c:pt idx="322">
                  <c:v>1.4256217321571778</c:v>
                </c:pt>
                <c:pt idx="323">
                  <c:v>1.4256217321571778</c:v>
                </c:pt>
                <c:pt idx="324">
                  <c:v>1.4256217321571778</c:v>
                </c:pt>
                <c:pt idx="325">
                  <c:v>1.4256217321571778</c:v>
                </c:pt>
                <c:pt idx="326">
                  <c:v>1.4256217321571778</c:v>
                </c:pt>
                <c:pt idx="327">
                  <c:v>1.4256217321571778</c:v>
                </c:pt>
                <c:pt idx="328">
                  <c:v>1.4256217321571778</c:v>
                </c:pt>
                <c:pt idx="329">
                  <c:v>1.4256217321571778</c:v>
                </c:pt>
                <c:pt idx="330">
                  <c:v>1.4256217321571778</c:v>
                </c:pt>
                <c:pt idx="331">
                  <c:v>1.4256217321571778</c:v>
                </c:pt>
                <c:pt idx="332">
                  <c:v>1.4256217321571778</c:v>
                </c:pt>
                <c:pt idx="333">
                  <c:v>1.4256217321571778</c:v>
                </c:pt>
                <c:pt idx="334">
                  <c:v>1.4256217321571778</c:v>
                </c:pt>
                <c:pt idx="335">
                  <c:v>1.4256217321571778</c:v>
                </c:pt>
                <c:pt idx="336">
                  <c:v>1.4256217321571778</c:v>
                </c:pt>
                <c:pt idx="337">
                  <c:v>1.4256217321571778</c:v>
                </c:pt>
                <c:pt idx="338">
                  <c:v>1.4256217321571778</c:v>
                </c:pt>
                <c:pt idx="339">
                  <c:v>1.4256217321571778</c:v>
                </c:pt>
                <c:pt idx="340">
                  <c:v>1.4256217321571778</c:v>
                </c:pt>
                <c:pt idx="341">
                  <c:v>1.4256217321571778</c:v>
                </c:pt>
                <c:pt idx="342">
                  <c:v>1.4256217321571778</c:v>
                </c:pt>
                <c:pt idx="343">
                  <c:v>1.4256217321571778</c:v>
                </c:pt>
                <c:pt idx="344">
                  <c:v>1.4256217321571778</c:v>
                </c:pt>
                <c:pt idx="345">
                  <c:v>1.4256217321571778</c:v>
                </c:pt>
                <c:pt idx="346">
                  <c:v>1.4256217321571778</c:v>
                </c:pt>
                <c:pt idx="347">
                  <c:v>1.4256217321571778</c:v>
                </c:pt>
                <c:pt idx="348">
                  <c:v>1.4256217321571778</c:v>
                </c:pt>
                <c:pt idx="349">
                  <c:v>1.4256217321571778</c:v>
                </c:pt>
                <c:pt idx="350">
                  <c:v>1.4256217321571778</c:v>
                </c:pt>
                <c:pt idx="351">
                  <c:v>1.4256217321571778</c:v>
                </c:pt>
                <c:pt idx="352">
                  <c:v>1.4256217321571778</c:v>
                </c:pt>
                <c:pt idx="353">
                  <c:v>1.4256217321571778</c:v>
                </c:pt>
                <c:pt idx="354">
                  <c:v>1.4256217321571778</c:v>
                </c:pt>
                <c:pt idx="355">
                  <c:v>1.4256217321571778</c:v>
                </c:pt>
                <c:pt idx="356">
                  <c:v>1.4256217321571778</c:v>
                </c:pt>
                <c:pt idx="357">
                  <c:v>1.4256217321571778</c:v>
                </c:pt>
                <c:pt idx="358">
                  <c:v>1.4256217321571778</c:v>
                </c:pt>
                <c:pt idx="359">
                  <c:v>1.4256217321571778</c:v>
                </c:pt>
                <c:pt idx="360">
                  <c:v>1.4256217321571778</c:v>
                </c:pt>
                <c:pt idx="361">
                  <c:v>1.4256217321571778</c:v>
                </c:pt>
                <c:pt idx="362">
                  <c:v>1.4256217321571778</c:v>
                </c:pt>
                <c:pt idx="363">
                  <c:v>1.4256217321571778</c:v>
                </c:pt>
                <c:pt idx="364">
                  <c:v>1.4256217321571778</c:v>
                </c:pt>
                <c:pt idx="365">
                  <c:v>1.4256217321571778</c:v>
                </c:pt>
                <c:pt idx="366">
                  <c:v>1.4256217321571778</c:v>
                </c:pt>
                <c:pt idx="367">
                  <c:v>1.4256217321571778</c:v>
                </c:pt>
                <c:pt idx="368">
                  <c:v>1.4256217321571778</c:v>
                </c:pt>
                <c:pt idx="369">
                  <c:v>1.4256217321571778</c:v>
                </c:pt>
                <c:pt idx="370">
                  <c:v>1.4256217321571778</c:v>
                </c:pt>
                <c:pt idx="371">
                  <c:v>1.4256217321571778</c:v>
                </c:pt>
                <c:pt idx="372">
                  <c:v>1.4256217321571778</c:v>
                </c:pt>
                <c:pt idx="373">
                  <c:v>1.4256217321571778</c:v>
                </c:pt>
                <c:pt idx="374">
                  <c:v>1.4256217321571778</c:v>
                </c:pt>
                <c:pt idx="375">
                  <c:v>1.4256217321571778</c:v>
                </c:pt>
                <c:pt idx="376">
                  <c:v>1.4256217321571778</c:v>
                </c:pt>
                <c:pt idx="377">
                  <c:v>1.4256217321571778</c:v>
                </c:pt>
                <c:pt idx="378">
                  <c:v>1.4256217321571778</c:v>
                </c:pt>
                <c:pt idx="379">
                  <c:v>1.4256217321571778</c:v>
                </c:pt>
                <c:pt idx="380">
                  <c:v>1.4256217321571778</c:v>
                </c:pt>
                <c:pt idx="381">
                  <c:v>1.4256217321571778</c:v>
                </c:pt>
                <c:pt idx="382">
                  <c:v>1.4256217321571778</c:v>
                </c:pt>
                <c:pt idx="383">
                  <c:v>1.4256217321571778</c:v>
                </c:pt>
                <c:pt idx="384">
                  <c:v>1.4256217321571778</c:v>
                </c:pt>
                <c:pt idx="385">
                  <c:v>1.4256217321571778</c:v>
                </c:pt>
                <c:pt idx="386">
                  <c:v>1.4256217321571778</c:v>
                </c:pt>
                <c:pt idx="387">
                  <c:v>1.4256217321571778</c:v>
                </c:pt>
                <c:pt idx="388">
                  <c:v>1.4256217321571778</c:v>
                </c:pt>
                <c:pt idx="389">
                  <c:v>1.4256217321571778</c:v>
                </c:pt>
                <c:pt idx="390">
                  <c:v>1.4256217321571778</c:v>
                </c:pt>
                <c:pt idx="391">
                  <c:v>1.4256217321571778</c:v>
                </c:pt>
                <c:pt idx="392">
                  <c:v>1.4256217321571778</c:v>
                </c:pt>
                <c:pt idx="393">
                  <c:v>1.4256217321571778</c:v>
                </c:pt>
                <c:pt idx="394">
                  <c:v>1.4256217321571778</c:v>
                </c:pt>
                <c:pt idx="395">
                  <c:v>1.4256217321571778</c:v>
                </c:pt>
                <c:pt idx="396">
                  <c:v>1.4256217321571778</c:v>
                </c:pt>
                <c:pt idx="397">
                  <c:v>1.4256217321571778</c:v>
                </c:pt>
                <c:pt idx="398">
                  <c:v>1.4256217321571778</c:v>
                </c:pt>
                <c:pt idx="399">
                  <c:v>1.4256217321571778</c:v>
                </c:pt>
                <c:pt idx="400">
                  <c:v>1.4256217321571778</c:v>
                </c:pt>
                <c:pt idx="401">
                  <c:v>1.4256217321571778</c:v>
                </c:pt>
                <c:pt idx="402">
                  <c:v>1.4256217321571778</c:v>
                </c:pt>
                <c:pt idx="403">
                  <c:v>1.4256217321571778</c:v>
                </c:pt>
                <c:pt idx="404">
                  <c:v>1.4256217321571778</c:v>
                </c:pt>
                <c:pt idx="405">
                  <c:v>1.4256217321571778</c:v>
                </c:pt>
                <c:pt idx="406">
                  <c:v>1.4256217321571778</c:v>
                </c:pt>
                <c:pt idx="407">
                  <c:v>1.4256217321571778</c:v>
                </c:pt>
                <c:pt idx="408">
                  <c:v>1.4256217321571778</c:v>
                </c:pt>
                <c:pt idx="409">
                  <c:v>1.4256217321571778</c:v>
                </c:pt>
                <c:pt idx="410">
                  <c:v>1.4256217321571778</c:v>
                </c:pt>
                <c:pt idx="411">
                  <c:v>1.4256217321571778</c:v>
                </c:pt>
                <c:pt idx="412">
                  <c:v>1.4256217321571778</c:v>
                </c:pt>
                <c:pt idx="413">
                  <c:v>1.4256217321571778</c:v>
                </c:pt>
                <c:pt idx="414">
                  <c:v>1.4256217321571778</c:v>
                </c:pt>
                <c:pt idx="415">
                  <c:v>1.4256217321571778</c:v>
                </c:pt>
                <c:pt idx="416">
                  <c:v>1.4256217321571778</c:v>
                </c:pt>
                <c:pt idx="417">
                  <c:v>1.4256217321571778</c:v>
                </c:pt>
                <c:pt idx="418">
                  <c:v>1.4256217321571778</c:v>
                </c:pt>
                <c:pt idx="419">
                  <c:v>1.4256217321571778</c:v>
                </c:pt>
                <c:pt idx="420">
                  <c:v>1.4256217321571778</c:v>
                </c:pt>
                <c:pt idx="421">
                  <c:v>1.4256217321571778</c:v>
                </c:pt>
                <c:pt idx="422">
                  <c:v>1.4256217321571778</c:v>
                </c:pt>
                <c:pt idx="423">
                  <c:v>1.4256217321571778</c:v>
                </c:pt>
                <c:pt idx="424">
                  <c:v>1.4256217321571778</c:v>
                </c:pt>
                <c:pt idx="425">
                  <c:v>1.4256217321571778</c:v>
                </c:pt>
                <c:pt idx="426">
                  <c:v>1.4256217321571778</c:v>
                </c:pt>
                <c:pt idx="427">
                  <c:v>1.4256217321571778</c:v>
                </c:pt>
                <c:pt idx="428">
                  <c:v>1.4256217321571778</c:v>
                </c:pt>
                <c:pt idx="429">
                  <c:v>1.4256217321571778</c:v>
                </c:pt>
                <c:pt idx="430">
                  <c:v>1.4256217321571778</c:v>
                </c:pt>
                <c:pt idx="431">
                  <c:v>1.4256217321571778</c:v>
                </c:pt>
                <c:pt idx="432">
                  <c:v>1.4256217321571778</c:v>
                </c:pt>
                <c:pt idx="433">
                  <c:v>1.4256217321571778</c:v>
                </c:pt>
                <c:pt idx="434">
                  <c:v>1.4256217321571778</c:v>
                </c:pt>
                <c:pt idx="435">
                  <c:v>1.4256217321571778</c:v>
                </c:pt>
                <c:pt idx="436">
                  <c:v>1.4256217321571778</c:v>
                </c:pt>
                <c:pt idx="437">
                  <c:v>1.4256217321571778</c:v>
                </c:pt>
                <c:pt idx="438">
                  <c:v>1.4256217321571778</c:v>
                </c:pt>
                <c:pt idx="439">
                  <c:v>1.4256217321571778</c:v>
                </c:pt>
                <c:pt idx="440">
                  <c:v>1.4256217321571778</c:v>
                </c:pt>
                <c:pt idx="441">
                  <c:v>1.4256217321571778</c:v>
                </c:pt>
                <c:pt idx="442">
                  <c:v>1.4256217321571778</c:v>
                </c:pt>
                <c:pt idx="443">
                  <c:v>1.4256217321571778</c:v>
                </c:pt>
                <c:pt idx="444">
                  <c:v>1.4256217321571778</c:v>
                </c:pt>
                <c:pt idx="445">
                  <c:v>1.4256217321571778</c:v>
                </c:pt>
                <c:pt idx="446">
                  <c:v>1.4256217321571778</c:v>
                </c:pt>
                <c:pt idx="447">
                  <c:v>1.4256217321571778</c:v>
                </c:pt>
                <c:pt idx="448">
                  <c:v>1.4256217321571778</c:v>
                </c:pt>
                <c:pt idx="449">
                  <c:v>1.4256217321571778</c:v>
                </c:pt>
                <c:pt idx="450">
                  <c:v>1.4256217321571778</c:v>
                </c:pt>
                <c:pt idx="451">
                  <c:v>1.4256217321571778</c:v>
                </c:pt>
                <c:pt idx="452">
                  <c:v>1.4256217321571778</c:v>
                </c:pt>
                <c:pt idx="453">
                  <c:v>1.4256217321571778</c:v>
                </c:pt>
                <c:pt idx="454">
                  <c:v>1.4256217321571778</c:v>
                </c:pt>
                <c:pt idx="455">
                  <c:v>1.4256217321571778</c:v>
                </c:pt>
                <c:pt idx="456">
                  <c:v>1.4256217321571778</c:v>
                </c:pt>
                <c:pt idx="457">
                  <c:v>1.4256217321571778</c:v>
                </c:pt>
                <c:pt idx="458">
                  <c:v>1.4256217321571778</c:v>
                </c:pt>
                <c:pt idx="459">
                  <c:v>1.4256217321571778</c:v>
                </c:pt>
                <c:pt idx="460">
                  <c:v>1.4256217321571778</c:v>
                </c:pt>
                <c:pt idx="461">
                  <c:v>1.4256217321571778</c:v>
                </c:pt>
                <c:pt idx="462">
                  <c:v>1.4256217321571778</c:v>
                </c:pt>
                <c:pt idx="463">
                  <c:v>1.4256217321571778</c:v>
                </c:pt>
                <c:pt idx="464">
                  <c:v>1.4256217321571778</c:v>
                </c:pt>
                <c:pt idx="465">
                  <c:v>1.4256217321571778</c:v>
                </c:pt>
                <c:pt idx="466">
                  <c:v>1.4256217321571778</c:v>
                </c:pt>
                <c:pt idx="467">
                  <c:v>1.4256217321571778</c:v>
                </c:pt>
                <c:pt idx="468">
                  <c:v>1.4256217321571778</c:v>
                </c:pt>
                <c:pt idx="469">
                  <c:v>1.4256217321571778</c:v>
                </c:pt>
                <c:pt idx="470">
                  <c:v>1.4256217321571778</c:v>
                </c:pt>
                <c:pt idx="471">
                  <c:v>1.4256217321571778</c:v>
                </c:pt>
                <c:pt idx="472">
                  <c:v>1.4256217321571778</c:v>
                </c:pt>
                <c:pt idx="473">
                  <c:v>1.4256217321571778</c:v>
                </c:pt>
                <c:pt idx="474">
                  <c:v>1.4256217321571778</c:v>
                </c:pt>
                <c:pt idx="475">
                  <c:v>1.4256217321571778</c:v>
                </c:pt>
                <c:pt idx="476">
                  <c:v>1.4256217321571778</c:v>
                </c:pt>
                <c:pt idx="477">
                  <c:v>1.4256217321571778</c:v>
                </c:pt>
                <c:pt idx="478">
                  <c:v>1.4256217321571778</c:v>
                </c:pt>
                <c:pt idx="479">
                  <c:v>1.4256217321571778</c:v>
                </c:pt>
                <c:pt idx="480">
                  <c:v>1.4256217321571778</c:v>
                </c:pt>
                <c:pt idx="481">
                  <c:v>1.4256217321571778</c:v>
                </c:pt>
                <c:pt idx="482">
                  <c:v>1.4256217321571778</c:v>
                </c:pt>
                <c:pt idx="483">
                  <c:v>1.4256217321571778</c:v>
                </c:pt>
                <c:pt idx="484">
                  <c:v>1.4256217321571778</c:v>
                </c:pt>
                <c:pt idx="485">
                  <c:v>1.4256217321571778</c:v>
                </c:pt>
                <c:pt idx="486">
                  <c:v>1.4256217321571778</c:v>
                </c:pt>
                <c:pt idx="487">
                  <c:v>1.4256217321571778</c:v>
                </c:pt>
                <c:pt idx="488">
                  <c:v>1.4256217321571778</c:v>
                </c:pt>
                <c:pt idx="489">
                  <c:v>1.4256217321571778</c:v>
                </c:pt>
                <c:pt idx="490">
                  <c:v>1.4256217321571778</c:v>
                </c:pt>
                <c:pt idx="491">
                  <c:v>1.4256217321571778</c:v>
                </c:pt>
                <c:pt idx="492">
                  <c:v>1.4256217321571778</c:v>
                </c:pt>
                <c:pt idx="493">
                  <c:v>1.4256217321571778</c:v>
                </c:pt>
                <c:pt idx="494">
                  <c:v>1.4256217321571778</c:v>
                </c:pt>
                <c:pt idx="495">
                  <c:v>1.4256217321571778</c:v>
                </c:pt>
                <c:pt idx="496">
                  <c:v>1.4256217321571778</c:v>
                </c:pt>
                <c:pt idx="497">
                  <c:v>1.4256217321571778</c:v>
                </c:pt>
                <c:pt idx="498">
                  <c:v>1.4256217321571778</c:v>
                </c:pt>
                <c:pt idx="499">
                  <c:v>1.4256217321571778</c:v>
                </c:pt>
                <c:pt idx="500">
                  <c:v>1.4256217321571778</c:v>
                </c:pt>
                <c:pt idx="501">
                  <c:v>1.4256217321571778</c:v>
                </c:pt>
                <c:pt idx="502">
                  <c:v>1.4256217321571778</c:v>
                </c:pt>
                <c:pt idx="503">
                  <c:v>1.4256217321571778</c:v>
                </c:pt>
                <c:pt idx="504">
                  <c:v>1.4256217321571778</c:v>
                </c:pt>
                <c:pt idx="505">
                  <c:v>1.4256217321571778</c:v>
                </c:pt>
                <c:pt idx="506">
                  <c:v>1.4256217321571778</c:v>
                </c:pt>
                <c:pt idx="507">
                  <c:v>1.4256217321571778</c:v>
                </c:pt>
                <c:pt idx="508">
                  <c:v>1.4256217321571778</c:v>
                </c:pt>
                <c:pt idx="509">
                  <c:v>1.4256217321571778</c:v>
                </c:pt>
                <c:pt idx="510">
                  <c:v>1.4256217321571778</c:v>
                </c:pt>
                <c:pt idx="511">
                  <c:v>1.4256217321571778</c:v>
                </c:pt>
                <c:pt idx="512">
                  <c:v>1.4256217321571778</c:v>
                </c:pt>
                <c:pt idx="513">
                  <c:v>1.4256217321571778</c:v>
                </c:pt>
                <c:pt idx="514">
                  <c:v>1.4256217321571778</c:v>
                </c:pt>
                <c:pt idx="515">
                  <c:v>1.4256217321571778</c:v>
                </c:pt>
                <c:pt idx="516">
                  <c:v>1.4256217321571778</c:v>
                </c:pt>
                <c:pt idx="517">
                  <c:v>1.4256217321571778</c:v>
                </c:pt>
                <c:pt idx="518">
                  <c:v>1.4256217321571778</c:v>
                </c:pt>
                <c:pt idx="519">
                  <c:v>1.4256217321571778</c:v>
                </c:pt>
                <c:pt idx="520">
                  <c:v>1.4256217321571778</c:v>
                </c:pt>
                <c:pt idx="521">
                  <c:v>1.4256217321571778</c:v>
                </c:pt>
                <c:pt idx="522">
                  <c:v>1.4256217321571778</c:v>
                </c:pt>
                <c:pt idx="523">
                  <c:v>1.4256217321571778</c:v>
                </c:pt>
                <c:pt idx="524">
                  <c:v>1.4256217321571778</c:v>
                </c:pt>
                <c:pt idx="525">
                  <c:v>1.4256217321571778</c:v>
                </c:pt>
                <c:pt idx="526">
                  <c:v>1.4256217321571778</c:v>
                </c:pt>
                <c:pt idx="527">
                  <c:v>1.4256217321571778</c:v>
                </c:pt>
                <c:pt idx="528">
                  <c:v>1.4256217321571778</c:v>
                </c:pt>
                <c:pt idx="529">
                  <c:v>1.4256217321571778</c:v>
                </c:pt>
                <c:pt idx="530">
                  <c:v>1.4256217321571778</c:v>
                </c:pt>
                <c:pt idx="531">
                  <c:v>1.4256217321571778</c:v>
                </c:pt>
                <c:pt idx="532">
                  <c:v>1.4256217321571778</c:v>
                </c:pt>
                <c:pt idx="533">
                  <c:v>1.4256217321571778</c:v>
                </c:pt>
                <c:pt idx="534">
                  <c:v>1.4256217321571778</c:v>
                </c:pt>
                <c:pt idx="535">
                  <c:v>1.4256217321571778</c:v>
                </c:pt>
                <c:pt idx="536">
                  <c:v>1.4256217321571778</c:v>
                </c:pt>
                <c:pt idx="537">
                  <c:v>1.4256217321571778</c:v>
                </c:pt>
                <c:pt idx="538">
                  <c:v>1.4256217321571778</c:v>
                </c:pt>
                <c:pt idx="539">
                  <c:v>1.4256217321571778</c:v>
                </c:pt>
                <c:pt idx="540">
                  <c:v>1.4256217321571778</c:v>
                </c:pt>
                <c:pt idx="541">
                  <c:v>1.4256217321571778</c:v>
                </c:pt>
                <c:pt idx="542">
                  <c:v>1.4256217321571778</c:v>
                </c:pt>
                <c:pt idx="543">
                  <c:v>1.4256217321571778</c:v>
                </c:pt>
                <c:pt idx="544">
                  <c:v>1.4256217321571778</c:v>
                </c:pt>
                <c:pt idx="545">
                  <c:v>1.4256217321571778</c:v>
                </c:pt>
                <c:pt idx="546">
                  <c:v>1.4256217321571778</c:v>
                </c:pt>
                <c:pt idx="547">
                  <c:v>1.4256217321571778</c:v>
                </c:pt>
                <c:pt idx="548">
                  <c:v>1.4256217321571778</c:v>
                </c:pt>
                <c:pt idx="549">
                  <c:v>1.4256217321571778</c:v>
                </c:pt>
                <c:pt idx="550">
                  <c:v>1.4256217321571778</c:v>
                </c:pt>
                <c:pt idx="551">
                  <c:v>1.4256217321571778</c:v>
                </c:pt>
                <c:pt idx="552">
                  <c:v>1.4256217321571778</c:v>
                </c:pt>
                <c:pt idx="553">
                  <c:v>1.4256217321571778</c:v>
                </c:pt>
                <c:pt idx="554">
                  <c:v>1.4256217321571778</c:v>
                </c:pt>
                <c:pt idx="555">
                  <c:v>1.4256217321571778</c:v>
                </c:pt>
                <c:pt idx="556">
                  <c:v>1.4256217321571778</c:v>
                </c:pt>
                <c:pt idx="557">
                  <c:v>1.4256217321571778</c:v>
                </c:pt>
                <c:pt idx="558">
                  <c:v>1.4256217321571778</c:v>
                </c:pt>
                <c:pt idx="559">
                  <c:v>1.4256217321571778</c:v>
                </c:pt>
                <c:pt idx="560">
                  <c:v>1.4256217321571778</c:v>
                </c:pt>
                <c:pt idx="561">
                  <c:v>1.4256217321571778</c:v>
                </c:pt>
                <c:pt idx="562">
                  <c:v>1.4256217321571778</c:v>
                </c:pt>
                <c:pt idx="563">
                  <c:v>1.4256217321571778</c:v>
                </c:pt>
                <c:pt idx="564">
                  <c:v>1.4256217321571778</c:v>
                </c:pt>
                <c:pt idx="565">
                  <c:v>1.4256217321571778</c:v>
                </c:pt>
                <c:pt idx="566">
                  <c:v>1.4256217321571778</c:v>
                </c:pt>
                <c:pt idx="567">
                  <c:v>1.4256217321571778</c:v>
                </c:pt>
                <c:pt idx="568">
                  <c:v>1.4256217321571778</c:v>
                </c:pt>
                <c:pt idx="569">
                  <c:v>1.4256217321571778</c:v>
                </c:pt>
                <c:pt idx="570">
                  <c:v>1.4256217321571778</c:v>
                </c:pt>
                <c:pt idx="571">
                  <c:v>1.4256217321571778</c:v>
                </c:pt>
                <c:pt idx="572">
                  <c:v>1.4256217321571778</c:v>
                </c:pt>
                <c:pt idx="573">
                  <c:v>1.4256217321571778</c:v>
                </c:pt>
                <c:pt idx="574">
                  <c:v>1.4256217321571778</c:v>
                </c:pt>
                <c:pt idx="575">
                  <c:v>1.4256217321571778</c:v>
                </c:pt>
                <c:pt idx="576">
                  <c:v>1.4256217321571778</c:v>
                </c:pt>
                <c:pt idx="577">
                  <c:v>1.4256217321571778</c:v>
                </c:pt>
                <c:pt idx="578">
                  <c:v>1.4256217321571778</c:v>
                </c:pt>
                <c:pt idx="579">
                  <c:v>1.4256217321571778</c:v>
                </c:pt>
                <c:pt idx="580">
                  <c:v>1.4256217321571778</c:v>
                </c:pt>
                <c:pt idx="581">
                  <c:v>1.4256217321571778</c:v>
                </c:pt>
                <c:pt idx="582">
                  <c:v>1.4256217321571778</c:v>
                </c:pt>
                <c:pt idx="583">
                  <c:v>1.4256217321571778</c:v>
                </c:pt>
                <c:pt idx="584">
                  <c:v>1.4256217321571778</c:v>
                </c:pt>
                <c:pt idx="585">
                  <c:v>1.4256217321571778</c:v>
                </c:pt>
                <c:pt idx="586">
                  <c:v>1.4256217321571778</c:v>
                </c:pt>
                <c:pt idx="587">
                  <c:v>1.4256217321571778</c:v>
                </c:pt>
                <c:pt idx="588">
                  <c:v>1.4256217321571778</c:v>
                </c:pt>
                <c:pt idx="589">
                  <c:v>1.4256217321571778</c:v>
                </c:pt>
                <c:pt idx="590">
                  <c:v>1.4256217321571778</c:v>
                </c:pt>
                <c:pt idx="591">
                  <c:v>1.4256217321571778</c:v>
                </c:pt>
                <c:pt idx="592">
                  <c:v>1.4256217321571778</c:v>
                </c:pt>
                <c:pt idx="593">
                  <c:v>1.4256217321571778</c:v>
                </c:pt>
                <c:pt idx="594">
                  <c:v>1.4256217321571778</c:v>
                </c:pt>
                <c:pt idx="595">
                  <c:v>1.4256217321571778</c:v>
                </c:pt>
                <c:pt idx="596">
                  <c:v>1.4256217321571778</c:v>
                </c:pt>
                <c:pt idx="597">
                  <c:v>1.4256217321571778</c:v>
                </c:pt>
                <c:pt idx="598">
                  <c:v>1.4256217321571778</c:v>
                </c:pt>
                <c:pt idx="599">
                  <c:v>1.4256217321571778</c:v>
                </c:pt>
                <c:pt idx="600">
                  <c:v>1.4256217321571778</c:v>
                </c:pt>
                <c:pt idx="601">
                  <c:v>1.4256217321571778</c:v>
                </c:pt>
                <c:pt idx="602">
                  <c:v>1.4256217321571778</c:v>
                </c:pt>
                <c:pt idx="603">
                  <c:v>1.4256217321571778</c:v>
                </c:pt>
                <c:pt idx="604">
                  <c:v>1.4256217321571778</c:v>
                </c:pt>
                <c:pt idx="605">
                  <c:v>1.4256217321571778</c:v>
                </c:pt>
                <c:pt idx="606">
                  <c:v>1.4256217321571778</c:v>
                </c:pt>
                <c:pt idx="607">
                  <c:v>1.4256217321571778</c:v>
                </c:pt>
                <c:pt idx="608">
                  <c:v>1.4256217321571778</c:v>
                </c:pt>
                <c:pt idx="609">
                  <c:v>1.4256217321571778</c:v>
                </c:pt>
                <c:pt idx="610">
                  <c:v>1.4256217321571778</c:v>
                </c:pt>
                <c:pt idx="611">
                  <c:v>1.4256217321571778</c:v>
                </c:pt>
                <c:pt idx="612">
                  <c:v>1.4256217321571778</c:v>
                </c:pt>
                <c:pt idx="613">
                  <c:v>1.4256217321571778</c:v>
                </c:pt>
                <c:pt idx="614">
                  <c:v>1.4256217321571778</c:v>
                </c:pt>
                <c:pt idx="615">
                  <c:v>1.4256217321571778</c:v>
                </c:pt>
                <c:pt idx="616">
                  <c:v>1.4256217321571778</c:v>
                </c:pt>
                <c:pt idx="617">
                  <c:v>1.4256217321571778</c:v>
                </c:pt>
                <c:pt idx="618">
                  <c:v>1.4256217321571778</c:v>
                </c:pt>
                <c:pt idx="619">
                  <c:v>1.4256217321571778</c:v>
                </c:pt>
                <c:pt idx="620">
                  <c:v>1.4256217321571778</c:v>
                </c:pt>
                <c:pt idx="621">
                  <c:v>1.4256217321571778</c:v>
                </c:pt>
                <c:pt idx="622">
                  <c:v>1.4256217321571778</c:v>
                </c:pt>
                <c:pt idx="623">
                  <c:v>1.4256217321571778</c:v>
                </c:pt>
                <c:pt idx="624">
                  <c:v>1.4256217321571778</c:v>
                </c:pt>
                <c:pt idx="625">
                  <c:v>1.4256217321571778</c:v>
                </c:pt>
                <c:pt idx="626">
                  <c:v>1.4256217321571778</c:v>
                </c:pt>
                <c:pt idx="627">
                  <c:v>1.4256217321571778</c:v>
                </c:pt>
                <c:pt idx="628">
                  <c:v>1.4256217321571778</c:v>
                </c:pt>
                <c:pt idx="629">
                  <c:v>1.4256217321571778</c:v>
                </c:pt>
                <c:pt idx="630">
                  <c:v>1.4256217321571778</c:v>
                </c:pt>
                <c:pt idx="631">
                  <c:v>1.4256217321571778</c:v>
                </c:pt>
                <c:pt idx="632">
                  <c:v>1.4256217321571778</c:v>
                </c:pt>
                <c:pt idx="633">
                  <c:v>1.4256217321571778</c:v>
                </c:pt>
                <c:pt idx="634">
                  <c:v>1.4256217321571778</c:v>
                </c:pt>
                <c:pt idx="635">
                  <c:v>1.4256217321571778</c:v>
                </c:pt>
                <c:pt idx="636">
                  <c:v>1.4256217321571778</c:v>
                </c:pt>
                <c:pt idx="637">
                  <c:v>1.4256217321571778</c:v>
                </c:pt>
                <c:pt idx="638">
                  <c:v>1.4256217321571778</c:v>
                </c:pt>
                <c:pt idx="639">
                  <c:v>1.4256217321571778</c:v>
                </c:pt>
                <c:pt idx="640">
                  <c:v>1.4256217321571778</c:v>
                </c:pt>
                <c:pt idx="641">
                  <c:v>1.4256217321571778</c:v>
                </c:pt>
                <c:pt idx="642">
                  <c:v>1.4256217321571778</c:v>
                </c:pt>
                <c:pt idx="643">
                  <c:v>1.4256217321571778</c:v>
                </c:pt>
                <c:pt idx="644">
                  <c:v>1.4256217321571778</c:v>
                </c:pt>
                <c:pt idx="645">
                  <c:v>1.4256217321571778</c:v>
                </c:pt>
                <c:pt idx="646">
                  <c:v>1.4256217321571778</c:v>
                </c:pt>
                <c:pt idx="647">
                  <c:v>1.4256217321571778</c:v>
                </c:pt>
                <c:pt idx="648">
                  <c:v>1.4256217321571778</c:v>
                </c:pt>
                <c:pt idx="649">
                  <c:v>1.4256217321571778</c:v>
                </c:pt>
                <c:pt idx="650">
                  <c:v>1.4256217321571778</c:v>
                </c:pt>
                <c:pt idx="651">
                  <c:v>1.4256217321571778</c:v>
                </c:pt>
                <c:pt idx="652">
                  <c:v>1.4256217321571778</c:v>
                </c:pt>
                <c:pt idx="653">
                  <c:v>1.4256217321571778</c:v>
                </c:pt>
                <c:pt idx="654">
                  <c:v>1.4256217321571778</c:v>
                </c:pt>
                <c:pt idx="655">
                  <c:v>1.4256217321571778</c:v>
                </c:pt>
                <c:pt idx="656">
                  <c:v>1.4256217321571778</c:v>
                </c:pt>
                <c:pt idx="657">
                  <c:v>1.4256217321571778</c:v>
                </c:pt>
                <c:pt idx="658">
                  <c:v>1.4256217321571778</c:v>
                </c:pt>
                <c:pt idx="659">
                  <c:v>1.4256217321571778</c:v>
                </c:pt>
                <c:pt idx="660">
                  <c:v>1.4256217321571778</c:v>
                </c:pt>
                <c:pt idx="661">
                  <c:v>1.4256217321571778</c:v>
                </c:pt>
                <c:pt idx="662">
                  <c:v>1.4256217321571778</c:v>
                </c:pt>
                <c:pt idx="663">
                  <c:v>1.4256217321571778</c:v>
                </c:pt>
                <c:pt idx="664">
                  <c:v>1.4256217321571778</c:v>
                </c:pt>
                <c:pt idx="665">
                  <c:v>1.4256217321571778</c:v>
                </c:pt>
                <c:pt idx="666">
                  <c:v>1.4256217321571778</c:v>
                </c:pt>
                <c:pt idx="667">
                  <c:v>1.4256217321571778</c:v>
                </c:pt>
                <c:pt idx="668">
                  <c:v>1.4256217321571778</c:v>
                </c:pt>
                <c:pt idx="669">
                  <c:v>1.4256217321571778</c:v>
                </c:pt>
                <c:pt idx="670">
                  <c:v>1.4256217321571778</c:v>
                </c:pt>
                <c:pt idx="671">
                  <c:v>1.4256217321571778</c:v>
                </c:pt>
                <c:pt idx="672">
                  <c:v>1.4256217321571778</c:v>
                </c:pt>
                <c:pt idx="673">
                  <c:v>1.4256217321571778</c:v>
                </c:pt>
                <c:pt idx="674">
                  <c:v>1.4256217321571778</c:v>
                </c:pt>
                <c:pt idx="675">
                  <c:v>1.4256217321571778</c:v>
                </c:pt>
                <c:pt idx="676">
                  <c:v>1.4256217321571778</c:v>
                </c:pt>
                <c:pt idx="677">
                  <c:v>1.4256217321571778</c:v>
                </c:pt>
                <c:pt idx="678">
                  <c:v>1.4256217321571778</c:v>
                </c:pt>
                <c:pt idx="679">
                  <c:v>1.4256217321571778</c:v>
                </c:pt>
                <c:pt idx="680">
                  <c:v>1.4256217321571778</c:v>
                </c:pt>
                <c:pt idx="681">
                  <c:v>1.4256217321571778</c:v>
                </c:pt>
                <c:pt idx="682">
                  <c:v>1.4256217321571778</c:v>
                </c:pt>
                <c:pt idx="683">
                  <c:v>1.4256217321571778</c:v>
                </c:pt>
                <c:pt idx="684">
                  <c:v>1.4256217321571778</c:v>
                </c:pt>
                <c:pt idx="685">
                  <c:v>1.4256217321571778</c:v>
                </c:pt>
                <c:pt idx="686">
                  <c:v>1.4256217321571778</c:v>
                </c:pt>
                <c:pt idx="687">
                  <c:v>1.4256217321571778</c:v>
                </c:pt>
                <c:pt idx="688">
                  <c:v>1.4256217321571778</c:v>
                </c:pt>
                <c:pt idx="689">
                  <c:v>1.4256217321571778</c:v>
                </c:pt>
                <c:pt idx="690">
                  <c:v>1.4256217321571778</c:v>
                </c:pt>
                <c:pt idx="691">
                  <c:v>1.4256217321571778</c:v>
                </c:pt>
                <c:pt idx="692">
                  <c:v>1.4256217321571778</c:v>
                </c:pt>
                <c:pt idx="693">
                  <c:v>1.4256217321571778</c:v>
                </c:pt>
                <c:pt idx="694">
                  <c:v>1.4256217321571778</c:v>
                </c:pt>
                <c:pt idx="695">
                  <c:v>1.4256217321571778</c:v>
                </c:pt>
                <c:pt idx="696">
                  <c:v>1.4256217321571778</c:v>
                </c:pt>
                <c:pt idx="697">
                  <c:v>1.4256217321571778</c:v>
                </c:pt>
                <c:pt idx="698">
                  <c:v>1.4256217321571778</c:v>
                </c:pt>
                <c:pt idx="699">
                  <c:v>1.4256217321571778</c:v>
                </c:pt>
                <c:pt idx="700">
                  <c:v>1.4256217321571778</c:v>
                </c:pt>
                <c:pt idx="701">
                  <c:v>1.4256217321571778</c:v>
                </c:pt>
                <c:pt idx="702">
                  <c:v>1.4256217321571778</c:v>
                </c:pt>
                <c:pt idx="703">
                  <c:v>1.4256217321571778</c:v>
                </c:pt>
                <c:pt idx="704">
                  <c:v>1.4256217321571778</c:v>
                </c:pt>
                <c:pt idx="705">
                  <c:v>1.4256217321571778</c:v>
                </c:pt>
                <c:pt idx="706">
                  <c:v>1.4256217321571778</c:v>
                </c:pt>
                <c:pt idx="707">
                  <c:v>1.4256217321571778</c:v>
                </c:pt>
                <c:pt idx="708">
                  <c:v>1.4256217321571778</c:v>
                </c:pt>
                <c:pt idx="709">
                  <c:v>1.4256217321571778</c:v>
                </c:pt>
                <c:pt idx="710">
                  <c:v>1.4256217321571778</c:v>
                </c:pt>
                <c:pt idx="711">
                  <c:v>1.4256217321571778</c:v>
                </c:pt>
                <c:pt idx="712">
                  <c:v>1.4256217321571778</c:v>
                </c:pt>
                <c:pt idx="713">
                  <c:v>1.4256217321571778</c:v>
                </c:pt>
                <c:pt idx="714">
                  <c:v>1.4256217321571778</c:v>
                </c:pt>
                <c:pt idx="715">
                  <c:v>1.4256217321571778</c:v>
                </c:pt>
                <c:pt idx="716">
                  <c:v>1.4256217321571778</c:v>
                </c:pt>
                <c:pt idx="717">
                  <c:v>1.4256217321571778</c:v>
                </c:pt>
                <c:pt idx="718">
                  <c:v>1.4256217321571778</c:v>
                </c:pt>
                <c:pt idx="719">
                  <c:v>1.4256217321571778</c:v>
                </c:pt>
                <c:pt idx="720">
                  <c:v>1.4256217321571778</c:v>
                </c:pt>
                <c:pt idx="721">
                  <c:v>1.4256217321571778</c:v>
                </c:pt>
                <c:pt idx="722">
                  <c:v>1.4256217321571778</c:v>
                </c:pt>
                <c:pt idx="723">
                  <c:v>1.4256217321571778</c:v>
                </c:pt>
                <c:pt idx="724">
                  <c:v>1.4256217321571778</c:v>
                </c:pt>
                <c:pt idx="725">
                  <c:v>1.4256217321571778</c:v>
                </c:pt>
                <c:pt idx="726">
                  <c:v>1.4256217321571778</c:v>
                </c:pt>
                <c:pt idx="727">
                  <c:v>1.4256217321571778</c:v>
                </c:pt>
                <c:pt idx="728">
                  <c:v>1.4256217321571778</c:v>
                </c:pt>
                <c:pt idx="729">
                  <c:v>1.4256217321571778</c:v>
                </c:pt>
                <c:pt idx="730">
                  <c:v>1.4256217321571778</c:v>
                </c:pt>
                <c:pt idx="731">
                  <c:v>1.4256217321571778</c:v>
                </c:pt>
                <c:pt idx="732">
                  <c:v>1.4256217321571778</c:v>
                </c:pt>
                <c:pt idx="733">
                  <c:v>1.4256217321571778</c:v>
                </c:pt>
                <c:pt idx="734">
                  <c:v>1.4256217321571778</c:v>
                </c:pt>
                <c:pt idx="735">
                  <c:v>1.4256217321571778</c:v>
                </c:pt>
                <c:pt idx="736">
                  <c:v>1.4256217321571778</c:v>
                </c:pt>
                <c:pt idx="737">
                  <c:v>1.4256217321571778</c:v>
                </c:pt>
                <c:pt idx="738">
                  <c:v>1.4256217321571778</c:v>
                </c:pt>
                <c:pt idx="739">
                  <c:v>1.4256217321571778</c:v>
                </c:pt>
                <c:pt idx="740">
                  <c:v>1.4256217321571778</c:v>
                </c:pt>
                <c:pt idx="741">
                  <c:v>1.4256217321571778</c:v>
                </c:pt>
                <c:pt idx="742">
                  <c:v>1.4256217321571778</c:v>
                </c:pt>
                <c:pt idx="743">
                  <c:v>1.4256217321571778</c:v>
                </c:pt>
                <c:pt idx="744">
                  <c:v>1.4256217321571778</c:v>
                </c:pt>
                <c:pt idx="745">
                  <c:v>1.4256217321571778</c:v>
                </c:pt>
                <c:pt idx="746">
                  <c:v>1.4256217321571778</c:v>
                </c:pt>
                <c:pt idx="747">
                  <c:v>1.4256217321571778</c:v>
                </c:pt>
                <c:pt idx="748">
                  <c:v>1.4256217321571778</c:v>
                </c:pt>
                <c:pt idx="749">
                  <c:v>1.4256217321571778</c:v>
                </c:pt>
                <c:pt idx="750">
                  <c:v>1.4256217321571778</c:v>
                </c:pt>
                <c:pt idx="751">
                  <c:v>1.4256217321571778</c:v>
                </c:pt>
                <c:pt idx="752">
                  <c:v>1.4256217321571778</c:v>
                </c:pt>
                <c:pt idx="753">
                  <c:v>1.4256217321571778</c:v>
                </c:pt>
                <c:pt idx="754">
                  <c:v>1.4256217321571778</c:v>
                </c:pt>
                <c:pt idx="755">
                  <c:v>1.4256217321571778</c:v>
                </c:pt>
                <c:pt idx="756">
                  <c:v>1.4256217321571778</c:v>
                </c:pt>
                <c:pt idx="757">
                  <c:v>1.4256217321571778</c:v>
                </c:pt>
                <c:pt idx="758">
                  <c:v>1.4256217321571778</c:v>
                </c:pt>
                <c:pt idx="759">
                  <c:v>1.4256217321571778</c:v>
                </c:pt>
                <c:pt idx="760">
                  <c:v>1.4256217321571778</c:v>
                </c:pt>
                <c:pt idx="761">
                  <c:v>1.4256217321571778</c:v>
                </c:pt>
                <c:pt idx="762">
                  <c:v>1.4256217321571778</c:v>
                </c:pt>
                <c:pt idx="763">
                  <c:v>1.4256217321571778</c:v>
                </c:pt>
                <c:pt idx="764">
                  <c:v>1.4256217321571778</c:v>
                </c:pt>
                <c:pt idx="765">
                  <c:v>1.4256217321571778</c:v>
                </c:pt>
                <c:pt idx="766">
                  <c:v>1.4256217321571778</c:v>
                </c:pt>
                <c:pt idx="767">
                  <c:v>1.4256217321571778</c:v>
                </c:pt>
                <c:pt idx="768">
                  <c:v>1.4256217321571778</c:v>
                </c:pt>
                <c:pt idx="769">
                  <c:v>1.4256217321571778</c:v>
                </c:pt>
                <c:pt idx="770">
                  <c:v>1.4256217321571778</c:v>
                </c:pt>
                <c:pt idx="771">
                  <c:v>1.4256217321571778</c:v>
                </c:pt>
                <c:pt idx="772">
                  <c:v>1.4256217321571778</c:v>
                </c:pt>
                <c:pt idx="773">
                  <c:v>1.4256217321571778</c:v>
                </c:pt>
                <c:pt idx="774">
                  <c:v>1.4256217321571778</c:v>
                </c:pt>
                <c:pt idx="775">
                  <c:v>1.4256217321571778</c:v>
                </c:pt>
                <c:pt idx="776">
                  <c:v>1.4256217321571778</c:v>
                </c:pt>
                <c:pt idx="777">
                  <c:v>1.4256217321571778</c:v>
                </c:pt>
                <c:pt idx="778">
                  <c:v>1.4256217321571778</c:v>
                </c:pt>
                <c:pt idx="779">
                  <c:v>1.4256217321571778</c:v>
                </c:pt>
                <c:pt idx="780">
                  <c:v>1.4256217321571778</c:v>
                </c:pt>
                <c:pt idx="781">
                  <c:v>1.4256217321571778</c:v>
                </c:pt>
                <c:pt idx="782">
                  <c:v>1.4256217321571778</c:v>
                </c:pt>
                <c:pt idx="783">
                  <c:v>1.4256217321571778</c:v>
                </c:pt>
                <c:pt idx="784">
                  <c:v>1.4256217321571778</c:v>
                </c:pt>
                <c:pt idx="785">
                  <c:v>1.4256217321571778</c:v>
                </c:pt>
                <c:pt idx="786">
                  <c:v>1.4256217321571778</c:v>
                </c:pt>
                <c:pt idx="787">
                  <c:v>1.4256217321571778</c:v>
                </c:pt>
                <c:pt idx="788">
                  <c:v>1.4256217321571778</c:v>
                </c:pt>
                <c:pt idx="789">
                  <c:v>1.4256217321571778</c:v>
                </c:pt>
                <c:pt idx="790">
                  <c:v>1.4256217321571778</c:v>
                </c:pt>
                <c:pt idx="791">
                  <c:v>1.4256217321571778</c:v>
                </c:pt>
                <c:pt idx="792">
                  <c:v>1.4256217321571778</c:v>
                </c:pt>
                <c:pt idx="793">
                  <c:v>1.4256217321571778</c:v>
                </c:pt>
                <c:pt idx="794">
                  <c:v>1.4256217321571778</c:v>
                </c:pt>
                <c:pt idx="795">
                  <c:v>1.4256217321571778</c:v>
                </c:pt>
                <c:pt idx="796">
                  <c:v>1.4256217321571778</c:v>
                </c:pt>
                <c:pt idx="797">
                  <c:v>1.4256217321571778</c:v>
                </c:pt>
                <c:pt idx="798">
                  <c:v>1.4256217321571778</c:v>
                </c:pt>
                <c:pt idx="799">
                  <c:v>1.4256217321571778</c:v>
                </c:pt>
                <c:pt idx="800">
                  <c:v>1.4256217321571778</c:v>
                </c:pt>
                <c:pt idx="801">
                  <c:v>1.4256217321571778</c:v>
                </c:pt>
                <c:pt idx="802">
                  <c:v>1.4256217321571778</c:v>
                </c:pt>
                <c:pt idx="803">
                  <c:v>1.4256217321571778</c:v>
                </c:pt>
                <c:pt idx="804">
                  <c:v>1.4256217321571778</c:v>
                </c:pt>
                <c:pt idx="805">
                  <c:v>1.4256217321571778</c:v>
                </c:pt>
                <c:pt idx="806">
                  <c:v>1.4256217321571778</c:v>
                </c:pt>
                <c:pt idx="807">
                  <c:v>1.4256217321571778</c:v>
                </c:pt>
                <c:pt idx="808">
                  <c:v>1.4256217321571778</c:v>
                </c:pt>
                <c:pt idx="809">
                  <c:v>1.4256217321571778</c:v>
                </c:pt>
                <c:pt idx="810">
                  <c:v>1.4256217321571778</c:v>
                </c:pt>
                <c:pt idx="811">
                  <c:v>1.4256217321571778</c:v>
                </c:pt>
                <c:pt idx="812">
                  <c:v>1.4256217321571778</c:v>
                </c:pt>
                <c:pt idx="813">
                  <c:v>1.4256217321571778</c:v>
                </c:pt>
                <c:pt idx="814">
                  <c:v>1.4256217321571778</c:v>
                </c:pt>
                <c:pt idx="815">
                  <c:v>1.4256217321571778</c:v>
                </c:pt>
                <c:pt idx="816">
                  <c:v>1.4256217321571778</c:v>
                </c:pt>
                <c:pt idx="817">
                  <c:v>1.4256217321571778</c:v>
                </c:pt>
                <c:pt idx="818">
                  <c:v>1.4256217321571778</c:v>
                </c:pt>
                <c:pt idx="819">
                  <c:v>1.4256217321571778</c:v>
                </c:pt>
                <c:pt idx="820">
                  <c:v>1.4256217321571778</c:v>
                </c:pt>
                <c:pt idx="821">
                  <c:v>1.4256217321571778</c:v>
                </c:pt>
                <c:pt idx="822">
                  <c:v>1.4256217321571778</c:v>
                </c:pt>
                <c:pt idx="823">
                  <c:v>1.4256217321571778</c:v>
                </c:pt>
                <c:pt idx="824">
                  <c:v>1.4256217321571778</c:v>
                </c:pt>
                <c:pt idx="825">
                  <c:v>1.4256217321571778</c:v>
                </c:pt>
                <c:pt idx="826">
                  <c:v>1.4256217321571778</c:v>
                </c:pt>
                <c:pt idx="827">
                  <c:v>1.4256217321571778</c:v>
                </c:pt>
                <c:pt idx="828">
                  <c:v>1.4256217321571778</c:v>
                </c:pt>
                <c:pt idx="829">
                  <c:v>1.4256217321571778</c:v>
                </c:pt>
                <c:pt idx="830">
                  <c:v>1.4256217321571778</c:v>
                </c:pt>
                <c:pt idx="831">
                  <c:v>1.4256217321571778</c:v>
                </c:pt>
                <c:pt idx="832">
                  <c:v>1.4256217321571778</c:v>
                </c:pt>
                <c:pt idx="833">
                  <c:v>1.4256217321571778</c:v>
                </c:pt>
                <c:pt idx="834">
                  <c:v>1.4256217321571778</c:v>
                </c:pt>
                <c:pt idx="835">
                  <c:v>1.4256217321571778</c:v>
                </c:pt>
                <c:pt idx="836">
                  <c:v>1.4256217321571778</c:v>
                </c:pt>
                <c:pt idx="837">
                  <c:v>1.4256217321571778</c:v>
                </c:pt>
                <c:pt idx="838">
                  <c:v>1.4256217321571778</c:v>
                </c:pt>
                <c:pt idx="839">
                  <c:v>1.4256217321571778</c:v>
                </c:pt>
                <c:pt idx="840">
                  <c:v>1.4256217321571778</c:v>
                </c:pt>
                <c:pt idx="841">
                  <c:v>1.4256217321571778</c:v>
                </c:pt>
                <c:pt idx="842">
                  <c:v>1.4256217321571778</c:v>
                </c:pt>
                <c:pt idx="843">
                  <c:v>1.4256217321571778</c:v>
                </c:pt>
                <c:pt idx="844">
                  <c:v>1.4256217321571778</c:v>
                </c:pt>
                <c:pt idx="845">
                  <c:v>1.4256217321571778</c:v>
                </c:pt>
                <c:pt idx="846">
                  <c:v>1.4256217321571778</c:v>
                </c:pt>
                <c:pt idx="847">
                  <c:v>1.4256217321571778</c:v>
                </c:pt>
                <c:pt idx="848">
                  <c:v>1.4256217321571778</c:v>
                </c:pt>
                <c:pt idx="849">
                  <c:v>1.4256217321571778</c:v>
                </c:pt>
                <c:pt idx="850">
                  <c:v>1.4256217321571778</c:v>
                </c:pt>
                <c:pt idx="851">
                  <c:v>1.4256217321571778</c:v>
                </c:pt>
                <c:pt idx="852">
                  <c:v>1.4256217321571778</c:v>
                </c:pt>
                <c:pt idx="853">
                  <c:v>1.4256217321571778</c:v>
                </c:pt>
                <c:pt idx="854">
                  <c:v>1.4256217321571778</c:v>
                </c:pt>
                <c:pt idx="855">
                  <c:v>1.4256217321571778</c:v>
                </c:pt>
                <c:pt idx="856">
                  <c:v>1.4256217321571778</c:v>
                </c:pt>
                <c:pt idx="857">
                  <c:v>1.4256217321571778</c:v>
                </c:pt>
                <c:pt idx="858">
                  <c:v>1.4256217321571778</c:v>
                </c:pt>
                <c:pt idx="859">
                  <c:v>1.4256217321571778</c:v>
                </c:pt>
                <c:pt idx="860">
                  <c:v>1.4256217321571778</c:v>
                </c:pt>
                <c:pt idx="861">
                  <c:v>1.4256217321571778</c:v>
                </c:pt>
                <c:pt idx="862">
                  <c:v>1.4256217321571778</c:v>
                </c:pt>
                <c:pt idx="863">
                  <c:v>1.4256217321571778</c:v>
                </c:pt>
                <c:pt idx="864">
                  <c:v>1.4256217321571778</c:v>
                </c:pt>
                <c:pt idx="865">
                  <c:v>1.4256217321571778</c:v>
                </c:pt>
                <c:pt idx="866">
                  <c:v>1.4256217321571778</c:v>
                </c:pt>
                <c:pt idx="867">
                  <c:v>1.4256217321571778</c:v>
                </c:pt>
                <c:pt idx="868">
                  <c:v>1.4256217321571778</c:v>
                </c:pt>
                <c:pt idx="869">
                  <c:v>1.4256217321571778</c:v>
                </c:pt>
                <c:pt idx="870">
                  <c:v>1.4256217321571778</c:v>
                </c:pt>
                <c:pt idx="871">
                  <c:v>1.4256217321571778</c:v>
                </c:pt>
                <c:pt idx="872">
                  <c:v>1.4256217321571778</c:v>
                </c:pt>
                <c:pt idx="873">
                  <c:v>1.4256217321571778</c:v>
                </c:pt>
                <c:pt idx="874">
                  <c:v>1.4256217321571778</c:v>
                </c:pt>
                <c:pt idx="875">
                  <c:v>1.4256217321571778</c:v>
                </c:pt>
                <c:pt idx="876">
                  <c:v>1.4256217321571778</c:v>
                </c:pt>
                <c:pt idx="877">
                  <c:v>1.4256217321571778</c:v>
                </c:pt>
                <c:pt idx="878">
                  <c:v>1.4256217321571778</c:v>
                </c:pt>
                <c:pt idx="879">
                  <c:v>1.4256217321571778</c:v>
                </c:pt>
                <c:pt idx="880">
                  <c:v>1.4256217321571778</c:v>
                </c:pt>
                <c:pt idx="881">
                  <c:v>1.4256217321571778</c:v>
                </c:pt>
                <c:pt idx="882">
                  <c:v>1.4256217321571778</c:v>
                </c:pt>
                <c:pt idx="883">
                  <c:v>1.4256217321571778</c:v>
                </c:pt>
                <c:pt idx="884">
                  <c:v>1.4256217321571778</c:v>
                </c:pt>
                <c:pt idx="885">
                  <c:v>1.4256217321571778</c:v>
                </c:pt>
                <c:pt idx="886">
                  <c:v>1.4256217321571778</c:v>
                </c:pt>
                <c:pt idx="887">
                  <c:v>1.4256217321571778</c:v>
                </c:pt>
                <c:pt idx="888">
                  <c:v>1.4256217321571778</c:v>
                </c:pt>
                <c:pt idx="889">
                  <c:v>1.4256217321571778</c:v>
                </c:pt>
                <c:pt idx="890">
                  <c:v>1.4256217321571778</c:v>
                </c:pt>
                <c:pt idx="891">
                  <c:v>1.4256217321571778</c:v>
                </c:pt>
                <c:pt idx="892">
                  <c:v>1.4256217321571778</c:v>
                </c:pt>
                <c:pt idx="893">
                  <c:v>1.4256217321571778</c:v>
                </c:pt>
                <c:pt idx="894">
                  <c:v>1.4256217321571778</c:v>
                </c:pt>
                <c:pt idx="895">
                  <c:v>1.4256217321571778</c:v>
                </c:pt>
                <c:pt idx="896">
                  <c:v>1.4256217321571778</c:v>
                </c:pt>
                <c:pt idx="897">
                  <c:v>1.4256217321571778</c:v>
                </c:pt>
                <c:pt idx="898">
                  <c:v>1.4256217321571778</c:v>
                </c:pt>
                <c:pt idx="899">
                  <c:v>1.4256217321571778</c:v>
                </c:pt>
                <c:pt idx="900">
                  <c:v>1.4256217321571778</c:v>
                </c:pt>
                <c:pt idx="901">
                  <c:v>1.4256217321571778</c:v>
                </c:pt>
                <c:pt idx="902">
                  <c:v>1.4256217321571778</c:v>
                </c:pt>
                <c:pt idx="903">
                  <c:v>1.4256217321571778</c:v>
                </c:pt>
                <c:pt idx="904">
                  <c:v>1.4256217321571778</c:v>
                </c:pt>
                <c:pt idx="905">
                  <c:v>1.4256217321571778</c:v>
                </c:pt>
                <c:pt idx="906">
                  <c:v>1.4256217321571778</c:v>
                </c:pt>
                <c:pt idx="907">
                  <c:v>1.4256217321571778</c:v>
                </c:pt>
                <c:pt idx="908">
                  <c:v>1.4256217321571778</c:v>
                </c:pt>
                <c:pt idx="909">
                  <c:v>1.4256217321571778</c:v>
                </c:pt>
                <c:pt idx="910">
                  <c:v>1.4256217321571778</c:v>
                </c:pt>
                <c:pt idx="911">
                  <c:v>1.4256217321571778</c:v>
                </c:pt>
                <c:pt idx="912">
                  <c:v>1.4256217321571778</c:v>
                </c:pt>
                <c:pt idx="913">
                  <c:v>1.4256217321571778</c:v>
                </c:pt>
                <c:pt idx="914">
                  <c:v>1.4256217321571778</c:v>
                </c:pt>
                <c:pt idx="915">
                  <c:v>1.4256217321571778</c:v>
                </c:pt>
                <c:pt idx="916">
                  <c:v>1.4256217321571778</c:v>
                </c:pt>
                <c:pt idx="917">
                  <c:v>1.4256217321571778</c:v>
                </c:pt>
                <c:pt idx="918">
                  <c:v>1.4256217321571778</c:v>
                </c:pt>
                <c:pt idx="919">
                  <c:v>1.4256217321571778</c:v>
                </c:pt>
                <c:pt idx="920">
                  <c:v>1.4256217321571778</c:v>
                </c:pt>
                <c:pt idx="921">
                  <c:v>1.4256217321571778</c:v>
                </c:pt>
                <c:pt idx="922">
                  <c:v>1.4256217321571778</c:v>
                </c:pt>
                <c:pt idx="923">
                  <c:v>1.4256217321571778</c:v>
                </c:pt>
                <c:pt idx="924">
                  <c:v>1.4256217321571778</c:v>
                </c:pt>
                <c:pt idx="925">
                  <c:v>1.4256217321571778</c:v>
                </c:pt>
                <c:pt idx="926">
                  <c:v>1.4256217321571778</c:v>
                </c:pt>
                <c:pt idx="927">
                  <c:v>1.4256217321571778</c:v>
                </c:pt>
                <c:pt idx="928">
                  <c:v>1.4256217321571778</c:v>
                </c:pt>
                <c:pt idx="929">
                  <c:v>1.4256217321571778</c:v>
                </c:pt>
                <c:pt idx="930">
                  <c:v>1.4256217321571778</c:v>
                </c:pt>
                <c:pt idx="931">
                  <c:v>1.4256217321571778</c:v>
                </c:pt>
                <c:pt idx="932">
                  <c:v>1.4256217321571778</c:v>
                </c:pt>
                <c:pt idx="933">
                  <c:v>1.4256217321571778</c:v>
                </c:pt>
                <c:pt idx="934">
                  <c:v>1.4256217321571778</c:v>
                </c:pt>
                <c:pt idx="935">
                  <c:v>1.4256217321571778</c:v>
                </c:pt>
                <c:pt idx="936">
                  <c:v>1.4256217321571778</c:v>
                </c:pt>
                <c:pt idx="937">
                  <c:v>1.4256217321571778</c:v>
                </c:pt>
                <c:pt idx="938">
                  <c:v>1.4256217321571778</c:v>
                </c:pt>
                <c:pt idx="939">
                  <c:v>1.4256217321571778</c:v>
                </c:pt>
                <c:pt idx="940">
                  <c:v>1.4256217321571778</c:v>
                </c:pt>
                <c:pt idx="941">
                  <c:v>1.4256217321571778</c:v>
                </c:pt>
                <c:pt idx="942">
                  <c:v>1.4256217321571778</c:v>
                </c:pt>
                <c:pt idx="943">
                  <c:v>1.4256217321571778</c:v>
                </c:pt>
                <c:pt idx="944">
                  <c:v>1.4256217321571778</c:v>
                </c:pt>
                <c:pt idx="945">
                  <c:v>1.4256217321571778</c:v>
                </c:pt>
                <c:pt idx="946">
                  <c:v>1.4256217321571778</c:v>
                </c:pt>
                <c:pt idx="947">
                  <c:v>1.4256217321571778</c:v>
                </c:pt>
                <c:pt idx="948">
                  <c:v>1.4256217321571778</c:v>
                </c:pt>
                <c:pt idx="949">
                  <c:v>1.4256217321571778</c:v>
                </c:pt>
                <c:pt idx="950">
                  <c:v>1.4256217321571778</c:v>
                </c:pt>
                <c:pt idx="951">
                  <c:v>1.4256217321571778</c:v>
                </c:pt>
                <c:pt idx="952">
                  <c:v>1.4256217321571778</c:v>
                </c:pt>
                <c:pt idx="953">
                  <c:v>1.4256217321571778</c:v>
                </c:pt>
                <c:pt idx="954">
                  <c:v>1.4256217321571778</c:v>
                </c:pt>
                <c:pt idx="955">
                  <c:v>1.4256217321571778</c:v>
                </c:pt>
                <c:pt idx="956">
                  <c:v>1.4256217321571778</c:v>
                </c:pt>
                <c:pt idx="957">
                  <c:v>1.4256217321571778</c:v>
                </c:pt>
                <c:pt idx="958">
                  <c:v>1.4256217321571778</c:v>
                </c:pt>
                <c:pt idx="959">
                  <c:v>1.4256217321571778</c:v>
                </c:pt>
                <c:pt idx="960">
                  <c:v>1.4256217321571778</c:v>
                </c:pt>
                <c:pt idx="961">
                  <c:v>1.4256217321571778</c:v>
                </c:pt>
                <c:pt idx="962">
                  <c:v>1.4256217321571778</c:v>
                </c:pt>
                <c:pt idx="963">
                  <c:v>1.4256217321571778</c:v>
                </c:pt>
                <c:pt idx="964">
                  <c:v>1.4256217321571778</c:v>
                </c:pt>
                <c:pt idx="965">
                  <c:v>1.4256217321571778</c:v>
                </c:pt>
                <c:pt idx="966">
                  <c:v>1.4256217321571778</c:v>
                </c:pt>
                <c:pt idx="967">
                  <c:v>1.4256217321571778</c:v>
                </c:pt>
                <c:pt idx="968">
                  <c:v>1.4256217321571778</c:v>
                </c:pt>
                <c:pt idx="969">
                  <c:v>1.4256217321571778</c:v>
                </c:pt>
                <c:pt idx="970">
                  <c:v>1.4256217321571778</c:v>
                </c:pt>
                <c:pt idx="971">
                  <c:v>1.4256217321571778</c:v>
                </c:pt>
                <c:pt idx="972">
                  <c:v>1.4256217321571778</c:v>
                </c:pt>
                <c:pt idx="973">
                  <c:v>1.4256217321571778</c:v>
                </c:pt>
                <c:pt idx="974">
                  <c:v>1.4256217321571778</c:v>
                </c:pt>
                <c:pt idx="975">
                  <c:v>1.4256217321571778</c:v>
                </c:pt>
                <c:pt idx="976">
                  <c:v>1.4256217321571778</c:v>
                </c:pt>
                <c:pt idx="977">
                  <c:v>1.4256217321571778</c:v>
                </c:pt>
                <c:pt idx="978">
                  <c:v>1.4256217321571778</c:v>
                </c:pt>
                <c:pt idx="979">
                  <c:v>1.4256217321571778</c:v>
                </c:pt>
                <c:pt idx="980">
                  <c:v>1.4256217321571778</c:v>
                </c:pt>
                <c:pt idx="981">
                  <c:v>1.4256217321571778</c:v>
                </c:pt>
                <c:pt idx="982">
                  <c:v>1.4256217321571778</c:v>
                </c:pt>
                <c:pt idx="983">
                  <c:v>1.4256217321571778</c:v>
                </c:pt>
                <c:pt idx="984">
                  <c:v>1.4256217321571778</c:v>
                </c:pt>
                <c:pt idx="985">
                  <c:v>1.4256217321571778</c:v>
                </c:pt>
                <c:pt idx="986">
                  <c:v>1.4256217321571778</c:v>
                </c:pt>
                <c:pt idx="987">
                  <c:v>1.4256217321571778</c:v>
                </c:pt>
                <c:pt idx="988">
                  <c:v>1.4256217321571778</c:v>
                </c:pt>
                <c:pt idx="989">
                  <c:v>1.4256217321571778</c:v>
                </c:pt>
                <c:pt idx="990">
                  <c:v>1.4256217321571778</c:v>
                </c:pt>
                <c:pt idx="991">
                  <c:v>1.4256217321571778</c:v>
                </c:pt>
                <c:pt idx="992">
                  <c:v>1.4256217321571778</c:v>
                </c:pt>
                <c:pt idx="993">
                  <c:v>1.4256217321571778</c:v>
                </c:pt>
                <c:pt idx="994">
                  <c:v>1.4256217321571778</c:v>
                </c:pt>
                <c:pt idx="995">
                  <c:v>1.4256217321571778</c:v>
                </c:pt>
                <c:pt idx="996">
                  <c:v>1.4256217321571778</c:v>
                </c:pt>
                <c:pt idx="997">
                  <c:v>1.4256217321571778</c:v>
                </c:pt>
                <c:pt idx="998">
                  <c:v>1.4256217321571778</c:v>
                </c:pt>
                <c:pt idx="999">
                  <c:v>1.4256217321571778</c:v>
                </c:pt>
                <c:pt idx="1000">
                  <c:v>1.4256217321571778</c:v>
                </c:pt>
                <c:pt idx="1001">
                  <c:v>1.4256217321571778</c:v>
                </c:pt>
                <c:pt idx="1002">
                  <c:v>1.4256217321571778</c:v>
                </c:pt>
                <c:pt idx="1003">
                  <c:v>1.4256217321571778</c:v>
                </c:pt>
                <c:pt idx="1004">
                  <c:v>1.4256217321571778</c:v>
                </c:pt>
                <c:pt idx="1005">
                  <c:v>1.4256217321571778</c:v>
                </c:pt>
                <c:pt idx="1006">
                  <c:v>1.4256217321571778</c:v>
                </c:pt>
                <c:pt idx="1007">
                  <c:v>1.4256217321571778</c:v>
                </c:pt>
                <c:pt idx="1008">
                  <c:v>1.4256217321571778</c:v>
                </c:pt>
                <c:pt idx="1009">
                  <c:v>1.4256217321571778</c:v>
                </c:pt>
                <c:pt idx="1010">
                  <c:v>1.4256217321571778</c:v>
                </c:pt>
                <c:pt idx="1011">
                  <c:v>1.4256217321571778</c:v>
                </c:pt>
                <c:pt idx="1012">
                  <c:v>1.4256217321571778</c:v>
                </c:pt>
                <c:pt idx="1013">
                  <c:v>1.4256217321571778</c:v>
                </c:pt>
                <c:pt idx="1014">
                  <c:v>1.4256217321571778</c:v>
                </c:pt>
                <c:pt idx="1015">
                  <c:v>1.4256217321571778</c:v>
                </c:pt>
                <c:pt idx="1016">
                  <c:v>1.4256217321571778</c:v>
                </c:pt>
                <c:pt idx="1017">
                  <c:v>1.4256217321571778</c:v>
                </c:pt>
                <c:pt idx="1018">
                  <c:v>1.4256217321571778</c:v>
                </c:pt>
                <c:pt idx="1019">
                  <c:v>1.4256217321571778</c:v>
                </c:pt>
                <c:pt idx="1020">
                  <c:v>1.4256217321571778</c:v>
                </c:pt>
                <c:pt idx="1021">
                  <c:v>1.4256217321571778</c:v>
                </c:pt>
                <c:pt idx="1022">
                  <c:v>1.4256217321571778</c:v>
                </c:pt>
                <c:pt idx="1023">
                  <c:v>1.4256217321571778</c:v>
                </c:pt>
                <c:pt idx="1024">
                  <c:v>1.4256217321571778</c:v>
                </c:pt>
                <c:pt idx="1025">
                  <c:v>1.4256217321571778</c:v>
                </c:pt>
                <c:pt idx="1026">
                  <c:v>1.4256217321571778</c:v>
                </c:pt>
                <c:pt idx="1027">
                  <c:v>1.4256217321571778</c:v>
                </c:pt>
                <c:pt idx="1028">
                  <c:v>1.4256217321571778</c:v>
                </c:pt>
                <c:pt idx="1029">
                  <c:v>1.4256217321571778</c:v>
                </c:pt>
                <c:pt idx="1030">
                  <c:v>1.4256217321571778</c:v>
                </c:pt>
                <c:pt idx="1031">
                  <c:v>1.4256217321571778</c:v>
                </c:pt>
                <c:pt idx="1032">
                  <c:v>1.4256217321571778</c:v>
                </c:pt>
                <c:pt idx="1033">
                  <c:v>1.4256217321571778</c:v>
                </c:pt>
                <c:pt idx="1034">
                  <c:v>1.4256217321571778</c:v>
                </c:pt>
                <c:pt idx="1035">
                  <c:v>1.4256217321571778</c:v>
                </c:pt>
                <c:pt idx="1036">
                  <c:v>1.4256217321571778</c:v>
                </c:pt>
                <c:pt idx="1037">
                  <c:v>1.4256217321571778</c:v>
                </c:pt>
                <c:pt idx="1038">
                  <c:v>1.4256217321571778</c:v>
                </c:pt>
                <c:pt idx="1039">
                  <c:v>1.4256217321571778</c:v>
                </c:pt>
                <c:pt idx="1040">
                  <c:v>1.4256217321571778</c:v>
                </c:pt>
                <c:pt idx="1041">
                  <c:v>1.4256217321571778</c:v>
                </c:pt>
                <c:pt idx="1042">
                  <c:v>1.4256217321571778</c:v>
                </c:pt>
                <c:pt idx="1043">
                  <c:v>1.4256217321571778</c:v>
                </c:pt>
                <c:pt idx="1044">
                  <c:v>1.4256217321571778</c:v>
                </c:pt>
                <c:pt idx="1045">
                  <c:v>1.4256217321571778</c:v>
                </c:pt>
                <c:pt idx="1046">
                  <c:v>1.4256217321571778</c:v>
                </c:pt>
                <c:pt idx="1047">
                  <c:v>1.4256217321571778</c:v>
                </c:pt>
                <c:pt idx="1048">
                  <c:v>1.4256217321571778</c:v>
                </c:pt>
                <c:pt idx="1049">
                  <c:v>1.4256217321571778</c:v>
                </c:pt>
                <c:pt idx="1050">
                  <c:v>1.4256217321571778</c:v>
                </c:pt>
                <c:pt idx="1051">
                  <c:v>1.4256217321571778</c:v>
                </c:pt>
                <c:pt idx="1052">
                  <c:v>1.4256217321571778</c:v>
                </c:pt>
                <c:pt idx="1053">
                  <c:v>1.4256217321571778</c:v>
                </c:pt>
                <c:pt idx="1054">
                  <c:v>1.4256217321571778</c:v>
                </c:pt>
                <c:pt idx="1055">
                  <c:v>1.4256217321571778</c:v>
                </c:pt>
                <c:pt idx="1056">
                  <c:v>1.4256217321571778</c:v>
                </c:pt>
                <c:pt idx="1057">
                  <c:v>1.4256217321571778</c:v>
                </c:pt>
                <c:pt idx="1058">
                  <c:v>1.4256217321571778</c:v>
                </c:pt>
                <c:pt idx="1059">
                  <c:v>1.4256217321571778</c:v>
                </c:pt>
                <c:pt idx="1060">
                  <c:v>1.4256217321571778</c:v>
                </c:pt>
                <c:pt idx="1061">
                  <c:v>1.4256217321571778</c:v>
                </c:pt>
                <c:pt idx="1062">
                  <c:v>1.4256217321571778</c:v>
                </c:pt>
                <c:pt idx="1063">
                  <c:v>1.4256217321571778</c:v>
                </c:pt>
                <c:pt idx="1064">
                  <c:v>1.4256217321571778</c:v>
                </c:pt>
                <c:pt idx="1065">
                  <c:v>1.4256217321571778</c:v>
                </c:pt>
                <c:pt idx="1066">
                  <c:v>1.4256217321571778</c:v>
                </c:pt>
                <c:pt idx="1067">
                  <c:v>1.4256217321571778</c:v>
                </c:pt>
                <c:pt idx="1068">
                  <c:v>1.4256217321571778</c:v>
                </c:pt>
                <c:pt idx="1069">
                  <c:v>1.4256217321571778</c:v>
                </c:pt>
                <c:pt idx="1070">
                  <c:v>1.4256217321571778</c:v>
                </c:pt>
                <c:pt idx="1071">
                  <c:v>1.4256217321571778</c:v>
                </c:pt>
                <c:pt idx="1072">
                  <c:v>1.4256217321571778</c:v>
                </c:pt>
                <c:pt idx="1073">
                  <c:v>1.4256217321571778</c:v>
                </c:pt>
                <c:pt idx="1074">
                  <c:v>1.4256217321571778</c:v>
                </c:pt>
                <c:pt idx="1075">
                  <c:v>1.4256217321571778</c:v>
                </c:pt>
                <c:pt idx="1076">
                  <c:v>1.4256217321571778</c:v>
                </c:pt>
                <c:pt idx="1077">
                  <c:v>1.4256217321571778</c:v>
                </c:pt>
                <c:pt idx="1078">
                  <c:v>1.4256217321571778</c:v>
                </c:pt>
                <c:pt idx="1079">
                  <c:v>1.4256217321571778</c:v>
                </c:pt>
                <c:pt idx="1080">
                  <c:v>1.4256217321571778</c:v>
                </c:pt>
                <c:pt idx="1081">
                  <c:v>1.4256217321571778</c:v>
                </c:pt>
                <c:pt idx="1082">
                  <c:v>1.4256217321571778</c:v>
                </c:pt>
                <c:pt idx="1083">
                  <c:v>1.4256217321571778</c:v>
                </c:pt>
                <c:pt idx="1084">
                  <c:v>1.4256217321571778</c:v>
                </c:pt>
                <c:pt idx="1085">
                  <c:v>1.4256217321571778</c:v>
                </c:pt>
                <c:pt idx="1086">
                  <c:v>1.4256217321571778</c:v>
                </c:pt>
                <c:pt idx="1087">
                  <c:v>1.4256217321571778</c:v>
                </c:pt>
                <c:pt idx="1088">
                  <c:v>1.4256217321571778</c:v>
                </c:pt>
                <c:pt idx="1089">
                  <c:v>1.4256217321571778</c:v>
                </c:pt>
                <c:pt idx="1090">
                  <c:v>1.4256217321571778</c:v>
                </c:pt>
                <c:pt idx="1091">
                  <c:v>1.4256217321571778</c:v>
                </c:pt>
                <c:pt idx="1092">
                  <c:v>1.4256217321571778</c:v>
                </c:pt>
                <c:pt idx="1093">
                  <c:v>1.4256217321571778</c:v>
                </c:pt>
                <c:pt idx="1094">
                  <c:v>1.4256217321571778</c:v>
                </c:pt>
                <c:pt idx="1095">
                  <c:v>1.4256217321571778</c:v>
                </c:pt>
                <c:pt idx="1096">
                  <c:v>1.4256217321571778</c:v>
                </c:pt>
                <c:pt idx="1097">
                  <c:v>1.4256217321571778</c:v>
                </c:pt>
                <c:pt idx="1098">
                  <c:v>1.4256217321571778</c:v>
                </c:pt>
                <c:pt idx="1099">
                  <c:v>1.4256217321571778</c:v>
                </c:pt>
                <c:pt idx="1100">
                  <c:v>1.4256217321571778</c:v>
                </c:pt>
                <c:pt idx="1101">
                  <c:v>1.4256217321571778</c:v>
                </c:pt>
                <c:pt idx="1102">
                  <c:v>1.4256217321571778</c:v>
                </c:pt>
                <c:pt idx="1103">
                  <c:v>1.4256217321571778</c:v>
                </c:pt>
                <c:pt idx="1104">
                  <c:v>1.4256217321571778</c:v>
                </c:pt>
                <c:pt idx="1105">
                  <c:v>1.4256217321571778</c:v>
                </c:pt>
                <c:pt idx="1106">
                  <c:v>1.4256217321571778</c:v>
                </c:pt>
                <c:pt idx="1107">
                  <c:v>1.4256217321571778</c:v>
                </c:pt>
                <c:pt idx="1108">
                  <c:v>1.4256217321571778</c:v>
                </c:pt>
                <c:pt idx="1109">
                  <c:v>1.4256217321571778</c:v>
                </c:pt>
                <c:pt idx="1110">
                  <c:v>1.4256217321571778</c:v>
                </c:pt>
                <c:pt idx="1111">
                  <c:v>1.4256217321571778</c:v>
                </c:pt>
                <c:pt idx="1112">
                  <c:v>1.4256217321571778</c:v>
                </c:pt>
                <c:pt idx="1113">
                  <c:v>1.4256217321571778</c:v>
                </c:pt>
                <c:pt idx="1114">
                  <c:v>1.4256217321571778</c:v>
                </c:pt>
                <c:pt idx="1115">
                  <c:v>1.4256217321571778</c:v>
                </c:pt>
                <c:pt idx="1116">
                  <c:v>1.4256217321571778</c:v>
                </c:pt>
                <c:pt idx="1117">
                  <c:v>1.4256217321571778</c:v>
                </c:pt>
                <c:pt idx="1118">
                  <c:v>1.4256217321571778</c:v>
                </c:pt>
                <c:pt idx="1119">
                  <c:v>1.4256217321571778</c:v>
                </c:pt>
                <c:pt idx="1120">
                  <c:v>1.4256217321571778</c:v>
                </c:pt>
                <c:pt idx="1121">
                  <c:v>1.4256217321571778</c:v>
                </c:pt>
                <c:pt idx="1122">
                  <c:v>1.4256217321571778</c:v>
                </c:pt>
                <c:pt idx="1123">
                  <c:v>1.4256217321571778</c:v>
                </c:pt>
                <c:pt idx="1124">
                  <c:v>1.4256217321571778</c:v>
                </c:pt>
                <c:pt idx="1125">
                  <c:v>1.4256217321571778</c:v>
                </c:pt>
                <c:pt idx="1126">
                  <c:v>1.4256217321571778</c:v>
                </c:pt>
                <c:pt idx="1127">
                  <c:v>1.4256217321571778</c:v>
                </c:pt>
                <c:pt idx="1128">
                  <c:v>1.4256217321571778</c:v>
                </c:pt>
                <c:pt idx="1129">
                  <c:v>1.4256217321571778</c:v>
                </c:pt>
                <c:pt idx="1130">
                  <c:v>1.4256217321571778</c:v>
                </c:pt>
                <c:pt idx="1131">
                  <c:v>1.4256217321571778</c:v>
                </c:pt>
                <c:pt idx="1132">
                  <c:v>1.4256217321571778</c:v>
                </c:pt>
                <c:pt idx="1133">
                  <c:v>1.4256217321571778</c:v>
                </c:pt>
                <c:pt idx="1134">
                  <c:v>1.4256217321571778</c:v>
                </c:pt>
                <c:pt idx="1135">
                  <c:v>1.4256217321571778</c:v>
                </c:pt>
                <c:pt idx="1136">
                  <c:v>1.4256217321571778</c:v>
                </c:pt>
                <c:pt idx="1137">
                  <c:v>1.4256217321571778</c:v>
                </c:pt>
                <c:pt idx="1138">
                  <c:v>1.4256217321571778</c:v>
                </c:pt>
                <c:pt idx="1139">
                  <c:v>1.4256217321571778</c:v>
                </c:pt>
                <c:pt idx="1140">
                  <c:v>1.4256217321571778</c:v>
                </c:pt>
                <c:pt idx="1141">
                  <c:v>1.4256217321571778</c:v>
                </c:pt>
                <c:pt idx="1142">
                  <c:v>1.4256217321571778</c:v>
                </c:pt>
                <c:pt idx="1143">
                  <c:v>1.4256217321571778</c:v>
                </c:pt>
                <c:pt idx="1144">
                  <c:v>1.4256217321571778</c:v>
                </c:pt>
                <c:pt idx="1145">
                  <c:v>1.4256217321571778</c:v>
                </c:pt>
                <c:pt idx="1146">
                  <c:v>1.4256217321571778</c:v>
                </c:pt>
                <c:pt idx="1147">
                  <c:v>1.4256217321571778</c:v>
                </c:pt>
                <c:pt idx="1148">
                  <c:v>1.4256217321571778</c:v>
                </c:pt>
                <c:pt idx="1149">
                  <c:v>1.4256217321571778</c:v>
                </c:pt>
                <c:pt idx="1150">
                  <c:v>1.4256217321571778</c:v>
                </c:pt>
                <c:pt idx="1151">
                  <c:v>1.4256217321571778</c:v>
                </c:pt>
                <c:pt idx="1152">
                  <c:v>1.4256217321571778</c:v>
                </c:pt>
                <c:pt idx="1153">
                  <c:v>1.4256217321571778</c:v>
                </c:pt>
                <c:pt idx="1154">
                  <c:v>1.4256217321571778</c:v>
                </c:pt>
                <c:pt idx="1155">
                  <c:v>1.4256217321571778</c:v>
                </c:pt>
                <c:pt idx="1156">
                  <c:v>1.4256217321571778</c:v>
                </c:pt>
                <c:pt idx="1157">
                  <c:v>1.4256217321571778</c:v>
                </c:pt>
                <c:pt idx="1158">
                  <c:v>1.4256217321571778</c:v>
                </c:pt>
                <c:pt idx="1159">
                  <c:v>1.4256217321571778</c:v>
                </c:pt>
                <c:pt idx="1160">
                  <c:v>1.4256217321571778</c:v>
                </c:pt>
                <c:pt idx="1161">
                  <c:v>1.4256217321571778</c:v>
                </c:pt>
                <c:pt idx="1162">
                  <c:v>1.4256217321571778</c:v>
                </c:pt>
                <c:pt idx="1163">
                  <c:v>1.4256217321571778</c:v>
                </c:pt>
                <c:pt idx="1164">
                  <c:v>1.4256217321571778</c:v>
                </c:pt>
                <c:pt idx="1165">
                  <c:v>1.4256217321571778</c:v>
                </c:pt>
                <c:pt idx="1166">
                  <c:v>1.4256217321571778</c:v>
                </c:pt>
                <c:pt idx="1167">
                  <c:v>1.4256217321571778</c:v>
                </c:pt>
                <c:pt idx="1168">
                  <c:v>1.4256217321571778</c:v>
                </c:pt>
                <c:pt idx="1169">
                  <c:v>1.4256217321571778</c:v>
                </c:pt>
                <c:pt idx="1170">
                  <c:v>1.4256217321571778</c:v>
                </c:pt>
                <c:pt idx="1171">
                  <c:v>1.4256217321571778</c:v>
                </c:pt>
                <c:pt idx="1172">
                  <c:v>1.4256217321571778</c:v>
                </c:pt>
                <c:pt idx="1173">
                  <c:v>1.4256217321571778</c:v>
                </c:pt>
                <c:pt idx="1174">
                  <c:v>1.4256217321571778</c:v>
                </c:pt>
                <c:pt idx="1175">
                  <c:v>1.4256217321571778</c:v>
                </c:pt>
                <c:pt idx="1176">
                  <c:v>1.4256217321571778</c:v>
                </c:pt>
                <c:pt idx="1177">
                  <c:v>1.4256217321571778</c:v>
                </c:pt>
                <c:pt idx="1178">
                  <c:v>1.4256217321571778</c:v>
                </c:pt>
                <c:pt idx="1179">
                  <c:v>1.4256217321571778</c:v>
                </c:pt>
                <c:pt idx="1180">
                  <c:v>1.4256217321571778</c:v>
                </c:pt>
                <c:pt idx="1181">
                  <c:v>1.4256217321571778</c:v>
                </c:pt>
                <c:pt idx="1182">
                  <c:v>1.4256217321571778</c:v>
                </c:pt>
                <c:pt idx="1183">
                  <c:v>1.4256217321571778</c:v>
                </c:pt>
                <c:pt idx="1184">
                  <c:v>1.4256217321571778</c:v>
                </c:pt>
                <c:pt idx="1185">
                  <c:v>1.4256217321571778</c:v>
                </c:pt>
                <c:pt idx="1186">
                  <c:v>1.4256217321571778</c:v>
                </c:pt>
                <c:pt idx="1187">
                  <c:v>1.4256217321571778</c:v>
                </c:pt>
                <c:pt idx="1188">
                  <c:v>1.4256217321571778</c:v>
                </c:pt>
                <c:pt idx="1189">
                  <c:v>1.4256217321571778</c:v>
                </c:pt>
                <c:pt idx="1190">
                  <c:v>1.4256217321571778</c:v>
                </c:pt>
                <c:pt idx="1191">
                  <c:v>1.4256217321571778</c:v>
                </c:pt>
                <c:pt idx="1192">
                  <c:v>1.4256217321571778</c:v>
                </c:pt>
                <c:pt idx="1193">
                  <c:v>1.4256217321571778</c:v>
                </c:pt>
                <c:pt idx="1194">
                  <c:v>1.4256217321571778</c:v>
                </c:pt>
                <c:pt idx="1195">
                  <c:v>1.4256217321571778</c:v>
                </c:pt>
                <c:pt idx="1196">
                  <c:v>1.4256217321571778</c:v>
                </c:pt>
                <c:pt idx="1197">
                  <c:v>1.4256217321571778</c:v>
                </c:pt>
                <c:pt idx="1198">
                  <c:v>1.4256217321571778</c:v>
                </c:pt>
                <c:pt idx="1199">
                  <c:v>1.4256217321571778</c:v>
                </c:pt>
                <c:pt idx="1200">
                  <c:v>1.4256217321571778</c:v>
                </c:pt>
                <c:pt idx="1201">
                  <c:v>1.4256217321571778</c:v>
                </c:pt>
                <c:pt idx="1202">
                  <c:v>1.4256217321571778</c:v>
                </c:pt>
                <c:pt idx="1203">
                  <c:v>1.4256217321571778</c:v>
                </c:pt>
                <c:pt idx="1204">
                  <c:v>1.4256217321571778</c:v>
                </c:pt>
                <c:pt idx="1205">
                  <c:v>1.4256217321571778</c:v>
                </c:pt>
                <c:pt idx="1206">
                  <c:v>1.4256217321571778</c:v>
                </c:pt>
                <c:pt idx="1207">
                  <c:v>1.4256217321571778</c:v>
                </c:pt>
                <c:pt idx="1208">
                  <c:v>1.4256217321571778</c:v>
                </c:pt>
                <c:pt idx="1209">
                  <c:v>1.4256217321571778</c:v>
                </c:pt>
                <c:pt idx="1210">
                  <c:v>1.4256217321571778</c:v>
                </c:pt>
                <c:pt idx="1211">
                  <c:v>1.4256217321571778</c:v>
                </c:pt>
                <c:pt idx="1212">
                  <c:v>1.4256217321571778</c:v>
                </c:pt>
                <c:pt idx="1213">
                  <c:v>1.4256217321571778</c:v>
                </c:pt>
                <c:pt idx="1214">
                  <c:v>1.4256217321571778</c:v>
                </c:pt>
                <c:pt idx="1215">
                  <c:v>1.4256217321571778</c:v>
                </c:pt>
                <c:pt idx="1216">
                  <c:v>1.4256217321571778</c:v>
                </c:pt>
                <c:pt idx="1217">
                  <c:v>1.4256217321571778</c:v>
                </c:pt>
                <c:pt idx="1218">
                  <c:v>1.4256217321571778</c:v>
                </c:pt>
                <c:pt idx="1219">
                  <c:v>1.4256217321571778</c:v>
                </c:pt>
                <c:pt idx="1220">
                  <c:v>1.4256217321571778</c:v>
                </c:pt>
                <c:pt idx="1221">
                  <c:v>1.4256217321571778</c:v>
                </c:pt>
                <c:pt idx="1222">
                  <c:v>1.4256217321571778</c:v>
                </c:pt>
                <c:pt idx="1223">
                  <c:v>1.4256217321571778</c:v>
                </c:pt>
                <c:pt idx="1224">
                  <c:v>1.4256217321571778</c:v>
                </c:pt>
                <c:pt idx="1225">
                  <c:v>1.4256217321571778</c:v>
                </c:pt>
                <c:pt idx="1226">
                  <c:v>1.4256217321571778</c:v>
                </c:pt>
                <c:pt idx="1227">
                  <c:v>1.4256217321571778</c:v>
                </c:pt>
                <c:pt idx="1228">
                  <c:v>1.4256217321571778</c:v>
                </c:pt>
                <c:pt idx="1229">
                  <c:v>1.4256217321571778</c:v>
                </c:pt>
                <c:pt idx="1230">
                  <c:v>1.4256217321571778</c:v>
                </c:pt>
                <c:pt idx="1231">
                  <c:v>1.4256217321571778</c:v>
                </c:pt>
                <c:pt idx="1232">
                  <c:v>1.4256217321571778</c:v>
                </c:pt>
                <c:pt idx="1233">
                  <c:v>1.4256217321571778</c:v>
                </c:pt>
                <c:pt idx="1234">
                  <c:v>1.4256217321571778</c:v>
                </c:pt>
                <c:pt idx="1235">
                  <c:v>1.4256217321571778</c:v>
                </c:pt>
                <c:pt idx="1236">
                  <c:v>1.4256217321571778</c:v>
                </c:pt>
                <c:pt idx="1237">
                  <c:v>1.4256217321571778</c:v>
                </c:pt>
                <c:pt idx="1238">
                  <c:v>1.4256217321571778</c:v>
                </c:pt>
                <c:pt idx="1239">
                  <c:v>1.4256217321571778</c:v>
                </c:pt>
                <c:pt idx="1240">
                  <c:v>1.4256217321571778</c:v>
                </c:pt>
                <c:pt idx="1241">
                  <c:v>1.4256217321571778</c:v>
                </c:pt>
                <c:pt idx="1242">
                  <c:v>1.4256217321571778</c:v>
                </c:pt>
                <c:pt idx="1243">
                  <c:v>1.4256217321571778</c:v>
                </c:pt>
                <c:pt idx="1244">
                  <c:v>1.4256217321571778</c:v>
                </c:pt>
                <c:pt idx="1245">
                  <c:v>1.4256217321571778</c:v>
                </c:pt>
                <c:pt idx="1246">
                  <c:v>1.4256217321571778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5369-482A-AABF-3F96793D90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84353871"/>
        <c:axId val="1384354351"/>
      </c:lineChart>
      <c:dateAx>
        <c:axId val="1384353871"/>
        <c:scaling>
          <c:orientation val="minMax"/>
          <c:max val="45974"/>
        </c:scaling>
        <c:delete val="0"/>
        <c:axPos val="b"/>
        <c:numFmt formatCode="[$-409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pPr>
            <a:endParaRPr lang="en-US"/>
          </a:p>
        </c:txPr>
        <c:crossAx val="1384354351"/>
        <c:crosses val="autoZero"/>
        <c:auto val="1"/>
        <c:lblOffset val="100"/>
        <c:baseTimeUnit val="days"/>
        <c:majorUnit val="12"/>
        <c:majorTimeUnit val="months"/>
      </c:dateAx>
      <c:valAx>
        <c:axId val="1384354351"/>
        <c:scaling>
          <c:orientation val="minMax"/>
          <c:min val="0.5"/>
        </c:scaling>
        <c:delete val="0"/>
        <c:axPos val="l"/>
        <c:numFmt formatCode="#,##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pPr>
            <a:endParaRPr lang="en-US"/>
          </a:p>
        </c:txPr>
        <c:crossAx val="1384353871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2400">
          <a:latin typeface="Noto Sans" panose="020B0502040504020204" pitchFamily="34" charset="0"/>
          <a:ea typeface="Noto Sans" panose="020B0502040504020204" pitchFamily="34" charset="0"/>
          <a:cs typeface="Noto Sans" panose="020B0502040504020204" pitchFamily="34" charset="0"/>
        </a:defRPr>
      </a:pPr>
      <a:endParaRPr lang="en-US"/>
    </a:p>
  </c:txPr>
  <c:externalData r:id="rId4">
    <c:autoUpdate val="0"/>
  </c:externalData>
  <c:userShapes r:id="rId5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Net interest income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Sheet1!$A$2:$A$6</c:f>
              <c:strCache>
                <c:ptCount val="5"/>
                <c:pt idx="0">
                  <c:v>FY24</c:v>
                </c:pt>
                <c:pt idx="1">
                  <c:v>FY25</c:v>
                </c:pt>
                <c:pt idx="2">
                  <c:v>FY26F</c:v>
                </c:pt>
                <c:pt idx="3">
                  <c:v>FY27F</c:v>
                </c:pt>
                <c:pt idx="4">
                  <c:v>FY28F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24532</c:v>
                </c:pt>
                <c:pt idx="1">
                  <c:v>26681</c:v>
                </c:pt>
                <c:pt idx="2">
                  <c:v>24570</c:v>
                </c:pt>
                <c:pt idx="3">
                  <c:v>24388</c:v>
                </c:pt>
                <c:pt idx="4">
                  <c:v>27512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Non-interest income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Sheet1!$A$2:$A$6</c:f>
              <c:strCache>
                <c:ptCount val="5"/>
                <c:pt idx="0">
                  <c:v>FY24</c:v>
                </c:pt>
                <c:pt idx="1">
                  <c:v>FY25</c:v>
                </c:pt>
                <c:pt idx="2">
                  <c:v>FY26F</c:v>
                </c:pt>
                <c:pt idx="3">
                  <c:v>FY27F</c:v>
                </c:pt>
                <c:pt idx="4">
                  <c:v>FY28F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4145</c:v>
                </c:pt>
                <c:pt idx="1">
                  <c:v>5376</c:v>
                </c:pt>
                <c:pt idx="2">
                  <c:v>5950</c:v>
                </c:pt>
                <c:pt idx="3">
                  <c:v>7226</c:v>
                </c:pt>
                <c:pt idx="4">
                  <c:v>8517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300">
          <a:solidFill>
            <a:srgbClr val="1A1A1A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Profit before tax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Sheet1!$A$2:$A$6</c:f>
              <c:strCache>
                <c:ptCount val="5"/>
                <c:pt idx="0">
                  <c:v>FY24</c:v>
                </c:pt>
                <c:pt idx="1">
                  <c:v>FY25</c:v>
                </c:pt>
                <c:pt idx="2">
                  <c:v>FY26F</c:v>
                </c:pt>
                <c:pt idx="3">
                  <c:v>FY27F</c:v>
                </c:pt>
                <c:pt idx="4">
                  <c:v>FY28F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12720</c:v>
                </c:pt>
                <c:pt idx="1">
                  <c:v>7628</c:v>
                </c:pt>
                <c:pt idx="2">
                  <c:v>7500</c:v>
                </c:pt>
                <c:pt idx="3">
                  <c:v>9973</c:v>
                </c:pt>
                <c:pt idx="4">
                  <c:v>16076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A1A1A"/>
          </a:solidFill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P/E at target price (x)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Sheet1!$A$2:$A$6</c:f>
              <c:strCache>
                <c:ptCount val="5"/>
                <c:pt idx="0">
                  <c:v>FY24</c:v>
                </c:pt>
                <c:pt idx="1">
                  <c:v>FY25</c:v>
                </c:pt>
                <c:pt idx="2">
                  <c:v>FY26F</c:v>
                </c:pt>
                <c:pt idx="3">
                  <c:v>FY27F</c:v>
                </c:pt>
                <c:pt idx="4">
                  <c:v>FY28F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15.8</c:v>
                </c:pt>
                <c:pt idx="1">
                  <c:v>28.2</c:v>
                </c:pt>
                <c:pt idx="2">
                  <c:v>28.7</c:v>
                </c:pt>
                <c:pt idx="3">
                  <c:v>21.6</c:v>
                </c:pt>
                <c:pt idx="4">
                  <c:v>13.4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A1A1A"/>
          </a:solidFill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P/B at target price (x)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Sheet1!$A$2:$A$6</c:f>
              <c:strCache>
                <c:ptCount val="5"/>
                <c:pt idx="0">
                  <c:v>FY24</c:v>
                </c:pt>
                <c:pt idx="1">
                  <c:v>FY25</c:v>
                </c:pt>
                <c:pt idx="2">
                  <c:v>FY26F</c:v>
                </c:pt>
                <c:pt idx="3">
                  <c:v>FY27F</c:v>
                </c:pt>
                <c:pt idx="4">
                  <c:v>FY28F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3.1</c:v>
                </c:pt>
                <c:pt idx="1">
                  <c:v>2.8</c:v>
                </c:pt>
                <c:pt idx="2">
                  <c:v>2.6</c:v>
                </c:pt>
                <c:pt idx="3">
                  <c:v>2.3</c:v>
                </c:pt>
                <c:pt idx="4">
                  <c:v>1.9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A1A1A"/>
          </a:solidFill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Thu nhập lãi thuần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Sheet1!$A$2:$A$6</c:f>
              <c:strCache>
                <c:ptCount val="5"/>
                <c:pt idx="0">
                  <c:v>FY24</c:v>
                </c:pt>
                <c:pt idx="1">
                  <c:v>FY25</c:v>
                </c:pt>
                <c:pt idx="2">
                  <c:v>FY26F</c:v>
                </c:pt>
                <c:pt idx="3">
                  <c:v>FY27F</c:v>
                </c:pt>
                <c:pt idx="4">
                  <c:v>FY28F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24532</c:v>
                </c:pt>
                <c:pt idx="1">
                  <c:v>26681</c:v>
                </c:pt>
                <c:pt idx="2">
                  <c:v>24570</c:v>
                </c:pt>
                <c:pt idx="3">
                  <c:v>24388</c:v>
                </c:pt>
                <c:pt idx="4">
                  <c:v>27512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Thu nhập ngoài lãi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Sheet1!$A$2:$A$6</c:f>
              <c:strCache>
                <c:ptCount val="5"/>
                <c:pt idx="0">
                  <c:v>FY24</c:v>
                </c:pt>
                <c:pt idx="1">
                  <c:v>FY25</c:v>
                </c:pt>
                <c:pt idx="2">
                  <c:v>FY26F</c:v>
                </c:pt>
                <c:pt idx="3">
                  <c:v>FY27F</c:v>
                </c:pt>
                <c:pt idx="4">
                  <c:v>FY28F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4145</c:v>
                </c:pt>
                <c:pt idx="1">
                  <c:v>5376</c:v>
                </c:pt>
                <c:pt idx="2">
                  <c:v>5950</c:v>
                </c:pt>
                <c:pt idx="3">
                  <c:v>7226</c:v>
                </c:pt>
                <c:pt idx="4">
                  <c:v>8517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300">
          <a:solidFill>
            <a:srgbClr val="1A1A1A"/>
          </a:solidFill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Lợi nhuận trước thuế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Sheet1!$A$2:$A$6</c:f>
              <c:strCache>
                <c:ptCount val="5"/>
                <c:pt idx="0">
                  <c:v>FY24</c:v>
                </c:pt>
                <c:pt idx="1">
                  <c:v>FY25</c:v>
                </c:pt>
                <c:pt idx="2">
                  <c:v>FY26F</c:v>
                </c:pt>
                <c:pt idx="3">
                  <c:v>FY27F</c:v>
                </c:pt>
                <c:pt idx="4">
                  <c:v>FY28F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12720</c:v>
                </c:pt>
                <c:pt idx="1">
                  <c:v>7628</c:v>
                </c:pt>
                <c:pt idx="2">
                  <c:v>7500</c:v>
                </c:pt>
                <c:pt idx="3">
                  <c:v>9973</c:v>
                </c:pt>
                <c:pt idx="4">
                  <c:v>16076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A1A1A"/>
          </a:solidFill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P/E theo giá mục tiêu (lần)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Sheet1!$A$2:$A$6</c:f>
              <c:strCache>
                <c:ptCount val="5"/>
                <c:pt idx="0">
                  <c:v>FY24</c:v>
                </c:pt>
                <c:pt idx="1">
                  <c:v>FY25</c:v>
                </c:pt>
                <c:pt idx="2">
                  <c:v>FY26F</c:v>
                </c:pt>
                <c:pt idx="3">
                  <c:v>FY27F</c:v>
                </c:pt>
                <c:pt idx="4">
                  <c:v>FY28F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15.8</c:v>
                </c:pt>
                <c:pt idx="1">
                  <c:v>28.2</c:v>
                </c:pt>
                <c:pt idx="2">
                  <c:v>28.7</c:v>
                </c:pt>
                <c:pt idx="3">
                  <c:v>21.6</c:v>
                </c:pt>
                <c:pt idx="4">
                  <c:v>13.4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A1A1A"/>
          </a:solidFill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P/B theo giá mục tiêu (lần)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Sheet1!$A$2:$A$6</c:f>
              <c:strCache>
                <c:ptCount val="5"/>
                <c:pt idx="0">
                  <c:v>FY24</c:v>
                </c:pt>
                <c:pt idx="1">
                  <c:v>FY25</c:v>
                </c:pt>
                <c:pt idx="2">
                  <c:v>FY26F</c:v>
                </c:pt>
                <c:pt idx="3">
                  <c:v>FY27F</c:v>
                </c:pt>
                <c:pt idx="4">
                  <c:v>FY28F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3.1</c:v>
                </c:pt>
                <c:pt idx="1">
                  <c:v>2.8</c:v>
                </c:pt>
                <c:pt idx="2">
                  <c:v>2.6</c:v>
                </c:pt>
                <c:pt idx="3">
                  <c:v>2.3</c:v>
                </c:pt>
                <c:pt idx="4">
                  <c:v>1.9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A1A1A"/>
          </a:solidFill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Sheet1!$A$2:$A$6</c:f>
              <c:strCache>
                <c:ptCount val="5"/>
                <c:pt idx="0">
                  <c:v>FY24</c:v>
                </c:pt>
                <c:pt idx="1">
                  <c:v>FY25</c:v>
                </c:pt>
                <c:pt idx="2">
                  <c:v>FY26F</c:v>
                </c:pt>
                <c:pt idx="3">
                  <c:v>FY27F</c:v>
                </c:pt>
                <c:pt idx="4">
                  <c:v>FY28F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62849</c:v>
                </c:pt>
                <c:pt idx="1">
                  <c:v>70208</c:v>
                </c:pt>
                <c:pt idx="2">
                  <c:v>57284</c:v>
                </c:pt>
                <c:pt idx="3">
                  <c:v>66048</c:v>
                </c:pt>
                <c:pt idx="4">
                  <c:v>76654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A1A1A"/>
          </a:solidFill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Profit before tax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Sheet1!$A$2:$A$6</c:f>
              <c:strCache>
                <c:ptCount val="5"/>
                <c:pt idx="0">
                  <c:v>FY24</c:v>
                </c:pt>
                <c:pt idx="1">
                  <c:v>FY25</c:v>
                </c:pt>
                <c:pt idx="2">
                  <c:v>FY26F</c:v>
                </c:pt>
                <c:pt idx="3">
                  <c:v>FY27F</c:v>
                </c:pt>
                <c:pt idx="4">
                  <c:v>FY28F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11070</c:v>
                </c:pt>
                <c:pt idx="1">
                  <c:v>13134</c:v>
                </c:pt>
                <c:pt idx="2">
                  <c:v>13070</c:v>
                </c:pt>
                <c:pt idx="3">
                  <c:v>15159</c:v>
                </c:pt>
                <c:pt idx="4">
                  <c:v>17671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NPATMI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Sheet1!$A$2:$A$6</c:f>
              <c:strCache>
                <c:ptCount val="5"/>
                <c:pt idx="0">
                  <c:v>FY24</c:v>
                </c:pt>
                <c:pt idx="1">
                  <c:v>FY25</c:v>
                </c:pt>
                <c:pt idx="2">
                  <c:v>FY26F</c:v>
                </c:pt>
                <c:pt idx="3">
                  <c:v>FY27F</c:v>
                </c:pt>
                <c:pt idx="4">
                  <c:v>FY28F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7857</c:v>
                </c:pt>
                <c:pt idx="1">
                  <c:v>9464</c:v>
                </c:pt>
                <c:pt idx="2">
                  <c:v>10944</c:v>
                </c:pt>
                <c:pt idx="3">
                  <c:v>12674</c:v>
                </c:pt>
                <c:pt idx="4">
                  <c:v>14774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300">
          <a:solidFill>
            <a:srgbClr val="1A1A1A"/>
          </a:solidFill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P/E at target price (x)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Sheet1!$A$2:$A$6</c:f>
              <c:strCache>
                <c:ptCount val="5"/>
                <c:pt idx="0">
                  <c:v>FY24</c:v>
                </c:pt>
                <c:pt idx="1">
                  <c:v>FY25</c:v>
                </c:pt>
                <c:pt idx="2">
                  <c:v>FY26F</c:v>
                </c:pt>
                <c:pt idx="3">
                  <c:v>FY27F</c:v>
                </c:pt>
                <c:pt idx="4">
                  <c:v>FY28F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18.0</c:v>
                </c:pt>
                <c:pt idx="1">
                  <c:v>17.3</c:v>
                </c:pt>
                <c:pt idx="2">
                  <c:v>13.7</c:v>
                </c:pt>
                <c:pt idx="3">
                  <c:v>11.8</c:v>
                </c:pt>
                <c:pt idx="4">
                  <c:v>10.1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A1A1A"/>
          </a:solidFill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P/B at target price (x)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Sheet1!$A$2:$A$6</c:f>
              <c:strCache>
                <c:ptCount val="5"/>
                <c:pt idx="0">
                  <c:v>FY24</c:v>
                </c:pt>
                <c:pt idx="1">
                  <c:v>FY25</c:v>
                </c:pt>
                <c:pt idx="2">
                  <c:v>FY26F</c:v>
                </c:pt>
                <c:pt idx="3">
                  <c:v>FY27F</c:v>
                </c:pt>
                <c:pt idx="4">
                  <c:v>FY28F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4.5</c:v>
                </c:pt>
                <c:pt idx="1">
                  <c:v>4.3</c:v>
                </c:pt>
                <c:pt idx="2">
                  <c:v>3.5</c:v>
                </c:pt>
                <c:pt idx="3">
                  <c:v>3.0</c:v>
                </c:pt>
                <c:pt idx="4">
                  <c:v>2.5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A1A1A"/>
          </a:solidFill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Doanh thu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Sheet1!$A$2:$A$6</c:f>
              <c:strCache>
                <c:ptCount val="5"/>
                <c:pt idx="0">
                  <c:v>FY24</c:v>
                </c:pt>
                <c:pt idx="1">
                  <c:v>FY25</c:v>
                </c:pt>
                <c:pt idx="2">
                  <c:v>FY26F</c:v>
                </c:pt>
                <c:pt idx="3">
                  <c:v>FY27F</c:v>
                </c:pt>
                <c:pt idx="4">
                  <c:v>FY28F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62849</c:v>
                </c:pt>
                <c:pt idx="1">
                  <c:v>70208</c:v>
                </c:pt>
                <c:pt idx="2">
                  <c:v>57284</c:v>
                </c:pt>
                <c:pt idx="3">
                  <c:v>66048</c:v>
                </c:pt>
                <c:pt idx="4">
                  <c:v>76654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A1A1A"/>
          </a:solidFill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Lợi nhuận trước thuế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Sheet1!$A$2:$A$6</c:f>
              <c:strCache>
                <c:ptCount val="5"/>
                <c:pt idx="0">
                  <c:v>FY24</c:v>
                </c:pt>
                <c:pt idx="1">
                  <c:v>FY25</c:v>
                </c:pt>
                <c:pt idx="2">
                  <c:v>FY26F</c:v>
                </c:pt>
                <c:pt idx="3">
                  <c:v>FY27F</c:v>
                </c:pt>
                <c:pt idx="4">
                  <c:v>FY28F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11070</c:v>
                </c:pt>
                <c:pt idx="1">
                  <c:v>13134</c:v>
                </c:pt>
                <c:pt idx="2">
                  <c:v>13070</c:v>
                </c:pt>
                <c:pt idx="3">
                  <c:v>15159</c:v>
                </c:pt>
                <c:pt idx="4">
                  <c:v>17671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LNST-CĐTS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Sheet1!$A$2:$A$6</c:f>
              <c:strCache>
                <c:ptCount val="5"/>
                <c:pt idx="0">
                  <c:v>FY24</c:v>
                </c:pt>
                <c:pt idx="1">
                  <c:v>FY25</c:v>
                </c:pt>
                <c:pt idx="2">
                  <c:v>FY26F</c:v>
                </c:pt>
                <c:pt idx="3">
                  <c:v>FY27F</c:v>
                </c:pt>
                <c:pt idx="4">
                  <c:v>FY28F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7857</c:v>
                </c:pt>
                <c:pt idx="1">
                  <c:v>9464</c:v>
                </c:pt>
                <c:pt idx="2">
                  <c:v>10944</c:v>
                </c:pt>
                <c:pt idx="3">
                  <c:v>12674</c:v>
                </c:pt>
                <c:pt idx="4">
                  <c:v>14774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300">
          <a:solidFill>
            <a:srgbClr val="1A1A1A"/>
          </a:solidFill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P/E theo giá mục tiêu (lần)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Sheet1!$A$2:$A$6</c:f>
              <c:strCache>
                <c:ptCount val="5"/>
                <c:pt idx="0">
                  <c:v>FY24</c:v>
                </c:pt>
                <c:pt idx="1">
                  <c:v>FY25</c:v>
                </c:pt>
                <c:pt idx="2">
                  <c:v>FY26F</c:v>
                </c:pt>
                <c:pt idx="3">
                  <c:v>FY27F</c:v>
                </c:pt>
                <c:pt idx="4">
                  <c:v>FY28F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18.0</c:v>
                </c:pt>
                <c:pt idx="1">
                  <c:v>17.3</c:v>
                </c:pt>
                <c:pt idx="2">
                  <c:v>13.7</c:v>
                </c:pt>
                <c:pt idx="3">
                  <c:v>11.8</c:v>
                </c:pt>
                <c:pt idx="4">
                  <c:v>10.1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A1A1A"/>
          </a:solidFill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P/B theo giá mục tiêu (lần)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Sheet1!$A$2:$A$6</c:f>
              <c:strCache>
                <c:ptCount val="5"/>
                <c:pt idx="0">
                  <c:v>FY24</c:v>
                </c:pt>
                <c:pt idx="1">
                  <c:v>FY25</c:v>
                </c:pt>
                <c:pt idx="2">
                  <c:v>FY26F</c:v>
                </c:pt>
                <c:pt idx="3">
                  <c:v>FY27F</c:v>
                </c:pt>
                <c:pt idx="4">
                  <c:v>FY28F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4.5</c:v>
                </c:pt>
                <c:pt idx="1">
                  <c:v>4.3</c:v>
                </c:pt>
                <c:pt idx="2">
                  <c:v>3.5</c:v>
                </c:pt>
                <c:pt idx="3">
                  <c:v>3.0</c:v>
                </c:pt>
                <c:pt idx="4">
                  <c:v>2.5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A1A1A"/>
          </a:solidFill>
        </a:defRPr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70CA04-D3AC-4836-B672-BD10C381E938}" type="doc">
      <dgm:prSet loTypeId="urn:microsoft.com/office/officeart/2008/layout/LinedList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043EA2E-4196-402C-9BC9-C3EA5C5CC5B0}">
      <dgm:prSet phldrT="[Text]" custT="1"/>
      <dgm:spPr/>
      <dgm:t>
        <a:bodyPr vert="vert270"/>
        <a:lstStyle/>
        <a:p>
          <a:pPr algn="r"/>
          <a:r>
            <a:rPr lang="en-US" sz="3200" b="1" dirty="0">
              <a:solidFill>
                <a:srgbClr val="F48120"/>
              </a:solidFill>
              <a:latin typeface="SVN-Gilroy" panose="00000500000000000000" pitchFamily="50" charset="0"/>
            </a:rPr>
            <a:t>1Q26 financials</a:t>
          </a:r>
        </a:p>
      </dgm:t>
    </dgm:pt>
    <dgm:pt modelId="{418974FA-C7D1-46D3-8208-6B99BFDD87B0}" type="parTrans" cxnId="{93190291-1269-4815-BEF6-F5CF56EB8F41}">
      <dgm:prSet/>
      <dgm:spPr/>
      <dgm:t>
        <a:bodyPr/>
        <a:lstStyle/>
        <a:p>
          <a:endParaRPr lang="en-US" sz="3200">
            <a:solidFill>
              <a:schemeClr val="bg2">
                <a:lumMod val="25000"/>
              </a:schemeClr>
            </a:solidFill>
            <a:latin typeface="SVN-Gilroy" panose="00000500000000000000" pitchFamily="50" charset="0"/>
          </a:endParaRPr>
        </a:p>
      </dgm:t>
    </dgm:pt>
    <dgm:pt modelId="{C2C239A5-2D51-4505-8080-1CA8D13C5DB3}" type="sibTrans" cxnId="{93190291-1269-4815-BEF6-F5CF56EB8F41}">
      <dgm:prSet/>
      <dgm:spPr/>
      <dgm:t>
        <a:bodyPr/>
        <a:lstStyle/>
        <a:p>
          <a:endParaRPr lang="en-US" sz="3200">
            <a:solidFill>
              <a:schemeClr val="bg2">
                <a:lumMod val="25000"/>
              </a:schemeClr>
            </a:solidFill>
            <a:latin typeface="SVN-Gilroy" panose="00000500000000000000" pitchFamily="50" charset="0"/>
          </a:endParaRPr>
        </a:p>
      </dgm:t>
    </dgm:pt>
    <dgm:pt modelId="{B7118F00-7FEB-4E8C-A6F9-B6514EFDA034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900" b="0" dirty="0">
              <a:latin typeface="SVN-Gilroy" panose="00000500000000000000"/>
            </a:rPr>
            <a:t>TOI grew 13.8% to VND17,430bn — CIR of 24.9% (-85bps). </a:t>
          </a:r>
        </a:p>
        <a:p>
          <a:pPr>
            <a:buFont typeface="Arial" panose="020B0604020202020204" pitchFamily="34" charset="0"/>
            <a:buChar char="•"/>
          </a:pPr>
          <a:r>
            <a:rPr lang="en-US" sz="2900" b="0" dirty="0">
              <a:latin typeface="SVN-Gilroy" panose="00000500000000000000"/>
            </a:rPr>
            <a:t>Provisions of VND3,455bn (+15.7%) tracked PPOP (+15.0%)</a:t>
          </a:r>
          <a:endParaRPr lang="en-US" sz="2900" b="0" dirty="0">
            <a:solidFill>
              <a:schemeClr val="bg2">
                <a:lumMod val="25000"/>
              </a:schemeClr>
            </a:solidFill>
            <a:latin typeface="SVN-Gilroy" panose="00000500000000000000"/>
          </a:endParaRPr>
        </a:p>
      </dgm:t>
    </dgm:pt>
    <dgm:pt modelId="{E7E99523-35F4-4B8A-8522-ED3D34CD219D}" type="parTrans" cxnId="{9C53D35C-BC8C-44A8-B269-22DB2A360D5F}">
      <dgm:prSet/>
      <dgm:spPr/>
      <dgm:t>
        <a:bodyPr/>
        <a:lstStyle/>
        <a:p>
          <a:endParaRPr lang="en-US" sz="3200">
            <a:solidFill>
              <a:schemeClr val="bg2">
                <a:lumMod val="25000"/>
              </a:schemeClr>
            </a:solidFill>
            <a:latin typeface="SVN-Gilroy" panose="00000500000000000000" pitchFamily="50" charset="0"/>
          </a:endParaRPr>
        </a:p>
      </dgm:t>
    </dgm:pt>
    <dgm:pt modelId="{BE2211A5-733F-4AFC-81A6-F3EFEADBA076}" type="sibTrans" cxnId="{9C53D35C-BC8C-44A8-B269-22DB2A360D5F}">
      <dgm:prSet/>
      <dgm:spPr/>
      <dgm:t>
        <a:bodyPr/>
        <a:lstStyle/>
        <a:p>
          <a:endParaRPr lang="en-US" sz="3200">
            <a:solidFill>
              <a:schemeClr val="bg2">
                <a:lumMod val="25000"/>
              </a:schemeClr>
            </a:solidFill>
            <a:latin typeface="SVN-Gilroy" panose="00000500000000000000" pitchFamily="50" charset="0"/>
          </a:endParaRPr>
        </a:p>
      </dgm:t>
    </dgm:pt>
    <dgm:pt modelId="{7B83FE9A-4336-4300-A36D-1E2EF76EDF36}">
      <dgm:prSet phldrT="[Text]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2900" b="0" dirty="0">
              <a:latin typeface="SVN-Gilroy" panose="00000500000000000000" pitchFamily="50" charset="0"/>
            </a:rPr>
            <a:t>High credit quota + 49% FOL release due to MBV restructuring</a:t>
          </a:r>
          <a:endParaRPr lang="en-US" sz="2900" b="0" dirty="0">
            <a:solidFill>
              <a:schemeClr val="tx1"/>
            </a:solidFill>
            <a:latin typeface="SVN-Gilroy" panose="00000500000000000000"/>
          </a:endParaRPr>
        </a:p>
      </dgm:t>
    </dgm:pt>
    <dgm:pt modelId="{D4C5D6EC-16EC-4982-BA91-C9C9CD058C20}" type="parTrans" cxnId="{5E31326A-77FF-4662-981A-85912943EDA8}">
      <dgm:prSet/>
      <dgm:spPr/>
      <dgm:t>
        <a:bodyPr/>
        <a:lstStyle/>
        <a:p>
          <a:endParaRPr lang="en-US" sz="3200">
            <a:solidFill>
              <a:schemeClr val="bg2">
                <a:lumMod val="25000"/>
              </a:schemeClr>
            </a:solidFill>
            <a:latin typeface="SVN-Gilroy" panose="00000500000000000000" pitchFamily="50" charset="0"/>
          </a:endParaRPr>
        </a:p>
      </dgm:t>
    </dgm:pt>
    <dgm:pt modelId="{2CEA675D-DFB2-48DD-B6E7-9ABD72084365}" type="sibTrans" cxnId="{5E31326A-77FF-4662-981A-85912943EDA8}">
      <dgm:prSet/>
      <dgm:spPr/>
      <dgm:t>
        <a:bodyPr/>
        <a:lstStyle/>
        <a:p>
          <a:endParaRPr lang="en-US" sz="3200">
            <a:solidFill>
              <a:schemeClr val="bg2">
                <a:lumMod val="25000"/>
              </a:schemeClr>
            </a:solidFill>
            <a:latin typeface="SVN-Gilroy" panose="00000500000000000000" pitchFamily="50" charset="0"/>
          </a:endParaRPr>
        </a:p>
      </dgm:t>
    </dgm:pt>
    <dgm:pt modelId="{EC0346FF-A004-4169-BFD8-F5F84A6E5BF8}">
      <dgm:prSet phldrT="[Text]" custT="1"/>
      <dgm:spPr/>
      <dgm:t>
        <a:bodyPr vert="vert270"/>
        <a:lstStyle/>
        <a:p>
          <a:pPr algn="r"/>
          <a:r>
            <a:rPr lang="en-US" sz="3200" b="1" dirty="0">
              <a:solidFill>
                <a:srgbClr val="F48120"/>
              </a:solidFill>
              <a:latin typeface="SVN-Gilroy" panose="00000500000000000000" pitchFamily="50" charset="0"/>
            </a:rPr>
            <a:t>Funding squeeze 1Q26</a:t>
          </a:r>
        </a:p>
      </dgm:t>
    </dgm:pt>
    <dgm:pt modelId="{0F46AD0D-CC96-4ADE-A664-43D0A08B0DEC}" type="sibTrans" cxnId="{F9D77452-0DFF-4C95-B95D-76D26C3A319C}">
      <dgm:prSet/>
      <dgm:spPr/>
      <dgm:t>
        <a:bodyPr/>
        <a:lstStyle/>
        <a:p>
          <a:endParaRPr lang="en-US" sz="3200">
            <a:solidFill>
              <a:schemeClr val="bg2">
                <a:lumMod val="25000"/>
              </a:schemeClr>
            </a:solidFill>
            <a:latin typeface="SVN-Gilroy" panose="00000500000000000000" pitchFamily="50" charset="0"/>
          </a:endParaRPr>
        </a:p>
      </dgm:t>
    </dgm:pt>
    <dgm:pt modelId="{40254663-3182-4150-8563-CE48A854047E}" type="parTrans" cxnId="{F9D77452-0DFF-4C95-B95D-76D26C3A319C}">
      <dgm:prSet/>
      <dgm:spPr/>
      <dgm:t>
        <a:bodyPr/>
        <a:lstStyle/>
        <a:p>
          <a:endParaRPr lang="en-US" sz="3200">
            <a:solidFill>
              <a:schemeClr val="bg2">
                <a:lumMod val="25000"/>
              </a:schemeClr>
            </a:solidFill>
            <a:latin typeface="SVN-Gilroy" panose="00000500000000000000" pitchFamily="50" charset="0"/>
          </a:endParaRPr>
        </a:p>
      </dgm:t>
    </dgm:pt>
    <dgm:pt modelId="{F81811C9-FA20-4D45-B8AF-EBDE53D82F5E}">
      <dgm:prSet custT="1"/>
      <dgm:spPr/>
      <dgm:t>
        <a:bodyPr/>
        <a:lstStyle/>
        <a:p>
          <a:r>
            <a:rPr lang="en-US" sz="2900" dirty="0">
              <a:latin typeface="SVN-Gilroy" panose="00000500000000000000" pitchFamily="50" charset="0"/>
            </a:rPr>
            <a:t>NII +27.6% YoY but NIM −32bps YoY</a:t>
          </a:r>
          <a:endParaRPr lang="en-US" sz="2900" b="0" dirty="0">
            <a:latin typeface="SVN-Gilroy" panose="00000500000000000000" pitchFamily="50" charset="0"/>
          </a:endParaRPr>
        </a:p>
      </dgm:t>
    </dgm:pt>
    <dgm:pt modelId="{99AF29C3-8602-4616-9666-4986D725BBE6}" type="parTrans" cxnId="{02DDB73E-FA92-470B-8C74-1A278BC728FD}">
      <dgm:prSet/>
      <dgm:spPr/>
      <dgm:t>
        <a:bodyPr/>
        <a:lstStyle/>
        <a:p>
          <a:endParaRPr lang="en-US"/>
        </a:p>
      </dgm:t>
    </dgm:pt>
    <dgm:pt modelId="{13422DB2-DB45-4A4F-B04E-B4CBBA477BAF}" type="sibTrans" cxnId="{02DDB73E-FA92-470B-8C74-1A278BC728FD}">
      <dgm:prSet/>
      <dgm:spPr/>
      <dgm:t>
        <a:bodyPr/>
        <a:lstStyle/>
        <a:p>
          <a:endParaRPr lang="en-US"/>
        </a:p>
      </dgm:t>
    </dgm:pt>
    <dgm:pt modelId="{500E1E08-BC61-42C9-A79C-1D51BAD5738E}">
      <dgm:prSet custT="1"/>
      <dgm:spPr/>
      <dgm:t>
        <a:bodyPr/>
        <a:lstStyle/>
        <a:p>
          <a:r>
            <a:rPr lang="en-US" sz="2900" dirty="0">
              <a:latin typeface="SVN-Gilroy" panose="00000500000000000000" pitchFamily="50" charset="0"/>
            </a:rPr>
            <a:t>CASA −4.6%p QoQ to 32.3%</a:t>
          </a:r>
        </a:p>
      </dgm:t>
    </dgm:pt>
    <dgm:pt modelId="{F5C43798-FFA7-40BB-8DA5-923184640150}" type="parTrans" cxnId="{6BBC7350-387F-4863-A3D7-93BD179A0DDF}">
      <dgm:prSet/>
      <dgm:spPr/>
      <dgm:t>
        <a:bodyPr/>
        <a:lstStyle/>
        <a:p>
          <a:endParaRPr lang="en-US"/>
        </a:p>
      </dgm:t>
    </dgm:pt>
    <dgm:pt modelId="{E74BDC58-C3BC-4A91-B5FD-DEC220185977}" type="sibTrans" cxnId="{6BBC7350-387F-4863-A3D7-93BD179A0DDF}">
      <dgm:prSet/>
      <dgm:spPr/>
      <dgm:t>
        <a:bodyPr/>
        <a:lstStyle/>
        <a:p>
          <a:endParaRPr lang="en-US"/>
        </a:p>
      </dgm:t>
    </dgm:pt>
    <dgm:pt modelId="{693D4014-4349-4DCF-98EC-B7F42670C478}">
      <dgm:prSet custT="1"/>
      <dgm:spPr/>
      <dgm:t>
        <a:bodyPr/>
        <a:lstStyle/>
        <a:p>
          <a:r>
            <a:rPr lang="en-US" sz="2900" dirty="0">
              <a:latin typeface="SVN-Gilroy" panose="00000500000000000000" pitchFamily="50" charset="0"/>
            </a:rPr>
            <a:t>NPL 1.42% but Group 5 +15% QoQ, coverage thinned to 92%</a:t>
          </a:r>
        </a:p>
      </dgm:t>
    </dgm:pt>
    <dgm:pt modelId="{58E34E75-CAD3-41B9-B8DB-A72076CCB03C}" type="parTrans" cxnId="{2750849D-0409-4114-A3EE-59D758FEBD1C}">
      <dgm:prSet/>
      <dgm:spPr/>
      <dgm:t>
        <a:bodyPr/>
        <a:lstStyle/>
        <a:p>
          <a:endParaRPr lang="en-US"/>
        </a:p>
      </dgm:t>
    </dgm:pt>
    <dgm:pt modelId="{F6A9C032-5FAE-4677-BECC-0A8D451C6B32}" type="sibTrans" cxnId="{2750849D-0409-4114-A3EE-59D758FEBD1C}">
      <dgm:prSet/>
      <dgm:spPr/>
      <dgm:t>
        <a:bodyPr/>
        <a:lstStyle/>
        <a:p>
          <a:endParaRPr lang="en-US"/>
        </a:p>
      </dgm:t>
    </dgm:pt>
    <dgm:pt modelId="{9394690C-4DA7-4E12-A375-C402BFB51A8A}">
      <dgm:prSet phldrT="[Text]" custT="1"/>
      <dgm:spPr/>
      <dgm:t>
        <a:bodyPr vert="vert270"/>
        <a:lstStyle/>
        <a:p>
          <a:pPr algn="r"/>
          <a:r>
            <a:rPr lang="en-US" sz="3200" b="1" dirty="0">
              <a:solidFill>
                <a:srgbClr val="F48120"/>
              </a:solidFill>
              <a:latin typeface="SVN-Gilroy" panose="00000500000000000000" pitchFamily="50" charset="0"/>
            </a:rPr>
            <a:t>Medium-term catalysts</a:t>
          </a:r>
        </a:p>
      </dgm:t>
    </dgm:pt>
    <dgm:pt modelId="{B8AD241D-B6D8-4F56-A8AB-5DDE1EAF3EC0}" type="parTrans" cxnId="{DAD87CC6-66B9-4496-AFD9-9BDA741B3A71}">
      <dgm:prSet/>
      <dgm:spPr/>
      <dgm:t>
        <a:bodyPr/>
        <a:lstStyle/>
        <a:p>
          <a:endParaRPr lang="en-US" sz="3200">
            <a:solidFill>
              <a:schemeClr val="bg2">
                <a:lumMod val="25000"/>
              </a:schemeClr>
            </a:solidFill>
            <a:latin typeface="SVN-Gilroy" panose="00000500000000000000" pitchFamily="50" charset="0"/>
          </a:endParaRPr>
        </a:p>
      </dgm:t>
    </dgm:pt>
    <dgm:pt modelId="{915B3AF5-FE0B-4065-999C-B6A69CCF7CFD}" type="sibTrans" cxnId="{DAD87CC6-66B9-4496-AFD9-9BDA741B3A71}">
      <dgm:prSet/>
      <dgm:spPr/>
      <dgm:t>
        <a:bodyPr/>
        <a:lstStyle/>
        <a:p>
          <a:endParaRPr lang="en-US" sz="3200">
            <a:solidFill>
              <a:schemeClr val="bg2">
                <a:lumMod val="25000"/>
              </a:schemeClr>
            </a:solidFill>
            <a:latin typeface="SVN-Gilroy" panose="00000500000000000000" pitchFamily="50" charset="0"/>
          </a:endParaRPr>
        </a:p>
      </dgm:t>
    </dgm:pt>
    <dgm:pt modelId="{F0B627B2-BEA3-4DC1-9B6A-4CD729502D97}">
      <dgm:prSet phldrT="[Text]" custT="1"/>
      <dgm:spPr/>
      <dgm:t>
        <a:bodyPr/>
        <a:lstStyle/>
        <a:p>
          <a:pPr algn="l"/>
          <a:r>
            <a:rPr lang="en-US" sz="2900" b="0" dirty="0">
              <a:latin typeface="SVN-Gilroy" panose="00000500000000000000" pitchFamily="50" charset="0"/>
            </a:rPr>
            <a:t>We model FY26F PBT VND40,726bn (+18.8% YoY); 12-month target ~1.66x P/B </a:t>
          </a:r>
          <a:r>
            <a:rPr lang="en-US" sz="2900" b="0" dirty="0" err="1">
              <a:latin typeface="SVN-Gilroy" panose="00000500000000000000" pitchFamily="50" charset="0"/>
            </a:rPr>
            <a:t>foward</a:t>
          </a:r>
          <a:r>
            <a:rPr lang="en-US" sz="2900" b="0" dirty="0">
              <a:latin typeface="SVN-Gilroy" panose="00000500000000000000" pitchFamily="50" charset="0"/>
            </a:rPr>
            <a:t> </a:t>
          </a:r>
          <a:endParaRPr lang="en-US" sz="2900" b="0" dirty="0">
            <a:highlight>
              <a:srgbClr val="FFFF00"/>
            </a:highlight>
            <a:latin typeface="SVN-Gilroy" panose="00000500000000000000" pitchFamily="50" charset="0"/>
          </a:endParaRPr>
        </a:p>
      </dgm:t>
    </dgm:pt>
    <dgm:pt modelId="{95EC4735-8336-49C6-8AEB-9183D2F4604A}" type="parTrans" cxnId="{061BC17F-E312-4B4A-9CD9-08466CED0B89}">
      <dgm:prSet/>
      <dgm:spPr/>
      <dgm:t>
        <a:bodyPr/>
        <a:lstStyle/>
        <a:p>
          <a:endParaRPr lang="en-US"/>
        </a:p>
      </dgm:t>
    </dgm:pt>
    <dgm:pt modelId="{269F2758-7154-4A2C-A941-483C8AADCC6B}" type="sibTrans" cxnId="{061BC17F-E312-4B4A-9CD9-08466CED0B89}">
      <dgm:prSet/>
      <dgm:spPr/>
      <dgm:t>
        <a:bodyPr/>
        <a:lstStyle/>
        <a:p>
          <a:endParaRPr lang="en-US"/>
        </a:p>
      </dgm:t>
    </dgm:pt>
    <dgm:pt modelId="{6511B27F-EEA1-4D85-ADA3-BB8A1C4A521F}" type="pres">
      <dgm:prSet presAssocID="{A270CA04-D3AC-4836-B672-BD10C381E938}" presName="vert0" presStyleCnt="0">
        <dgm:presLayoutVars>
          <dgm:dir/>
          <dgm:animOne val="branch"/>
          <dgm:animLvl val="lvl"/>
        </dgm:presLayoutVars>
      </dgm:prSet>
      <dgm:spPr/>
    </dgm:pt>
    <dgm:pt modelId="{E077197D-4B0C-4DCD-95A6-A131DE9108F9}" type="pres">
      <dgm:prSet presAssocID="{F043EA2E-4196-402C-9BC9-C3EA5C5CC5B0}" presName="thickLine" presStyleLbl="alignNode1" presStyleIdx="0" presStyleCnt="3"/>
      <dgm:spPr/>
    </dgm:pt>
    <dgm:pt modelId="{0445D92D-7E05-4267-8384-8CE229F72B43}" type="pres">
      <dgm:prSet presAssocID="{F043EA2E-4196-402C-9BC9-C3EA5C5CC5B0}" presName="horz1" presStyleCnt="0"/>
      <dgm:spPr/>
    </dgm:pt>
    <dgm:pt modelId="{E17A2724-0B5A-462E-B77B-58652340526B}" type="pres">
      <dgm:prSet presAssocID="{F043EA2E-4196-402C-9BC9-C3EA5C5CC5B0}" presName="tx1" presStyleLbl="revTx" presStyleIdx="0" presStyleCnt="9"/>
      <dgm:spPr/>
    </dgm:pt>
    <dgm:pt modelId="{984964C0-C857-4360-9C5A-82DD00195D7A}" type="pres">
      <dgm:prSet presAssocID="{F043EA2E-4196-402C-9BC9-C3EA5C5CC5B0}" presName="vert1" presStyleCnt="0"/>
      <dgm:spPr/>
    </dgm:pt>
    <dgm:pt modelId="{9FDEC3F5-3A19-4B1A-9069-7BCFA3642B50}" type="pres">
      <dgm:prSet presAssocID="{B7118F00-7FEB-4E8C-A6F9-B6514EFDA034}" presName="vertSpace2a" presStyleCnt="0"/>
      <dgm:spPr/>
    </dgm:pt>
    <dgm:pt modelId="{6E4C71E2-A522-46B2-8AED-0F9C40D9BCBC}" type="pres">
      <dgm:prSet presAssocID="{B7118F00-7FEB-4E8C-A6F9-B6514EFDA034}" presName="horz2" presStyleCnt="0"/>
      <dgm:spPr/>
    </dgm:pt>
    <dgm:pt modelId="{DB0CC87B-120A-4351-B2FC-71DB6ACEEAED}" type="pres">
      <dgm:prSet presAssocID="{B7118F00-7FEB-4E8C-A6F9-B6514EFDA034}" presName="horzSpace2" presStyleCnt="0"/>
      <dgm:spPr/>
    </dgm:pt>
    <dgm:pt modelId="{51A4165D-A36D-4DEC-9AE1-1258F91F63AF}" type="pres">
      <dgm:prSet presAssocID="{B7118F00-7FEB-4E8C-A6F9-B6514EFDA034}" presName="tx2" presStyleLbl="revTx" presStyleIdx="1" presStyleCnt="9"/>
      <dgm:spPr/>
    </dgm:pt>
    <dgm:pt modelId="{CB80B963-C887-438D-8979-8B355F0D9FF7}" type="pres">
      <dgm:prSet presAssocID="{B7118F00-7FEB-4E8C-A6F9-B6514EFDA034}" presName="vert2" presStyleCnt="0"/>
      <dgm:spPr/>
    </dgm:pt>
    <dgm:pt modelId="{7E155229-CA86-45BB-A8D5-F7883D161019}" type="pres">
      <dgm:prSet presAssocID="{B7118F00-7FEB-4E8C-A6F9-B6514EFDA034}" presName="thinLine2b" presStyleLbl="callout" presStyleIdx="0" presStyleCnt="6"/>
      <dgm:spPr/>
    </dgm:pt>
    <dgm:pt modelId="{389E8BA4-90B0-422C-BBCA-77C473774F59}" type="pres">
      <dgm:prSet presAssocID="{B7118F00-7FEB-4E8C-A6F9-B6514EFDA034}" presName="vertSpace2b" presStyleCnt="0"/>
      <dgm:spPr/>
    </dgm:pt>
    <dgm:pt modelId="{0D165F9C-C58D-47FA-82E9-EB9399B91F93}" type="pres">
      <dgm:prSet presAssocID="{EC0346FF-A004-4169-BFD8-F5F84A6E5BF8}" presName="thickLine" presStyleLbl="alignNode1" presStyleIdx="1" presStyleCnt="3"/>
      <dgm:spPr/>
    </dgm:pt>
    <dgm:pt modelId="{D7BC3CAF-3A0A-42D0-ABB6-BA45E18E859B}" type="pres">
      <dgm:prSet presAssocID="{EC0346FF-A004-4169-BFD8-F5F84A6E5BF8}" presName="horz1" presStyleCnt="0"/>
      <dgm:spPr/>
    </dgm:pt>
    <dgm:pt modelId="{80312583-44D2-4B9B-92DB-40EC84CD5BAB}" type="pres">
      <dgm:prSet presAssocID="{EC0346FF-A004-4169-BFD8-F5F84A6E5BF8}" presName="tx1" presStyleLbl="revTx" presStyleIdx="2" presStyleCnt="9"/>
      <dgm:spPr/>
    </dgm:pt>
    <dgm:pt modelId="{430BEB21-C986-4D1F-9243-FF631773F051}" type="pres">
      <dgm:prSet presAssocID="{EC0346FF-A004-4169-BFD8-F5F84A6E5BF8}" presName="vert1" presStyleCnt="0"/>
      <dgm:spPr/>
    </dgm:pt>
    <dgm:pt modelId="{B3F47804-E5B9-4CA3-B552-FC18EF89C360}" type="pres">
      <dgm:prSet presAssocID="{F81811C9-FA20-4D45-B8AF-EBDE53D82F5E}" presName="vertSpace2a" presStyleCnt="0"/>
      <dgm:spPr/>
    </dgm:pt>
    <dgm:pt modelId="{49FDA3A9-1888-4988-B8D1-8B7E371CA2D7}" type="pres">
      <dgm:prSet presAssocID="{F81811C9-FA20-4D45-B8AF-EBDE53D82F5E}" presName="horz2" presStyleCnt="0"/>
      <dgm:spPr/>
    </dgm:pt>
    <dgm:pt modelId="{33C9A926-70CD-48F2-87CC-130C9AD40C50}" type="pres">
      <dgm:prSet presAssocID="{F81811C9-FA20-4D45-B8AF-EBDE53D82F5E}" presName="horzSpace2" presStyleCnt="0"/>
      <dgm:spPr/>
    </dgm:pt>
    <dgm:pt modelId="{9E1D8196-0D28-4775-86F5-83D56A2A7A47}" type="pres">
      <dgm:prSet presAssocID="{F81811C9-FA20-4D45-B8AF-EBDE53D82F5E}" presName="tx2" presStyleLbl="revTx" presStyleIdx="3" presStyleCnt="9"/>
      <dgm:spPr/>
    </dgm:pt>
    <dgm:pt modelId="{69FF3A77-52CB-4E16-811A-C370524175C4}" type="pres">
      <dgm:prSet presAssocID="{F81811C9-FA20-4D45-B8AF-EBDE53D82F5E}" presName="vert2" presStyleCnt="0"/>
      <dgm:spPr/>
    </dgm:pt>
    <dgm:pt modelId="{FE381216-8BFF-4319-BE04-5AEAD29E7AC5}" type="pres">
      <dgm:prSet presAssocID="{F81811C9-FA20-4D45-B8AF-EBDE53D82F5E}" presName="thinLine2b" presStyleLbl="callout" presStyleIdx="1" presStyleCnt="6"/>
      <dgm:spPr/>
    </dgm:pt>
    <dgm:pt modelId="{26E966DC-94AF-44A2-A9AC-EE44225F30EB}" type="pres">
      <dgm:prSet presAssocID="{F81811C9-FA20-4D45-B8AF-EBDE53D82F5E}" presName="vertSpace2b" presStyleCnt="0"/>
      <dgm:spPr/>
    </dgm:pt>
    <dgm:pt modelId="{AE843E7F-3270-46F2-9510-796FCA67FE51}" type="pres">
      <dgm:prSet presAssocID="{500E1E08-BC61-42C9-A79C-1D51BAD5738E}" presName="horz2" presStyleCnt="0"/>
      <dgm:spPr/>
    </dgm:pt>
    <dgm:pt modelId="{38367BA7-3545-4904-8B49-3B73D4AD9D2F}" type="pres">
      <dgm:prSet presAssocID="{500E1E08-BC61-42C9-A79C-1D51BAD5738E}" presName="horzSpace2" presStyleCnt="0"/>
      <dgm:spPr/>
    </dgm:pt>
    <dgm:pt modelId="{91046ED8-4093-4170-9AEA-C23BF8681DF5}" type="pres">
      <dgm:prSet presAssocID="{500E1E08-BC61-42C9-A79C-1D51BAD5738E}" presName="tx2" presStyleLbl="revTx" presStyleIdx="4" presStyleCnt="9"/>
      <dgm:spPr/>
    </dgm:pt>
    <dgm:pt modelId="{84524ED5-E689-482C-9687-BFC0AF798DC6}" type="pres">
      <dgm:prSet presAssocID="{500E1E08-BC61-42C9-A79C-1D51BAD5738E}" presName="vert2" presStyleCnt="0"/>
      <dgm:spPr/>
    </dgm:pt>
    <dgm:pt modelId="{8F8B6183-D56A-45F3-924D-D5AB74FD62F6}" type="pres">
      <dgm:prSet presAssocID="{500E1E08-BC61-42C9-A79C-1D51BAD5738E}" presName="thinLine2b" presStyleLbl="callout" presStyleIdx="2" presStyleCnt="6"/>
      <dgm:spPr/>
    </dgm:pt>
    <dgm:pt modelId="{56103EEC-8978-4318-8C66-F7C2511A9CA4}" type="pres">
      <dgm:prSet presAssocID="{500E1E08-BC61-42C9-A79C-1D51BAD5738E}" presName="vertSpace2b" presStyleCnt="0"/>
      <dgm:spPr/>
    </dgm:pt>
    <dgm:pt modelId="{77132BC9-FA02-40CB-90ED-339995AAD3F6}" type="pres">
      <dgm:prSet presAssocID="{693D4014-4349-4DCF-98EC-B7F42670C478}" presName="horz2" presStyleCnt="0"/>
      <dgm:spPr/>
    </dgm:pt>
    <dgm:pt modelId="{BB700EE3-3D54-4404-BBED-BF8740A8369E}" type="pres">
      <dgm:prSet presAssocID="{693D4014-4349-4DCF-98EC-B7F42670C478}" presName="horzSpace2" presStyleCnt="0"/>
      <dgm:spPr/>
    </dgm:pt>
    <dgm:pt modelId="{81A3139F-BCC6-4387-9AC8-C291FC5E1FB2}" type="pres">
      <dgm:prSet presAssocID="{693D4014-4349-4DCF-98EC-B7F42670C478}" presName="tx2" presStyleLbl="revTx" presStyleIdx="5" presStyleCnt="9"/>
      <dgm:spPr/>
    </dgm:pt>
    <dgm:pt modelId="{B20E9964-DA0B-4115-8BF2-F722DD1451A5}" type="pres">
      <dgm:prSet presAssocID="{693D4014-4349-4DCF-98EC-B7F42670C478}" presName="vert2" presStyleCnt="0"/>
      <dgm:spPr/>
    </dgm:pt>
    <dgm:pt modelId="{4E381B0C-61AC-4E83-84FB-4037236F2633}" type="pres">
      <dgm:prSet presAssocID="{693D4014-4349-4DCF-98EC-B7F42670C478}" presName="thinLine2b" presStyleLbl="callout" presStyleIdx="3" presStyleCnt="6"/>
      <dgm:spPr/>
    </dgm:pt>
    <dgm:pt modelId="{3B8728DA-2BE9-478A-9156-E48E1B57E04D}" type="pres">
      <dgm:prSet presAssocID="{693D4014-4349-4DCF-98EC-B7F42670C478}" presName="vertSpace2b" presStyleCnt="0"/>
      <dgm:spPr/>
    </dgm:pt>
    <dgm:pt modelId="{3E26720F-3CA2-4523-A55E-954B7C927416}" type="pres">
      <dgm:prSet presAssocID="{9394690C-4DA7-4E12-A375-C402BFB51A8A}" presName="thickLine" presStyleLbl="alignNode1" presStyleIdx="2" presStyleCnt="3"/>
      <dgm:spPr/>
    </dgm:pt>
    <dgm:pt modelId="{083B224C-33EF-4D34-8730-AC8033C0D9C4}" type="pres">
      <dgm:prSet presAssocID="{9394690C-4DA7-4E12-A375-C402BFB51A8A}" presName="horz1" presStyleCnt="0"/>
      <dgm:spPr/>
    </dgm:pt>
    <dgm:pt modelId="{2BFFF2C3-AEAF-4446-8495-D72F8576438F}" type="pres">
      <dgm:prSet presAssocID="{9394690C-4DA7-4E12-A375-C402BFB51A8A}" presName="tx1" presStyleLbl="revTx" presStyleIdx="6" presStyleCnt="9"/>
      <dgm:spPr/>
    </dgm:pt>
    <dgm:pt modelId="{69167CC8-01A7-4B0F-AAF0-CCB5D4F00296}" type="pres">
      <dgm:prSet presAssocID="{9394690C-4DA7-4E12-A375-C402BFB51A8A}" presName="vert1" presStyleCnt="0"/>
      <dgm:spPr/>
    </dgm:pt>
    <dgm:pt modelId="{E882B6A8-042D-4F53-A439-D971639C247E}" type="pres">
      <dgm:prSet presAssocID="{7B83FE9A-4336-4300-A36D-1E2EF76EDF36}" presName="vertSpace2a" presStyleCnt="0"/>
      <dgm:spPr/>
    </dgm:pt>
    <dgm:pt modelId="{EB407710-B73F-4B3B-8B81-1F0285AD3FDC}" type="pres">
      <dgm:prSet presAssocID="{7B83FE9A-4336-4300-A36D-1E2EF76EDF36}" presName="horz2" presStyleCnt="0"/>
      <dgm:spPr/>
    </dgm:pt>
    <dgm:pt modelId="{619C9760-3B32-4B80-8FA2-64DC768517C2}" type="pres">
      <dgm:prSet presAssocID="{7B83FE9A-4336-4300-A36D-1E2EF76EDF36}" presName="horzSpace2" presStyleCnt="0"/>
      <dgm:spPr/>
    </dgm:pt>
    <dgm:pt modelId="{3421DB87-7763-4E9E-80AB-3A4244DA1062}" type="pres">
      <dgm:prSet presAssocID="{7B83FE9A-4336-4300-A36D-1E2EF76EDF36}" presName="tx2" presStyleLbl="revTx" presStyleIdx="7" presStyleCnt="9"/>
      <dgm:spPr/>
    </dgm:pt>
    <dgm:pt modelId="{7E4E7C3A-4E97-440E-860E-650021CFBD33}" type="pres">
      <dgm:prSet presAssocID="{7B83FE9A-4336-4300-A36D-1E2EF76EDF36}" presName="vert2" presStyleCnt="0"/>
      <dgm:spPr/>
    </dgm:pt>
    <dgm:pt modelId="{8A374915-E3F2-4D55-80CD-735D6CFC31F4}" type="pres">
      <dgm:prSet presAssocID="{7B83FE9A-4336-4300-A36D-1E2EF76EDF36}" presName="thinLine2b" presStyleLbl="callout" presStyleIdx="4" presStyleCnt="6"/>
      <dgm:spPr/>
    </dgm:pt>
    <dgm:pt modelId="{ECB70442-5E5B-4625-99D5-7C35EDA0EE43}" type="pres">
      <dgm:prSet presAssocID="{7B83FE9A-4336-4300-A36D-1E2EF76EDF36}" presName="vertSpace2b" presStyleCnt="0"/>
      <dgm:spPr/>
    </dgm:pt>
    <dgm:pt modelId="{B0167D14-174F-4B50-8277-53A95DD505BC}" type="pres">
      <dgm:prSet presAssocID="{F0B627B2-BEA3-4DC1-9B6A-4CD729502D97}" presName="horz2" presStyleCnt="0"/>
      <dgm:spPr/>
    </dgm:pt>
    <dgm:pt modelId="{AD500284-15E0-4164-BCB8-9DA2D83F1561}" type="pres">
      <dgm:prSet presAssocID="{F0B627B2-BEA3-4DC1-9B6A-4CD729502D97}" presName="horzSpace2" presStyleCnt="0"/>
      <dgm:spPr/>
    </dgm:pt>
    <dgm:pt modelId="{FC1BA2A7-A2CB-4934-9495-734042C8FFED}" type="pres">
      <dgm:prSet presAssocID="{F0B627B2-BEA3-4DC1-9B6A-4CD729502D97}" presName="tx2" presStyleLbl="revTx" presStyleIdx="8" presStyleCnt="9"/>
      <dgm:spPr/>
    </dgm:pt>
    <dgm:pt modelId="{EAE2F2E3-3A22-411A-8080-A16D1AFF98C3}" type="pres">
      <dgm:prSet presAssocID="{F0B627B2-BEA3-4DC1-9B6A-4CD729502D97}" presName="vert2" presStyleCnt="0"/>
      <dgm:spPr/>
    </dgm:pt>
    <dgm:pt modelId="{A310441D-1591-411E-B63F-ECB3826625C8}" type="pres">
      <dgm:prSet presAssocID="{F0B627B2-BEA3-4DC1-9B6A-4CD729502D97}" presName="thinLine2b" presStyleLbl="callout" presStyleIdx="5" presStyleCnt="6"/>
      <dgm:spPr/>
    </dgm:pt>
    <dgm:pt modelId="{F0566FA5-D3D6-4B53-B217-7AFBC003A296}" type="pres">
      <dgm:prSet presAssocID="{F0B627B2-BEA3-4DC1-9B6A-4CD729502D97}" presName="vertSpace2b" presStyleCnt="0"/>
      <dgm:spPr/>
    </dgm:pt>
  </dgm:ptLst>
  <dgm:cxnLst>
    <dgm:cxn modelId="{C6143506-A5F5-4DC4-A89B-ADF190127B74}" type="presOf" srcId="{500E1E08-BC61-42C9-A79C-1D51BAD5738E}" destId="{91046ED8-4093-4170-9AEA-C23BF8681DF5}" srcOrd="0" destOrd="0" presId="urn:microsoft.com/office/officeart/2008/layout/LinedList"/>
    <dgm:cxn modelId="{CB581B08-44B9-43C9-9E33-EFE21A6BC254}" type="presOf" srcId="{A270CA04-D3AC-4836-B672-BD10C381E938}" destId="{6511B27F-EEA1-4D85-ADA3-BB8A1C4A521F}" srcOrd="0" destOrd="0" presId="urn:microsoft.com/office/officeart/2008/layout/LinedList"/>
    <dgm:cxn modelId="{37340E0D-0C00-466D-A08D-3255DF1609B0}" type="presOf" srcId="{EC0346FF-A004-4169-BFD8-F5F84A6E5BF8}" destId="{80312583-44D2-4B9B-92DB-40EC84CD5BAB}" srcOrd="0" destOrd="0" presId="urn:microsoft.com/office/officeart/2008/layout/LinedList"/>
    <dgm:cxn modelId="{C1B01916-EA6B-4CF9-81E8-8625A6569949}" type="presOf" srcId="{F0B627B2-BEA3-4DC1-9B6A-4CD729502D97}" destId="{FC1BA2A7-A2CB-4934-9495-734042C8FFED}" srcOrd="0" destOrd="0" presId="urn:microsoft.com/office/officeart/2008/layout/LinedList"/>
    <dgm:cxn modelId="{C24A0F33-41DC-46B3-9189-804483B95725}" type="presOf" srcId="{F81811C9-FA20-4D45-B8AF-EBDE53D82F5E}" destId="{9E1D8196-0D28-4775-86F5-83D56A2A7A47}" srcOrd="0" destOrd="0" presId="urn:microsoft.com/office/officeart/2008/layout/LinedList"/>
    <dgm:cxn modelId="{02DDB73E-FA92-470B-8C74-1A278BC728FD}" srcId="{EC0346FF-A004-4169-BFD8-F5F84A6E5BF8}" destId="{F81811C9-FA20-4D45-B8AF-EBDE53D82F5E}" srcOrd="0" destOrd="0" parTransId="{99AF29C3-8602-4616-9666-4986D725BBE6}" sibTransId="{13422DB2-DB45-4A4F-B04E-B4CBBA477BAF}"/>
    <dgm:cxn modelId="{9C53D35C-BC8C-44A8-B269-22DB2A360D5F}" srcId="{F043EA2E-4196-402C-9BC9-C3EA5C5CC5B0}" destId="{B7118F00-7FEB-4E8C-A6F9-B6514EFDA034}" srcOrd="0" destOrd="0" parTransId="{E7E99523-35F4-4B8A-8522-ED3D34CD219D}" sibTransId="{BE2211A5-733F-4AFC-81A6-F3EFEADBA076}"/>
    <dgm:cxn modelId="{5E31326A-77FF-4662-981A-85912943EDA8}" srcId="{9394690C-4DA7-4E12-A375-C402BFB51A8A}" destId="{7B83FE9A-4336-4300-A36D-1E2EF76EDF36}" srcOrd="0" destOrd="0" parTransId="{D4C5D6EC-16EC-4982-BA91-C9C9CD058C20}" sibTransId="{2CEA675D-DFB2-48DD-B6E7-9ABD72084365}"/>
    <dgm:cxn modelId="{6BBC7350-387F-4863-A3D7-93BD179A0DDF}" srcId="{EC0346FF-A004-4169-BFD8-F5F84A6E5BF8}" destId="{500E1E08-BC61-42C9-A79C-1D51BAD5738E}" srcOrd="1" destOrd="0" parTransId="{F5C43798-FFA7-40BB-8DA5-923184640150}" sibTransId="{E74BDC58-C3BC-4A91-B5FD-DEC220185977}"/>
    <dgm:cxn modelId="{F9D77452-0DFF-4C95-B95D-76D26C3A319C}" srcId="{A270CA04-D3AC-4836-B672-BD10C381E938}" destId="{EC0346FF-A004-4169-BFD8-F5F84A6E5BF8}" srcOrd="1" destOrd="0" parTransId="{40254663-3182-4150-8563-CE48A854047E}" sibTransId="{0F46AD0D-CC96-4ADE-A664-43D0A08B0DEC}"/>
    <dgm:cxn modelId="{625A1E57-02AB-4003-8EE3-63E1B9513448}" type="presOf" srcId="{693D4014-4349-4DCF-98EC-B7F42670C478}" destId="{81A3139F-BCC6-4387-9AC8-C291FC5E1FB2}" srcOrd="0" destOrd="0" presId="urn:microsoft.com/office/officeart/2008/layout/LinedList"/>
    <dgm:cxn modelId="{061BC17F-E312-4B4A-9CD9-08466CED0B89}" srcId="{9394690C-4DA7-4E12-A375-C402BFB51A8A}" destId="{F0B627B2-BEA3-4DC1-9B6A-4CD729502D97}" srcOrd="1" destOrd="0" parTransId="{95EC4735-8336-49C6-8AEB-9183D2F4604A}" sibTransId="{269F2758-7154-4A2C-A941-483C8AADCC6B}"/>
    <dgm:cxn modelId="{2B56908B-B594-4B76-8868-902BC5044583}" type="presOf" srcId="{F043EA2E-4196-402C-9BC9-C3EA5C5CC5B0}" destId="{E17A2724-0B5A-462E-B77B-58652340526B}" srcOrd="0" destOrd="0" presId="urn:microsoft.com/office/officeart/2008/layout/LinedList"/>
    <dgm:cxn modelId="{93190291-1269-4815-BEF6-F5CF56EB8F41}" srcId="{A270CA04-D3AC-4836-B672-BD10C381E938}" destId="{F043EA2E-4196-402C-9BC9-C3EA5C5CC5B0}" srcOrd="0" destOrd="0" parTransId="{418974FA-C7D1-46D3-8208-6B99BFDD87B0}" sibTransId="{C2C239A5-2D51-4505-8080-1CA8D13C5DB3}"/>
    <dgm:cxn modelId="{2750849D-0409-4114-A3EE-59D758FEBD1C}" srcId="{EC0346FF-A004-4169-BFD8-F5F84A6E5BF8}" destId="{693D4014-4349-4DCF-98EC-B7F42670C478}" srcOrd="2" destOrd="0" parTransId="{58E34E75-CAD3-41B9-B8DB-A72076CCB03C}" sibTransId="{F6A9C032-5FAE-4677-BECC-0A8D451C6B32}"/>
    <dgm:cxn modelId="{63AC70A1-937F-4D51-85B4-B4044A46AE1B}" type="presOf" srcId="{B7118F00-7FEB-4E8C-A6F9-B6514EFDA034}" destId="{51A4165D-A36D-4DEC-9AE1-1258F91F63AF}" srcOrd="0" destOrd="0" presId="urn:microsoft.com/office/officeart/2008/layout/LinedList"/>
    <dgm:cxn modelId="{DAD87CC6-66B9-4496-AFD9-9BDA741B3A71}" srcId="{A270CA04-D3AC-4836-B672-BD10C381E938}" destId="{9394690C-4DA7-4E12-A375-C402BFB51A8A}" srcOrd="2" destOrd="0" parTransId="{B8AD241D-B6D8-4F56-A8AB-5DDE1EAF3EC0}" sibTransId="{915B3AF5-FE0B-4065-999C-B6A69CCF7CFD}"/>
    <dgm:cxn modelId="{6D8A82C9-387D-42D4-B02F-BE6FA22978AC}" type="presOf" srcId="{7B83FE9A-4336-4300-A36D-1E2EF76EDF36}" destId="{3421DB87-7763-4E9E-80AB-3A4244DA1062}" srcOrd="0" destOrd="0" presId="urn:microsoft.com/office/officeart/2008/layout/LinedList"/>
    <dgm:cxn modelId="{0602E9FF-2150-41B1-A908-4F96F2858D4A}" type="presOf" srcId="{9394690C-4DA7-4E12-A375-C402BFB51A8A}" destId="{2BFFF2C3-AEAF-4446-8495-D72F8576438F}" srcOrd="0" destOrd="0" presId="urn:microsoft.com/office/officeart/2008/layout/LinedList"/>
    <dgm:cxn modelId="{C344B5F4-24BF-40E5-A018-C2EA93C7566E}" type="presParOf" srcId="{6511B27F-EEA1-4D85-ADA3-BB8A1C4A521F}" destId="{E077197D-4B0C-4DCD-95A6-A131DE9108F9}" srcOrd="0" destOrd="0" presId="urn:microsoft.com/office/officeart/2008/layout/LinedList"/>
    <dgm:cxn modelId="{EE8072F7-A80C-415E-9182-9C5041EA6679}" type="presParOf" srcId="{6511B27F-EEA1-4D85-ADA3-BB8A1C4A521F}" destId="{0445D92D-7E05-4267-8384-8CE229F72B43}" srcOrd="1" destOrd="0" presId="urn:microsoft.com/office/officeart/2008/layout/LinedList"/>
    <dgm:cxn modelId="{F86C1078-DF58-4133-B9D8-6753DB5F5FD4}" type="presParOf" srcId="{0445D92D-7E05-4267-8384-8CE229F72B43}" destId="{E17A2724-0B5A-462E-B77B-58652340526B}" srcOrd="0" destOrd="0" presId="urn:microsoft.com/office/officeart/2008/layout/LinedList"/>
    <dgm:cxn modelId="{9FB1587C-F937-44D2-85EF-9794F2DB983B}" type="presParOf" srcId="{0445D92D-7E05-4267-8384-8CE229F72B43}" destId="{984964C0-C857-4360-9C5A-82DD00195D7A}" srcOrd="1" destOrd="0" presId="urn:microsoft.com/office/officeart/2008/layout/LinedList"/>
    <dgm:cxn modelId="{D827F4EA-4059-4D67-917C-A73DABDF416A}" type="presParOf" srcId="{984964C0-C857-4360-9C5A-82DD00195D7A}" destId="{9FDEC3F5-3A19-4B1A-9069-7BCFA3642B50}" srcOrd="0" destOrd="0" presId="urn:microsoft.com/office/officeart/2008/layout/LinedList"/>
    <dgm:cxn modelId="{8B34EC79-CD7F-48FE-8780-8C6CA17E6F7C}" type="presParOf" srcId="{984964C0-C857-4360-9C5A-82DD00195D7A}" destId="{6E4C71E2-A522-46B2-8AED-0F9C40D9BCBC}" srcOrd="1" destOrd="0" presId="urn:microsoft.com/office/officeart/2008/layout/LinedList"/>
    <dgm:cxn modelId="{3AD981FE-6014-42BE-885F-4A20CEA2B0E3}" type="presParOf" srcId="{6E4C71E2-A522-46B2-8AED-0F9C40D9BCBC}" destId="{DB0CC87B-120A-4351-B2FC-71DB6ACEEAED}" srcOrd="0" destOrd="0" presId="urn:microsoft.com/office/officeart/2008/layout/LinedList"/>
    <dgm:cxn modelId="{B2D79321-D9E0-4557-A3FC-3957A76E79AD}" type="presParOf" srcId="{6E4C71E2-A522-46B2-8AED-0F9C40D9BCBC}" destId="{51A4165D-A36D-4DEC-9AE1-1258F91F63AF}" srcOrd="1" destOrd="0" presId="urn:microsoft.com/office/officeart/2008/layout/LinedList"/>
    <dgm:cxn modelId="{0A21A752-A0CB-47F7-96A7-5E010A3BC889}" type="presParOf" srcId="{6E4C71E2-A522-46B2-8AED-0F9C40D9BCBC}" destId="{CB80B963-C887-438D-8979-8B355F0D9FF7}" srcOrd="2" destOrd="0" presId="urn:microsoft.com/office/officeart/2008/layout/LinedList"/>
    <dgm:cxn modelId="{3014DD83-FA92-46ED-83AC-1D3FCE17A297}" type="presParOf" srcId="{984964C0-C857-4360-9C5A-82DD00195D7A}" destId="{7E155229-CA86-45BB-A8D5-F7883D161019}" srcOrd="2" destOrd="0" presId="urn:microsoft.com/office/officeart/2008/layout/LinedList"/>
    <dgm:cxn modelId="{5CCE3376-E16B-4B59-B498-9CE83F40D85C}" type="presParOf" srcId="{984964C0-C857-4360-9C5A-82DD00195D7A}" destId="{389E8BA4-90B0-422C-BBCA-77C473774F59}" srcOrd="3" destOrd="0" presId="urn:microsoft.com/office/officeart/2008/layout/LinedList"/>
    <dgm:cxn modelId="{753A114C-6D98-4B39-9E54-59F3CCDC2575}" type="presParOf" srcId="{6511B27F-EEA1-4D85-ADA3-BB8A1C4A521F}" destId="{0D165F9C-C58D-47FA-82E9-EB9399B91F93}" srcOrd="2" destOrd="0" presId="urn:microsoft.com/office/officeart/2008/layout/LinedList"/>
    <dgm:cxn modelId="{38FB0046-CB04-407E-BEF3-B2406C928B8A}" type="presParOf" srcId="{6511B27F-EEA1-4D85-ADA3-BB8A1C4A521F}" destId="{D7BC3CAF-3A0A-42D0-ABB6-BA45E18E859B}" srcOrd="3" destOrd="0" presId="urn:microsoft.com/office/officeart/2008/layout/LinedList"/>
    <dgm:cxn modelId="{E6E0A438-A246-49E5-8970-F087EC4EFFAA}" type="presParOf" srcId="{D7BC3CAF-3A0A-42D0-ABB6-BA45E18E859B}" destId="{80312583-44D2-4B9B-92DB-40EC84CD5BAB}" srcOrd="0" destOrd="0" presId="urn:microsoft.com/office/officeart/2008/layout/LinedList"/>
    <dgm:cxn modelId="{2636E8AD-06BC-47CF-A86A-6D96A968DC5B}" type="presParOf" srcId="{D7BC3CAF-3A0A-42D0-ABB6-BA45E18E859B}" destId="{430BEB21-C986-4D1F-9243-FF631773F051}" srcOrd="1" destOrd="0" presId="urn:microsoft.com/office/officeart/2008/layout/LinedList"/>
    <dgm:cxn modelId="{6A397AB8-6ECF-49FC-AF5C-7F60D7B50716}" type="presParOf" srcId="{430BEB21-C986-4D1F-9243-FF631773F051}" destId="{B3F47804-E5B9-4CA3-B552-FC18EF89C360}" srcOrd="0" destOrd="0" presId="urn:microsoft.com/office/officeart/2008/layout/LinedList"/>
    <dgm:cxn modelId="{458D43CB-FF2E-4F5D-AC01-5425CD7F4C05}" type="presParOf" srcId="{430BEB21-C986-4D1F-9243-FF631773F051}" destId="{49FDA3A9-1888-4988-B8D1-8B7E371CA2D7}" srcOrd="1" destOrd="0" presId="urn:microsoft.com/office/officeart/2008/layout/LinedList"/>
    <dgm:cxn modelId="{7957C6D1-3DD9-4872-87C3-58D9DADC6111}" type="presParOf" srcId="{49FDA3A9-1888-4988-B8D1-8B7E371CA2D7}" destId="{33C9A926-70CD-48F2-87CC-130C9AD40C50}" srcOrd="0" destOrd="0" presId="urn:microsoft.com/office/officeart/2008/layout/LinedList"/>
    <dgm:cxn modelId="{6C6E331F-0E95-4209-B56C-DAE698AB9D7F}" type="presParOf" srcId="{49FDA3A9-1888-4988-B8D1-8B7E371CA2D7}" destId="{9E1D8196-0D28-4775-86F5-83D56A2A7A47}" srcOrd="1" destOrd="0" presId="urn:microsoft.com/office/officeart/2008/layout/LinedList"/>
    <dgm:cxn modelId="{13674738-898A-46EC-8CED-9BE382859E74}" type="presParOf" srcId="{49FDA3A9-1888-4988-B8D1-8B7E371CA2D7}" destId="{69FF3A77-52CB-4E16-811A-C370524175C4}" srcOrd="2" destOrd="0" presId="urn:microsoft.com/office/officeart/2008/layout/LinedList"/>
    <dgm:cxn modelId="{B0670AD0-2770-4CCC-B50E-C7D5C01F7C53}" type="presParOf" srcId="{430BEB21-C986-4D1F-9243-FF631773F051}" destId="{FE381216-8BFF-4319-BE04-5AEAD29E7AC5}" srcOrd="2" destOrd="0" presId="urn:microsoft.com/office/officeart/2008/layout/LinedList"/>
    <dgm:cxn modelId="{889F8E48-03AC-49D4-A27B-7D486B111316}" type="presParOf" srcId="{430BEB21-C986-4D1F-9243-FF631773F051}" destId="{26E966DC-94AF-44A2-A9AC-EE44225F30EB}" srcOrd="3" destOrd="0" presId="urn:microsoft.com/office/officeart/2008/layout/LinedList"/>
    <dgm:cxn modelId="{C2818628-89CC-4CF4-9C9A-FF32BC2B179C}" type="presParOf" srcId="{430BEB21-C986-4D1F-9243-FF631773F051}" destId="{AE843E7F-3270-46F2-9510-796FCA67FE51}" srcOrd="4" destOrd="0" presId="urn:microsoft.com/office/officeart/2008/layout/LinedList"/>
    <dgm:cxn modelId="{CAAF664E-4E71-4C6D-A24A-761542EA5A46}" type="presParOf" srcId="{AE843E7F-3270-46F2-9510-796FCA67FE51}" destId="{38367BA7-3545-4904-8B49-3B73D4AD9D2F}" srcOrd="0" destOrd="0" presId="urn:microsoft.com/office/officeart/2008/layout/LinedList"/>
    <dgm:cxn modelId="{B6EDA492-9622-4C65-A70D-12E9DB8C2F5A}" type="presParOf" srcId="{AE843E7F-3270-46F2-9510-796FCA67FE51}" destId="{91046ED8-4093-4170-9AEA-C23BF8681DF5}" srcOrd="1" destOrd="0" presId="urn:microsoft.com/office/officeart/2008/layout/LinedList"/>
    <dgm:cxn modelId="{2D1533FD-572B-4193-9637-B8383DE9D1E1}" type="presParOf" srcId="{AE843E7F-3270-46F2-9510-796FCA67FE51}" destId="{84524ED5-E689-482C-9687-BFC0AF798DC6}" srcOrd="2" destOrd="0" presId="urn:microsoft.com/office/officeart/2008/layout/LinedList"/>
    <dgm:cxn modelId="{A1234D32-4A2C-458F-BDEB-9598EEF4DA2D}" type="presParOf" srcId="{430BEB21-C986-4D1F-9243-FF631773F051}" destId="{8F8B6183-D56A-45F3-924D-D5AB74FD62F6}" srcOrd="5" destOrd="0" presId="urn:microsoft.com/office/officeart/2008/layout/LinedList"/>
    <dgm:cxn modelId="{D2B499EF-18E1-4A2A-A2D2-E4DBE304E551}" type="presParOf" srcId="{430BEB21-C986-4D1F-9243-FF631773F051}" destId="{56103EEC-8978-4318-8C66-F7C2511A9CA4}" srcOrd="6" destOrd="0" presId="urn:microsoft.com/office/officeart/2008/layout/LinedList"/>
    <dgm:cxn modelId="{61D29324-BFE6-4302-B044-5A13049B8566}" type="presParOf" srcId="{430BEB21-C986-4D1F-9243-FF631773F051}" destId="{77132BC9-FA02-40CB-90ED-339995AAD3F6}" srcOrd="7" destOrd="0" presId="urn:microsoft.com/office/officeart/2008/layout/LinedList"/>
    <dgm:cxn modelId="{39402271-75FD-4AE2-9D45-99019DFB2285}" type="presParOf" srcId="{77132BC9-FA02-40CB-90ED-339995AAD3F6}" destId="{BB700EE3-3D54-4404-BBED-BF8740A8369E}" srcOrd="0" destOrd="0" presId="urn:microsoft.com/office/officeart/2008/layout/LinedList"/>
    <dgm:cxn modelId="{D1001A4C-E07D-4EE9-A53D-BC0BA35FB4DF}" type="presParOf" srcId="{77132BC9-FA02-40CB-90ED-339995AAD3F6}" destId="{81A3139F-BCC6-4387-9AC8-C291FC5E1FB2}" srcOrd="1" destOrd="0" presId="urn:microsoft.com/office/officeart/2008/layout/LinedList"/>
    <dgm:cxn modelId="{5881C4F1-E469-42D3-BDD6-405D2E0A18F7}" type="presParOf" srcId="{77132BC9-FA02-40CB-90ED-339995AAD3F6}" destId="{B20E9964-DA0B-4115-8BF2-F722DD1451A5}" srcOrd="2" destOrd="0" presId="urn:microsoft.com/office/officeart/2008/layout/LinedList"/>
    <dgm:cxn modelId="{A1078EC5-1B01-4C70-9446-5241207BFE8A}" type="presParOf" srcId="{430BEB21-C986-4D1F-9243-FF631773F051}" destId="{4E381B0C-61AC-4E83-84FB-4037236F2633}" srcOrd="8" destOrd="0" presId="urn:microsoft.com/office/officeart/2008/layout/LinedList"/>
    <dgm:cxn modelId="{1DB2BCF7-9F4D-47ED-ACF3-4A5B888C15D9}" type="presParOf" srcId="{430BEB21-C986-4D1F-9243-FF631773F051}" destId="{3B8728DA-2BE9-478A-9156-E48E1B57E04D}" srcOrd="9" destOrd="0" presId="urn:microsoft.com/office/officeart/2008/layout/LinedList"/>
    <dgm:cxn modelId="{19042F49-4319-4664-AF3F-634E997B8BC8}" type="presParOf" srcId="{6511B27F-EEA1-4D85-ADA3-BB8A1C4A521F}" destId="{3E26720F-3CA2-4523-A55E-954B7C927416}" srcOrd="4" destOrd="0" presId="urn:microsoft.com/office/officeart/2008/layout/LinedList"/>
    <dgm:cxn modelId="{A75BFD5F-C3AC-4CC4-8415-AEE098F3EF08}" type="presParOf" srcId="{6511B27F-EEA1-4D85-ADA3-BB8A1C4A521F}" destId="{083B224C-33EF-4D34-8730-AC8033C0D9C4}" srcOrd="5" destOrd="0" presId="urn:microsoft.com/office/officeart/2008/layout/LinedList"/>
    <dgm:cxn modelId="{6F67DE40-A2A0-4E3E-922C-105B5044BFBE}" type="presParOf" srcId="{083B224C-33EF-4D34-8730-AC8033C0D9C4}" destId="{2BFFF2C3-AEAF-4446-8495-D72F8576438F}" srcOrd="0" destOrd="0" presId="urn:microsoft.com/office/officeart/2008/layout/LinedList"/>
    <dgm:cxn modelId="{47447F91-B5E0-439B-B4A9-CF10B53EB7C6}" type="presParOf" srcId="{083B224C-33EF-4D34-8730-AC8033C0D9C4}" destId="{69167CC8-01A7-4B0F-AAF0-CCB5D4F00296}" srcOrd="1" destOrd="0" presId="urn:microsoft.com/office/officeart/2008/layout/LinedList"/>
    <dgm:cxn modelId="{9D2B06F5-CF40-4E97-8DFF-3EF33DE9FAE7}" type="presParOf" srcId="{69167CC8-01A7-4B0F-AAF0-CCB5D4F00296}" destId="{E882B6A8-042D-4F53-A439-D971639C247E}" srcOrd="0" destOrd="0" presId="urn:microsoft.com/office/officeart/2008/layout/LinedList"/>
    <dgm:cxn modelId="{1E809E89-C8E9-4D53-9D3A-FD490CC1E1E5}" type="presParOf" srcId="{69167CC8-01A7-4B0F-AAF0-CCB5D4F00296}" destId="{EB407710-B73F-4B3B-8B81-1F0285AD3FDC}" srcOrd="1" destOrd="0" presId="urn:microsoft.com/office/officeart/2008/layout/LinedList"/>
    <dgm:cxn modelId="{8C904622-1D4C-434E-964F-7080D9C453F9}" type="presParOf" srcId="{EB407710-B73F-4B3B-8B81-1F0285AD3FDC}" destId="{619C9760-3B32-4B80-8FA2-64DC768517C2}" srcOrd="0" destOrd="0" presId="urn:microsoft.com/office/officeart/2008/layout/LinedList"/>
    <dgm:cxn modelId="{3EE90258-8C14-4F9B-9530-B81FE772DF5B}" type="presParOf" srcId="{EB407710-B73F-4B3B-8B81-1F0285AD3FDC}" destId="{3421DB87-7763-4E9E-80AB-3A4244DA1062}" srcOrd="1" destOrd="0" presId="urn:microsoft.com/office/officeart/2008/layout/LinedList"/>
    <dgm:cxn modelId="{F00DCB4B-1E33-468D-8F5A-10424BD91B12}" type="presParOf" srcId="{EB407710-B73F-4B3B-8B81-1F0285AD3FDC}" destId="{7E4E7C3A-4E97-440E-860E-650021CFBD33}" srcOrd="2" destOrd="0" presId="urn:microsoft.com/office/officeart/2008/layout/LinedList"/>
    <dgm:cxn modelId="{5372D801-AB45-40A2-A49F-879DF5D959E6}" type="presParOf" srcId="{69167CC8-01A7-4B0F-AAF0-CCB5D4F00296}" destId="{8A374915-E3F2-4D55-80CD-735D6CFC31F4}" srcOrd="2" destOrd="0" presId="urn:microsoft.com/office/officeart/2008/layout/LinedList"/>
    <dgm:cxn modelId="{B9AEAE89-7DB3-4A39-8C69-D424FC4DE114}" type="presParOf" srcId="{69167CC8-01A7-4B0F-AAF0-CCB5D4F00296}" destId="{ECB70442-5E5B-4625-99D5-7C35EDA0EE43}" srcOrd="3" destOrd="0" presId="urn:microsoft.com/office/officeart/2008/layout/LinedList"/>
    <dgm:cxn modelId="{E8F5AB62-BDD2-47DF-BB68-06E8C121E5F5}" type="presParOf" srcId="{69167CC8-01A7-4B0F-AAF0-CCB5D4F00296}" destId="{B0167D14-174F-4B50-8277-53A95DD505BC}" srcOrd="4" destOrd="0" presId="urn:microsoft.com/office/officeart/2008/layout/LinedList"/>
    <dgm:cxn modelId="{05A74767-A086-47B2-BAD5-FBA95AFCDE0E}" type="presParOf" srcId="{B0167D14-174F-4B50-8277-53A95DD505BC}" destId="{AD500284-15E0-4164-BCB8-9DA2D83F1561}" srcOrd="0" destOrd="0" presId="urn:microsoft.com/office/officeart/2008/layout/LinedList"/>
    <dgm:cxn modelId="{09019C22-1105-463E-BCEB-5FE5C0947CC2}" type="presParOf" srcId="{B0167D14-174F-4B50-8277-53A95DD505BC}" destId="{FC1BA2A7-A2CB-4934-9495-734042C8FFED}" srcOrd="1" destOrd="0" presId="urn:microsoft.com/office/officeart/2008/layout/LinedList"/>
    <dgm:cxn modelId="{755551DE-6D46-4BD4-9BE2-11F7783F1AB9}" type="presParOf" srcId="{B0167D14-174F-4B50-8277-53A95DD505BC}" destId="{EAE2F2E3-3A22-411A-8080-A16D1AFF98C3}" srcOrd="2" destOrd="0" presId="urn:microsoft.com/office/officeart/2008/layout/LinedList"/>
    <dgm:cxn modelId="{E499F91A-2231-4CAC-B36B-9B6EC33F1821}" type="presParOf" srcId="{69167CC8-01A7-4B0F-AAF0-CCB5D4F00296}" destId="{A310441D-1591-411E-B63F-ECB3826625C8}" srcOrd="5" destOrd="0" presId="urn:microsoft.com/office/officeart/2008/layout/LinedList"/>
    <dgm:cxn modelId="{FBF46C34-6515-4FC3-849C-F60CB4F62E4B}" type="presParOf" srcId="{69167CC8-01A7-4B0F-AAF0-CCB5D4F00296}" destId="{F0566FA5-D3D6-4B53-B217-7AFBC003A296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77197D-4B0C-4DCD-95A6-A131DE9108F9}">
      <dsp:nvSpPr>
        <dsp:cNvPr id="0" name=""/>
        <dsp:cNvSpPr/>
      </dsp:nvSpPr>
      <dsp:spPr>
        <a:xfrm>
          <a:off x="0" y="5215"/>
          <a:ext cx="7966218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17A2724-0B5A-462E-B77B-58652340526B}">
      <dsp:nvSpPr>
        <dsp:cNvPr id="0" name=""/>
        <dsp:cNvSpPr/>
      </dsp:nvSpPr>
      <dsp:spPr>
        <a:xfrm>
          <a:off x="0" y="5215"/>
          <a:ext cx="1593243" cy="3556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vert270" wrap="square" lIns="121920" tIns="121920" rIns="121920" bIns="121920" numCol="1" spcCol="1270" anchor="t" anchorCtr="0">
          <a:noAutofit/>
        </a:bodyPr>
        <a:lstStyle/>
        <a:p>
          <a:pPr marL="0" lvl="0" indent="0" algn="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solidFill>
                <a:srgbClr val="F48120"/>
              </a:solidFill>
              <a:latin typeface="SVN-Gilroy" panose="00000500000000000000" pitchFamily="50" charset="0"/>
            </a:rPr>
            <a:t>1Q26 financials</a:t>
          </a:r>
        </a:p>
      </dsp:txBody>
      <dsp:txXfrm>
        <a:off x="0" y="5215"/>
        <a:ext cx="1593243" cy="3556652"/>
      </dsp:txXfrm>
    </dsp:sp>
    <dsp:sp modelId="{51A4165D-A36D-4DEC-9AE1-1258F91F63AF}">
      <dsp:nvSpPr>
        <dsp:cNvPr id="0" name=""/>
        <dsp:cNvSpPr/>
      </dsp:nvSpPr>
      <dsp:spPr>
        <a:xfrm>
          <a:off x="1712736" y="166723"/>
          <a:ext cx="6253481" cy="32301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900" b="0" kern="1200" dirty="0">
              <a:latin typeface="SVN-Gilroy" panose="00000500000000000000"/>
            </a:rPr>
            <a:t>TOI grew 13.8% to VND17,430bn — CIR of 24.9% (-85bps). </a:t>
          </a:r>
        </a:p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900" b="0" kern="1200" dirty="0">
              <a:latin typeface="SVN-Gilroy" panose="00000500000000000000"/>
            </a:rPr>
            <a:t>Provisions of VND3,455bn (+15.7%) tracked PPOP (+15.0%)</a:t>
          </a:r>
          <a:endParaRPr lang="en-US" sz="2900" b="0" kern="1200" dirty="0">
            <a:solidFill>
              <a:schemeClr val="bg2">
                <a:lumMod val="25000"/>
              </a:schemeClr>
            </a:solidFill>
            <a:latin typeface="SVN-Gilroy" panose="00000500000000000000"/>
          </a:endParaRPr>
        </a:p>
      </dsp:txBody>
      <dsp:txXfrm>
        <a:off x="1712736" y="166723"/>
        <a:ext cx="6253481" cy="3230163"/>
      </dsp:txXfrm>
    </dsp:sp>
    <dsp:sp modelId="{7E155229-CA86-45BB-A8D5-F7883D161019}">
      <dsp:nvSpPr>
        <dsp:cNvPr id="0" name=""/>
        <dsp:cNvSpPr/>
      </dsp:nvSpPr>
      <dsp:spPr>
        <a:xfrm>
          <a:off x="1593243" y="3396886"/>
          <a:ext cx="6372974" cy="0"/>
        </a:xfrm>
        <a:prstGeom prst="line">
          <a:avLst/>
        </a:prstGeom>
        <a:noFill/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0D165F9C-C58D-47FA-82E9-EB9399B91F93}">
      <dsp:nvSpPr>
        <dsp:cNvPr id="0" name=""/>
        <dsp:cNvSpPr/>
      </dsp:nvSpPr>
      <dsp:spPr>
        <a:xfrm>
          <a:off x="0" y="3561867"/>
          <a:ext cx="7966218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0312583-44D2-4B9B-92DB-40EC84CD5BAB}">
      <dsp:nvSpPr>
        <dsp:cNvPr id="0" name=""/>
        <dsp:cNvSpPr/>
      </dsp:nvSpPr>
      <dsp:spPr>
        <a:xfrm>
          <a:off x="0" y="3561867"/>
          <a:ext cx="1593243" cy="3556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vert270" wrap="square" lIns="121920" tIns="121920" rIns="121920" bIns="121920" numCol="1" spcCol="1270" anchor="t" anchorCtr="0">
          <a:noAutofit/>
        </a:bodyPr>
        <a:lstStyle/>
        <a:p>
          <a:pPr marL="0" lvl="0" indent="0" algn="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solidFill>
                <a:srgbClr val="F48120"/>
              </a:solidFill>
              <a:latin typeface="SVN-Gilroy" panose="00000500000000000000" pitchFamily="50" charset="0"/>
            </a:rPr>
            <a:t>Funding squeeze 1Q26</a:t>
          </a:r>
        </a:p>
      </dsp:txBody>
      <dsp:txXfrm>
        <a:off x="0" y="3561867"/>
        <a:ext cx="1593243" cy="3556652"/>
      </dsp:txXfrm>
    </dsp:sp>
    <dsp:sp modelId="{9E1D8196-0D28-4775-86F5-83D56A2A7A47}">
      <dsp:nvSpPr>
        <dsp:cNvPr id="0" name=""/>
        <dsp:cNvSpPr/>
      </dsp:nvSpPr>
      <dsp:spPr>
        <a:xfrm>
          <a:off x="1712736" y="3617440"/>
          <a:ext cx="6253481" cy="1111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latin typeface="SVN-Gilroy" panose="00000500000000000000" pitchFamily="50" charset="0"/>
            </a:rPr>
            <a:t>NII +27.6% YoY but NIM −32bps YoY</a:t>
          </a:r>
          <a:endParaRPr lang="en-US" sz="2900" b="0" kern="1200" dirty="0">
            <a:latin typeface="SVN-Gilroy" panose="00000500000000000000" pitchFamily="50" charset="0"/>
          </a:endParaRPr>
        </a:p>
      </dsp:txBody>
      <dsp:txXfrm>
        <a:off x="1712736" y="3617440"/>
        <a:ext cx="6253481" cy="1111453"/>
      </dsp:txXfrm>
    </dsp:sp>
    <dsp:sp modelId="{FE381216-8BFF-4319-BE04-5AEAD29E7AC5}">
      <dsp:nvSpPr>
        <dsp:cNvPr id="0" name=""/>
        <dsp:cNvSpPr/>
      </dsp:nvSpPr>
      <dsp:spPr>
        <a:xfrm>
          <a:off x="1593243" y="4728894"/>
          <a:ext cx="6372974" cy="0"/>
        </a:xfrm>
        <a:prstGeom prst="line">
          <a:avLst/>
        </a:prstGeom>
        <a:noFill/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91046ED8-4093-4170-9AEA-C23BF8681DF5}">
      <dsp:nvSpPr>
        <dsp:cNvPr id="0" name=""/>
        <dsp:cNvSpPr/>
      </dsp:nvSpPr>
      <dsp:spPr>
        <a:xfrm>
          <a:off x="1712736" y="4784467"/>
          <a:ext cx="6253481" cy="1111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latin typeface="SVN-Gilroy" panose="00000500000000000000" pitchFamily="50" charset="0"/>
            </a:rPr>
            <a:t>CASA −4.6%p QoQ to 32.3%</a:t>
          </a:r>
        </a:p>
      </dsp:txBody>
      <dsp:txXfrm>
        <a:off x="1712736" y="4784467"/>
        <a:ext cx="6253481" cy="1111453"/>
      </dsp:txXfrm>
    </dsp:sp>
    <dsp:sp modelId="{8F8B6183-D56A-45F3-924D-D5AB74FD62F6}">
      <dsp:nvSpPr>
        <dsp:cNvPr id="0" name=""/>
        <dsp:cNvSpPr/>
      </dsp:nvSpPr>
      <dsp:spPr>
        <a:xfrm>
          <a:off x="1593243" y="5895920"/>
          <a:ext cx="6372974" cy="0"/>
        </a:xfrm>
        <a:prstGeom prst="line">
          <a:avLst/>
        </a:prstGeom>
        <a:noFill/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81A3139F-BCC6-4387-9AC8-C291FC5E1FB2}">
      <dsp:nvSpPr>
        <dsp:cNvPr id="0" name=""/>
        <dsp:cNvSpPr/>
      </dsp:nvSpPr>
      <dsp:spPr>
        <a:xfrm>
          <a:off x="1712736" y="5951493"/>
          <a:ext cx="6253481" cy="1111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latin typeface="SVN-Gilroy" panose="00000500000000000000" pitchFamily="50" charset="0"/>
            </a:rPr>
            <a:t>NPL 1.42% but Group 5 +15% QoQ, coverage thinned to 92%</a:t>
          </a:r>
        </a:p>
      </dsp:txBody>
      <dsp:txXfrm>
        <a:off x="1712736" y="5951493"/>
        <a:ext cx="6253481" cy="1111453"/>
      </dsp:txXfrm>
    </dsp:sp>
    <dsp:sp modelId="{4E381B0C-61AC-4E83-84FB-4037236F2633}">
      <dsp:nvSpPr>
        <dsp:cNvPr id="0" name=""/>
        <dsp:cNvSpPr/>
      </dsp:nvSpPr>
      <dsp:spPr>
        <a:xfrm>
          <a:off x="1593243" y="7062947"/>
          <a:ext cx="6372974" cy="0"/>
        </a:xfrm>
        <a:prstGeom prst="line">
          <a:avLst/>
        </a:prstGeom>
        <a:noFill/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3E26720F-3CA2-4523-A55E-954B7C927416}">
      <dsp:nvSpPr>
        <dsp:cNvPr id="0" name=""/>
        <dsp:cNvSpPr/>
      </dsp:nvSpPr>
      <dsp:spPr>
        <a:xfrm>
          <a:off x="0" y="7118520"/>
          <a:ext cx="7966218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BFFF2C3-AEAF-4446-8495-D72F8576438F}">
      <dsp:nvSpPr>
        <dsp:cNvPr id="0" name=""/>
        <dsp:cNvSpPr/>
      </dsp:nvSpPr>
      <dsp:spPr>
        <a:xfrm>
          <a:off x="0" y="7118520"/>
          <a:ext cx="1593243" cy="3556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vert270" wrap="square" lIns="121920" tIns="121920" rIns="121920" bIns="121920" numCol="1" spcCol="1270" anchor="t" anchorCtr="0">
          <a:noAutofit/>
        </a:bodyPr>
        <a:lstStyle/>
        <a:p>
          <a:pPr marL="0" lvl="0" indent="0" algn="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solidFill>
                <a:srgbClr val="F48120"/>
              </a:solidFill>
              <a:latin typeface="SVN-Gilroy" panose="00000500000000000000" pitchFamily="50" charset="0"/>
            </a:rPr>
            <a:t>Medium-term catalysts</a:t>
          </a:r>
        </a:p>
      </dsp:txBody>
      <dsp:txXfrm>
        <a:off x="0" y="7118520"/>
        <a:ext cx="1593243" cy="3556652"/>
      </dsp:txXfrm>
    </dsp:sp>
    <dsp:sp modelId="{3421DB87-7763-4E9E-80AB-3A4244DA1062}">
      <dsp:nvSpPr>
        <dsp:cNvPr id="0" name=""/>
        <dsp:cNvSpPr/>
      </dsp:nvSpPr>
      <dsp:spPr>
        <a:xfrm>
          <a:off x="1712736" y="7201184"/>
          <a:ext cx="6253481" cy="1653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900" b="0" kern="1200" dirty="0">
              <a:latin typeface="SVN-Gilroy" panose="00000500000000000000" pitchFamily="50" charset="0"/>
            </a:rPr>
            <a:t>High credit quota + 49% FOL release due to MBV restructuring</a:t>
          </a:r>
          <a:endParaRPr lang="en-US" sz="2900" b="0" kern="1200" dirty="0">
            <a:solidFill>
              <a:schemeClr val="tx1"/>
            </a:solidFill>
            <a:latin typeface="SVN-Gilroy" panose="00000500000000000000"/>
          </a:endParaRPr>
        </a:p>
      </dsp:txBody>
      <dsp:txXfrm>
        <a:off x="1712736" y="7201184"/>
        <a:ext cx="6253481" cy="1653287"/>
      </dsp:txXfrm>
    </dsp:sp>
    <dsp:sp modelId="{8A374915-E3F2-4D55-80CD-735D6CFC31F4}">
      <dsp:nvSpPr>
        <dsp:cNvPr id="0" name=""/>
        <dsp:cNvSpPr/>
      </dsp:nvSpPr>
      <dsp:spPr>
        <a:xfrm>
          <a:off x="1593243" y="8854472"/>
          <a:ext cx="6372974" cy="0"/>
        </a:xfrm>
        <a:prstGeom prst="line">
          <a:avLst/>
        </a:prstGeom>
        <a:noFill/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FC1BA2A7-A2CB-4934-9495-734042C8FFED}">
      <dsp:nvSpPr>
        <dsp:cNvPr id="0" name=""/>
        <dsp:cNvSpPr/>
      </dsp:nvSpPr>
      <dsp:spPr>
        <a:xfrm>
          <a:off x="1712736" y="8937136"/>
          <a:ext cx="6253481" cy="1653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kern="1200" dirty="0">
              <a:latin typeface="SVN-Gilroy" panose="00000500000000000000" pitchFamily="50" charset="0"/>
            </a:rPr>
            <a:t>We model FY26F PBT VND40,726bn (+18.8% YoY); 12-month target ~1.66x P/B </a:t>
          </a:r>
          <a:r>
            <a:rPr lang="en-US" sz="2900" b="0" kern="1200" dirty="0" err="1">
              <a:latin typeface="SVN-Gilroy" panose="00000500000000000000" pitchFamily="50" charset="0"/>
            </a:rPr>
            <a:t>foward</a:t>
          </a:r>
          <a:r>
            <a:rPr lang="en-US" sz="2900" b="0" kern="1200" dirty="0">
              <a:latin typeface="SVN-Gilroy" panose="00000500000000000000" pitchFamily="50" charset="0"/>
            </a:rPr>
            <a:t> </a:t>
          </a:r>
          <a:endParaRPr lang="en-US" sz="2900" b="0" kern="1200" dirty="0">
            <a:highlight>
              <a:srgbClr val="FFFF00"/>
            </a:highlight>
            <a:latin typeface="SVN-Gilroy" panose="00000500000000000000" pitchFamily="50" charset="0"/>
          </a:endParaRPr>
        </a:p>
      </dsp:txBody>
      <dsp:txXfrm>
        <a:off x="1712736" y="8937136"/>
        <a:ext cx="6253481" cy="1653287"/>
      </dsp:txXfrm>
    </dsp:sp>
    <dsp:sp modelId="{A310441D-1591-411E-B63F-ECB3826625C8}">
      <dsp:nvSpPr>
        <dsp:cNvPr id="0" name=""/>
        <dsp:cNvSpPr/>
      </dsp:nvSpPr>
      <dsp:spPr>
        <a:xfrm>
          <a:off x="1593243" y="10590424"/>
          <a:ext cx="6372974" cy="0"/>
        </a:xfrm>
        <a:prstGeom prst="line">
          <a:avLst/>
        </a:prstGeom>
        <a:noFill/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0.86837</cdr:x>
      <cdr:y>0.18655</cdr:y>
    </cdr:from>
    <cdr:to>
      <cdr:x>1</cdr:x>
      <cdr:y>0.85765</cdr:y>
    </cdr:to>
    <cdr:grpSp>
      <cdr:nvGrpSpPr>
        <cdr:cNvPr id="7" name="Group 6">
          <a:extLst xmlns:a="http://schemas.openxmlformats.org/drawingml/2006/main">
            <a:ext uri="{FF2B5EF4-FFF2-40B4-BE49-F238E27FC236}">
              <a16:creationId xmlns:a16="http://schemas.microsoft.com/office/drawing/2014/main" id="{E551B649-F8C6-7AF2-76E9-A1EE98C6527B}"/>
            </a:ext>
          </a:extLst>
        </cdr:cNvPr>
        <cdr:cNvGrpSpPr/>
      </cdr:nvGrpSpPr>
      <cdr:grpSpPr>
        <a:xfrm xmlns:a="http://schemas.openxmlformats.org/drawingml/2006/main">
          <a:off x="6760760" y="1591258"/>
          <a:ext cx="1024815" cy="5724434"/>
          <a:chOff x="3114572" y="416037"/>
          <a:chExt cx="557060" cy="1151283"/>
        </a:xfrm>
      </cdr:grpSpPr>
      <cdr:sp macro="" textlink="">
        <cdr:nvSpPr>
          <cdr:cNvPr id="2" name="TextBox 4">
            <a:extLst xmlns:a="http://schemas.openxmlformats.org/drawingml/2006/main">
              <a:ext uri="{FF2B5EF4-FFF2-40B4-BE49-F238E27FC236}">
                <a16:creationId xmlns:a16="http://schemas.microsoft.com/office/drawing/2014/main" id="{93E244C8-0665-35D2-53E1-6B86532CB332}"/>
              </a:ext>
            </a:extLst>
          </cdr:cNvPr>
          <cdr:cNvSpPr txBox="1"/>
        </cdr:nvSpPr>
        <cdr:spPr>
          <a:xfrm xmlns:a="http://schemas.openxmlformats.org/drawingml/2006/main">
            <a:off x="3114572" y="667842"/>
            <a:ext cx="548211" cy="21639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noFill/>
          </a:ln>
        </cdr:spPr>
        <cdr:style>
          <a:lnRef xmlns:a="http://schemas.openxmlformats.org/drawingml/2006/main" idx="0">
            <a:scrgbClr r="0" g="0" b="0"/>
          </a:lnRef>
          <a:fillRef xmlns:a="http://schemas.openxmlformats.org/drawingml/2006/main" idx="0">
            <a:scrgbClr r="0" g="0" b="0"/>
          </a:fillRef>
          <a:effectRef xmlns:a="http://schemas.openxmlformats.org/drawingml/2006/main" idx="0">
            <a:scrgbClr r="0" g="0" b="0"/>
          </a:effectRef>
          <a:fontRef xmlns:a="http://schemas.openxmlformats.org/drawingml/2006/main" idx="minor">
            <a:schemeClr val="dk1"/>
          </a:fontRef>
        </cdr:style>
        <cdr:txBody>
          <a:bodyPr xmlns:a="http://schemas.openxmlformats.org/drawingml/2006/main" wrap="square" rtlCol="0" anchor="t"/>
          <a:lstStyle xmlns:a="http://schemas.openxmlformats.org/drawingml/2006/main"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2400">
                <a:solidFill>
                  <a:schemeClr val="accent6">
                    <a:lumMod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+1SD</a:t>
            </a:r>
          </a:p>
        </cdr:txBody>
      </cdr:sp>
      <cdr:sp macro="" textlink="">
        <cdr:nvSpPr>
          <cdr:cNvPr id="3" name="TextBox 4">
            <a:extLst xmlns:a="http://schemas.openxmlformats.org/drawingml/2006/main">
              <a:ext uri="{FF2B5EF4-FFF2-40B4-BE49-F238E27FC236}">
                <a16:creationId xmlns:a16="http://schemas.microsoft.com/office/drawing/2014/main" id="{EF9069C3-C2FB-C922-AF39-1CB49308A9E5}"/>
              </a:ext>
            </a:extLst>
          </cdr:cNvPr>
          <cdr:cNvSpPr txBox="1"/>
        </cdr:nvSpPr>
        <cdr:spPr>
          <a:xfrm xmlns:a="http://schemas.openxmlformats.org/drawingml/2006/main">
            <a:off x="3119822" y="416037"/>
            <a:ext cx="551810" cy="2163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noFill/>
          </a:ln>
        </cdr:spPr>
        <cdr:style>
          <a:lnRef xmlns:a="http://schemas.openxmlformats.org/drawingml/2006/main" idx="0">
            <a:scrgbClr r="0" g="0" b="0"/>
          </a:lnRef>
          <a:fillRef xmlns:a="http://schemas.openxmlformats.org/drawingml/2006/main" idx="0">
            <a:scrgbClr r="0" g="0" b="0"/>
          </a:fillRef>
          <a:effectRef xmlns:a="http://schemas.openxmlformats.org/drawingml/2006/main" idx="0">
            <a:scrgbClr r="0" g="0" b="0"/>
          </a:effectRef>
          <a:fontRef xmlns:a="http://schemas.openxmlformats.org/drawingml/2006/main" idx="minor">
            <a:schemeClr val="dk1"/>
          </a:fontRef>
        </cdr:style>
        <cdr:txBody>
          <a:bodyPr xmlns:a="http://schemas.openxmlformats.org/drawingml/2006/main" wrap="square" rtlCol="0" anchor="t"/>
          <a:lstStyle xmlns:a="http://schemas.openxmlformats.org/drawingml/2006/main"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+2SD</a:t>
            </a:r>
          </a:p>
        </cdr:txBody>
      </cdr:sp>
      <cdr:sp macro="" textlink="">
        <cdr:nvSpPr>
          <cdr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F9069C3-C2FB-C922-AF39-1CB49308A9E5}"/>
              </a:ext>
            </a:extLst>
          </cdr:cNvPr>
          <cdr:cNvSpPr txBox="1"/>
        </cdr:nvSpPr>
        <cdr:spPr>
          <a:xfrm xmlns:a="http://schemas.openxmlformats.org/drawingml/2006/main">
            <a:off x="3131131" y="1112486"/>
            <a:ext cx="540501" cy="2164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noFill/>
          </a:ln>
        </cdr:spPr>
        <cdr:style>
          <a:lnRef xmlns:a="http://schemas.openxmlformats.org/drawingml/2006/main" idx="0">
            <a:scrgbClr r="0" g="0" b="0"/>
          </a:lnRef>
          <a:fillRef xmlns:a="http://schemas.openxmlformats.org/drawingml/2006/main" idx="0">
            <a:scrgbClr r="0" g="0" b="0"/>
          </a:fillRef>
          <a:effectRef xmlns:a="http://schemas.openxmlformats.org/drawingml/2006/main" idx="0">
            <a:scrgbClr r="0" g="0" b="0"/>
          </a:effectRef>
          <a:fontRef xmlns:a="http://schemas.openxmlformats.org/drawingml/2006/main" idx="minor">
            <a:schemeClr val="dk1"/>
          </a:fontRef>
        </cdr:style>
        <cdr:txBody>
          <a:bodyPr xmlns:a="http://schemas.openxmlformats.org/drawingml/2006/main" wrap="square" rtlCol="0" anchor="t"/>
          <a:lstStyle xmlns:a="http://schemas.openxmlformats.org/drawingml/2006/main"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2400">
                <a:solidFill>
                  <a:schemeClr val="accent6">
                    <a:lumMod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-1SD</a:t>
            </a:r>
          </a:p>
        </cdr:txBody>
      </cdr:sp>
      <cdr:sp macro="" textlink="">
        <cdr:nvSpPr>
          <cdr:cNvPr id="6" name="TextBox 1">
            <a:extLst xmlns:a="http://schemas.openxmlformats.org/drawingml/2006/main">
              <a:ext uri="{FF2B5EF4-FFF2-40B4-BE49-F238E27FC236}">
                <a16:creationId xmlns:a16="http://schemas.microsoft.com/office/drawing/2014/main" id="{EA06DC62-D192-54F1-C6F9-098DBE80883B}"/>
              </a:ext>
            </a:extLst>
          </cdr:cNvPr>
          <cdr:cNvSpPr txBox="1"/>
        </cdr:nvSpPr>
        <cdr:spPr>
          <a:xfrm xmlns:a="http://schemas.openxmlformats.org/drawingml/2006/main">
            <a:off x="3119822" y="1350923"/>
            <a:ext cx="551810" cy="2163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noFill/>
          </a:ln>
        </cdr:spPr>
        <cdr:style>
          <a:lnRef xmlns:a="http://schemas.openxmlformats.org/drawingml/2006/main" idx="0">
            <a:scrgbClr r="0" g="0" b="0"/>
          </a:lnRef>
          <a:fillRef xmlns:a="http://schemas.openxmlformats.org/drawingml/2006/main" idx="0">
            <a:scrgbClr r="0" g="0" b="0"/>
          </a:fillRef>
          <a:effectRef xmlns:a="http://schemas.openxmlformats.org/drawingml/2006/main" idx="0">
            <a:scrgbClr r="0" g="0" b="0"/>
          </a:effectRef>
          <a:fontRef xmlns:a="http://schemas.openxmlformats.org/drawingml/2006/main" idx="minor">
            <a:schemeClr val="dk1"/>
          </a:fontRef>
        </cdr:style>
        <cdr:txBody>
          <a:bodyPr xmlns:a="http://schemas.openxmlformats.org/drawingml/2006/main" wrap="square" rtlCol="0" anchor="t"/>
          <a:lstStyle xmlns:a="http://schemas.openxmlformats.org/drawingml/2006/main"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-2SD</a:t>
            </a:r>
          </a:p>
        </cdr:txBody>
      </cdr:sp>
      <cdr:sp macro="" textlink="">
        <cdr:nvSpPr>
          <cdr:cNvPr id="4" name="TextBox 4"/>
          <cdr:cNvSpPr txBox="1"/>
        </cdr:nvSpPr>
        <cdr:spPr>
          <a:xfrm xmlns:a="http://schemas.openxmlformats.org/drawingml/2006/main">
            <a:off x="3146332" y="891461"/>
            <a:ext cx="489942" cy="2164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noFill/>
          </a:ln>
        </cdr:spPr>
        <cdr:style>
          <a:lnRef xmlns:a="http://schemas.openxmlformats.org/drawingml/2006/main" idx="0">
            <a:scrgbClr r="0" g="0" b="0"/>
          </a:lnRef>
          <a:fillRef xmlns:a="http://schemas.openxmlformats.org/drawingml/2006/main" idx="0">
            <a:scrgbClr r="0" g="0" b="0"/>
          </a:fillRef>
          <a:effectRef xmlns:a="http://schemas.openxmlformats.org/drawingml/2006/main" idx="0">
            <a:scrgbClr r="0" g="0" b="0"/>
          </a:effectRef>
          <a:fontRef xmlns:a="http://schemas.openxmlformats.org/drawingml/2006/main" idx="minor">
            <a:schemeClr val="dk1"/>
          </a:fontRef>
        </cdr:style>
        <cdr:txBody>
          <a:bodyPr xmlns:a="http://schemas.openxmlformats.org/drawingml/2006/main" wrap="square" rtlCol="0" anchor="t"/>
          <a:lstStyle xmlns:a="http://schemas.openxmlformats.org/drawingml/2006/main"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AVG</a:t>
            </a:r>
          </a:p>
        </cdr:txBody>
      </cdr:sp>
    </cdr:grpSp>
  </cdr:relSizeAnchor>
</c:userShape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761CF3-D2B1-41E7-B7AD-014CE5A9FC8F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A3BF73-1B2E-4727-90FE-C4A7E363EF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830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 not remove" hidden="1">
            <a:extLst>
              <a:ext uri="{FF2B5EF4-FFF2-40B4-BE49-F238E27FC236}">
                <a16:creationId xmlns:a16="http://schemas.microsoft.com/office/drawing/2014/main" id="{B532E601-C74B-599F-63CC-A08C0A25FE6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1525" y="2244726"/>
            <a:ext cx="8743950" cy="4775200"/>
          </a:xfrm>
        </p:spPr>
        <p:txBody>
          <a:bodyPr anchor="b"/>
          <a:lstStyle>
            <a:lvl1pPr algn="ctr">
              <a:defRPr sz="6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5875" y="7204076"/>
            <a:ext cx="7715250" cy="3311524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250"/>
            </a:lvl2pPr>
            <a:lvl3pPr marL="1028700" indent="0" algn="ctr">
              <a:buNone/>
              <a:defRPr sz="2025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0F98B-F79A-4E11-A094-899AA88A9F47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8696-DA09-4C38-ADC7-5AEF933EFF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295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 not remove" hidden="1">
            <a:extLst>
              <a:ext uri="{FF2B5EF4-FFF2-40B4-BE49-F238E27FC236}">
                <a16:creationId xmlns:a16="http://schemas.microsoft.com/office/drawing/2014/main" id="{1A473ECD-1EF4-DE62-F32F-87D39856F3B3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0F98B-F79A-4E11-A094-899AA88A9F47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8696-DA09-4C38-ADC7-5AEF933EFF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676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874" y="3419479"/>
            <a:ext cx="8872538" cy="5705474"/>
          </a:xfrm>
        </p:spPr>
        <p:txBody>
          <a:bodyPr anchor="b"/>
          <a:lstStyle>
            <a:lvl1pPr>
              <a:defRPr sz="6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1874" y="9178929"/>
            <a:ext cx="8872538" cy="3000374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1pPr>
            <a:lvl2pPr marL="514350" indent="0">
              <a:buNone/>
              <a:defRPr sz="2250">
                <a:solidFill>
                  <a:schemeClr val="tx1">
                    <a:tint val="82000"/>
                  </a:schemeClr>
                </a:solidFill>
              </a:defRPr>
            </a:lvl2pPr>
            <a:lvl3pPr marL="1028700" indent="0">
              <a:buNone/>
              <a:defRPr sz="2025">
                <a:solidFill>
                  <a:schemeClr val="tx1">
                    <a:tint val="82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0F98B-F79A-4E11-A094-899AA88A9F47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8696-DA09-4C38-ADC7-5AEF933EFF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298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7231" y="3651250"/>
            <a:ext cx="4371975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794" y="3651250"/>
            <a:ext cx="4371975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0F98B-F79A-4E11-A094-899AA88A9F47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8696-DA09-4C38-ADC7-5AEF933EFF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823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71" y="730253"/>
            <a:ext cx="8872538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8572" y="3362326"/>
            <a:ext cx="4351883" cy="1647824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8572" y="5010150"/>
            <a:ext cx="4351883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7794" y="3362326"/>
            <a:ext cx="4373315" cy="1647824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7794" y="5010150"/>
            <a:ext cx="4373315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0F98B-F79A-4E11-A094-899AA88A9F47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8696-DA09-4C38-ADC7-5AEF933EFF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026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0F98B-F79A-4E11-A094-899AA88A9F47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8696-DA09-4C38-ADC7-5AEF933EFF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174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0F98B-F79A-4E11-A094-899AA88A9F47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8696-DA09-4C38-ADC7-5AEF933EFF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127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71" y="914400"/>
            <a:ext cx="3317825" cy="32004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3315" y="1974853"/>
            <a:ext cx="5207794" cy="9747250"/>
          </a:xfrm>
        </p:spPr>
        <p:txBody>
          <a:bodyPr/>
          <a:lstStyle>
            <a:lvl1pPr>
              <a:defRPr sz="3600"/>
            </a:lvl1pPr>
            <a:lvl2pPr>
              <a:defRPr sz="3150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71" y="4114800"/>
            <a:ext cx="3317825" cy="7623176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0F98B-F79A-4E11-A094-899AA88A9F47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8696-DA09-4C38-ADC7-5AEF933EFF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7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71" y="914400"/>
            <a:ext cx="3317825" cy="32004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73315" y="1974853"/>
            <a:ext cx="5207794" cy="9747250"/>
          </a:xfrm>
        </p:spPr>
        <p:txBody>
          <a:bodyPr anchor="t"/>
          <a:lstStyle>
            <a:lvl1pPr marL="0" indent="0">
              <a:buNone/>
              <a:defRPr sz="3600"/>
            </a:lvl1pPr>
            <a:lvl2pPr marL="514350" indent="0">
              <a:buNone/>
              <a:defRPr sz="3150"/>
            </a:lvl2pPr>
            <a:lvl3pPr marL="1028700" indent="0">
              <a:buNone/>
              <a:defRPr sz="2700"/>
            </a:lvl3pPr>
            <a:lvl4pPr marL="1543050" indent="0">
              <a:buNone/>
              <a:defRPr sz="2250"/>
            </a:lvl4pPr>
            <a:lvl5pPr marL="2057400" indent="0">
              <a:buNone/>
              <a:defRPr sz="2250"/>
            </a:lvl5pPr>
            <a:lvl6pPr marL="2571750" indent="0">
              <a:buNone/>
              <a:defRPr sz="2250"/>
            </a:lvl6pPr>
            <a:lvl7pPr marL="3086100" indent="0">
              <a:buNone/>
              <a:defRPr sz="2250"/>
            </a:lvl7pPr>
            <a:lvl8pPr marL="3600450" indent="0">
              <a:buNone/>
              <a:defRPr sz="2250"/>
            </a:lvl8pPr>
            <a:lvl9pPr marL="4114800" indent="0">
              <a:buNone/>
              <a:defRPr sz="225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71" y="4114800"/>
            <a:ext cx="3317825" cy="7623176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0F98B-F79A-4E11-A094-899AA88A9F47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8696-DA09-4C38-ADC7-5AEF933EFF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083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0F98B-F79A-4E11-A094-899AA88A9F47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8696-DA09-4C38-ADC7-5AEF933EFF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048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1635" y="730250"/>
            <a:ext cx="2218134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232" y="730250"/>
            <a:ext cx="6525816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0F98B-F79A-4E11-A094-899AA88A9F47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8696-DA09-4C38-ADC7-5AEF933EFF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718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7231" y="730253"/>
            <a:ext cx="8872538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231" y="3651250"/>
            <a:ext cx="8872538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7231" y="12712703"/>
            <a:ext cx="2314575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30F98B-F79A-4E11-A094-899AA88A9F47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07569" y="12712703"/>
            <a:ext cx="347186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65194" y="12712703"/>
            <a:ext cx="2314575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438696-DA09-4C38-ADC7-5AEF933EFF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269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28700" rtl="0" eaLnBrk="1" latinLnBrk="0" hangingPunct="1">
        <a:lnSpc>
          <a:spcPct val="90000"/>
        </a:lnSpc>
        <a:spcBef>
          <a:spcPct val="0"/>
        </a:spcBef>
        <a:buNone/>
        <a:defRPr sz="49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10287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1pPr>
      <a:lvl2pPr marL="7715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chart" Target="../charts/chart1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chart" Target="../charts/chart2.xml"/><Relationship Id="rId4" Type="http://schemas.openxmlformats.org/officeDocument/2006/relationships/chart" Target="../charts/chart5.xml"/><Relationship Id="rId5" Type="http://schemas.openxmlformats.org/officeDocument/2006/relationships/chart" Target="../charts/char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1.xml"/><Relationship Id="rId3" Type="http://schemas.microsoft.com/office/2007/relationships/diagramDrawing" Target="../diagrams/drawing1.xml"/><Relationship Id="rId4" Type="http://schemas.openxmlformats.org/officeDocument/2006/relationships/image" Target="../media/image2.jpeg"/><Relationship Id="rId5" Type="http://schemas.openxmlformats.org/officeDocument/2006/relationships/diagramColors" Target="../diagrams/colors1.xml"/><Relationship Id="rId6" Type="http://schemas.openxmlformats.org/officeDocument/2006/relationships/diagramQuickStyle" Target="../diagrams/quickStyle1.xml"/><Relationship Id="rId7" Type="http://schemas.openxmlformats.org/officeDocument/2006/relationships/diagramLayout" Target="../diagrams/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image" Target="../media/image2.jpeg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3" Type="http://schemas.openxmlformats.org/officeDocument/2006/relationships/image" Target="../media/image2.jpeg"/><Relationship Id="rId4" Type="http://schemas.openxmlformats.org/officeDocument/2006/relationships/chart" Target="../charts/chart9.xml"/><Relationship Id="rId5" Type="http://schemas.openxmlformats.org/officeDocument/2006/relationships/chart" Target="../charts/char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1.xml"/><Relationship Id="rId3" Type="http://schemas.microsoft.com/office/2007/relationships/diagramDrawing" Target="../diagrams/drawing1.xml"/><Relationship Id="rId4" Type="http://schemas.openxmlformats.org/officeDocument/2006/relationships/image" Target="../media/image2.jpeg"/><Relationship Id="rId5" Type="http://schemas.openxmlformats.org/officeDocument/2006/relationships/diagramColors" Target="../diagrams/colors1.xml"/><Relationship Id="rId6" Type="http://schemas.openxmlformats.org/officeDocument/2006/relationships/diagramQuickStyle" Target="../diagrams/quickStyle1.xml"/><Relationship Id="rId7" Type="http://schemas.openxmlformats.org/officeDocument/2006/relationships/diagramLayout" Target="../diagrams/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image" Target="../media/image2.jpeg"/><Relationship Id="rId4" Type="http://schemas.openxmlformats.org/officeDocument/2006/relationships/chart" Target="../charts/chart11.xml"/><Relationship Id="rId5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3" Type="http://schemas.openxmlformats.org/officeDocument/2006/relationships/image" Target="../media/image2.jpeg"/><Relationship Id="rId4" Type="http://schemas.openxmlformats.org/officeDocument/2006/relationships/chart" Target="../charts/chart13.xml"/><Relationship Id="rId5" Type="http://schemas.openxmlformats.org/officeDocument/2006/relationships/chart" Target="../charts/char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diagramData" Target="../diagrams/data1.xml"/><Relationship Id="rId3" Type="http://schemas.microsoft.com/office/2007/relationships/diagramDrawing" Target="../diagrams/drawing1.xml"/><Relationship Id="rId4" Type="http://schemas.openxmlformats.org/officeDocument/2006/relationships/image" Target="../media/image2.jpeg"/><Relationship Id="rId5" Type="http://schemas.openxmlformats.org/officeDocument/2006/relationships/diagramColors" Target="../diagrams/colors1.xml"/><Relationship Id="rId6" Type="http://schemas.openxmlformats.org/officeDocument/2006/relationships/diagramQuickStyle" Target="../diagrams/quickStyle1.xml"/><Relationship Id="rId7" Type="http://schemas.openxmlformats.org/officeDocument/2006/relationships/diagramLayout" Target="../diagrams/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image" Target="../media/image2.jpeg"/><Relationship Id="rId4" Type="http://schemas.openxmlformats.org/officeDocument/2006/relationships/chart" Target="../charts/chart15.xml"/><Relationship Id="rId5" Type="http://schemas.openxmlformats.org/officeDocument/2006/relationships/chart" Target="../charts/chart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3" Type="http://schemas.openxmlformats.org/officeDocument/2006/relationships/image" Target="../media/image2.jpeg"/><Relationship Id="rId4" Type="http://schemas.openxmlformats.org/officeDocument/2006/relationships/chart" Target="../charts/chart17.xml"/><Relationship Id="rId5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1080A-1BF5-AFC3-122C-56F736CB6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rectangular object with a pink border&#10;&#10;Description automatically generated">
            <a:extLst>
              <a:ext uri="{FF2B5EF4-FFF2-40B4-BE49-F238E27FC236}">
                <a16:creationId xmlns:a16="http://schemas.microsoft.com/office/drawing/2014/main" id="{77D9D435-ED2C-E0FB-DAAF-33E9371BEAA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14B5F8-E1EB-70B1-B389-060E2921B1F7}"/>
              </a:ext>
            </a:extLst>
          </p:cNvPr>
          <p:cNvSpPr txBox="1"/>
          <p:nvPr/>
        </p:nvSpPr>
        <p:spPr>
          <a:xfrm>
            <a:off x="559467" y="399526"/>
            <a:ext cx="65012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solidFill>
                  <a:srgbClr val="F38120"/>
                </a:solidFill>
                <a:latin typeface="SVN-Gilroy XBold" panose="00000900000000000000" pitchFamily="50" charset="0"/>
              </a:rPr>
              <a:t>Banks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96A606-D1B5-EE58-A08A-3B9212285C6D}"/>
              </a:ext>
            </a:extLst>
          </p:cNvPr>
          <p:cNvSpPr txBox="1"/>
          <p:nvPr/>
        </p:nvSpPr>
        <p:spPr>
          <a:xfrm>
            <a:off x="559467" y="1016162"/>
            <a:ext cx="4584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1437C"/>
                </a:solidFill>
                <a:latin typeface="SVN-Gilroy SemiBold" panose="00000700000000000000" pitchFamily="50" charset="0"/>
              </a:rPr>
              <a:t>05.08.2026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708BFA-DD95-5F7F-DB97-C61B49917AE0}"/>
              </a:ext>
            </a:extLst>
          </p:cNvPr>
          <p:cNvSpPr txBox="1"/>
          <p:nvPr/>
        </p:nvSpPr>
        <p:spPr>
          <a:xfrm>
            <a:off x="1156713" y="4795273"/>
            <a:ext cx="79735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F38120"/>
                </a:solidFill>
                <a:latin typeface="SVN-Gilroy XBold" panose="00000900000000000000" pitchFamily="50" charset="0"/>
              </a:rPr>
              <a:t>Sacombank</a:t>
            </a:r>
          </a:p>
          <a:p>
            <a:pPr algn="ctr"/>
            <a:r>
              <a:rPr lang="en-US" sz="6000" dirty="0">
                <a:solidFill>
                  <a:srgbClr val="F38120"/>
                </a:solidFill>
                <a:latin typeface="SVN-Gilroy XBold" panose="00000900000000000000" pitchFamily="50" charset="0"/>
              </a:rPr>
              <a:t>(HOSE: STB)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1692FE-8D2A-CF6A-866B-0B0422273BDD}"/>
              </a:ext>
            </a:extLst>
          </p:cNvPr>
          <p:cNvSpPr txBox="1"/>
          <p:nvPr/>
        </p:nvSpPr>
        <p:spPr>
          <a:xfrm>
            <a:off x="653000" y="7039673"/>
            <a:ext cx="898099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00" b="1" dirty="0">
                <a:solidFill>
                  <a:srgbClr val="01437C"/>
                </a:solidFill>
                <a:latin typeface="SVN-Gilroy" panose="00000500000000000000" pitchFamily="50" charset="0"/>
                <a:ea typeface="Karla" pitchFamily="2" charset="0"/>
                <a:cs typeface="Poppins" panose="00000500000000000000" pitchFamily="2" charset="0"/>
              </a:rPr>
              <a:t>Clean-up funded from the reserve stock, not the P&amp;L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38356BC-700A-EB7E-38C5-8059B2064F78}"/>
              </a:ext>
            </a:extLst>
          </p:cNvPr>
          <p:cNvGrpSpPr/>
          <p:nvPr/>
        </p:nvGrpSpPr>
        <p:grpSpPr>
          <a:xfrm>
            <a:off x="3336461" y="8625441"/>
            <a:ext cx="4109367" cy="1451113"/>
            <a:chOff x="3336461" y="8784465"/>
            <a:chExt cx="4109367" cy="145111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E669CBE-92BA-A572-7180-B81BDB62D11B}"/>
                </a:ext>
              </a:extLst>
            </p:cNvPr>
            <p:cNvSpPr/>
            <p:nvPr/>
          </p:nvSpPr>
          <p:spPr>
            <a:xfrm>
              <a:off x="3336461" y="8784465"/>
              <a:ext cx="4109367" cy="993913"/>
            </a:xfrm>
            <a:prstGeom prst="roundRect">
              <a:avLst/>
            </a:prstGeom>
            <a:noFill/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r>
                <a:rPr lang="en-US" sz="3700" dirty="0">
                  <a:latin typeface="SVN-Gilroy" panose="00000500000000000000" pitchFamily="50" charset="0"/>
                </a:rPr>
                <a:t>BUY</a:t>
              </a:r>
            </a:p>
          </p:txBody>
        </p:sp>
        <p:sp>
          <p:nvSpPr>
            <p:cNvPr id="9" name="Arrow: Up 8">
              <a:extLst>
                <a:ext uri="{FF2B5EF4-FFF2-40B4-BE49-F238E27FC236}">
                  <a16:creationId xmlns:a16="http://schemas.microsoft.com/office/drawing/2014/main" id="{D86E1F36-EC74-E9A6-0608-6AD7488EF5C5}"/>
                </a:ext>
              </a:extLst>
            </p:cNvPr>
            <p:cNvSpPr/>
            <p:nvPr/>
          </p:nvSpPr>
          <p:spPr>
            <a:xfrm rot="19258989">
              <a:off x="6493332" y="9321178"/>
              <a:ext cx="914400" cy="914400"/>
            </a:xfrm>
            <a:prstGeom prst="up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184D3A0-7F48-33BE-E1E4-8C878D3CB8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53970"/>
              </p:ext>
            </p:extLst>
          </p:nvPr>
        </p:nvGraphicFramePr>
        <p:xfrm>
          <a:off x="2679752" y="10155689"/>
          <a:ext cx="5442272" cy="1847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15059">
                  <a:extLst>
                    <a:ext uri="{9D8B030D-6E8A-4147-A177-3AD203B41FA5}">
                      <a16:colId xmlns:a16="http://schemas.microsoft.com/office/drawing/2014/main" val="3602970718"/>
                    </a:ext>
                  </a:extLst>
                </a:gridCol>
                <a:gridCol w="1827213">
                  <a:extLst>
                    <a:ext uri="{9D8B030D-6E8A-4147-A177-3AD203B41FA5}">
                      <a16:colId xmlns:a16="http://schemas.microsoft.com/office/drawing/2014/main" val="3703199259"/>
                    </a:ext>
                  </a:extLst>
                </a:gridCol>
              </a:tblGrid>
              <a:tr h="785023">
                <a:tc>
                  <a:txBody>
                    <a:bodyPr/>
                    <a:lstStyle/>
                    <a:p>
                      <a:pPr marL="0" algn="l" defTabSz="1028700" rtl="0" eaLnBrk="1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700" b="0" kern="1200" dirty="0">
                          <a:solidFill>
                            <a:srgbClr val="00427A"/>
                          </a:solidFill>
                          <a:latin typeface="SVN-Gilroy" panose="00000500000000000000" pitchFamily="50" charset="0"/>
                          <a:ea typeface="+mn-ea"/>
                          <a:cs typeface="Poppins" panose="00000500000000000000" pitchFamily="2" charset="0"/>
                        </a:rPr>
                        <a:t>Target price</a:t>
                      </a:r>
                    </a:p>
                  </a:txBody>
                  <a:tcPr marT="91440" marB="9144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028700" rtl="0" eaLnBrk="1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3700" b="0" kern="1200" dirty="0">
                        <a:solidFill>
                          <a:srgbClr val="00427A"/>
                        </a:solidFill>
                        <a:latin typeface="SVN-Gilroy" panose="00000500000000000000" pitchFamily="50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997262"/>
                  </a:ext>
                </a:extLst>
              </a:tr>
              <a:tr h="783782">
                <a:tc>
                  <a:txBody>
                    <a:bodyPr/>
                    <a:lstStyle/>
                    <a:p>
                      <a:pPr marL="0" algn="l" defTabSz="1028700" rtl="0" eaLnBrk="1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700" b="1" kern="1200" dirty="0">
                          <a:solidFill>
                            <a:srgbClr val="00427A"/>
                          </a:solidFill>
                          <a:latin typeface="SVN-Gilroy" panose="00000500000000000000" pitchFamily="50" charset="0"/>
                        </a:rPr>
                        <a:t>81,400</a:t>
                      </a:r>
                      <a:endParaRPr lang="en-US" sz="3700" b="1" kern="1200" dirty="0">
                        <a:solidFill>
                          <a:srgbClr val="00427A"/>
                        </a:solidFill>
                        <a:latin typeface="SVN-Gilroy" panose="00000500000000000000" pitchFamily="50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T="91440" marB="9144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028700" rtl="0" eaLnBrk="1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700" b="1" kern="1200" dirty="0">
                          <a:solidFill>
                            <a:srgbClr val="92D050"/>
                          </a:solidFill>
                          <a:latin typeface="SVN-Gilroy" panose="00000500000000000000" pitchFamily="50" charset="0"/>
                        </a:rPr>
                        <a:t>+10.0%</a:t>
                      </a:r>
                      <a:endParaRPr lang="en-US" sz="3700" b="1" kern="1200" dirty="0">
                        <a:solidFill>
                          <a:srgbClr val="92D050"/>
                        </a:solidFill>
                        <a:latin typeface="SVN-Gilroy" panose="00000500000000000000" pitchFamily="50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032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2597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A2A78-866E-C790-F9BB-9B1AE603D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rectangle with pink border&#10;&#10;Description automatically generated">
            <a:extLst>
              <a:ext uri="{FF2B5EF4-FFF2-40B4-BE49-F238E27FC236}">
                <a16:creationId xmlns:a16="http://schemas.microsoft.com/office/drawing/2014/main" id="{F5D95500-A1E1-9F81-EF27-09195970B47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64C2418-1AC2-8EFA-327B-60C54D799CBC}"/>
              </a:ext>
            </a:extLst>
          </p:cNvPr>
          <p:cNvSpPr/>
          <p:nvPr/>
        </p:nvSpPr>
        <p:spPr>
          <a:xfrm>
            <a:off x="586534" y="668818"/>
            <a:ext cx="9113926" cy="1177680"/>
          </a:xfrm>
          <a:custGeom>
            <a:avLst/>
            <a:gdLst>
              <a:gd name="connsiteX0" fmla="*/ 525894 w 9113926"/>
              <a:gd name="connsiteY0" fmla="*/ 0 h 1177680"/>
              <a:gd name="connsiteX1" fmla="*/ 8588032 w 9113926"/>
              <a:gd name="connsiteY1" fmla="*/ 0 h 1177680"/>
              <a:gd name="connsiteX2" fmla="*/ 9113925 w 9113926"/>
              <a:gd name="connsiteY2" fmla="*/ 525893 h 1177680"/>
              <a:gd name="connsiteX3" fmla="*/ 9113925 w 9113926"/>
              <a:gd name="connsiteY3" fmla="*/ 609084 h 1177680"/>
              <a:gd name="connsiteX4" fmla="*/ 9113926 w 9113926"/>
              <a:gd name="connsiteY4" fmla="*/ 609084 h 1177680"/>
              <a:gd name="connsiteX5" fmla="*/ 9113926 w 9113926"/>
              <a:gd name="connsiteY5" fmla="*/ 1177679 h 1177680"/>
              <a:gd name="connsiteX6" fmla="*/ 8588042 w 9113926"/>
              <a:gd name="connsiteY6" fmla="*/ 1177679 h 1177680"/>
              <a:gd name="connsiteX7" fmla="*/ 8588032 w 9113926"/>
              <a:gd name="connsiteY7" fmla="*/ 1177680 h 1177680"/>
              <a:gd name="connsiteX8" fmla="*/ 525894 w 9113926"/>
              <a:gd name="connsiteY8" fmla="*/ 1177680 h 1177680"/>
              <a:gd name="connsiteX9" fmla="*/ 525884 w 9113926"/>
              <a:gd name="connsiteY9" fmla="*/ 1177679 h 1177680"/>
              <a:gd name="connsiteX10" fmla="*/ 0 w 9113926"/>
              <a:gd name="connsiteY10" fmla="*/ 1177679 h 1177680"/>
              <a:gd name="connsiteX11" fmla="*/ 0 w 9113926"/>
              <a:gd name="connsiteY11" fmla="*/ 609084 h 1177680"/>
              <a:gd name="connsiteX12" fmla="*/ 1 w 9113926"/>
              <a:gd name="connsiteY12" fmla="*/ 609084 h 1177680"/>
              <a:gd name="connsiteX13" fmla="*/ 1 w 9113926"/>
              <a:gd name="connsiteY13" fmla="*/ 525893 h 1177680"/>
              <a:gd name="connsiteX14" fmla="*/ 525894 w 9113926"/>
              <a:gd name="connsiteY14" fmla="*/ 0 h 117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113926" h="1177680">
                <a:moveTo>
                  <a:pt x="525894" y="0"/>
                </a:moveTo>
                <a:lnTo>
                  <a:pt x="8588032" y="0"/>
                </a:lnTo>
                <a:cubicBezTo>
                  <a:pt x="8878475" y="0"/>
                  <a:pt x="9113925" y="235450"/>
                  <a:pt x="9113925" y="525893"/>
                </a:cubicBezTo>
                <a:lnTo>
                  <a:pt x="9113925" y="609084"/>
                </a:lnTo>
                <a:lnTo>
                  <a:pt x="9113926" y="609084"/>
                </a:lnTo>
                <a:lnTo>
                  <a:pt x="9113926" y="1177679"/>
                </a:lnTo>
                <a:lnTo>
                  <a:pt x="8588042" y="1177679"/>
                </a:lnTo>
                <a:lnTo>
                  <a:pt x="8588032" y="1177680"/>
                </a:lnTo>
                <a:lnTo>
                  <a:pt x="525894" y="1177680"/>
                </a:lnTo>
                <a:lnTo>
                  <a:pt x="525884" y="1177679"/>
                </a:lnTo>
                <a:lnTo>
                  <a:pt x="0" y="1177679"/>
                </a:lnTo>
                <a:lnTo>
                  <a:pt x="0" y="609084"/>
                </a:lnTo>
                <a:lnTo>
                  <a:pt x="1" y="609084"/>
                </a:lnTo>
                <a:lnTo>
                  <a:pt x="1" y="525893"/>
                </a:lnTo>
                <a:cubicBezTo>
                  <a:pt x="1" y="235450"/>
                  <a:pt x="235451" y="0"/>
                  <a:pt x="525894" y="0"/>
                </a:cubicBezTo>
                <a:close/>
              </a:path>
            </a:pathLst>
          </a:custGeom>
          <a:gradFill>
            <a:gsLst>
              <a:gs pos="0">
                <a:srgbClr val="F48120"/>
              </a:gs>
              <a:gs pos="100000">
                <a:srgbClr val="FE6700"/>
              </a:gs>
            </a:gsLst>
            <a:lin ang="5400000" scaled="1"/>
          </a:gradFill>
          <a:ln>
            <a:solidFill>
              <a:srgbClr val="FFE6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SVN-Gilroy" panose="0000050000000000000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23CD14-F6D9-BD75-8EF3-2DCAD770B347}"/>
              </a:ext>
            </a:extLst>
          </p:cNvPr>
          <p:cNvSpPr txBox="1"/>
          <p:nvPr/>
        </p:nvSpPr>
        <p:spPr>
          <a:xfrm>
            <a:off x="586539" y="928966"/>
            <a:ext cx="9113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SVN-Gilroy" panose="00000500000000000000"/>
              </a:rPr>
              <a:t>STB — 2Q26 in brief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7904" y="2106646"/>
            <a:ext cx="7966218" cy="10680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300" b="1">
                <a:solidFill>
                  <a:srgbClr val="F38120"/>
                </a:solidFill>
                <a:latin typeface="SVN-Gilroy XBold"/>
              </a:rPr>
              <a:t>1H26 PBT VND4,136bn (-43.6% YoY)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01437C"/>
                </a:solidFill>
                <a:latin typeface="SVN-Gilroy"/>
              </a:rPr>
              <a:t>51% of the VND8,100bn plan. NIM compression and a heavier provisioning charge did the damage.</a:t>
            </a:r>
          </a:p>
          <a:p>
            <a:pPr>
              <a:spcAft>
                <a:spcPts val="400"/>
              </a:spcAft>
            </a:pPr>
            <a:r>
              <a:rPr sz="2300" b="1">
                <a:solidFill>
                  <a:srgbClr val="F38120"/>
                </a:solidFill>
                <a:latin typeface="SVN-Gilroy XBold"/>
              </a:rPr>
              <a:t>NPL 7.54% at end-2Q26, the highest in the system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01437C"/>
                </a:solidFill>
                <a:latin typeface="SVN-Gilroy"/>
              </a:rPr>
              <a:t>Up 1.13%p YTD. Group 3-5 rose ~VND7,800bn to VND47,957bn, two-thirds of it Group 5.</a:t>
            </a:r>
          </a:p>
          <a:p>
            <a:pPr>
              <a:spcAft>
                <a:spcPts val="400"/>
              </a:spcAft>
            </a:pPr>
            <a:r>
              <a:rPr sz="2300" b="1">
                <a:solidFill>
                  <a:srgbClr val="F38120"/>
                </a:solidFill>
                <a:latin typeface="SVN-Gilroy XBold"/>
              </a:rPr>
              <a:t>We set FY26F NPL at 5.5%, coverage at 55%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01437C"/>
                </a:solidFill>
                <a:latin typeface="SVN-Gilroy"/>
              </a:rPr>
              <a:t>Reserves of VND27.2tn at end-2Q26 fund VND11.8tn of 2H26 write-offs — 37% of the Group 5 balance. The reserve stock does the work, not the P&amp;L.</a:t>
            </a:r>
          </a:p>
          <a:p>
            <a:pPr>
              <a:spcAft>
                <a:spcPts val="400"/>
              </a:spcAft>
            </a:pPr>
            <a:r>
              <a:rPr sz="2300" b="1">
                <a:solidFill>
                  <a:srgbClr val="F38120"/>
                </a:solidFill>
                <a:latin typeface="SVN-Gilroy XBold"/>
              </a:rPr>
              <a:t>FY26F PBT VND7,500bn (-1.7% YoY), 7% below plan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01437C"/>
                </a:solidFill>
                <a:latin typeface="SVN-Gilroy"/>
              </a:rPr>
              <a:t>We cut FY26F loan growth to 2.3% from 11.7%, in line with the 1.5% delivered in 1H26. NII falls to VND24,570bn; CIR held at 40.0%, easing to 38% and 36%.</a:t>
            </a:r>
          </a:p>
          <a:p>
            <a:pPr>
              <a:spcAft>
                <a:spcPts val="400"/>
              </a:spcAft>
            </a:pPr>
            <a:r>
              <a:rPr sz="2300" b="1">
                <a:solidFill>
                  <a:srgbClr val="F38120"/>
                </a:solidFill>
                <a:latin typeface="SVN-Gilroy XBold"/>
              </a:rPr>
              <a:t>HOLD, target price VND81,400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01437C"/>
                </a:solidFill>
                <a:latin typeface="SVN-Gilroy"/>
              </a:rPr>
              <a:t>The recovery sits in FY28F, when PBT reaches VND16,076bn on a cleaned book. Holding CIR at 40% needs 2H26 costs 4.1% below the first half.</a:t>
            </a:r>
          </a:p>
        </p:txBody>
      </p:sp>
    </p:spTree>
    <p:extLst>
      <p:ext uri="{BB962C8B-B14F-4D97-AF65-F5344CB8AC3E}">
        <p14:creationId xmlns:p14="http://schemas.microsoft.com/office/powerpoint/2010/main" val="3659091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01D92-5529-355E-666F-324B17416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rectangle with pink border&#10;&#10;Description automatically generated">
            <a:extLst>
              <a:ext uri="{FF2B5EF4-FFF2-40B4-BE49-F238E27FC236}">
                <a16:creationId xmlns:a16="http://schemas.microsoft.com/office/drawing/2014/main" id="{8244F213-782B-4A7A-DD96-5DC2119B06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44C75A5-BAD3-96B7-81B2-3F066029B92A}"/>
              </a:ext>
            </a:extLst>
          </p:cNvPr>
          <p:cNvSpPr/>
          <p:nvPr/>
        </p:nvSpPr>
        <p:spPr>
          <a:xfrm>
            <a:off x="586534" y="668818"/>
            <a:ext cx="9113926" cy="1177680"/>
          </a:xfrm>
          <a:custGeom>
            <a:avLst/>
            <a:gdLst>
              <a:gd name="connsiteX0" fmla="*/ 525894 w 9113926"/>
              <a:gd name="connsiteY0" fmla="*/ 0 h 1177680"/>
              <a:gd name="connsiteX1" fmla="*/ 8588032 w 9113926"/>
              <a:gd name="connsiteY1" fmla="*/ 0 h 1177680"/>
              <a:gd name="connsiteX2" fmla="*/ 9113925 w 9113926"/>
              <a:gd name="connsiteY2" fmla="*/ 525893 h 1177680"/>
              <a:gd name="connsiteX3" fmla="*/ 9113925 w 9113926"/>
              <a:gd name="connsiteY3" fmla="*/ 609084 h 1177680"/>
              <a:gd name="connsiteX4" fmla="*/ 9113926 w 9113926"/>
              <a:gd name="connsiteY4" fmla="*/ 609084 h 1177680"/>
              <a:gd name="connsiteX5" fmla="*/ 9113926 w 9113926"/>
              <a:gd name="connsiteY5" fmla="*/ 1177679 h 1177680"/>
              <a:gd name="connsiteX6" fmla="*/ 8588042 w 9113926"/>
              <a:gd name="connsiteY6" fmla="*/ 1177679 h 1177680"/>
              <a:gd name="connsiteX7" fmla="*/ 8588032 w 9113926"/>
              <a:gd name="connsiteY7" fmla="*/ 1177680 h 1177680"/>
              <a:gd name="connsiteX8" fmla="*/ 525894 w 9113926"/>
              <a:gd name="connsiteY8" fmla="*/ 1177680 h 1177680"/>
              <a:gd name="connsiteX9" fmla="*/ 525884 w 9113926"/>
              <a:gd name="connsiteY9" fmla="*/ 1177679 h 1177680"/>
              <a:gd name="connsiteX10" fmla="*/ 0 w 9113926"/>
              <a:gd name="connsiteY10" fmla="*/ 1177679 h 1177680"/>
              <a:gd name="connsiteX11" fmla="*/ 0 w 9113926"/>
              <a:gd name="connsiteY11" fmla="*/ 609084 h 1177680"/>
              <a:gd name="connsiteX12" fmla="*/ 1 w 9113926"/>
              <a:gd name="connsiteY12" fmla="*/ 609084 h 1177680"/>
              <a:gd name="connsiteX13" fmla="*/ 1 w 9113926"/>
              <a:gd name="connsiteY13" fmla="*/ 525893 h 1177680"/>
              <a:gd name="connsiteX14" fmla="*/ 525894 w 9113926"/>
              <a:gd name="connsiteY14" fmla="*/ 0 h 117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113926" h="1177680">
                <a:moveTo>
                  <a:pt x="525894" y="0"/>
                </a:moveTo>
                <a:lnTo>
                  <a:pt x="8588032" y="0"/>
                </a:lnTo>
                <a:cubicBezTo>
                  <a:pt x="8878475" y="0"/>
                  <a:pt x="9113925" y="235450"/>
                  <a:pt x="9113925" y="525893"/>
                </a:cubicBezTo>
                <a:lnTo>
                  <a:pt x="9113925" y="609084"/>
                </a:lnTo>
                <a:lnTo>
                  <a:pt x="9113926" y="609084"/>
                </a:lnTo>
                <a:lnTo>
                  <a:pt x="9113926" y="1177679"/>
                </a:lnTo>
                <a:lnTo>
                  <a:pt x="8588042" y="1177679"/>
                </a:lnTo>
                <a:lnTo>
                  <a:pt x="8588032" y="1177680"/>
                </a:lnTo>
                <a:lnTo>
                  <a:pt x="525894" y="1177680"/>
                </a:lnTo>
                <a:lnTo>
                  <a:pt x="525884" y="1177679"/>
                </a:lnTo>
                <a:lnTo>
                  <a:pt x="0" y="1177679"/>
                </a:lnTo>
                <a:lnTo>
                  <a:pt x="0" y="609084"/>
                </a:lnTo>
                <a:lnTo>
                  <a:pt x="1" y="609084"/>
                </a:lnTo>
                <a:lnTo>
                  <a:pt x="1" y="525893"/>
                </a:lnTo>
                <a:cubicBezTo>
                  <a:pt x="1" y="235450"/>
                  <a:pt x="235451" y="0"/>
                  <a:pt x="525894" y="0"/>
                </a:cubicBezTo>
                <a:close/>
              </a:path>
            </a:pathLst>
          </a:custGeom>
          <a:gradFill>
            <a:gsLst>
              <a:gs pos="0">
                <a:srgbClr val="F48120"/>
              </a:gs>
              <a:gs pos="100000">
                <a:srgbClr val="FE6700"/>
              </a:gs>
            </a:gsLst>
            <a:lin ang="5400000" scaled="1"/>
          </a:gradFill>
          <a:ln>
            <a:solidFill>
              <a:srgbClr val="FFE6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EC2A0D-D66C-362E-E1D6-2174CB186B58}"/>
              </a:ext>
            </a:extLst>
          </p:cNvPr>
          <p:cNvSpPr txBox="1"/>
          <p:nvPr/>
        </p:nvSpPr>
        <p:spPr>
          <a:xfrm>
            <a:off x="1156713" y="2331311"/>
            <a:ext cx="79735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1437C"/>
                </a:solidFill>
                <a:latin typeface="SVN-Gilroy" panose="00000500000000000000" pitchFamily="50" charset="0"/>
                <a:ea typeface="Karla" pitchFamily="2" charset="0"/>
                <a:cs typeface="Poppins" panose="00000500000000000000" pitchFamily="2" charset="0"/>
              </a:rPr>
              <a:t>FY26F: PBT -1.7%, CIR 40.0%, NPL 5.5%</a:t>
            </a:r>
          </a:p>
          <a:p>
            <a:pPr algn="ctr"/>
            <a:r>
              <a:rPr lang="en-US" sz="2800" b="1" dirty="0">
                <a:solidFill>
                  <a:srgbClr val="01437C"/>
                </a:solidFill>
                <a:latin typeface="SVN-Gilroy" panose="00000500000000000000" pitchFamily="50" charset="0"/>
                <a:ea typeface="Karla" pitchFamily="2" charset="0"/>
                <a:cs typeface="Poppins" panose="00000500000000000000" pitchFamily="2" charset="0"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19A336-C108-3A25-674C-E7236205DDC1}"/>
              </a:ext>
            </a:extLst>
          </p:cNvPr>
          <p:cNvSpPr txBox="1"/>
          <p:nvPr/>
        </p:nvSpPr>
        <p:spPr>
          <a:xfrm>
            <a:off x="586539" y="928966"/>
            <a:ext cx="9113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SVN-Gilroy XBold" panose="00000900000000000000" pitchFamily="50" charset="0"/>
              </a:rPr>
              <a:t>STB — I/S performance</a:t>
            </a:r>
            <a:endParaRPr lang="vi-VN" sz="4000" dirty="0">
              <a:solidFill>
                <a:schemeClr val="bg1"/>
              </a:solidFill>
              <a:latin typeface="SVN-Gilroy XBold" panose="00000900000000000000" pitchFamily="50" charset="0"/>
            </a:endParaRP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1362635" y="3621741"/>
          <a:ext cx="7494493" cy="415616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1362635" y="8017906"/>
          <a:ext cx="7494493" cy="415616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  <p:extLst>
      <p:ext uri="{BB962C8B-B14F-4D97-AF65-F5344CB8AC3E}">
        <p14:creationId xmlns:p14="http://schemas.microsoft.com/office/powerpoint/2010/main" val="2134168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6F8D3-4720-D45A-636A-2800D769D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rectangle with pink border&#10;&#10;Description automatically generated">
            <a:extLst>
              <a:ext uri="{FF2B5EF4-FFF2-40B4-BE49-F238E27FC236}">
                <a16:creationId xmlns:a16="http://schemas.microsoft.com/office/drawing/2014/main" id="{C209E38E-A3D8-3D4F-F8EC-1BC0761F43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120AD5A-1231-CC81-6F37-A90B856EACFB}"/>
              </a:ext>
            </a:extLst>
          </p:cNvPr>
          <p:cNvSpPr/>
          <p:nvPr/>
        </p:nvSpPr>
        <p:spPr>
          <a:xfrm>
            <a:off x="586534" y="668818"/>
            <a:ext cx="9113926" cy="1177680"/>
          </a:xfrm>
          <a:custGeom>
            <a:avLst/>
            <a:gdLst>
              <a:gd name="connsiteX0" fmla="*/ 525894 w 9113926"/>
              <a:gd name="connsiteY0" fmla="*/ 0 h 1177680"/>
              <a:gd name="connsiteX1" fmla="*/ 8588032 w 9113926"/>
              <a:gd name="connsiteY1" fmla="*/ 0 h 1177680"/>
              <a:gd name="connsiteX2" fmla="*/ 9113925 w 9113926"/>
              <a:gd name="connsiteY2" fmla="*/ 525893 h 1177680"/>
              <a:gd name="connsiteX3" fmla="*/ 9113925 w 9113926"/>
              <a:gd name="connsiteY3" fmla="*/ 609084 h 1177680"/>
              <a:gd name="connsiteX4" fmla="*/ 9113926 w 9113926"/>
              <a:gd name="connsiteY4" fmla="*/ 609084 h 1177680"/>
              <a:gd name="connsiteX5" fmla="*/ 9113926 w 9113926"/>
              <a:gd name="connsiteY5" fmla="*/ 1177679 h 1177680"/>
              <a:gd name="connsiteX6" fmla="*/ 8588042 w 9113926"/>
              <a:gd name="connsiteY6" fmla="*/ 1177679 h 1177680"/>
              <a:gd name="connsiteX7" fmla="*/ 8588032 w 9113926"/>
              <a:gd name="connsiteY7" fmla="*/ 1177680 h 1177680"/>
              <a:gd name="connsiteX8" fmla="*/ 525894 w 9113926"/>
              <a:gd name="connsiteY8" fmla="*/ 1177680 h 1177680"/>
              <a:gd name="connsiteX9" fmla="*/ 525884 w 9113926"/>
              <a:gd name="connsiteY9" fmla="*/ 1177679 h 1177680"/>
              <a:gd name="connsiteX10" fmla="*/ 0 w 9113926"/>
              <a:gd name="connsiteY10" fmla="*/ 1177679 h 1177680"/>
              <a:gd name="connsiteX11" fmla="*/ 0 w 9113926"/>
              <a:gd name="connsiteY11" fmla="*/ 609084 h 1177680"/>
              <a:gd name="connsiteX12" fmla="*/ 1 w 9113926"/>
              <a:gd name="connsiteY12" fmla="*/ 609084 h 1177680"/>
              <a:gd name="connsiteX13" fmla="*/ 1 w 9113926"/>
              <a:gd name="connsiteY13" fmla="*/ 525893 h 1177680"/>
              <a:gd name="connsiteX14" fmla="*/ 525894 w 9113926"/>
              <a:gd name="connsiteY14" fmla="*/ 0 h 117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113926" h="1177680">
                <a:moveTo>
                  <a:pt x="525894" y="0"/>
                </a:moveTo>
                <a:lnTo>
                  <a:pt x="8588032" y="0"/>
                </a:lnTo>
                <a:cubicBezTo>
                  <a:pt x="8878475" y="0"/>
                  <a:pt x="9113925" y="235450"/>
                  <a:pt x="9113925" y="525893"/>
                </a:cubicBezTo>
                <a:lnTo>
                  <a:pt x="9113925" y="609084"/>
                </a:lnTo>
                <a:lnTo>
                  <a:pt x="9113926" y="609084"/>
                </a:lnTo>
                <a:lnTo>
                  <a:pt x="9113926" y="1177679"/>
                </a:lnTo>
                <a:lnTo>
                  <a:pt x="8588042" y="1177679"/>
                </a:lnTo>
                <a:lnTo>
                  <a:pt x="8588032" y="1177680"/>
                </a:lnTo>
                <a:lnTo>
                  <a:pt x="525894" y="1177680"/>
                </a:lnTo>
                <a:lnTo>
                  <a:pt x="525884" y="1177679"/>
                </a:lnTo>
                <a:lnTo>
                  <a:pt x="0" y="1177679"/>
                </a:lnTo>
                <a:lnTo>
                  <a:pt x="0" y="609084"/>
                </a:lnTo>
                <a:lnTo>
                  <a:pt x="1" y="609084"/>
                </a:lnTo>
                <a:lnTo>
                  <a:pt x="1" y="525893"/>
                </a:lnTo>
                <a:cubicBezTo>
                  <a:pt x="1" y="235450"/>
                  <a:pt x="235451" y="0"/>
                  <a:pt x="525894" y="0"/>
                </a:cubicBezTo>
                <a:close/>
              </a:path>
            </a:pathLst>
          </a:custGeom>
          <a:gradFill>
            <a:gsLst>
              <a:gs pos="0">
                <a:srgbClr val="F48120"/>
              </a:gs>
              <a:gs pos="100000">
                <a:srgbClr val="FE6700"/>
              </a:gs>
            </a:gsLst>
            <a:lin ang="5400000" scaled="1"/>
          </a:gradFill>
          <a:ln>
            <a:solidFill>
              <a:srgbClr val="FFE6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00E7BE-3B51-DC6D-9CCC-8F4FDC986DC0}"/>
              </a:ext>
            </a:extLst>
          </p:cNvPr>
          <p:cNvSpPr txBox="1"/>
          <p:nvPr/>
        </p:nvSpPr>
        <p:spPr>
          <a:xfrm>
            <a:off x="1156713" y="2331311"/>
            <a:ext cx="7973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1437C"/>
                </a:solidFill>
                <a:latin typeface="SVN-Gilroy" panose="00000500000000000000" pitchFamily="50" charset="0"/>
                <a:ea typeface="Karla" pitchFamily="2" charset="0"/>
                <a:cs typeface="Poppins" panose="00000500000000000000" pitchFamily="2" charset="0"/>
              </a:rPr>
              <a:t>P/E and P/B struck on the VND81,400 target price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419C03-2FDC-0EBD-67F3-817119CC3CE0}"/>
              </a:ext>
            </a:extLst>
          </p:cNvPr>
          <p:cNvSpPr txBox="1"/>
          <p:nvPr/>
        </p:nvSpPr>
        <p:spPr>
          <a:xfrm>
            <a:off x="586539" y="928966"/>
            <a:ext cx="9113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SVN-Gilroy XBold" panose="00000900000000000000" pitchFamily="50" charset="0"/>
              </a:rPr>
              <a:t>STB — Valuation</a:t>
            </a:r>
            <a:endParaRPr lang="vi-VN" sz="4000" dirty="0">
              <a:solidFill>
                <a:schemeClr val="bg1"/>
              </a:solidFill>
              <a:latin typeface="SVN-Gilroy XBold" panose="00000900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4F96A0-82D4-EFB8-799A-AF0F78ED16EE}"/>
              </a:ext>
            </a:extLst>
          </p:cNvPr>
          <p:cNvSpPr txBox="1"/>
          <p:nvPr/>
        </p:nvSpPr>
        <p:spPr>
          <a:xfrm>
            <a:off x="1175001" y="12048323"/>
            <a:ext cx="47399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SVN-Gilroy" panose="00000500000000000000"/>
              </a:rPr>
              <a:t>Source: Company data, Mirae Asset Vietnam Research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1344705" y="3339343"/>
          <a:ext cx="7785575" cy="4144963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1344705" y="7724306"/>
          <a:ext cx="7785575" cy="4144963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  <p:extLst>
      <p:ext uri="{BB962C8B-B14F-4D97-AF65-F5344CB8AC3E}">
        <p14:creationId xmlns:p14="http://schemas.microsoft.com/office/powerpoint/2010/main" val="966020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rectangle with pink border&#10;&#10;Description automatically generated">
            <a:extLst>
              <a:ext uri="{FF2B5EF4-FFF2-40B4-BE49-F238E27FC236}">
                <a16:creationId xmlns:a16="http://schemas.microsoft.com/office/drawing/2014/main" id="{99A5E3AE-A009-A8E7-962F-EA45E1A61DD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6941308-AB60-A39B-071E-73E41CEB7201}"/>
              </a:ext>
            </a:extLst>
          </p:cNvPr>
          <p:cNvSpPr/>
          <p:nvPr/>
        </p:nvSpPr>
        <p:spPr>
          <a:xfrm>
            <a:off x="586534" y="668818"/>
            <a:ext cx="9113926" cy="1177680"/>
          </a:xfrm>
          <a:custGeom>
            <a:avLst/>
            <a:gdLst>
              <a:gd name="connsiteX0" fmla="*/ 525894 w 9113926"/>
              <a:gd name="connsiteY0" fmla="*/ 0 h 1177680"/>
              <a:gd name="connsiteX1" fmla="*/ 8588032 w 9113926"/>
              <a:gd name="connsiteY1" fmla="*/ 0 h 1177680"/>
              <a:gd name="connsiteX2" fmla="*/ 9113925 w 9113926"/>
              <a:gd name="connsiteY2" fmla="*/ 525893 h 1177680"/>
              <a:gd name="connsiteX3" fmla="*/ 9113925 w 9113926"/>
              <a:gd name="connsiteY3" fmla="*/ 609084 h 1177680"/>
              <a:gd name="connsiteX4" fmla="*/ 9113926 w 9113926"/>
              <a:gd name="connsiteY4" fmla="*/ 609084 h 1177680"/>
              <a:gd name="connsiteX5" fmla="*/ 9113926 w 9113926"/>
              <a:gd name="connsiteY5" fmla="*/ 1177679 h 1177680"/>
              <a:gd name="connsiteX6" fmla="*/ 8588042 w 9113926"/>
              <a:gd name="connsiteY6" fmla="*/ 1177679 h 1177680"/>
              <a:gd name="connsiteX7" fmla="*/ 8588032 w 9113926"/>
              <a:gd name="connsiteY7" fmla="*/ 1177680 h 1177680"/>
              <a:gd name="connsiteX8" fmla="*/ 525894 w 9113926"/>
              <a:gd name="connsiteY8" fmla="*/ 1177680 h 1177680"/>
              <a:gd name="connsiteX9" fmla="*/ 525884 w 9113926"/>
              <a:gd name="connsiteY9" fmla="*/ 1177679 h 1177680"/>
              <a:gd name="connsiteX10" fmla="*/ 0 w 9113926"/>
              <a:gd name="connsiteY10" fmla="*/ 1177679 h 1177680"/>
              <a:gd name="connsiteX11" fmla="*/ 0 w 9113926"/>
              <a:gd name="connsiteY11" fmla="*/ 609084 h 1177680"/>
              <a:gd name="connsiteX12" fmla="*/ 1 w 9113926"/>
              <a:gd name="connsiteY12" fmla="*/ 609084 h 1177680"/>
              <a:gd name="connsiteX13" fmla="*/ 1 w 9113926"/>
              <a:gd name="connsiteY13" fmla="*/ 525893 h 1177680"/>
              <a:gd name="connsiteX14" fmla="*/ 525894 w 9113926"/>
              <a:gd name="connsiteY14" fmla="*/ 0 h 117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113926" h="1177680">
                <a:moveTo>
                  <a:pt x="525894" y="0"/>
                </a:moveTo>
                <a:lnTo>
                  <a:pt x="8588032" y="0"/>
                </a:lnTo>
                <a:cubicBezTo>
                  <a:pt x="8878475" y="0"/>
                  <a:pt x="9113925" y="235450"/>
                  <a:pt x="9113925" y="525893"/>
                </a:cubicBezTo>
                <a:lnTo>
                  <a:pt x="9113925" y="609084"/>
                </a:lnTo>
                <a:lnTo>
                  <a:pt x="9113926" y="609084"/>
                </a:lnTo>
                <a:lnTo>
                  <a:pt x="9113926" y="1177679"/>
                </a:lnTo>
                <a:lnTo>
                  <a:pt x="8588042" y="1177679"/>
                </a:lnTo>
                <a:lnTo>
                  <a:pt x="8588032" y="1177680"/>
                </a:lnTo>
                <a:lnTo>
                  <a:pt x="525894" y="1177680"/>
                </a:lnTo>
                <a:lnTo>
                  <a:pt x="525884" y="1177679"/>
                </a:lnTo>
                <a:lnTo>
                  <a:pt x="0" y="1177679"/>
                </a:lnTo>
                <a:lnTo>
                  <a:pt x="0" y="609084"/>
                </a:lnTo>
                <a:lnTo>
                  <a:pt x="1" y="609084"/>
                </a:lnTo>
                <a:lnTo>
                  <a:pt x="1" y="525893"/>
                </a:lnTo>
                <a:cubicBezTo>
                  <a:pt x="1" y="235450"/>
                  <a:pt x="235451" y="0"/>
                  <a:pt x="525894" y="0"/>
                </a:cubicBezTo>
                <a:close/>
              </a:path>
            </a:pathLst>
          </a:custGeom>
          <a:gradFill>
            <a:gsLst>
              <a:gs pos="0">
                <a:srgbClr val="F48120"/>
              </a:gs>
              <a:gs pos="100000">
                <a:srgbClr val="FE6700"/>
              </a:gs>
            </a:gsLst>
            <a:lin ang="5400000" scaled="1"/>
          </a:gradFill>
          <a:ln>
            <a:solidFill>
              <a:srgbClr val="FFE6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83FF53-4C6F-B5AF-CE2B-073989E45009}"/>
              </a:ext>
            </a:extLst>
          </p:cNvPr>
          <p:cNvSpPr txBox="1"/>
          <p:nvPr/>
        </p:nvSpPr>
        <p:spPr>
          <a:xfrm>
            <a:off x="586539" y="928966"/>
            <a:ext cx="9113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SVN-Gilroy XBold" panose="00000900000000000000" pitchFamily="50" charset="0"/>
              </a:rPr>
              <a:t>Estimates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51548AF-A63A-DB72-35D6-3F32D1F66D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400069"/>
              </p:ext>
            </p:extLst>
          </p:nvPr>
        </p:nvGraphicFramePr>
        <p:xfrm>
          <a:off x="1225454" y="2565817"/>
          <a:ext cx="8242618" cy="9147213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3365818">
                  <a:extLst>
                    <a:ext uri="{9D8B030D-6E8A-4147-A177-3AD203B41FA5}">
                      <a16:colId xmlns:a16="http://schemas.microsoft.com/office/drawing/2014/main" val="4290180457"/>
                    </a:ext>
                  </a:extLst>
                </a:gridCol>
                <a:gridCol w="1303502">
                  <a:extLst>
                    <a:ext uri="{9D8B030D-6E8A-4147-A177-3AD203B41FA5}">
                      <a16:colId xmlns:a16="http://schemas.microsoft.com/office/drawing/2014/main" val="275034808"/>
                    </a:ext>
                  </a:extLst>
                </a:gridCol>
                <a:gridCol w="1197897">
                  <a:extLst>
                    <a:ext uri="{9D8B030D-6E8A-4147-A177-3AD203B41FA5}">
                      <a16:colId xmlns:a16="http://schemas.microsoft.com/office/drawing/2014/main" val="3165221040"/>
                    </a:ext>
                  </a:extLst>
                </a:gridCol>
                <a:gridCol w="1186773">
                  <a:extLst>
                    <a:ext uri="{9D8B030D-6E8A-4147-A177-3AD203B41FA5}">
                      <a16:colId xmlns:a16="http://schemas.microsoft.com/office/drawing/2014/main" val="2888639614"/>
                    </a:ext>
                  </a:extLst>
                </a:gridCol>
                <a:gridCol w="1188628">
                  <a:extLst>
                    <a:ext uri="{9D8B030D-6E8A-4147-A177-3AD203B41FA5}">
                      <a16:colId xmlns:a16="http://schemas.microsoft.com/office/drawing/2014/main" val="1107751694"/>
                    </a:ext>
                  </a:extLst>
                </a:gridCol>
              </a:tblGrid>
              <a:tr h="1016101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</a:pPr>
                      <a:endParaRPr lang="en-US" sz="2400" b="1" kern="100" dirty="0">
                        <a:solidFill>
                          <a:srgbClr val="000000"/>
                        </a:solidFill>
                        <a:effectLst/>
                        <a:latin typeface="SVN-Gilroy" panose="00000500000000000000" pitchFamily="50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34290" algn="r" hangingPunct="0">
                        <a:lnSpc>
                          <a:spcPct val="110000"/>
                        </a:lnSpc>
                        <a:buNone/>
                      </a:pPr>
                      <a:r>
                        <a:rPr lang="vi-VN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>FY25</a:t>
                      </a:r>
                      <a:r>
                        <a:rPr lang="en-US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/>
                      </a:r>
                      <a:endParaRPr lang="en-US" sz="2400" kern="100" spc="-40" dirty="0">
                        <a:effectLst/>
                        <a:latin typeface="SVN-Gilroy" panose="00000500000000000000" pitchFamily="50" charset="0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34290" algn="r" hangingPunct="0">
                        <a:lnSpc>
                          <a:spcPct val="110000"/>
                        </a:lnSpc>
                        <a:buNone/>
                      </a:pPr>
                      <a:r>
                        <a:rPr lang="vi-VN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>FY26F</a:t>
                      </a:r>
                      <a:r>
                        <a:rPr lang="en-US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/>
                      </a:r>
                      <a:endParaRPr lang="en-US" sz="2400" kern="100" spc="-40" dirty="0">
                        <a:effectLst/>
                        <a:latin typeface="SVN-Gilroy" panose="00000500000000000000" pitchFamily="50" charset="0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34290" algn="r" hangingPunct="0">
                        <a:lnSpc>
                          <a:spcPct val="110000"/>
                        </a:lnSpc>
                        <a:buNone/>
                      </a:pPr>
                      <a:r>
                        <a:rPr lang="vi-VN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>FY27F</a:t>
                      </a:r>
                      <a:r>
                        <a:rPr lang="en-US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/>
                      </a:r>
                      <a:r>
                        <a:rPr lang="vi-VN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/>
                      </a:r>
                      <a:endParaRPr lang="en-US" sz="2400" kern="100" spc="-40" dirty="0">
                        <a:effectLst/>
                        <a:latin typeface="SVN-Gilroy" panose="00000500000000000000" pitchFamily="50" charset="0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34290" algn="r" hangingPunct="0">
                        <a:lnSpc>
                          <a:spcPct val="110000"/>
                        </a:lnSpc>
                        <a:buNone/>
                      </a:pPr>
                      <a:r>
                        <a:rPr lang="vi-VN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>FY28F</a:t>
                      </a:r>
                      <a:r>
                        <a:rPr lang="en-US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/>
                      </a:r>
                      <a:r>
                        <a:rPr lang="vi-VN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/>
                      </a:r>
                      <a:endParaRPr lang="en-US" sz="2400" kern="100" spc="-40" dirty="0">
                        <a:effectLst/>
                        <a:latin typeface="SVN-Gilroy" panose="00000500000000000000" pitchFamily="50" charset="0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57498357"/>
                  </a:ext>
                </a:extLst>
              </a:tr>
              <a:tr h="1016389">
                <a:tc>
                  <a:txBody>
                    <a:bodyPr/>
                    <a:lstStyle/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>NII (VNDbn)</a:t>
                      </a:r>
                    </a:p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/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 dirty="0">
                          <a:effectLst/>
                          <a:latin typeface="SVN-Gilroy" panose="00000500000000000000" pitchFamily="50" charset="0"/>
                        </a:rPr>
                        <a:t>26,681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24,570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24,388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27,512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31024341"/>
                  </a:ext>
                </a:extLst>
              </a:tr>
              <a:tr h="1016389">
                <a:tc>
                  <a:txBody>
                    <a:bodyPr/>
                    <a:lstStyle/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>Non-II (VNDbn)</a:t>
                      </a:r>
                    </a:p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/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5,376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 dirty="0">
                          <a:effectLst/>
                          <a:latin typeface="SVN-Gilroy" panose="00000500000000000000" pitchFamily="50" charset="0"/>
                        </a:rPr>
                        <a:t>5,950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7,226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8,517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54749992"/>
                  </a:ext>
                </a:extLst>
              </a:tr>
              <a:tr h="1016389">
                <a:tc>
                  <a:txBody>
                    <a:bodyPr/>
                    <a:lstStyle/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>Operating profit (VNDbn)</a:t>
                      </a:r>
                    </a:p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/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7,628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7,500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9,973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16,076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98211021"/>
                  </a:ext>
                </a:extLst>
              </a:tr>
              <a:tr h="1016389">
                <a:tc>
                  <a:txBody>
                    <a:bodyPr/>
                    <a:lstStyle/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>NP (VNDbn)</a:t>
                      </a:r>
                    </a:p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/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5,939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5,839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 dirty="0">
                          <a:effectLst/>
                          <a:latin typeface="SVN-Gilroy" panose="00000500000000000000" pitchFamily="50" charset="0"/>
                        </a:rPr>
                        <a:t>7,765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12,516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5006371"/>
                  </a:ext>
                </a:extLst>
              </a:tr>
              <a:tr h="1016389">
                <a:tc>
                  <a:txBody>
                    <a:bodyPr/>
                    <a:lstStyle/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>EPS (VND)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2,883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2,834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3,769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6,075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63125814"/>
                  </a:ext>
                </a:extLst>
              </a:tr>
              <a:tr h="1016389">
                <a:tc>
                  <a:txBody>
                    <a:bodyPr/>
                    <a:lstStyle/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>ROE (%)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10.3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8.9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11.1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15.7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81843712"/>
                  </a:ext>
                </a:extLst>
              </a:tr>
              <a:tr h="1016389">
                <a:tc>
                  <a:txBody>
                    <a:bodyPr/>
                    <a:lstStyle/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>P/E (x)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28.2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28.7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21.6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 dirty="0">
                          <a:effectLst/>
                          <a:latin typeface="SVN-Gilroy" panose="00000500000000000000" pitchFamily="50" charset="0"/>
                        </a:rPr>
                        <a:t>13.4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80255368"/>
                  </a:ext>
                </a:extLst>
              </a:tr>
              <a:tr h="1016389">
                <a:tc>
                  <a:txBody>
                    <a:bodyPr/>
                    <a:lstStyle/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>P/B (x)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2.8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2.6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2.3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 dirty="0">
                          <a:effectLst/>
                          <a:latin typeface="SVN-Gilroy" panose="00000500000000000000" pitchFamily="50" charset="0"/>
                        </a:rPr>
                        <a:t>1.9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74309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5739351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Picture 7" descr="A white rectangular object with a pink border&#10;&#10;Description automatically generated">
            <a:extLst>
              <a:ext uri="{FF2B5EF4-FFF2-40B4-BE49-F238E27FC236}">
                <a16:creationId xmlns:a16="http://schemas.microsoft.com/office/drawing/2014/main" id="{77D9D435-ED2C-E0FB-DAAF-33E9371BEAA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14B5F8-E1EB-70B1-B389-060E2921B1F7}"/>
              </a:ext>
            </a:extLst>
          </p:cNvPr>
          <p:cNvSpPr txBox="1"/>
          <p:nvPr/>
        </p:nvSpPr>
        <p:spPr>
          <a:xfrm>
            <a:off x="559467" y="399526"/>
            <a:ext cx="65012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solidFill>
                  <a:srgbClr val="F38120"/>
                </a:solidFill>
                <a:latin typeface="SVN-Gilroy XBold" panose="00000900000000000000" pitchFamily="50" charset="0"/>
              </a:rPr>
              <a:t>Ngân hàng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96A606-D1B5-EE58-A08A-3B9212285C6D}"/>
              </a:ext>
            </a:extLst>
          </p:cNvPr>
          <p:cNvSpPr txBox="1"/>
          <p:nvPr/>
        </p:nvSpPr>
        <p:spPr>
          <a:xfrm>
            <a:off x="559467" y="1016162"/>
            <a:ext cx="4584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1437C"/>
                </a:solidFill>
                <a:latin typeface="SVN-Gilroy SemiBold" panose="00000700000000000000" pitchFamily="50" charset="0"/>
              </a:rPr>
              <a:t>05.08.2026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708BFA-DD95-5F7F-DB97-C61B49917AE0}"/>
              </a:ext>
            </a:extLst>
          </p:cNvPr>
          <p:cNvSpPr txBox="1"/>
          <p:nvPr/>
        </p:nvSpPr>
        <p:spPr>
          <a:xfrm>
            <a:off x="1156713" y="4795273"/>
            <a:ext cx="79735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F38120"/>
                </a:solidFill>
                <a:latin typeface="SVN-Gilroy XBold" panose="00000900000000000000" pitchFamily="50" charset="0"/>
              </a:rPr>
              <a:t>Sacombank</a:t>
            </a:r>
          </a:p>
          <a:p>
            <a:pPr algn="ctr"/>
            <a:r>
              <a:rPr lang="en-US" sz="6000" dirty="0">
                <a:solidFill>
                  <a:srgbClr val="F38120"/>
                </a:solidFill>
                <a:latin typeface="SVN-Gilroy XBold" panose="00000900000000000000" pitchFamily="50" charset="0"/>
              </a:rPr>
              <a:t>(HOSE: STB)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1692FE-8D2A-CF6A-866B-0B0422273BDD}"/>
              </a:ext>
            </a:extLst>
          </p:cNvPr>
          <p:cNvSpPr txBox="1"/>
          <p:nvPr/>
        </p:nvSpPr>
        <p:spPr>
          <a:xfrm>
            <a:off x="653000" y="7039673"/>
            <a:ext cx="898099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00" b="1" dirty="0">
                <a:solidFill>
                  <a:srgbClr val="01437C"/>
                </a:solidFill>
                <a:latin typeface="SVN-Gilroy" panose="00000500000000000000" pitchFamily="50" charset="0"/>
                <a:ea typeface="Karla" pitchFamily="2" charset="0"/>
                <a:cs typeface="Poppins" panose="00000500000000000000" pitchFamily="2" charset="0"/>
              </a:rPr>
              <a:t>Xử lý nợ xấu bằng nguồn dự phòng đã trích, không bằng lợi nhuận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38356BC-700A-EB7E-38C5-8059B2064F78}"/>
              </a:ext>
            </a:extLst>
          </p:cNvPr>
          <p:cNvGrpSpPr/>
          <p:nvPr/>
        </p:nvGrpSpPr>
        <p:grpSpPr>
          <a:xfrm>
            <a:off x="3336461" y="8625441"/>
            <a:ext cx="4109367" cy="1451113"/>
            <a:chOff x="3336461" y="8784465"/>
            <a:chExt cx="4109367" cy="145111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E669CBE-92BA-A572-7180-B81BDB62D11B}"/>
                </a:ext>
              </a:extLst>
            </p:cNvPr>
            <p:cNvSpPr/>
            <p:nvPr/>
          </p:nvSpPr>
          <p:spPr>
            <a:xfrm>
              <a:off x="3336461" y="8784465"/>
              <a:ext cx="4109367" cy="993913"/>
            </a:xfrm>
            <a:prstGeom prst="roundRect">
              <a:avLst/>
            </a:prstGeom>
            <a:noFill/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r>
                <a:rPr lang="en-US" sz="3700" dirty="0">
                  <a:latin typeface="SVN-Gilroy" panose="00000500000000000000" pitchFamily="50" charset="0"/>
                </a:rPr>
                <a:t>BUY</a:t>
              </a:r>
            </a:p>
          </p:txBody>
        </p:sp>
        <p:sp>
          <p:nvSpPr>
            <p:cNvPr id="9" name="Arrow: Up 8">
              <a:extLst>
                <a:ext uri="{FF2B5EF4-FFF2-40B4-BE49-F238E27FC236}">
                  <a16:creationId xmlns:a16="http://schemas.microsoft.com/office/drawing/2014/main" id="{D86E1F36-EC74-E9A6-0608-6AD7488EF5C5}"/>
                </a:ext>
              </a:extLst>
            </p:cNvPr>
            <p:cNvSpPr/>
            <p:nvPr/>
          </p:nvSpPr>
          <p:spPr>
            <a:xfrm rot="19258989">
              <a:off x="6493332" y="9321178"/>
              <a:ext cx="914400" cy="914400"/>
            </a:xfrm>
            <a:prstGeom prst="up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184D3A0-7F48-33BE-E1E4-8C878D3CB8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53970"/>
              </p:ext>
            </p:extLst>
          </p:nvPr>
        </p:nvGraphicFramePr>
        <p:xfrm>
          <a:off x="2679752" y="10155689"/>
          <a:ext cx="5442272" cy="1847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15059">
                  <a:extLst>
                    <a:ext uri="{9D8B030D-6E8A-4147-A177-3AD203B41FA5}">
                      <a16:colId xmlns:a16="http://schemas.microsoft.com/office/drawing/2014/main" val="3602970718"/>
                    </a:ext>
                  </a:extLst>
                </a:gridCol>
                <a:gridCol w="1827213">
                  <a:extLst>
                    <a:ext uri="{9D8B030D-6E8A-4147-A177-3AD203B41FA5}">
                      <a16:colId xmlns:a16="http://schemas.microsoft.com/office/drawing/2014/main" val="3703199259"/>
                    </a:ext>
                  </a:extLst>
                </a:gridCol>
              </a:tblGrid>
              <a:tr h="785023">
                <a:tc>
                  <a:txBody>
                    <a:bodyPr/>
                    <a:lstStyle/>
                    <a:p>
                      <a:pPr marL="0" algn="l" defTabSz="1028700" rtl="0" eaLnBrk="1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700" b="0" kern="1200" dirty="0">
                          <a:solidFill>
                            <a:srgbClr val="00427A"/>
                          </a:solidFill>
                          <a:latin typeface="SVN-Gilroy" panose="00000500000000000000" pitchFamily="50" charset="0"/>
                          <a:ea typeface="+mn-ea"/>
                          <a:cs typeface="Poppins" panose="00000500000000000000" pitchFamily="2" charset="0"/>
                        </a:rPr>
                        <a:t>Giá mục tiêu</a:t>
                      </a:r>
                    </a:p>
                  </a:txBody>
                  <a:tcPr marT="91440" marB="9144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028700" rtl="0" eaLnBrk="1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3700" b="0" kern="1200" dirty="0">
                        <a:solidFill>
                          <a:srgbClr val="00427A"/>
                        </a:solidFill>
                        <a:latin typeface="SVN-Gilroy" panose="00000500000000000000" pitchFamily="50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997262"/>
                  </a:ext>
                </a:extLst>
              </a:tr>
              <a:tr h="783782">
                <a:tc>
                  <a:txBody>
                    <a:bodyPr/>
                    <a:lstStyle/>
                    <a:p>
                      <a:pPr marL="0" algn="l" defTabSz="1028700" rtl="0" eaLnBrk="1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700" b="1" kern="1200" dirty="0">
                          <a:solidFill>
                            <a:srgbClr val="00427A"/>
                          </a:solidFill>
                          <a:latin typeface="SVN-Gilroy" panose="00000500000000000000" pitchFamily="50" charset="0"/>
                        </a:rPr>
                        <a:t>81,400</a:t>
                      </a:r>
                      <a:endParaRPr lang="en-US" sz="3700" b="1" kern="1200" dirty="0">
                        <a:solidFill>
                          <a:srgbClr val="00427A"/>
                        </a:solidFill>
                        <a:latin typeface="SVN-Gilroy" panose="00000500000000000000" pitchFamily="50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T="91440" marB="9144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028700" rtl="0" eaLnBrk="1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700" b="1" kern="1200" dirty="0">
                          <a:solidFill>
                            <a:srgbClr val="92D050"/>
                          </a:solidFill>
                          <a:latin typeface="SVN-Gilroy" panose="00000500000000000000" pitchFamily="50" charset="0"/>
                        </a:rPr>
                        <a:t>+10.0%</a:t>
                      </a:r>
                      <a:endParaRPr lang="en-US" sz="3700" b="1" kern="1200" dirty="0">
                        <a:solidFill>
                          <a:srgbClr val="92D050"/>
                        </a:solidFill>
                        <a:latin typeface="SVN-Gilroy" panose="00000500000000000000" pitchFamily="50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0323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Picture 5" descr="A white rectangle with pink border&#10;&#10;Description automatically generated">
            <a:extLst>
              <a:ext uri="{FF2B5EF4-FFF2-40B4-BE49-F238E27FC236}">
                <a16:creationId xmlns:a16="http://schemas.microsoft.com/office/drawing/2014/main" id="{F5D95500-A1E1-9F81-EF27-09195970B47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64C2418-1AC2-8EFA-327B-60C54D799CBC}"/>
              </a:ext>
            </a:extLst>
          </p:cNvPr>
          <p:cNvSpPr/>
          <p:nvPr/>
        </p:nvSpPr>
        <p:spPr>
          <a:xfrm>
            <a:off x="586534" y="668818"/>
            <a:ext cx="9113926" cy="1177680"/>
          </a:xfrm>
          <a:custGeom>
            <a:avLst/>
            <a:gdLst>
              <a:gd name="connsiteX0" fmla="*/ 525894 w 9113926"/>
              <a:gd name="connsiteY0" fmla="*/ 0 h 1177680"/>
              <a:gd name="connsiteX1" fmla="*/ 8588032 w 9113926"/>
              <a:gd name="connsiteY1" fmla="*/ 0 h 1177680"/>
              <a:gd name="connsiteX2" fmla="*/ 9113925 w 9113926"/>
              <a:gd name="connsiteY2" fmla="*/ 525893 h 1177680"/>
              <a:gd name="connsiteX3" fmla="*/ 9113925 w 9113926"/>
              <a:gd name="connsiteY3" fmla="*/ 609084 h 1177680"/>
              <a:gd name="connsiteX4" fmla="*/ 9113926 w 9113926"/>
              <a:gd name="connsiteY4" fmla="*/ 609084 h 1177680"/>
              <a:gd name="connsiteX5" fmla="*/ 9113926 w 9113926"/>
              <a:gd name="connsiteY5" fmla="*/ 1177679 h 1177680"/>
              <a:gd name="connsiteX6" fmla="*/ 8588042 w 9113926"/>
              <a:gd name="connsiteY6" fmla="*/ 1177679 h 1177680"/>
              <a:gd name="connsiteX7" fmla="*/ 8588032 w 9113926"/>
              <a:gd name="connsiteY7" fmla="*/ 1177680 h 1177680"/>
              <a:gd name="connsiteX8" fmla="*/ 525894 w 9113926"/>
              <a:gd name="connsiteY8" fmla="*/ 1177680 h 1177680"/>
              <a:gd name="connsiteX9" fmla="*/ 525884 w 9113926"/>
              <a:gd name="connsiteY9" fmla="*/ 1177679 h 1177680"/>
              <a:gd name="connsiteX10" fmla="*/ 0 w 9113926"/>
              <a:gd name="connsiteY10" fmla="*/ 1177679 h 1177680"/>
              <a:gd name="connsiteX11" fmla="*/ 0 w 9113926"/>
              <a:gd name="connsiteY11" fmla="*/ 609084 h 1177680"/>
              <a:gd name="connsiteX12" fmla="*/ 1 w 9113926"/>
              <a:gd name="connsiteY12" fmla="*/ 609084 h 1177680"/>
              <a:gd name="connsiteX13" fmla="*/ 1 w 9113926"/>
              <a:gd name="connsiteY13" fmla="*/ 525893 h 1177680"/>
              <a:gd name="connsiteX14" fmla="*/ 525894 w 9113926"/>
              <a:gd name="connsiteY14" fmla="*/ 0 h 117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113926" h="1177680">
                <a:moveTo>
                  <a:pt x="525894" y="0"/>
                </a:moveTo>
                <a:lnTo>
                  <a:pt x="8588032" y="0"/>
                </a:lnTo>
                <a:cubicBezTo>
                  <a:pt x="8878475" y="0"/>
                  <a:pt x="9113925" y="235450"/>
                  <a:pt x="9113925" y="525893"/>
                </a:cubicBezTo>
                <a:lnTo>
                  <a:pt x="9113925" y="609084"/>
                </a:lnTo>
                <a:lnTo>
                  <a:pt x="9113926" y="609084"/>
                </a:lnTo>
                <a:lnTo>
                  <a:pt x="9113926" y="1177679"/>
                </a:lnTo>
                <a:lnTo>
                  <a:pt x="8588042" y="1177679"/>
                </a:lnTo>
                <a:lnTo>
                  <a:pt x="8588032" y="1177680"/>
                </a:lnTo>
                <a:lnTo>
                  <a:pt x="525894" y="1177680"/>
                </a:lnTo>
                <a:lnTo>
                  <a:pt x="525884" y="1177679"/>
                </a:lnTo>
                <a:lnTo>
                  <a:pt x="0" y="1177679"/>
                </a:lnTo>
                <a:lnTo>
                  <a:pt x="0" y="609084"/>
                </a:lnTo>
                <a:lnTo>
                  <a:pt x="1" y="609084"/>
                </a:lnTo>
                <a:lnTo>
                  <a:pt x="1" y="525893"/>
                </a:lnTo>
                <a:cubicBezTo>
                  <a:pt x="1" y="235450"/>
                  <a:pt x="235451" y="0"/>
                  <a:pt x="525894" y="0"/>
                </a:cubicBezTo>
                <a:close/>
              </a:path>
            </a:pathLst>
          </a:custGeom>
          <a:gradFill>
            <a:gsLst>
              <a:gs pos="0">
                <a:srgbClr val="F48120"/>
              </a:gs>
              <a:gs pos="100000">
                <a:srgbClr val="FE6700"/>
              </a:gs>
            </a:gsLst>
            <a:lin ang="5400000" scaled="1"/>
          </a:gradFill>
          <a:ln>
            <a:solidFill>
              <a:srgbClr val="FFE6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SVN-Gilroy" panose="0000050000000000000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23CD14-F6D9-BD75-8EF3-2DCAD770B347}"/>
              </a:ext>
            </a:extLst>
          </p:cNvPr>
          <p:cNvSpPr txBox="1"/>
          <p:nvPr/>
        </p:nvSpPr>
        <p:spPr>
          <a:xfrm>
            <a:off x="586539" y="928966"/>
            <a:ext cx="9113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SVN-Gilroy" panose="00000500000000000000"/>
              </a:rPr>
              <a:t>STB — Tóm tắt Q2/2026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7904" y="2106646"/>
            <a:ext cx="7966218" cy="10680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300" b="1">
                <a:solidFill>
                  <a:srgbClr val="F38120"/>
                </a:solidFill>
                <a:latin typeface="SVN-Gilroy XBold"/>
              </a:rPr>
              <a:t>LNTT 1H26 đạt 4,136 tỷ đồng (-43.6% CK)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01437C"/>
                </a:solidFill>
                <a:latin typeface="SVN-Gilroy"/>
              </a:rPr>
              <a:t>Hoàn thành 51% kế hoạch 8,100 tỷ đồng. NIM thu hẹp và chi phí dự phòng tăng mạnh là hai nguyên nhân chính.</a:t>
            </a:r>
          </a:p>
          <a:p>
            <a:pPr>
              <a:spcAft>
                <a:spcPts val="400"/>
              </a:spcAft>
            </a:pPr>
            <a:r>
              <a:rPr sz="2300" b="1">
                <a:solidFill>
                  <a:srgbClr val="F38120"/>
                </a:solidFill>
                <a:latin typeface="SVN-Gilroy XBold"/>
              </a:rPr>
              <a:t>Nợ xấu 7.54% cuối Q2/2026, cao nhất hệ thống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01437C"/>
                </a:solidFill>
                <a:latin typeface="SVN-Gilroy"/>
              </a:rPr>
              <a:t>Tăng 1.13%p so với đầu năm. Nợ nhóm 3-5 tăng khoảng 7,800 tỷ đồng lên 47,957 tỷ đồng, hai phần ba là nhóm 5.</a:t>
            </a:r>
          </a:p>
          <a:p>
            <a:pPr>
              <a:spcAft>
                <a:spcPts val="400"/>
              </a:spcAft>
            </a:pPr>
            <a:r>
              <a:rPr sz="2300" b="1">
                <a:solidFill>
                  <a:srgbClr val="F38120"/>
                </a:solidFill>
                <a:latin typeface="SVN-Gilroy XBold"/>
              </a:rPr>
              <a:t>Đặt giả định nợ xấu FY26F ở 5.5%, bao phủ 55%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01437C"/>
                </a:solidFill>
                <a:latin typeface="SVN-Gilroy"/>
              </a:rPr>
              <a:t>Dự phòng 27.2 nghìn tỷ đồng cuối Q2/2026 đủ để xóa 11.8 nghìn tỷ đồng trong 2H26 — tương đương 37% dư nợ nhóm 5. Nguồn dự phòng gánh phần lớn, không phải lợi nhuận.</a:t>
            </a:r>
          </a:p>
          <a:p>
            <a:pPr>
              <a:spcAft>
                <a:spcPts val="400"/>
              </a:spcAft>
            </a:pPr>
            <a:r>
              <a:rPr sz="2300" b="1">
                <a:solidFill>
                  <a:srgbClr val="F38120"/>
                </a:solidFill>
                <a:latin typeface="SVN-Gilroy XBold"/>
              </a:rPr>
              <a:t>LNTT FY26F 7,500 tỷ đồng (-1.7% CK), thấp hơn kế hoạch 7%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01437C"/>
                </a:solidFill>
                <a:latin typeface="SVN-Gilroy"/>
              </a:rPr>
              <a:t>Hạ tăng trưởng tín dụng FY26F về 2.3% từ 11.7%, ngang mức 1.5% thực hiện trong 1H26. NII còn 24,570 tỷ đồng; CIR giữ 40.0%, giảm dần về 38% và 36%.</a:t>
            </a:r>
          </a:p>
          <a:p>
            <a:pPr>
              <a:spcAft>
                <a:spcPts val="400"/>
              </a:spcAft>
            </a:pPr>
            <a:r>
              <a:rPr sz="2300" b="1">
                <a:solidFill>
                  <a:srgbClr val="F38120"/>
                </a:solidFill>
                <a:latin typeface="SVN-Gilroy XBold"/>
              </a:rPr>
              <a:t>NẮM GIỮ, giá mục tiêu 81,400 đồng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01437C"/>
                </a:solidFill>
                <a:latin typeface="SVN-Gilroy"/>
              </a:rPr>
              <a:t>Đà hồi phục dời sang FY28F, khi LNTT đạt 16,076 tỷ đồng trên nền dư nợ đã sạch. Giữ CIR 40% đòi hỏi chi phí 2H26 thấp hơn nửa đầu năm 4.1%.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Picture 5" descr="A white rectangle with pink border&#10;&#10;Description automatically generated">
            <a:extLst>
              <a:ext uri="{FF2B5EF4-FFF2-40B4-BE49-F238E27FC236}">
                <a16:creationId xmlns:a16="http://schemas.microsoft.com/office/drawing/2014/main" id="{8244F213-782B-4A7A-DD96-5DC2119B06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44C75A5-BAD3-96B7-81B2-3F066029B92A}"/>
              </a:ext>
            </a:extLst>
          </p:cNvPr>
          <p:cNvSpPr/>
          <p:nvPr/>
        </p:nvSpPr>
        <p:spPr>
          <a:xfrm>
            <a:off x="586534" y="668818"/>
            <a:ext cx="9113926" cy="1177680"/>
          </a:xfrm>
          <a:custGeom>
            <a:avLst/>
            <a:gdLst>
              <a:gd name="connsiteX0" fmla="*/ 525894 w 9113926"/>
              <a:gd name="connsiteY0" fmla="*/ 0 h 1177680"/>
              <a:gd name="connsiteX1" fmla="*/ 8588032 w 9113926"/>
              <a:gd name="connsiteY1" fmla="*/ 0 h 1177680"/>
              <a:gd name="connsiteX2" fmla="*/ 9113925 w 9113926"/>
              <a:gd name="connsiteY2" fmla="*/ 525893 h 1177680"/>
              <a:gd name="connsiteX3" fmla="*/ 9113925 w 9113926"/>
              <a:gd name="connsiteY3" fmla="*/ 609084 h 1177680"/>
              <a:gd name="connsiteX4" fmla="*/ 9113926 w 9113926"/>
              <a:gd name="connsiteY4" fmla="*/ 609084 h 1177680"/>
              <a:gd name="connsiteX5" fmla="*/ 9113926 w 9113926"/>
              <a:gd name="connsiteY5" fmla="*/ 1177679 h 1177680"/>
              <a:gd name="connsiteX6" fmla="*/ 8588042 w 9113926"/>
              <a:gd name="connsiteY6" fmla="*/ 1177679 h 1177680"/>
              <a:gd name="connsiteX7" fmla="*/ 8588032 w 9113926"/>
              <a:gd name="connsiteY7" fmla="*/ 1177680 h 1177680"/>
              <a:gd name="connsiteX8" fmla="*/ 525894 w 9113926"/>
              <a:gd name="connsiteY8" fmla="*/ 1177680 h 1177680"/>
              <a:gd name="connsiteX9" fmla="*/ 525884 w 9113926"/>
              <a:gd name="connsiteY9" fmla="*/ 1177679 h 1177680"/>
              <a:gd name="connsiteX10" fmla="*/ 0 w 9113926"/>
              <a:gd name="connsiteY10" fmla="*/ 1177679 h 1177680"/>
              <a:gd name="connsiteX11" fmla="*/ 0 w 9113926"/>
              <a:gd name="connsiteY11" fmla="*/ 609084 h 1177680"/>
              <a:gd name="connsiteX12" fmla="*/ 1 w 9113926"/>
              <a:gd name="connsiteY12" fmla="*/ 609084 h 1177680"/>
              <a:gd name="connsiteX13" fmla="*/ 1 w 9113926"/>
              <a:gd name="connsiteY13" fmla="*/ 525893 h 1177680"/>
              <a:gd name="connsiteX14" fmla="*/ 525894 w 9113926"/>
              <a:gd name="connsiteY14" fmla="*/ 0 h 117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113926" h="1177680">
                <a:moveTo>
                  <a:pt x="525894" y="0"/>
                </a:moveTo>
                <a:lnTo>
                  <a:pt x="8588032" y="0"/>
                </a:lnTo>
                <a:cubicBezTo>
                  <a:pt x="8878475" y="0"/>
                  <a:pt x="9113925" y="235450"/>
                  <a:pt x="9113925" y="525893"/>
                </a:cubicBezTo>
                <a:lnTo>
                  <a:pt x="9113925" y="609084"/>
                </a:lnTo>
                <a:lnTo>
                  <a:pt x="9113926" y="609084"/>
                </a:lnTo>
                <a:lnTo>
                  <a:pt x="9113926" y="1177679"/>
                </a:lnTo>
                <a:lnTo>
                  <a:pt x="8588042" y="1177679"/>
                </a:lnTo>
                <a:lnTo>
                  <a:pt x="8588032" y="1177680"/>
                </a:lnTo>
                <a:lnTo>
                  <a:pt x="525894" y="1177680"/>
                </a:lnTo>
                <a:lnTo>
                  <a:pt x="525884" y="1177679"/>
                </a:lnTo>
                <a:lnTo>
                  <a:pt x="0" y="1177679"/>
                </a:lnTo>
                <a:lnTo>
                  <a:pt x="0" y="609084"/>
                </a:lnTo>
                <a:lnTo>
                  <a:pt x="1" y="609084"/>
                </a:lnTo>
                <a:lnTo>
                  <a:pt x="1" y="525893"/>
                </a:lnTo>
                <a:cubicBezTo>
                  <a:pt x="1" y="235450"/>
                  <a:pt x="235451" y="0"/>
                  <a:pt x="525894" y="0"/>
                </a:cubicBezTo>
                <a:close/>
              </a:path>
            </a:pathLst>
          </a:custGeom>
          <a:gradFill>
            <a:gsLst>
              <a:gs pos="0">
                <a:srgbClr val="F48120"/>
              </a:gs>
              <a:gs pos="100000">
                <a:srgbClr val="FE6700"/>
              </a:gs>
            </a:gsLst>
            <a:lin ang="5400000" scaled="1"/>
          </a:gradFill>
          <a:ln>
            <a:solidFill>
              <a:srgbClr val="FFE6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EC2A0D-D66C-362E-E1D6-2174CB186B58}"/>
              </a:ext>
            </a:extLst>
          </p:cNvPr>
          <p:cNvSpPr txBox="1"/>
          <p:nvPr/>
        </p:nvSpPr>
        <p:spPr>
          <a:xfrm>
            <a:off x="1156713" y="2331311"/>
            <a:ext cx="79735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1437C"/>
                </a:solidFill>
                <a:latin typeface="SVN-Gilroy" panose="00000500000000000000" pitchFamily="50" charset="0"/>
                <a:ea typeface="Karla" pitchFamily="2" charset="0"/>
                <a:cs typeface="Poppins" panose="00000500000000000000" pitchFamily="2" charset="0"/>
              </a:rPr>
              <a:t>FY26F: LNTT -1.7%, CIR 40.0%, nợ xấu 5.5%</a:t>
            </a:r>
          </a:p>
          <a:p>
            <a:pPr algn="ctr"/>
            <a:r>
              <a:rPr lang="en-US" sz="2800" b="1" dirty="0">
                <a:solidFill>
                  <a:srgbClr val="01437C"/>
                </a:solidFill>
                <a:latin typeface="SVN-Gilroy" panose="00000500000000000000" pitchFamily="50" charset="0"/>
                <a:ea typeface="Karla" pitchFamily="2" charset="0"/>
                <a:cs typeface="Poppins" panose="00000500000000000000" pitchFamily="2" charset="0"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19A336-C108-3A25-674C-E7236205DDC1}"/>
              </a:ext>
            </a:extLst>
          </p:cNvPr>
          <p:cNvSpPr txBox="1"/>
          <p:nvPr/>
        </p:nvSpPr>
        <p:spPr>
          <a:xfrm>
            <a:off x="586539" y="928966"/>
            <a:ext cx="9113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SVN-Gilroy XBold" panose="00000900000000000000" pitchFamily="50" charset="0"/>
              </a:rPr>
              <a:t>STB — Kết quả kinh doanh</a:t>
            </a:r>
            <a:endParaRPr lang="vi-VN" sz="4000" dirty="0">
              <a:solidFill>
                <a:schemeClr val="bg1"/>
              </a:solidFill>
              <a:latin typeface="SVN-Gilroy XBold" panose="00000900000000000000" pitchFamily="50" charset="0"/>
            </a:endParaRP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1362635" y="3621741"/>
          <a:ext cx="7494493" cy="415616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1362635" y="8017906"/>
          <a:ext cx="7494493" cy="415616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Picture 5" descr="A white rectangle with pink border&#10;&#10;Description automatically generated">
            <a:extLst>
              <a:ext uri="{FF2B5EF4-FFF2-40B4-BE49-F238E27FC236}">
                <a16:creationId xmlns:a16="http://schemas.microsoft.com/office/drawing/2014/main" id="{C209E38E-A3D8-3D4F-F8EC-1BC0761F43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120AD5A-1231-CC81-6F37-A90B856EACFB}"/>
              </a:ext>
            </a:extLst>
          </p:cNvPr>
          <p:cNvSpPr/>
          <p:nvPr/>
        </p:nvSpPr>
        <p:spPr>
          <a:xfrm>
            <a:off x="586534" y="668818"/>
            <a:ext cx="9113926" cy="1177680"/>
          </a:xfrm>
          <a:custGeom>
            <a:avLst/>
            <a:gdLst>
              <a:gd name="connsiteX0" fmla="*/ 525894 w 9113926"/>
              <a:gd name="connsiteY0" fmla="*/ 0 h 1177680"/>
              <a:gd name="connsiteX1" fmla="*/ 8588032 w 9113926"/>
              <a:gd name="connsiteY1" fmla="*/ 0 h 1177680"/>
              <a:gd name="connsiteX2" fmla="*/ 9113925 w 9113926"/>
              <a:gd name="connsiteY2" fmla="*/ 525893 h 1177680"/>
              <a:gd name="connsiteX3" fmla="*/ 9113925 w 9113926"/>
              <a:gd name="connsiteY3" fmla="*/ 609084 h 1177680"/>
              <a:gd name="connsiteX4" fmla="*/ 9113926 w 9113926"/>
              <a:gd name="connsiteY4" fmla="*/ 609084 h 1177680"/>
              <a:gd name="connsiteX5" fmla="*/ 9113926 w 9113926"/>
              <a:gd name="connsiteY5" fmla="*/ 1177679 h 1177680"/>
              <a:gd name="connsiteX6" fmla="*/ 8588042 w 9113926"/>
              <a:gd name="connsiteY6" fmla="*/ 1177679 h 1177680"/>
              <a:gd name="connsiteX7" fmla="*/ 8588032 w 9113926"/>
              <a:gd name="connsiteY7" fmla="*/ 1177680 h 1177680"/>
              <a:gd name="connsiteX8" fmla="*/ 525894 w 9113926"/>
              <a:gd name="connsiteY8" fmla="*/ 1177680 h 1177680"/>
              <a:gd name="connsiteX9" fmla="*/ 525884 w 9113926"/>
              <a:gd name="connsiteY9" fmla="*/ 1177679 h 1177680"/>
              <a:gd name="connsiteX10" fmla="*/ 0 w 9113926"/>
              <a:gd name="connsiteY10" fmla="*/ 1177679 h 1177680"/>
              <a:gd name="connsiteX11" fmla="*/ 0 w 9113926"/>
              <a:gd name="connsiteY11" fmla="*/ 609084 h 1177680"/>
              <a:gd name="connsiteX12" fmla="*/ 1 w 9113926"/>
              <a:gd name="connsiteY12" fmla="*/ 609084 h 1177680"/>
              <a:gd name="connsiteX13" fmla="*/ 1 w 9113926"/>
              <a:gd name="connsiteY13" fmla="*/ 525893 h 1177680"/>
              <a:gd name="connsiteX14" fmla="*/ 525894 w 9113926"/>
              <a:gd name="connsiteY14" fmla="*/ 0 h 117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113926" h="1177680">
                <a:moveTo>
                  <a:pt x="525894" y="0"/>
                </a:moveTo>
                <a:lnTo>
                  <a:pt x="8588032" y="0"/>
                </a:lnTo>
                <a:cubicBezTo>
                  <a:pt x="8878475" y="0"/>
                  <a:pt x="9113925" y="235450"/>
                  <a:pt x="9113925" y="525893"/>
                </a:cubicBezTo>
                <a:lnTo>
                  <a:pt x="9113925" y="609084"/>
                </a:lnTo>
                <a:lnTo>
                  <a:pt x="9113926" y="609084"/>
                </a:lnTo>
                <a:lnTo>
                  <a:pt x="9113926" y="1177679"/>
                </a:lnTo>
                <a:lnTo>
                  <a:pt x="8588042" y="1177679"/>
                </a:lnTo>
                <a:lnTo>
                  <a:pt x="8588032" y="1177680"/>
                </a:lnTo>
                <a:lnTo>
                  <a:pt x="525894" y="1177680"/>
                </a:lnTo>
                <a:lnTo>
                  <a:pt x="525884" y="1177679"/>
                </a:lnTo>
                <a:lnTo>
                  <a:pt x="0" y="1177679"/>
                </a:lnTo>
                <a:lnTo>
                  <a:pt x="0" y="609084"/>
                </a:lnTo>
                <a:lnTo>
                  <a:pt x="1" y="609084"/>
                </a:lnTo>
                <a:lnTo>
                  <a:pt x="1" y="525893"/>
                </a:lnTo>
                <a:cubicBezTo>
                  <a:pt x="1" y="235450"/>
                  <a:pt x="235451" y="0"/>
                  <a:pt x="525894" y="0"/>
                </a:cubicBezTo>
                <a:close/>
              </a:path>
            </a:pathLst>
          </a:custGeom>
          <a:gradFill>
            <a:gsLst>
              <a:gs pos="0">
                <a:srgbClr val="F48120"/>
              </a:gs>
              <a:gs pos="100000">
                <a:srgbClr val="FE6700"/>
              </a:gs>
            </a:gsLst>
            <a:lin ang="5400000" scaled="1"/>
          </a:gradFill>
          <a:ln>
            <a:solidFill>
              <a:srgbClr val="FFE6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00E7BE-3B51-DC6D-9CCC-8F4FDC986DC0}"/>
              </a:ext>
            </a:extLst>
          </p:cNvPr>
          <p:cNvSpPr txBox="1"/>
          <p:nvPr/>
        </p:nvSpPr>
        <p:spPr>
          <a:xfrm>
            <a:off x="1156713" y="2331311"/>
            <a:ext cx="7973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1437C"/>
                </a:solidFill>
                <a:latin typeface="SVN-Gilroy" panose="00000500000000000000" pitchFamily="50" charset="0"/>
                <a:ea typeface="Karla" pitchFamily="2" charset="0"/>
                <a:cs typeface="Poppins" panose="00000500000000000000" pitchFamily="2" charset="0"/>
              </a:rPr>
              <a:t>P/E và P/B tính theo giá mục tiêu 81,400 đồng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419C03-2FDC-0EBD-67F3-817119CC3CE0}"/>
              </a:ext>
            </a:extLst>
          </p:cNvPr>
          <p:cNvSpPr txBox="1"/>
          <p:nvPr/>
        </p:nvSpPr>
        <p:spPr>
          <a:xfrm>
            <a:off x="586539" y="928966"/>
            <a:ext cx="9113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SVN-Gilroy XBold" panose="00000900000000000000" pitchFamily="50" charset="0"/>
              </a:rPr>
              <a:t>STB — Định giá</a:t>
            </a:r>
            <a:endParaRPr lang="vi-VN" sz="4000" dirty="0">
              <a:solidFill>
                <a:schemeClr val="bg1"/>
              </a:solidFill>
              <a:latin typeface="SVN-Gilroy XBold" panose="00000900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4F96A0-82D4-EFB8-799A-AF0F78ED16EE}"/>
              </a:ext>
            </a:extLst>
          </p:cNvPr>
          <p:cNvSpPr txBox="1"/>
          <p:nvPr/>
        </p:nvSpPr>
        <p:spPr>
          <a:xfrm>
            <a:off x="1175001" y="12048323"/>
            <a:ext cx="47399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SVN-Gilroy" panose="00000500000000000000"/>
              </a:rPr>
              <a:t>Source: Company data, Mirae Asset Vietnam Research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1344705" y="3339343"/>
          <a:ext cx="7785575" cy="4144963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1344705" y="7724306"/>
          <a:ext cx="7785575" cy="4144963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Picture 5" descr="A white rectangle with pink border&#10;&#10;Description automatically generated">
            <a:extLst>
              <a:ext uri="{FF2B5EF4-FFF2-40B4-BE49-F238E27FC236}">
                <a16:creationId xmlns:a16="http://schemas.microsoft.com/office/drawing/2014/main" id="{99A5E3AE-A009-A8E7-962F-EA45E1A61DD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6941308-AB60-A39B-071E-73E41CEB7201}"/>
              </a:ext>
            </a:extLst>
          </p:cNvPr>
          <p:cNvSpPr/>
          <p:nvPr/>
        </p:nvSpPr>
        <p:spPr>
          <a:xfrm>
            <a:off x="586534" y="668818"/>
            <a:ext cx="9113926" cy="1177680"/>
          </a:xfrm>
          <a:custGeom>
            <a:avLst/>
            <a:gdLst>
              <a:gd name="connsiteX0" fmla="*/ 525894 w 9113926"/>
              <a:gd name="connsiteY0" fmla="*/ 0 h 1177680"/>
              <a:gd name="connsiteX1" fmla="*/ 8588032 w 9113926"/>
              <a:gd name="connsiteY1" fmla="*/ 0 h 1177680"/>
              <a:gd name="connsiteX2" fmla="*/ 9113925 w 9113926"/>
              <a:gd name="connsiteY2" fmla="*/ 525893 h 1177680"/>
              <a:gd name="connsiteX3" fmla="*/ 9113925 w 9113926"/>
              <a:gd name="connsiteY3" fmla="*/ 609084 h 1177680"/>
              <a:gd name="connsiteX4" fmla="*/ 9113926 w 9113926"/>
              <a:gd name="connsiteY4" fmla="*/ 609084 h 1177680"/>
              <a:gd name="connsiteX5" fmla="*/ 9113926 w 9113926"/>
              <a:gd name="connsiteY5" fmla="*/ 1177679 h 1177680"/>
              <a:gd name="connsiteX6" fmla="*/ 8588042 w 9113926"/>
              <a:gd name="connsiteY6" fmla="*/ 1177679 h 1177680"/>
              <a:gd name="connsiteX7" fmla="*/ 8588032 w 9113926"/>
              <a:gd name="connsiteY7" fmla="*/ 1177680 h 1177680"/>
              <a:gd name="connsiteX8" fmla="*/ 525894 w 9113926"/>
              <a:gd name="connsiteY8" fmla="*/ 1177680 h 1177680"/>
              <a:gd name="connsiteX9" fmla="*/ 525884 w 9113926"/>
              <a:gd name="connsiteY9" fmla="*/ 1177679 h 1177680"/>
              <a:gd name="connsiteX10" fmla="*/ 0 w 9113926"/>
              <a:gd name="connsiteY10" fmla="*/ 1177679 h 1177680"/>
              <a:gd name="connsiteX11" fmla="*/ 0 w 9113926"/>
              <a:gd name="connsiteY11" fmla="*/ 609084 h 1177680"/>
              <a:gd name="connsiteX12" fmla="*/ 1 w 9113926"/>
              <a:gd name="connsiteY12" fmla="*/ 609084 h 1177680"/>
              <a:gd name="connsiteX13" fmla="*/ 1 w 9113926"/>
              <a:gd name="connsiteY13" fmla="*/ 525893 h 1177680"/>
              <a:gd name="connsiteX14" fmla="*/ 525894 w 9113926"/>
              <a:gd name="connsiteY14" fmla="*/ 0 h 117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113926" h="1177680">
                <a:moveTo>
                  <a:pt x="525894" y="0"/>
                </a:moveTo>
                <a:lnTo>
                  <a:pt x="8588032" y="0"/>
                </a:lnTo>
                <a:cubicBezTo>
                  <a:pt x="8878475" y="0"/>
                  <a:pt x="9113925" y="235450"/>
                  <a:pt x="9113925" y="525893"/>
                </a:cubicBezTo>
                <a:lnTo>
                  <a:pt x="9113925" y="609084"/>
                </a:lnTo>
                <a:lnTo>
                  <a:pt x="9113926" y="609084"/>
                </a:lnTo>
                <a:lnTo>
                  <a:pt x="9113926" y="1177679"/>
                </a:lnTo>
                <a:lnTo>
                  <a:pt x="8588042" y="1177679"/>
                </a:lnTo>
                <a:lnTo>
                  <a:pt x="8588032" y="1177680"/>
                </a:lnTo>
                <a:lnTo>
                  <a:pt x="525894" y="1177680"/>
                </a:lnTo>
                <a:lnTo>
                  <a:pt x="525884" y="1177679"/>
                </a:lnTo>
                <a:lnTo>
                  <a:pt x="0" y="1177679"/>
                </a:lnTo>
                <a:lnTo>
                  <a:pt x="0" y="609084"/>
                </a:lnTo>
                <a:lnTo>
                  <a:pt x="1" y="609084"/>
                </a:lnTo>
                <a:lnTo>
                  <a:pt x="1" y="525893"/>
                </a:lnTo>
                <a:cubicBezTo>
                  <a:pt x="1" y="235450"/>
                  <a:pt x="235451" y="0"/>
                  <a:pt x="525894" y="0"/>
                </a:cubicBezTo>
                <a:close/>
              </a:path>
            </a:pathLst>
          </a:custGeom>
          <a:gradFill>
            <a:gsLst>
              <a:gs pos="0">
                <a:srgbClr val="F48120"/>
              </a:gs>
              <a:gs pos="100000">
                <a:srgbClr val="FE6700"/>
              </a:gs>
            </a:gsLst>
            <a:lin ang="5400000" scaled="1"/>
          </a:gradFill>
          <a:ln>
            <a:solidFill>
              <a:srgbClr val="FFE6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83FF53-4C6F-B5AF-CE2B-073989E45009}"/>
              </a:ext>
            </a:extLst>
          </p:cNvPr>
          <p:cNvSpPr txBox="1"/>
          <p:nvPr/>
        </p:nvSpPr>
        <p:spPr>
          <a:xfrm>
            <a:off x="586539" y="928966"/>
            <a:ext cx="9113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SVN-Gilroy XBold" panose="00000900000000000000" pitchFamily="50" charset="0"/>
              </a:rPr>
              <a:t>Dự phóng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51548AF-A63A-DB72-35D6-3F32D1F66D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400069"/>
              </p:ext>
            </p:extLst>
          </p:nvPr>
        </p:nvGraphicFramePr>
        <p:xfrm>
          <a:off x="1225454" y="2565817"/>
          <a:ext cx="8242618" cy="9147213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3365818">
                  <a:extLst>
                    <a:ext uri="{9D8B030D-6E8A-4147-A177-3AD203B41FA5}">
                      <a16:colId xmlns:a16="http://schemas.microsoft.com/office/drawing/2014/main" val="4290180457"/>
                    </a:ext>
                  </a:extLst>
                </a:gridCol>
                <a:gridCol w="1303502">
                  <a:extLst>
                    <a:ext uri="{9D8B030D-6E8A-4147-A177-3AD203B41FA5}">
                      <a16:colId xmlns:a16="http://schemas.microsoft.com/office/drawing/2014/main" val="275034808"/>
                    </a:ext>
                  </a:extLst>
                </a:gridCol>
                <a:gridCol w="1197897">
                  <a:extLst>
                    <a:ext uri="{9D8B030D-6E8A-4147-A177-3AD203B41FA5}">
                      <a16:colId xmlns:a16="http://schemas.microsoft.com/office/drawing/2014/main" val="3165221040"/>
                    </a:ext>
                  </a:extLst>
                </a:gridCol>
                <a:gridCol w="1186773">
                  <a:extLst>
                    <a:ext uri="{9D8B030D-6E8A-4147-A177-3AD203B41FA5}">
                      <a16:colId xmlns:a16="http://schemas.microsoft.com/office/drawing/2014/main" val="2888639614"/>
                    </a:ext>
                  </a:extLst>
                </a:gridCol>
                <a:gridCol w="1188628">
                  <a:extLst>
                    <a:ext uri="{9D8B030D-6E8A-4147-A177-3AD203B41FA5}">
                      <a16:colId xmlns:a16="http://schemas.microsoft.com/office/drawing/2014/main" val="1107751694"/>
                    </a:ext>
                  </a:extLst>
                </a:gridCol>
              </a:tblGrid>
              <a:tr h="1016101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</a:pPr>
                      <a:endParaRPr lang="en-US" sz="2400" b="1" kern="100" dirty="0">
                        <a:solidFill>
                          <a:srgbClr val="000000"/>
                        </a:solidFill>
                        <a:effectLst/>
                        <a:latin typeface="SVN-Gilroy" panose="00000500000000000000" pitchFamily="50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34290" algn="r" hangingPunct="0">
                        <a:lnSpc>
                          <a:spcPct val="110000"/>
                        </a:lnSpc>
                        <a:buNone/>
                      </a:pPr>
                      <a:r>
                        <a:rPr lang="vi-VN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>FY25</a:t>
                      </a:r>
                      <a:r>
                        <a:rPr lang="en-US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/>
                      </a:r>
                      <a:endParaRPr lang="en-US" sz="2400" kern="100" spc="-40" dirty="0">
                        <a:effectLst/>
                        <a:latin typeface="SVN-Gilroy" panose="00000500000000000000" pitchFamily="50" charset="0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34290" algn="r" hangingPunct="0">
                        <a:lnSpc>
                          <a:spcPct val="110000"/>
                        </a:lnSpc>
                        <a:buNone/>
                      </a:pPr>
                      <a:r>
                        <a:rPr lang="vi-VN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>FY26F</a:t>
                      </a:r>
                      <a:r>
                        <a:rPr lang="en-US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/>
                      </a:r>
                      <a:endParaRPr lang="en-US" sz="2400" kern="100" spc="-40" dirty="0">
                        <a:effectLst/>
                        <a:latin typeface="SVN-Gilroy" panose="00000500000000000000" pitchFamily="50" charset="0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34290" algn="r" hangingPunct="0">
                        <a:lnSpc>
                          <a:spcPct val="110000"/>
                        </a:lnSpc>
                        <a:buNone/>
                      </a:pPr>
                      <a:r>
                        <a:rPr lang="vi-VN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>FY27F</a:t>
                      </a:r>
                      <a:r>
                        <a:rPr lang="en-US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/>
                      </a:r>
                      <a:r>
                        <a:rPr lang="vi-VN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/>
                      </a:r>
                      <a:endParaRPr lang="en-US" sz="2400" kern="100" spc="-40" dirty="0">
                        <a:effectLst/>
                        <a:latin typeface="SVN-Gilroy" panose="00000500000000000000" pitchFamily="50" charset="0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34290" algn="r" hangingPunct="0">
                        <a:lnSpc>
                          <a:spcPct val="110000"/>
                        </a:lnSpc>
                        <a:buNone/>
                      </a:pPr>
                      <a:r>
                        <a:rPr lang="vi-VN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>FY28F</a:t>
                      </a:r>
                      <a:r>
                        <a:rPr lang="en-US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/>
                      </a:r>
                      <a:r>
                        <a:rPr lang="vi-VN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/>
                      </a:r>
                      <a:endParaRPr lang="en-US" sz="2400" kern="100" spc="-40" dirty="0">
                        <a:effectLst/>
                        <a:latin typeface="SVN-Gilroy" panose="00000500000000000000" pitchFamily="50" charset="0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57498357"/>
                  </a:ext>
                </a:extLst>
              </a:tr>
              <a:tr h="1016389">
                <a:tc>
                  <a:txBody>
                    <a:bodyPr/>
                    <a:lstStyle/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>Thu nhập lãi thuần (tỷ đồng)</a:t>
                      </a:r>
                    </a:p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/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 dirty="0">
                          <a:effectLst/>
                          <a:latin typeface="SVN-Gilroy" panose="00000500000000000000" pitchFamily="50" charset="0"/>
                        </a:rPr>
                        <a:t>26,681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24,570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24,388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27,512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31024341"/>
                  </a:ext>
                </a:extLst>
              </a:tr>
              <a:tr h="1016389">
                <a:tc>
                  <a:txBody>
                    <a:bodyPr/>
                    <a:lstStyle/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>Thu nhập ngoài lãi (tỷ đồng)</a:t>
                      </a:r>
                    </a:p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/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5,376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 dirty="0">
                          <a:effectLst/>
                          <a:latin typeface="SVN-Gilroy" panose="00000500000000000000" pitchFamily="50" charset="0"/>
                        </a:rPr>
                        <a:t>5,950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7,226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8,517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54749992"/>
                  </a:ext>
                </a:extLst>
              </a:tr>
              <a:tr h="1016389">
                <a:tc>
                  <a:txBody>
                    <a:bodyPr/>
                    <a:lstStyle/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>LNHĐ (tỷ đồng)</a:t>
                      </a:r>
                    </a:p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/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7,628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7,500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9,973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16,076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98211021"/>
                  </a:ext>
                </a:extLst>
              </a:tr>
              <a:tr h="1016389">
                <a:tc>
                  <a:txBody>
                    <a:bodyPr/>
                    <a:lstStyle/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>LNST (tỷ đồng)</a:t>
                      </a:r>
                    </a:p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/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5,939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5,839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 dirty="0">
                          <a:effectLst/>
                          <a:latin typeface="SVN-Gilroy" panose="00000500000000000000" pitchFamily="50" charset="0"/>
                        </a:rPr>
                        <a:t>7,765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12,516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5006371"/>
                  </a:ext>
                </a:extLst>
              </a:tr>
              <a:tr h="1016389">
                <a:tc>
                  <a:txBody>
                    <a:bodyPr/>
                    <a:lstStyle/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>EPS (đồng)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2,883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2,834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3,769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6,075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63125814"/>
                  </a:ext>
                </a:extLst>
              </a:tr>
              <a:tr h="1016389">
                <a:tc>
                  <a:txBody>
                    <a:bodyPr/>
                    <a:lstStyle/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>ROE (%)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10.3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8.9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11.1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15.7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81843712"/>
                  </a:ext>
                </a:extLst>
              </a:tr>
              <a:tr h="1016389">
                <a:tc>
                  <a:txBody>
                    <a:bodyPr/>
                    <a:lstStyle/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>P/E (lần)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28.2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28.7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21.6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 dirty="0">
                          <a:effectLst/>
                          <a:latin typeface="SVN-Gilroy" panose="00000500000000000000" pitchFamily="50" charset="0"/>
                        </a:rPr>
                        <a:t>13.4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80255368"/>
                  </a:ext>
                </a:extLst>
              </a:tr>
              <a:tr h="1016389">
                <a:tc>
                  <a:txBody>
                    <a:bodyPr/>
                    <a:lstStyle/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>P/B (lần)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2.8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2.6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2.3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 dirty="0">
                          <a:effectLst/>
                          <a:latin typeface="SVN-Gilroy" panose="00000500000000000000" pitchFamily="50" charset="0"/>
                        </a:rPr>
                        <a:t>1.9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743099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Picture 7" descr="A white rectangular object with a pink border&#10;&#10;Description automatically generated">
            <a:extLst>
              <a:ext uri="{FF2B5EF4-FFF2-40B4-BE49-F238E27FC236}">
                <a16:creationId xmlns:a16="http://schemas.microsoft.com/office/drawing/2014/main" id="{77D9D435-ED2C-E0FB-DAAF-33E9371BEAA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14B5F8-E1EB-70B1-B389-060E2921B1F7}"/>
              </a:ext>
            </a:extLst>
          </p:cNvPr>
          <p:cNvSpPr txBox="1"/>
          <p:nvPr/>
        </p:nvSpPr>
        <p:spPr>
          <a:xfrm>
            <a:off x="559467" y="399526"/>
            <a:ext cx="65012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solidFill>
                  <a:srgbClr val="F38120"/>
                </a:solidFill>
                <a:latin typeface="SVN-Gilroy XBold" panose="00000900000000000000" pitchFamily="50" charset="0"/>
              </a:rPr>
              <a:t>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96A606-D1B5-EE58-A08A-3B9212285C6D}"/>
              </a:ext>
            </a:extLst>
          </p:cNvPr>
          <p:cNvSpPr txBox="1"/>
          <p:nvPr/>
        </p:nvSpPr>
        <p:spPr>
          <a:xfrm>
            <a:off x="559467" y="1016162"/>
            <a:ext cx="4584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1437C"/>
                </a:solidFill>
                <a:latin typeface="SVN-Gilroy SemiBold" panose="00000700000000000000" pitchFamily="50" charset="0"/>
              </a:rPr>
              <a:t>05.08.2026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708BFA-DD95-5F7F-DB97-C61B49917AE0}"/>
              </a:ext>
            </a:extLst>
          </p:cNvPr>
          <p:cNvSpPr txBox="1"/>
          <p:nvPr/>
        </p:nvSpPr>
        <p:spPr>
          <a:xfrm>
            <a:off x="1156713" y="4795273"/>
            <a:ext cx="79735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F38120"/>
                </a:solidFill>
                <a:latin typeface="SVN-Gilroy XBold" panose="00000900000000000000" pitchFamily="50" charset="0"/>
              </a:rPr>
              <a:t>FPT Corporation</a:t>
            </a:r>
          </a:p>
          <a:p>
            <a:pPr algn="ctr"/>
            <a:r>
              <a:rPr lang="en-US" sz="6000" dirty="0">
                <a:solidFill>
                  <a:srgbClr val="F38120"/>
                </a:solidFill>
                <a:latin typeface="SVN-Gilroy XBold" panose="00000900000000000000" pitchFamily="50" charset="0"/>
              </a:rPr>
              <a:t>(HOSE: FPT)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1692FE-8D2A-CF6A-866B-0B0422273BDD}"/>
              </a:ext>
            </a:extLst>
          </p:cNvPr>
          <p:cNvSpPr txBox="1"/>
          <p:nvPr/>
        </p:nvSpPr>
        <p:spPr>
          <a:xfrm>
            <a:off x="653000" y="7039673"/>
            <a:ext cx="898099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00" b="1" dirty="0">
                <a:solidFill>
                  <a:srgbClr val="01437C"/>
                </a:solidFill>
                <a:latin typeface="SVN-Gilroy" panose="00000500000000000000" pitchFamily="50" charset="0"/>
                <a:ea typeface="Karla" pitchFamily="2" charset="0"/>
                <a:cs typeface="Poppins" panose="00000500000000000000" pitchFamily="2" charset="0"/>
              </a:rPr>
              <a:t>Growth held, and the AI line started paying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38356BC-700A-EB7E-38C5-8059B2064F78}"/>
              </a:ext>
            </a:extLst>
          </p:cNvPr>
          <p:cNvGrpSpPr/>
          <p:nvPr/>
        </p:nvGrpSpPr>
        <p:grpSpPr>
          <a:xfrm>
            <a:off x="3336461" y="8625441"/>
            <a:ext cx="4109367" cy="1451113"/>
            <a:chOff x="3336461" y="8784465"/>
            <a:chExt cx="4109367" cy="145111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E669CBE-92BA-A572-7180-B81BDB62D11B}"/>
                </a:ext>
              </a:extLst>
            </p:cNvPr>
            <p:cNvSpPr/>
            <p:nvPr/>
          </p:nvSpPr>
          <p:spPr>
            <a:xfrm>
              <a:off x="3336461" y="8784465"/>
              <a:ext cx="4109367" cy="993913"/>
            </a:xfrm>
            <a:prstGeom prst="roundRect">
              <a:avLst/>
            </a:prstGeom>
            <a:noFill/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r>
                <a:rPr lang="en-US" sz="3700" dirty="0">
                  <a:latin typeface="SVN-Gilroy" panose="00000500000000000000" pitchFamily="50" charset="0"/>
                </a:rPr>
                <a:t>BUY</a:t>
              </a:r>
            </a:p>
          </p:txBody>
        </p:sp>
        <p:sp>
          <p:nvSpPr>
            <p:cNvPr id="9" name="Arrow: Up 8">
              <a:extLst>
                <a:ext uri="{FF2B5EF4-FFF2-40B4-BE49-F238E27FC236}">
                  <a16:creationId xmlns:a16="http://schemas.microsoft.com/office/drawing/2014/main" id="{D86E1F36-EC74-E9A6-0608-6AD7488EF5C5}"/>
                </a:ext>
              </a:extLst>
            </p:cNvPr>
            <p:cNvSpPr/>
            <p:nvPr/>
          </p:nvSpPr>
          <p:spPr>
            <a:xfrm rot="19258989">
              <a:off x="6493332" y="9321178"/>
              <a:ext cx="914400" cy="914400"/>
            </a:xfrm>
            <a:prstGeom prst="up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184D3A0-7F48-33BE-E1E4-8C878D3CB8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53970"/>
              </p:ext>
            </p:extLst>
          </p:nvPr>
        </p:nvGraphicFramePr>
        <p:xfrm>
          <a:off x="2679752" y="10155689"/>
          <a:ext cx="5442272" cy="1847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15059">
                  <a:extLst>
                    <a:ext uri="{9D8B030D-6E8A-4147-A177-3AD203B41FA5}">
                      <a16:colId xmlns:a16="http://schemas.microsoft.com/office/drawing/2014/main" val="3602970718"/>
                    </a:ext>
                  </a:extLst>
                </a:gridCol>
                <a:gridCol w="1827213">
                  <a:extLst>
                    <a:ext uri="{9D8B030D-6E8A-4147-A177-3AD203B41FA5}">
                      <a16:colId xmlns:a16="http://schemas.microsoft.com/office/drawing/2014/main" val="3703199259"/>
                    </a:ext>
                  </a:extLst>
                </a:gridCol>
              </a:tblGrid>
              <a:tr h="785023">
                <a:tc>
                  <a:txBody>
                    <a:bodyPr/>
                    <a:lstStyle/>
                    <a:p>
                      <a:pPr marL="0" algn="l" defTabSz="1028700" rtl="0" eaLnBrk="1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700" b="0" kern="1200" dirty="0">
                          <a:solidFill>
                            <a:srgbClr val="00427A"/>
                          </a:solidFill>
                          <a:latin typeface="SVN-Gilroy" panose="00000500000000000000" pitchFamily="50" charset="0"/>
                          <a:ea typeface="+mn-ea"/>
                          <a:cs typeface="Poppins" panose="00000500000000000000" pitchFamily="2" charset="0"/>
                        </a:rPr>
                        <a:t>Target price</a:t>
                      </a:r>
                    </a:p>
                  </a:txBody>
                  <a:tcPr marT="91440" marB="9144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028700" rtl="0" eaLnBrk="1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3700" b="0" kern="1200" dirty="0">
                        <a:solidFill>
                          <a:srgbClr val="00427A"/>
                        </a:solidFill>
                        <a:latin typeface="SVN-Gilroy" panose="00000500000000000000" pitchFamily="50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997262"/>
                  </a:ext>
                </a:extLst>
              </a:tr>
              <a:tr h="783782">
                <a:tc>
                  <a:txBody>
                    <a:bodyPr/>
                    <a:lstStyle/>
                    <a:p>
                      <a:pPr marL="0" algn="l" defTabSz="1028700" rtl="0" eaLnBrk="1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700" b="1" kern="1200" dirty="0">
                          <a:solidFill>
                            <a:srgbClr val="00427A"/>
                          </a:solidFill>
                          <a:latin typeface="SVN-Gilroy" panose="00000500000000000000" pitchFamily="50" charset="0"/>
                        </a:rPr>
                        <a:t>87,950</a:t>
                      </a:r>
                      <a:endParaRPr lang="en-US" sz="3700" b="1" kern="1200" dirty="0">
                        <a:solidFill>
                          <a:srgbClr val="00427A"/>
                        </a:solidFill>
                        <a:latin typeface="SVN-Gilroy" panose="00000500000000000000" pitchFamily="50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T="91440" marB="9144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028700" rtl="0" eaLnBrk="1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700" b="1" kern="1200" dirty="0">
                          <a:solidFill>
                            <a:srgbClr val="92D050"/>
                          </a:solidFill>
                          <a:latin typeface="SVN-Gilroy" panose="00000500000000000000" pitchFamily="50" charset="0"/>
                        </a:rPr>
                        <a:t>+22.7%</a:t>
                      </a:r>
                      <a:endParaRPr lang="en-US" sz="3700" b="1" kern="1200" dirty="0">
                        <a:solidFill>
                          <a:srgbClr val="92D050"/>
                        </a:solidFill>
                        <a:latin typeface="SVN-Gilroy" panose="00000500000000000000" pitchFamily="50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0323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Picture 5" descr="A white rectangle with pink border&#10;&#10;Description automatically generated">
            <a:extLst>
              <a:ext uri="{FF2B5EF4-FFF2-40B4-BE49-F238E27FC236}">
                <a16:creationId xmlns:a16="http://schemas.microsoft.com/office/drawing/2014/main" id="{F5D95500-A1E1-9F81-EF27-09195970B47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64C2418-1AC2-8EFA-327B-60C54D799CBC}"/>
              </a:ext>
            </a:extLst>
          </p:cNvPr>
          <p:cNvSpPr/>
          <p:nvPr/>
        </p:nvSpPr>
        <p:spPr>
          <a:xfrm>
            <a:off x="586534" y="668818"/>
            <a:ext cx="9113926" cy="1177680"/>
          </a:xfrm>
          <a:custGeom>
            <a:avLst/>
            <a:gdLst>
              <a:gd name="connsiteX0" fmla="*/ 525894 w 9113926"/>
              <a:gd name="connsiteY0" fmla="*/ 0 h 1177680"/>
              <a:gd name="connsiteX1" fmla="*/ 8588032 w 9113926"/>
              <a:gd name="connsiteY1" fmla="*/ 0 h 1177680"/>
              <a:gd name="connsiteX2" fmla="*/ 9113925 w 9113926"/>
              <a:gd name="connsiteY2" fmla="*/ 525893 h 1177680"/>
              <a:gd name="connsiteX3" fmla="*/ 9113925 w 9113926"/>
              <a:gd name="connsiteY3" fmla="*/ 609084 h 1177680"/>
              <a:gd name="connsiteX4" fmla="*/ 9113926 w 9113926"/>
              <a:gd name="connsiteY4" fmla="*/ 609084 h 1177680"/>
              <a:gd name="connsiteX5" fmla="*/ 9113926 w 9113926"/>
              <a:gd name="connsiteY5" fmla="*/ 1177679 h 1177680"/>
              <a:gd name="connsiteX6" fmla="*/ 8588042 w 9113926"/>
              <a:gd name="connsiteY6" fmla="*/ 1177679 h 1177680"/>
              <a:gd name="connsiteX7" fmla="*/ 8588032 w 9113926"/>
              <a:gd name="connsiteY7" fmla="*/ 1177680 h 1177680"/>
              <a:gd name="connsiteX8" fmla="*/ 525894 w 9113926"/>
              <a:gd name="connsiteY8" fmla="*/ 1177680 h 1177680"/>
              <a:gd name="connsiteX9" fmla="*/ 525884 w 9113926"/>
              <a:gd name="connsiteY9" fmla="*/ 1177679 h 1177680"/>
              <a:gd name="connsiteX10" fmla="*/ 0 w 9113926"/>
              <a:gd name="connsiteY10" fmla="*/ 1177679 h 1177680"/>
              <a:gd name="connsiteX11" fmla="*/ 0 w 9113926"/>
              <a:gd name="connsiteY11" fmla="*/ 609084 h 1177680"/>
              <a:gd name="connsiteX12" fmla="*/ 1 w 9113926"/>
              <a:gd name="connsiteY12" fmla="*/ 609084 h 1177680"/>
              <a:gd name="connsiteX13" fmla="*/ 1 w 9113926"/>
              <a:gd name="connsiteY13" fmla="*/ 525893 h 1177680"/>
              <a:gd name="connsiteX14" fmla="*/ 525894 w 9113926"/>
              <a:gd name="connsiteY14" fmla="*/ 0 h 117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113926" h="1177680">
                <a:moveTo>
                  <a:pt x="525894" y="0"/>
                </a:moveTo>
                <a:lnTo>
                  <a:pt x="8588032" y="0"/>
                </a:lnTo>
                <a:cubicBezTo>
                  <a:pt x="8878475" y="0"/>
                  <a:pt x="9113925" y="235450"/>
                  <a:pt x="9113925" y="525893"/>
                </a:cubicBezTo>
                <a:lnTo>
                  <a:pt x="9113925" y="609084"/>
                </a:lnTo>
                <a:lnTo>
                  <a:pt x="9113926" y="609084"/>
                </a:lnTo>
                <a:lnTo>
                  <a:pt x="9113926" y="1177679"/>
                </a:lnTo>
                <a:lnTo>
                  <a:pt x="8588042" y="1177679"/>
                </a:lnTo>
                <a:lnTo>
                  <a:pt x="8588032" y="1177680"/>
                </a:lnTo>
                <a:lnTo>
                  <a:pt x="525894" y="1177680"/>
                </a:lnTo>
                <a:lnTo>
                  <a:pt x="525884" y="1177679"/>
                </a:lnTo>
                <a:lnTo>
                  <a:pt x="0" y="1177679"/>
                </a:lnTo>
                <a:lnTo>
                  <a:pt x="0" y="609084"/>
                </a:lnTo>
                <a:lnTo>
                  <a:pt x="1" y="609084"/>
                </a:lnTo>
                <a:lnTo>
                  <a:pt x="1" y="525893"/>
                </a:lnTo>
                <a:cubicBezTo>
                  <a:pt x="1" y="235450"/>
                  <a:pt x="235451" y="0"/>
                  <a:pt x="525894" y="0"/>
                </a:cubicBezTo>
                <a:close/>
              </a:path>
            </a:pathLst>
          </a:custGeom>
          <a:gradFill>
            <a:gsLst>
              <a:gs pos="0">
                <a:srgbClr val="F48120"/>
              </a:gs>
              <a:gs pos="100000">
                <a:srgbClr val="FE6700"/>
              </a:gs>
            </a:gsLst>
            <a:lin ang="5400000" scaled="1"/>
          </a:gradFill>
          <a:ln>
            <a:solidFill>
              <a:srgbClr val="FFE6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SVN-Gilroy" panose="0000050000000000000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23CD14-F6D9-BD75-8EF3-2DCAD770B347}"/>
              </a:ext>
            </a:extLst>
          </p:cNvPr>
          <p:cNvSpPr txBox="1"/>
          <p:nvPr/>
        </p:nvSpPr>
        <p:spPr>
          <a:xfrm>
            <a:off x="586539" y="928966"/>
            <a:ext cx="9113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SVN-Gilroy" panose="00000500000000000000"/>
              </a:rPr>
              <a:t>FPT — 2Q26 in brief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7904" y="2106646"/>
            <a:ext cx="7966218" cy="10680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300" b="1">
                <a:solidFill>
                  <a:srgbClr val="F38120"/>
                </a:solidFill>
                <a:latin typeface="SVN-Gilroy XBold"/>
              </a:rPr>
              <a:t>1H26 revenue +12.6%, PBT +18.1% on the restated base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01437C"/>
                </a:solidFill>
                <a:latin typeface="SVN-Gilroy"/>
              </a:rPr>
              <a:t>Group PBT margin widened to 21.8% from 20.7%. 2Q26 revenue VND13,789bn and PBT VND2,910bn.</a:t>
            </a:r>
          </a:p>
          <a:p>
            <a:pPr>
              <a:spcAft>
                <a:spcPts val="400"/>
              </a:spcAft>
            </a:pPr>
            <a:r>
              <a:rPr sz="2300" b="1">
                <a:solidFill>
                  <a:srgbClr val="F38120"/>
                </a:solidFill>
                <a:latin typeface="SVN-Gilroy XBold"/>
              </a:rPr>
              <a:t>AI revenue grew 55%, to 8.0% of Technology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01437C"/>
                </a:solidFill>
                <a:latin typeface="SVN-Gilroy"/>
              </a:rPr>
              <a:t>VND1,842bn in 1H26 against +15% for Technology overall. Both AI Factories ran above 90% utilisation and turned profitable in 2Q26.</a:t>
            </a:r>
          </a:p>
          <a:p>
            <a:pPr>
              <a:spcAft>
                <a:spcPts val="400"/>
              </a:spcAft>
            </a:pPr>
            <a:r>
              <a:rPr sz="2300" b="1">
                <a:solidFill>
                  <a:srgbClr val="F38120"/>
                </a:solidFill>
                <a:latin typeface="SVN-Gilroy XBold"/>
              </a:rPr>
              <a:t>Signed contract value +32.3%, book-to-bill 1.39x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01437C"/>
                </a:solidFill>
                <a:latin typeface="SVN-Gilroy"/>
              </a:rPr>
              <a:t>VND26,338bn for Global IT including 14 deals above USD10mn, against 1.07-1.22x through FY21-25.</a:t>
            </a:r>
          </a:p>
          <a:p>
            <a:pPr>
              <a:spcAft>
                <a:spcPts val="400"/>
              </a:spcAft>
            </a:pPr>
            <a:r>
              <a:rPr sz="2300" b="1">
                <a:solidFill>
                  <a:srgbClr val="F38120"/>
                </a:solidFill>
                <a:latin typeface="SVN-Gilroy XBold"/>
              </a:rPr>
              <a:t>Domestic IT the fastest-growing line, +22.5%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01437C"/>
                </a:solidFill>
                <a:latin typeface="SVN-Gilroy"/>
              </a:rPr>
              <a:t>Segment PBT doubled to VND308bn on national digital-transformation awards, though its 7.3% margin dilutes the blend.</a:t>
            </a:r>
          </a:p>
          <a:p>
            <a:pPr>
              <a:spcAft>
                <a:spcPts val="400"/>
              </a:spcAft>
            </a:pPr>
            <a:r>
              <a:rPr sz="2300" b="1">
                <a:solidFill>
                  <a:srgbClr val="F38120"/>
                </a:solidFill>
                <a:latin typeface="SVN-Gilroy XBold"/>
              </a:rPr>
              <a:t>BUY, target price VND87,950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01437C"/>
                </a:solidFill>
                <a:latin typeface="SVN-Gilroy"/>
              </a:rPr>
              <a:t>FY26F NPATMI VND10,944bn (+15.6%). At VND71,700 the stock trades at 11.2x FY26F against a five-year median above 18x.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Picture 5" descr="A white rectangle with pink border&#10;&#10;Description automatically generated">
            <a:extLst>
              <a:ext uri="{FF2B5EF4-FFF2-40B4-BE49-F238E27FC236}">
                <a16:creationId xmlns:a16="http://schemas.microsoft.com/office/drawing/2014/main" id="{8244F213-782B-4A7A-DD96-5DC2119B06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44C75A5-BAD3-96B7-81B2-3F066029B92A}"/>
              </a:ext>
            </a:extLst>
          </p:cNvPr>
          <p:cNvSpPr/>
          <p:nvPr/>
        </p:nvSpPr>
        <p:spPr>
          <a:xfrm>
            <a:off x="586534" y="668818"/>
            <a:ext cx="9113926" cy="1177680"/>
          </a:xfrm>
          <a:custGeom>
            <a:avLst/>
            <a:gdLst>
              <a:gd name="connsiteX0" fmla="*/ 525894 w 9113926"/>
              <a:gd name="connsiteY0" fmla="*/ 0 h 1177680"/>
              <a:gd name="connsiteX1" fmla="*/ 8588032 w 9113926"/>
              <a:gd name="connsiteY1" fmla="*/ 0 h 1177680"/>
              <a:gd name="connsiteX2" fmla="*/ 9113925 w 9113926"/>
              <a:gd name="connsiteY2" fmla="*/ 525893 h 1177680"/>
              <a:gd name="connsiteX3" fmla="*/ 9113925 w 9113926"/>
              <a:gd name="connsiteY3" fmla="*/ 609084 h 1177680"/>
              <a:gd name="connsiteX4" fmla="*/ 9113926 w 9113926"/>
              <a:gd name="connsiteY4" fmla="*/ 609084 h 1177680"/>
              <a:gd name="connsiteX5" fmla="*/ 9113926 w 9113926"/>
              <a:gd name="connsiteY5" fmla="*/ 1177679 h 1177680"/>
              <a:gd name="connsiteX6" fmla="*/ 8588042 w 9113926"/>
              <a:gd name="connsiteY6" fmla="*/ 1177679 h 1177680"/>
              <a:gd name="connsiteX7" fmla="*/ 8588032 w 9113926"/>
              <a:gd name="connsiteY7" fmla="*/ 1177680 h 1177680"/>
              <a:gd name="connsiteX8" fmla="*/ 525894 w 9113926"/>
              <a:gd name="connsiteY8" fmla="*/ 1177680 h 1177680"/>
              <a:gd name="connsiteX9" fmla="*/ 525884 w 9113926"/>
              <a:gd name="connsiteY9" fmla="*/ 1177679 h 1177680"/>
              <a:gd name="connsiteX10" fmla="*/ 0 w 9113926"/>
              <a:gd name="connsiteY10" fmla="*/ 1177679 h 1177680"/>
              <a:gd name="connsiteX11" fmla="*/ 0 w 9113926"/>
              <a:gd name="connsiteY11" fmla="*/ 609084 h 1177680"/>
              <a:gd name="connsiteX12" fmla="*/ 1 w 9113926"/>
              <a:gd name="connsiteY12" fmla="*/ 609084 h 1177680"/>
              <a:gd name="connsiteX13" fmla="*/ 1 w 9113926"/>
              <a:gd name="connsiteY13" fmla="*/ 525893 h 1177680"/>
              <a:gd name="connsiteX14" fmla="*/ 525894 w 9113926"/>
              <a:gd name="connsiteY14" fmla="*/ 0 h 117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113926" h="1177680">
                <a:moveTo>
                  <a:pt x="525894" y="0"/>
                </a:moveTo>
                <a:lnTo>
                  <a:pt x="8588032" y="0"/>
                </a:lnTo>
                <a:cubicBezTo>
                  <a:pt x="8878475" y="0"/>
                  <a:pt x="9113925" y="235450"/>
                  <a:pt x="9113925" y="525893"/>
                </a:cubicBezTo>
                <a:lnTo>
                  <a:pt x="9113925" y="609084"/>
                </a:lnTo>
                <a:lnTo>
                  <a:pt x="9113926" y="609084"/>
                </a:lnTo>
                <a:lnTo>
                  <a:pt x="9113926" y="1177679"/>
                </a:lnTo>
                <a:lnTo>
                  <a:pt x="8588042" y="1177679"/>
                </a:lnTo>
                <a:lnTo>
                  <a:pt x="8588032" y="1177680"/>
                </a:lnTo>
                <a:lnTo>
                  <a:pt x="525894" y="1177680"/>
                </a:lnTo>
                <a:lnTo>
                  <a:pt x="525884" y="1177679"/>
                </a:lnTo>
                <a:lnTo>
                  <a:pt x="0" y="1177679"/>
                </a:lnTo>
                <a:lnTo>
                  <a:pt x="0" y="609084"/>
                </a:lnTo>
                <a:lnTo>
                  <a:pt x="1" y="609084"/>
                </a:lnTo>
                <a:lnTo>
                  <a:pt x="1" y="525893"/>
                </a:lnTo>
                <a:cubicBezTo>
                  <a:pt x="1" y="235450"/>
                  <a:pt x="235451" y="0"/>
                  <a:pt x="525894" y="0"/>
                </a:cubicBezTo>
                <a:close/>
              </a:path>
            </a:pathLst>
          </a:custGeom>
          <a:gradFill>
            <a:gsLst>
              <a:gs pos="0">
                <a:srgbClr val="F48120"/>
              </a:gs>
              <a:gs pos="100000">
                <a:srgbClr val="FE6700"/>
              </a:gs>
            </a:gsLst>
            <a:lin ang="5400000" scaled="1"/>
          </a:gradFill>
          <a:ln>
            <a:solidFill>
              <a:srgbClr val="FFE6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EC2A0D-D66C-362E-E1D6-2174CB186B58}"/>
              </a:ext>
            </a:extLst>
          </p:cNvPr>
          <p:cNvSpPr txBox="1"/>
          <p:nvPr/>
        </p:nvSpPr>
        <p:spPr>
          <a:xfrm>
            <a:off x="1156713" y="2331311"/>
            <a:ext cx="79735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1437C"/>
                </a:solidFill>
                <a:latin typeface="SVN-Gilroy" panose="00000500000000000000" pitchFamily="50" charset="0"/>
                <a:ea typeface="Karla" pitchFamily="2" charset="0"/>
                <a:cs typeface="Poppins" panose="00000500000000000000" pitchFamily="2" charset="0"/>
              </a:rPr>
              <a:t>FY26F: NPATMI +15.6%, PBT margin 22.8%</a:t>
            </a:r>
          </a:p>
          <a:p>
            <a:pPr algn="ctr"/>
            <a:r>
              <a:rPr lang="en-US" sz="2800" b="1" dirty="0">
                <a:solidFill>
                  <a:srgbClr val="01437C"/>
                </a:solidFill>
                <a:latin typeface="SVN-Gilroy" panose="00000500000000000000" pitchFamily="50" charset="0"/>
                <a:ea typeface="Karla" pitchFamily="2" charset="0"/>
                <a:cs typeface="Poppins" panose="00000500000000000000" pitchFamily="2" charset="0"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19A336-C108-3A25-674C-E7236205DDC1}"/>
              </a:ext>
            </a:extLst>
          </p:cNvPr>
          <p:cNvSpPr txBox="1"/>
          <p:nvPr/>
        </p:nvSpPr>
        <p:spPr>
          <a:xfrm>
            <a:off x="586539" y="928966"/>
            <a:ext cx="9113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SVN-Gilroy XBold" panose="00000900000000000000" pitchFamily="50" charset="0"/>
              </a:rPr>
              <a:t>FPT — I/S performance</a:t>
            </a:r>
            <a:endParaRPr lang="vi-VN" sz="4000" dirty="0">
              <a:solidFill>
                <a:schemeClr val="bg1"/>
              </a:solidFill>
              <a:latin typeface="SVN-Gilroy XBold" panose="00000900000000000000" pitchFamily="50" charset="0"/>
            </a:endParaRP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1362635" y="3621741"/>
          <a:ext cx="7494493" cy="415616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1362635" y="8017906"/>
          <a:ext cx="7494493" cy="415616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Picture 5" descr="A white rectangle with pink border&#10;&#10;Description automatically generated">
            <a:extLst>
              <a:ext uri="{FF2B5EF4-FFF2-40B4-BE49-F238E27FC236}">
                <a16:creationId xmlns:a16="http://schemas.microsoft.com/office/drawing/2014/main" id="{C209E38E-A3D8-3D4F-F8EC-1BC0761F43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120AD5A-1231-CC81-6F37-A90B856EACFB}"/>
              </a:ext>
            </a:extLst>
          </p:cNvPr>
          <p:cNvSpPr/>
          <p:nvPr/>
        </p:nvSpPr>
        <p:spPr>
          <a:xfrm>
            <a:off x="586534" y="668818"/>
            <a:ext cx="9113926" cy="1177680"/>
          </a:xfrm>
          <a:custGeom>
            <a:avLst/>
            <a:gdLst>
              <a:gd name="connsiteX0" fmla="*/ 525894 w 9113926"/>
              <a:gd name="connsiteY0" fmla="*/ 0 h 1177680"/>
              <a:gd name="connsiteX1" fmla="*/ 8588032 w 9113926"/>
              <a:gd name="connsiteY1" fmla="*/ 0 h 1177680"/>
              <a:gd name="connsiteX2" fmla="*/ 9113925 w 9113926"/>
              <a:gd name="connsiteY2" fmla="*/ 525893 h 1177680"/>
              <a:gd name="connsiteX3" fmla="*/ 9113925 w 9113926"/>
              <a:gd name="connsiteY3" fmla="*/ 609084 h 1177680"/>
              <a:gd name="connsiteX4" fmla="*/ 9113926 w 9113926"/>
              <a:gd name="connsiteY4" fmla="*/ 609084 h 1177680"/>
              <a:gd name="connsiteX5" fmla="*/ 9113926 w 9113926"/>
              <a:gd name="connsiteY5" fmla="*/ 1177679 h 1177680"/>
              <a:gd name="connsiteX6" fmla="*/ 8588042 w 9113926"/>
              <a:gd name="connsiteY6" fmla="*/ 1177679 h 1177680"/>
              <a:gd name="connsiteX7" fmla="*/ 8588032 w 9113926"/>
              <a:gd name="connsiteY7" fmla="*/ 1177680 h 1177680"/>
              <a:gd name="connsiteX8" fmla="*/ 525894 w 9113926"/>
              <a:gd name="connsiteY8" fmla="*/ 1177680 h 1177680"/>
              <a:gd name="connsiteX9" fmla="*/ 525884 w 9113926"/>
              <a:gd name="connsiteY9" fmla="*/ 1177679 h 1177680"/>
              <a:gd name="connsiteX10" fmla="*/ 0 w 9113926"/>
              <a:gd name="connsiteY10" fmla="*/ 1177679 h 1177680"/>
              <a:gd name="connsiteX11" fmla="*/ 0 w 9113926"/>
              <a:gd name="connsiteY11" fmla="*/ 609084 h 1177680"/>
              <a:gd name="connsiteX12" fmla="*/ 1 w 9113926"/>
              <a:gd name="connsiteY12" fmla="*/ 609084 h 1177680"/>
              <a:gd name="connsiteX13" fmla="*/ 1 w 9113926"/>
              <a:gd name="connsiteY13" fmla="*/ 525893 h 1177680"/>
              <a:gd name="connsiteX14" fmla="*/ 525894 w 9113926"/>
              <a:gd name="connsiteY14" fmla="*/ 0 h 117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113926" h="1177680">
                <a:moveTo>
                  <a:pt x="525894" y="0"/>
                </a:moveTo>
                <a:lnTo>
                  <a:pt x="8588032" y="0"/>
                </a:lnTo>
                <a:cubicBezTo>
                  <a:pt x="8878475" y="0"/>
                  <a:pt x="9113925" y="235450"/>
                  <a:pt x="9113925" y="525893"/>
                </a:cubicBezTo>
                <a:lnTo>
                  <a:pt x="9113925" y="609084"/>
                </a:lnTo>
                <a:lnTo>
                  <a:pt x="9113926" y="609084"/>
                </a:lnTo>
                <a:lnTo>
                  <a:pt x="9113926" y="1177679"/>
                </a:lnTo>
                <a:lnTo>
                  <a:pt x="8588042" y="1177679"/>
                </a:lnTo>
                <a:lnTo>
                  <a:pt x="8588032" y="1177680"/>
                </a:lnTo>
                <a:lnTo>
                  <a:pt x="525894" y="1177680"/>
                </a:lnTo>
                <a:lnTo>
                  <a:pt x="525884" y="1177679"/>
                </a:lnTo>
                <a:lnTo>
                  <a:pt x="0" y="1177679"/>
                </a:lnTo>
                <a:lnTo>
                  <a:pt x="0" y="609084"/>
                </a:lnTo>
                <a:lnTo>
                  <a:pt x="1" y="609084"/>
                </a:lnTo>
                <a:lnTo>
                  <a:pt x="1" y="525893"/>
                </a:lnTo>
                <a:cubicBezTo>
                  <a:pt x="1" y="235450"/>
                  <a:pt x="235451" y="0"/>
                  <a:pt x="525894" y="0"/>
                </a:cubicBezTo>
                <a:close/>
              </a:path>
            </a:pathLst>
          </a:custGeom>
          <a:gradFill>
            <a:gsLst>
              <a:gs pos="0">
                <a:srgbClr val="F48120"/>
              </a:gs>
              <a:gs pos="100000">
                <a:srgbClr val="FE6700"/>
              </a:gs>
            </a:gsLst>
            <a:lin ang="5400000" scaled="1"/>
          </a:gradFill>
          <a:ln>
            <a:solidFill>
              <a:srgbClr val="FFE6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00E7BE-3B51-DC6D-9CCC-8F4FDC986DC0}"/>
              </a:ext>
            </a:extLst>
          </p:cNvPr>
          <p:cNvSpPr txBox="1"/>
          <p:nvPr/>
        </p:nvSpPr>
        <p:spPr>
          <a:xfrm>
            <a:off x="1156713" y="2331311"/>
            <a:ext cx="7973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1437C"/>
                </a:solidFill>
                <a:latin typeface="SVN-Gilroy" panose="00000500000000000000" pitchFamily="50" charset="0"/>
                <a:ea typeface="Karla" pitchFamily="2" charset="0"/>
                <a:cs typeface="Poppins" panose="00000500000000000000" pitchFamily="2" charset="0"/>
              </a:rPr>
              <a:t>P/E and P/B struck on the VND87,950 target price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419C03-2FDC-0EBD-67F3-817119CC3CE0}"/>
              </a:ext>
            </a:extLst>
          </p:cNvPr>
          <p:cNvSpPr txBox="1"/>
          <p:nvPr/>
        </p:nvSpPr>
        <p:spPr>
          <a:xfrm>
            <a:off x="586539" y="928966"/>
            <a:ext cx="9113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SVN-Gilroy XBold" panose="00000900000000000000" pitchFamily="50" charset="0"/>
              </a:rPr>
              <a:t>FPT — Valuation</a:t>
            </a:r>
            <a:endParaRPr lang="vi-VN" sz="4000" dirty="0">
              <a:solidFill>
                <a:schemeClr val="bg1"/>
              </a:solidFill>
              <a:latin typeface="SVN-Gilroy XBold" panose="00000900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4F96A0-82D4-EFB8-799A-AF0F78ED16EE}"/>
              </a:ext>
            </a:extLst>
          </p:cNvPr>
          <p:cNvSpPr txBox="1"/>
          <p:nvPr/>
        </p:nvSpPr>
        <p:spPr>
          <a:xfrm>
            <a:off x="1175001" y="12048323"/>
            <a:ext cx="47399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SVN-Gilroy" panose="00000500000000000000"/>
              </a:rPr>
              <a:t>Source: Company data, Mirae Asset Vietnam Research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1344705" y="3339343"/>
          <a:ext cx="7785575" cy="4144963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1344705" y="7724306"/>
          <a:ext cx="7785575" cy="4144963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Picture 5" descr="A white rectangle with pink border&#10;&#10;Description automatically generated">
            <a:extLst>
              <a:ext uri="{FF2B5EF4-FFF2-40B4-BE49-F238E27FC236}">
                <a16:creationId xmlns:a16="http://schemas.microsoft.com/office/drawing/2014/main" id="{99A5E3AE-A009-A8E7-962F-EA45E1A61DD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6941308-AB60-A39B-071E-73E41CEB7201}"/>
              </a:ext>
            </a:extLst>
          </p:cNvPr>
          <p:cNvSpPr/>
          <p:nvPr/>
        </p:nvSpPr>
        <p:spPr>
          <a:xfrm>
            <a:off x="586534" y="668818"/>
            <a:ext cx="9113926" cy="1177680"/>
          </a:xfrm>
          <a:custGeom>
            <a:avLst/>
            <a:gdLst>
              <a:gd name="connsiteX0" fmla="*/ 525894 w 9113926"/>
              <a:gd name="connsiteY0" fmla="*/ 0 h 1177680"/>
              <a:gd name="connsiteX1" fmla="*/ 8588032 w 9113926"/>
              <a:gd name="connsiteY1" fmla="*/ 0 h 1177680"/>
              <a:gd name="connsiteX2" fmla="*/ 9113925 w 9113926"/>
              <a:gd name="connsiteY2" fmla="*/ 525893 h 1177680"/>
              <a:gd name="connsiteX3" fmla="*/ 9113925 w 9113926"/>
              <a:gd name="connsiteY3" fmla="*/ 609084 h 1177680"/>
              <a:gd name="connsiteX4" fmla="*/ 9113926 w 9113926"/>
              <a:gd name="connsiteY4" fmla="*/ 609084 h 1177680"/>
              <a:gd name="connsiteX5" fmla="*/ 9113926 w 9113926"/>
              <a:gd name="connsiteY5" fmla="*/ 1177679 h 1177680"/>
              <a:gd name="connsiteX6" fmla="*/ 8588042 w 9113926"/>
              <a:gd name="connsiteY6" fmla="*/ 1177679 h 1177680"/>
              <a:gd name="connsiteX7" fmla="*/ 8588032 w 9113926"/>
              <a:gd name="connsiteY7" fmla="*/ 1177680 h 1177680"/>
              <a:gd name="connsiteX8" fmla="*/ 525894 w 9113926"/>
              <a:gd name="connsiteY8" fmla="*/ 1177680 h 1177680"/>
              <a:gd name="connsiteX9" fmla="*/ 525884 w 9113926"/>
              <a:gd name="connsiteY9" fmla="*/ 1177679 h 1177680"/>
              <a:gd name="connsiteX10" fmla="*/ 0 w 9113926"/>
              <a:gd name="connsiteY10" fmla="*/ 1177679 h 1177680"/>
              <a:gd name="connsiteX11" fmla="*/ 0 w 9113926"/>
              <a:gd name="connsiteY11" fmla="*/ 609084 h 1177680"/>
              <a:gd name="connsiteX12" fmla="*/ 1 w 9113926"/>
              <a:gd name="connsiteY12" fmla="*/ 609084 h 1177680"/>
              <a:gd name="connsiteX13" fmla="*/ 1 w 9113926"/>
              <a:gd name="connsiteY13" fmla="*/ 525893 h 1177680"/>
              <a:gd name="connsiteX14" fmla="*/ 525894 w 9113926"/>
              <a:gd name="connsiteY14" fmla="*/ 0 h 117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113926" h="1177680">
                <a:moveTo>
                  <a:pt x="525894" y="0"/>
                </a:moveTo>
                <a:lnTo>
                  <a:pt x="8588032" y="0"/>
                </a:lnTo>
                <a:cubicBezTo>
                  <a:pt x="8878475" y="0"/>
                  <a:pt x="9113925" y="235450"/>
                  <a:pt x="9113925" y="525893"/>
                </a:cubicBezTo>
                <a:lnTo>
                  <a:pt x="9113925" y="609084"/>
                </a:lnTo>
                <a:lnTo>
                  <a:pt x="9113926" y="609084"/>
                </a:lnTo>
                <a:lnTo>
                  <a:pt x="9113926" y="1177679"/>
                </a:lnTo>
                <a:lnTo>
                  <a:pt x="8588042" y="1177679"/>
                </a:lnTo>
                <a:lnTo>
                  <a:pt x="8588032" y="1177680"/>
                </a:lnTo>
                <a:lnTo>
                  <a:pt x="525894" y="1177680"/>
                </a:lnTo>
                <a:lnTo>
                  <a:pt x="525884" y="1177679"/>
                </a:lnTo>
                <a:lnTo>
                  <a:pt x="0" y="1177679"/>
                </a:lnTo>
                <a:lnTo>
                  <a:pt x="0" y="609084"/>
                </a:lnTo>
                <a:lnTo>
                  <a:pt x="1" y="609084"/>
                </a:lnTo>
                <a:lnTo>
                  <a:pt x="1" y="525893"/>
                </a:lnTo>
                <a:cubicBezTo>
                  <a:pt x="1" y="235450"/>
                  <a:pt x="235451" y="0"/>
                  <a:pt x="525894" y="0"/>
                </a:cubicBezTo>
                <a:close/>
              </a:path>
            </a:pathLst>
          </a:custGeom>
          <a:gradFill>
            <a:gsLst>
              <a:gs pos="0">
                <a:srgbClr val="F48120"/>
              </a:gs>
              <a:gs pos="100000">
                <a:srgbClr val="FE6700"/>
              </a:gs>
            </a:gsLst>
            <a:lin ang="5400000" scaled="1"/>
          </a:gradFill>
          <a:ln>
            <a:solidFill>
              <a:srgbClr val="FFE6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83FF53-4C6F-B5AF-CE2B-073989E45009}"/>
              </a:ext>
            </a:extLst>
          </p:cNvPr>
          <p:cNvSpPr txBox="1"/>
          <p:nvPr/>
        </p:nvSpPr>
        <p:spPr>
          <a:xfrm>
            <a:off x="586539" y="928966"/>
            <a:ext cx="9113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SVN-Gilroy XBold" panose="00000900000000000000" pitchFamily="50" charset="0"/>
              </a:rPr>
              <a:t>Estimates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51548AF-A63A-DB72-35D6-3F32D1F66D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400069"/>
              </p:ext>
            </p:extLst>
          </p:nvPr>
        </p:nvGraphicFramePr>
        <p:xfrm>
          <a:off x="1225454" y="2565817"/>
          <a:ext cx="8242618" cy="9147213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3365818">
                  <a:extLst>
                    <a:ext uri="{9D8B030D-6E8A-4147-A177-3AD203B41FA5}">
                      <a16:colId xmlns:a16="http://schemas.microsoft.com/office/drawing/2014/main" val="4290180457"/>
                    </a:ext>
                  </a:extLst>
                </a:gridCol>
                <a:gridCol w="1303502">
                  <a:extLst>
                    <a:ext uri="{9D8B030D-6E8A-4147-A177-3AD203B41FA5}">
                      <a16:colId xmlns:a16="http://schemas.microsoft.com/office/drawing/2014/main" val="275034808"/>
                    </a:ext>
                  </a:extLst>
                </a:gridCol>
                <a:gridCol w="1197897">
                  <a:extLst>
                    <a:ext uri="{9D8B030D-6E8A-4147-A177-3AD203B41FA5}">
                      <a16:colId xmlns:a16="http://schemas.microsoft.com/office/drawing/2014/main" val="3165221040"/>
                    </a:ext>
                  </a:extLst>
                </a:gridCol>
                <a:gridCol w="1186773">
                  <a:extLst>
                    <a:ext uri="{9D8B030D-6E8A-4147-A177-3AD203B41FA5}">
                      <a16:colId xmlns:a16="http://schemas.microsoft.com/office/drawing/2014/main" val="2888639614"/>
                    </a:ext>
                  </a:extLst>
                </a:gridCol>
                <a:gridCol w="1188628">
                  <a:extLst>
                    <a:ext uri="{9D8B030D-6E8A-4147-A177-3AD203B41FA5}">
                      <a16:colId xmlns:a16="http://schemas.microsoft.com/office/drawing/2014/main" val="1107751694"/>
                    </a:ext>
                  </a:extLst>
                </a:gridCol>
              </a:tblGrid>
              <a:tr h="1016101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</a:pPr>
                      <a:endParaRPr lang="en-US" sz="2400" b="1" kern="100" dirty="0">
                        <a:solidFill>
                          <a:srgbClr val="000000"/>
                        </a:solidFill>
                        <a:effectLst/>
                        <a:latin typeface="SVN-Gilroy" panose="00000500000000000000" pitchFamily="50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34290" algn="r" hangingPunct="0">
                        <a:lnSpc>
                          <a:spcPct val="110000"/>
                        </a:lnSpc>
                        <a:buNone/>
                      </a:pPr>
                      <a:r>
                        <a:rPr lang="vi-VN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>FY25</a:t>
                      </a:r>
                      <a:r>
                        <a:rPr lang="en-US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/>
                      </a:r>
                      <a:endParaRPr lang="en-US" sz="2400" kern="100" spc="-40" dirty="0">
                        <a:effectLst/>
                        <a:latin typeface="SVN-Gilroy" panose="00000500000000000000" pitchFamily="50" charset="0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34290" algn="r" hangingPunct="0">
                        <a:lnSpc>
                          <a:spcPct val="110000"/>
                        </a:lnSpc>
                        <a:buNone/>
                      </a:pPr>
                      <a:r>
                        <a:rPr lang="vi-VN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>FY26F</a:t>
                      </a:r>
                      <a:r>
                        <a:rPr lang="en-US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/>
                      </a:r>
                      <a:endParaRPr lang="en-US" sz="2400" kern="100" spc="-40" dirty="0">
                        <a:effectLst/>
                        <a:latin typeface="SVN-Gilroy" panose="00000500000000000000" pitchFamily="50" charset="0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34290" algn="r" hangingPunct="0">
                        <a:lnSpc>
                          <a:spcPct val="110000"/>
                        </a:lnSpc>
                        <a:buNone/>
                      </a:pPr>
                      <a:r>
                        <a:rPr lang="vi-VN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>FY27F</a:t>
                      </a:r>
                      <a:r>
                        <a:rPr lang="en-US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/>
                      </a:r>
                      <a:r>
                        <a:rPr lang="vi-VN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/>
                      </a:r>
                      <a:endParaRPr lang="en-US" sz="2400" kern="100" spc="-40" dirty="0">
                        <a:effectLst/>
                        <a:latin typeface="SVN-Gilroy" panose="00000500000000000000" pitchFamily="50" charset="0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34290" algn="r" hangingPunct="0">
                        <a:lnSpc>
                          <a:spcPct val="110000"/>
                        </a:lnSpc>
                        <a:buNone/>
                      </a:pPr>
                      <a:r>
                        <a:rPr lang="vi-VN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>FY28F</a:t>
                      </a:r>
                      <a:r>
                        <a:rPr lang="en-US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/>
                      </a:r>
                      <a:r>
                        <a:rPr lang="vi-VN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/>
                      </a:r>
                      <a:endParaRPr lang="en-US" sz="2400" kern="100" spc="-40" dirty="0">
                        <a:effectLst/>
                        <a:latin typeface="SVN-Gilroy" panose="00000500000000000000" pitchFamily="50" charset="0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57498357"/>
                  </a:ext>
                </a:extLst>
              </a:tr>
              <a:tr h="1016389">
                <a:tc>
                  <a:txBody>
                    <a:bodyPr/>
                    <a:lstStyle/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>Revenue (VNDbn)</a:t>
                      </a:r>
                    </a:p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/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 dirty="0">
                          <a:effectLst/>
                          <a:latin typeface="SVN-Gilroy" panose="00000500000000000000" pitchFamily="50" charset="0"/>
                        </a:rPr>
                        <a:t>70,208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57,284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66,048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76,654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31024341"/>
                  </a:ext>
                </a:extLst>
              </a:tr>
              <a:tr h="1016389">
                <a:tc>
                  <a:txBody>
                    <a:bodyPr/>
                    <a:lstStyle/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>Operating profit (VNDbn)</a:t>
                      </a:r>
                    </a:p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/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11,079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 dirty="0">
                          <a:effectLst/>
                          <a:latin typeface="SVN-Gilroy" panose="00000500000000000000" pitchFamily="50" charset="0"/>
                        </a:rPr>
                        <a:t>9,807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11,044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13,053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54749992"/>
                  </a:ext>
                </a:extLst>
              </a:tr>
              <a:tr h="1016389">
                <a:tc>
                  <a:txBody>
                    <a:bodyPr/>
                    <a:lstStyle/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>PBT (VNDbn)</a:t>
                      </a:r>
                    </a:p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/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13,134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13,070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15,159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17,671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98211021"/>
                  </a:ext>
                </a:extLst>
              </a:tr>
              <a:tr h="1016389">
                <a:tc>
                  <a:txBody>
                    <a:bodyPr/>
                    <a:lstStyle/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>NPATMI (VNDbn)</a:t>
                      </a:r>
                    </a:p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/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9,464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10,944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 dirty="0">
                          <a:effectLst/>
                          <a:latin typeface="SVN-Gilroy" panose="00000500000000000000" pitchFamily="50" charset="0"/>
                        </a:rPr>
                        <a:t>12,674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14,774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5006371"/>
                  </a:ext>
                </a:extLst>
              </a:tr>
              <a:tr h="1016389">
                <a:tc>
                  <a:txBody>
                    <a:bodyPr/>
                    <a:lstStyle/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>EPS (VND)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5,073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6,424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7,440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8,673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63125814"/>
                  </a:ext>
                </a:extLst>
              </a:tr>
              <a:tr h="1016389">
                <a:tc>
                  <a:txBody>
                    <a:bodyPr/>
                    <a:lstStyle/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>ROE (%)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28.6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27.6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27.1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26.5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81843712"/>
                  </a:ext>
                </a:extLst>
              </a:tr>
              <a:tr h="1016389">
                <a:tc>
                  <a:txBody>
                    <a:bodyPr/>
                    <a:lstStyle/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>P/E (x)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17.3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13.7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11.8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 dirty="0">
                          <a:effectLst/>
                          <a:latin typeface="SVN-Gilroy" panose="00000500000000000000" pitchFamily="50" charset="0"/>
                        </a:rPr>
                        <a:t>10.1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80255368"/>
                  </a:ext>
                </a:extLst>
              </a:tr>
              <a:tr h="1016389">
                <a:tc>
                  <a:txBody>
                    <a:bodyPr/>
                    <a:lstStyle/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>P/B (x)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4.3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3.5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3.0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 dirty="0">
                          <a:effectLst/>
                          <a:latin typeface="SVN-Gilroy" panose="00000500000000000000" pitchFamily="50" charset="0"/>
                        </a:rPr>
                        <a:t>2.5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743099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Picture 7" descr="A white rectangular object with a pink border&#10;&#10;Description automatically generated">
            <a:extLst>
              <a:ext uri="{FF2B5EF4-FFF2-40B4-BE49-F238E27FC236}">
                <a16:creationId xmlns:a16="http://schemas.microsoft.com/office/drawing/2014/main" id="{77D9D435-ED2C-E0FB-DAAF-33E9371BEAA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14B5F8-E1EB-70B1-B389-060E2921B1F7}"/>
              </a:ext>
            </a:extLst>
          </p:cNvPr>
          <p:cNvSpPr txBox="1"/>
          <p:nvPr/>
        </p:nvSpPr>
        <p:spPr>
          <a:xfrm>
            <a:off x="559467" y="399526"/>
            <a:ext cx="65012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solidFill>
                  <a:srgbClr val="F38120"/>
                </a:solidFill>
                <a:latin typeface="SVN-Gilroy XBold" panose="00000900000000000000" pitchFamily="50" charset="0"/>
              </a:rPr>
              <a:t>Công nghệ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96A606-D1B5-EE58-A08A-3B9212285C6D}"/>
              </a:ext>
            </a:extLst>
          </p:cNvPr>
          <p:cNvSpPr txBox="1"/>
          <p:nvPr/>
        </p:nvSpPr>
        <p:spPr>
          <a:xfrm>
            <a:off x="559467" y="1016162"/>
            <a:ext cx="4584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1437C"/>
                </a:solidFill>
                <a:latin typeface="SVN-Gilroy SemiBold" panose="00000700000000000000" pitchFamily="50" charset="0"/>
              </a:rPr>
              <a:t>05.08.2026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708BFA-DD95-5F7F-DB97-C61B49917AE0}"/>
              </a:ext>
            </a:extLst>
          </p:cNvPr>
          <p:cNvSpPr txBox="1"/>
          <p:nvPr/>
        </p:nvSpPr>
        <p:spPr>
          <a:xfrm>
            <a:off x="1156713" y="4795273"/>
            <a:ext cx="79735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F38120"/>
                </a:solidFill>
                <a:latin typeface="SVN-Gilroy XBold" panose="00000900000000000000" pitchFamily="50" charset="0"/>
              </a:rPr>
              <a:t>CTCP FPT</a:t>
            </a:r>
          </a:p>
          <a:p>
            <a:pPr algn="ctr"/>
            <a:r>
              <a:rPr lang="en-US" sz="6000" dirty="0">
                <a:solidFill>
                  <a:srgbClr val="F38120"/>
                </a:solidFill>
                <a:latin typeface="SVN-Gilroy XBold" panose="00000900000000000000" pitchFamily="50" charset="0"/>
              </a:rPr>
              <a:t>(HOSE: FPT)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1692FE-8D2A-CF6A-866B-0B0422273BDD}"/>
              </a:ext>
            </a:extLst>
          </p:cNvPr>
          <p:cNvSpPr txBox="1"/>
          <p:nvPr/>
        </p:nvSpPr>
        <p:spPr>
          <a:xfrm>
            <a:off x="653000" y="7039673"/>
            <a:ext cx="898099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00" b="1" dirty="0">
                <a:solidFill>
                  <a:srgbClr val="01437C"/>
                </a:solidFill>
                <a:latin typeface="SVN-Gilroy" panose="00000500000000000000" pitchFamily="50" charset="0"/>
                <a:ea typeface="Karla" pitchFamily="2" charset="0"/>
                <a:cs typeface="Poppins" panose="00000500000000000000" pitchFamily="2" charset="0"/>
              </a:rPr>
              <a:t>Tăng trưởng bền bỉ, mảng AI bắt đầu có lãi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38356BC-700A-EB7E-38C5-8059B2064F78}"/>
              </a:ext>
            </a:extLst>
          </p:cNvPr>
          <p:cNvGrpSpPr/>
          <p:nvPr/>
        </p:nvGrpSpPr>
        <p:grpSpPr>
          <a:xfrm>
            <a:off x="3336461" y="8625441"/>
            <a:ext cx="4109367" cy="1451113"/>
            <a:chOff x="3336461" y="8784465"/>
            <a:chExt cx="4109367" cy="145111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E669CBE-92BA-A572-7180-B81BDB62D11B}"/>
                </a:ext>
              </a:extLst>
            </p:cNvPr>
            <p:cNvSpPr/>
            <p:nvPr/>
          </p:nvSpPr>
          <p:spPr>
            <a:xfrm>
              <a:off x="3336461" y="8784465"/>
              <a:ext cx="4109367" cy="993913"/>
            </a:xfrm>
            <a:prstGeom prst="roundRect">
              <a:avLst/>
            </a:prstGeom>
            <a:noFill/>
            <a:ln w="952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r>
                <a:rPr lang="en-US" sz="3700" dirty="0">
                  <a:latin typeface="SVN-Gilroy" panose="00000500000000000000" pitchFamily="50" charset="0"/>
                </a:rPr>
                <a:t>BUY</a:t>
              </a:r>
            </a:p>
          </p:txBody>
        </p:sp>
        <p:sp>
          <p:nvSpPr>
            <p:cNvPr id="9" name="Arrow: Up 8">
              <a:extLst>
                <a:ext uri="{FF2B5EF4-FFF2-40B4-BE49-F238E27FC236}">
                  <a16:creationId xmlns:a16="http://schemas.microsoft.com/office/drawing/2014/main" id="{D86E1F36-EC74-E9A6-0608-6AD7488EF5C5}"/>
                </a:ext>
              </a:extLst>
            </p:cNvPr>
            <p:cNvSpPr/>
            <p:nvPr/>
          </p:nvSpPr>
          <p:spPr>
            <a:xfrm rot="19258989">
              <a:off x="6493332" y="9321178"/>
              <a:ext cx="914400" cy="914400"/>
            </a:xfrm>
            <a:prstGeom prst="up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184D3A0-7F48-33BE-E1E4-8C878D3CB8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53970"/>
              </p:ext>
            </p:extLst>
          </p:nvPr>
        </p:nvGraphicFramePr>
        <p:xfrm>
          <a:off x="2679752" y="10155689"/>
          <a:ext cx="5442272" cy="1847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15059">
                  <a:extLst>
                    <a:ext uri="{9D8B030D-6E8A-4147-A177-3AD203B41FA5}">
                      <a16:colId xmlns:a16="http://schemas.microsoft.com/office/drawing/2014/main" val="3602970718"/>
                    </a:ext>
                  </a:extLst>
                </a:gridCol>
                <a:gridCol w="1827213">
                  <a:extLst>
                    <a:ext uri="{9D8B030D-6E8A-4147-A177-3AD203B41FA5}">
                      <a16:colId xmlns:a16="http://schemas.microsoft.com/office/drawing/2014/main" val="3703199259"/>
                    </a:ext>
                  </a:extLst>
                </a:gridCol>
              </a:tblGrid>
              <a:tr h="785023">
                <a:tc>
                  <a:txBody>
                    <a:bodyPr/>
                    <a:lstStyle/>
                    <a:p>
                      <a:pPr marL="0" algn="l" defTabSz="1028700" rtl="0" eaLnBrk="1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700" b="0" kern="1200" dirty="0">
                          <a:solidFill>
                            <a:srgbClr val="00427A"/>
                          </a:solidFill>
                          <a:latin typeface="SVN-Gilroy" panose="00000500000000000000" pitchFamily="50" charset="0"/>
                          <a:ea typeface="+mn-ea"/>
                          <a:cs typeface="Poppins" panose="00000500000000000000" pitchFamily="2" charset="0"/>
                        </a:rPr>
                        <a:t>Giá mục tiêu</a:t>
                      </a:r>
                    </a:p>
                  </a:txBody>
                  <a:tcPr marT="91440" marB="9144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028700" rtl="0" eaLnBrk="1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3700" b="0" kern="1200" dirty="0">
                        <a:solidFill>
                          <a:srgbClr val="00427A"/>
                        </a:solidFill>
                        <a:latin typeface="SVN-Gilroy" panose="00000500000000000000" pitchFamily="50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997262"/>
                  </a:ext>
                </a:extLst>
              </a:tr>
              <a:tr h="783782">
                <a:tc>
                  <a:txBody>
                    <a:bodyPr/>
                    <a:lstStyle/>
                    <a:p>
                      <a:pPr marL="0" algn="l" defTabSz="1028700" rtl="0" eaLnBrk="1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700" b="1" kern="1200" dirty="0">
                          <a:solidFill>
                            <a:srgbClr val="00427A"/>
                          </a:solidFill>
                          <a:latin typeface="SVN-Gilroy" panose="00000500000000000000" pitchFamily="50" charset="0"/>
                        </a:rPr>
                        <a:t>87,950</a:t>
                      </a:r>
                      <a:endParaRPr lang="en-US" sz="3700" b="1" kern="1200" dirty="0">
                        <a:solidFill>
                          <a:srgbClr val="00427A"/>
                        </a:solidFill>
                        <a:latin typeface="SVN-Gilroy" panose="00000500000000000000" pitchFamily="50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T="91440" marB="9144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028700" rtl="0" eaLnBrk="1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3700" b="1" kern="1200" dirty="0">
                          <a:solidFill>
                            <a:srgbClr val="92D050"/>
                          </a:solidFill>
                          <a:latin typeface="SVN-Gilroy" panose="00000500000000000000" pitchFamily="50" charset="0"/>
                        </a:rPr>
                        <a:t>+22.7%</a:t>
                      </a:r>
                      <a:endParaRPr lang="en-US" sz="3700" b="1" kern="1200" dirty="0">
                        <a:solidFill>
                          <a:srgbClr val="92D050"/>
                        </a:solidFill>
                        <a:latin typeface="SVN-Gilroy" panose="00000500000000000000" pitchFamily="50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0323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Picture 5" descr="A white rectangle with pink border&#10;&#10;Description automatically generated">
            <a:extLst>
              <a:ext uri="{FF2B5EF4-FFF2-40B4-BE49-F238E27FC236}">
                <a16:creationId xmlns:a16="http://schemas.microsoft.com/office/drawing/2014/main" id="{F5D95500-A1E1-9F81-EF27-09195970B47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64C2418-1AC2-8EFA-327B-60C54D799CBC}"/>
              </a:ext>
            </a:extLst>
          </p:cNvPr>
          <p:cNvSpPr/>
          <p:nvPr/>
        </p:nvSpPr>
        <p:spPr>
          <a:xfrm>
            <a:off x="586534" y="668818"/>
            <a:ext cx="9113926" cy="1177680"/>
          </a:xfrm>
          <a:custGeom>
            <a:avLst/>
            <a:gdLst>
              <a:gd name="connsiteX0" fmla="*/ 525894 w 9113926"/>
              <a:gd name="connsiteY0" fmla="*/ 0 h 1177680"/>
              <a:gd name="connsiteX1" fmla="*/ 8588032 w 9113926"/>
              <a:gd name="connsiteY1" fmla="*/ 0 h 1177680"/>
              <a:gd name="connsiteX2" fmla="*/ 9113925 w 9113926"/>
              <a:gd name="connsiteY2" fmla="*/ 525893 h 1177680"/>
              <a:gd name="connsiteX3" fmla="*/ 9113925 w 9113926"/>
              <a:gd name="connsiteY3" fmla="*/ 609084 h 1177680"/>
              <a:gd name="connsiteX4" fmla="*/ 9113926 w 9113926"/>
              <a:gd name="connsiteY4" fmla="*/ 609084 h 1177680"/>
              <a:gd name="connsiteX5" fmla="*/ 9113926 w 9113926"/>
              <a:gd name="connsiteY5" fmla="*/ 1177679 h 1177680"/>
              <a:gd name="connsiteX6" fmla="*/ 8588042 w 9113926"/>
              <a:gd name="connsiteY6" fmla="*/ 1177679 h 1177680"/>
              <a:gd name="connsiteX7" fmla="*/ 8588032 w 9113926"/>
              <a:gd name="connsiteY7" fmla="*/ 1177680 h 1177680"/>
              <a:gd name="connsiteX8" fmla="*/ 525894 w 9113926"/>
              <a:gd name="connsiteY8" fmla="*/ 1177680 h 1177680"/>
              <a:gd name="connsiteX9" fmla="*/ 525884 w 9113926"/>
              <a:gd name="connsiteY9" fmla="*/ 1177679 h 1177680"/>
              <a:gd name="connsiteX10" fmla="*/ 0 w 9113926"/>
              <a:gd name="connsiteY10" fmla="*/ 1177679 h 1177680"/>
              <a:gd name="connsiteX11" fmla="*/ 0 w 9113926"/>
              <a:gd name="connsiteY11" fmla="*/ 609084 h 1177680"/>
              <a:gd name="connsiteX12" fmla="*/ 1 w 9113926"/>
              <a:gd name="connsiteY12" fmla="*/ 609084 h 1177680"/>
              <a:gd name="connsiteX13" fmla="*/ 1 w 9113926"/>
              <a:gd name="connsiteY13" fmla="*/ 525893 h 1177680"/>
              <a:gd name="connsiteX14" fmla="*/ 525894 w 9113926"/>
              <a:gd name="connsiteY14" fmla="*/ 0 h 117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113926" h="1177680">
                <a:moveTo>
                  <a:pt x="525894" y="0"/>
                </a:moveTo>
                <a:lnTo>
                  <a:pt x="8588032" y="0"/>
                </a:lnTo>
                <a:cubicBezTo>
                  <a:pt x="8878475" y="0"/>
                  <a:pt x="9113925" y="235450"/>
                  <a:pt x="9113925" y="525893"/>
                </a:cubicBezTo>
                <a:lnTo>
                  <a:pt x="9113925" y="609084"/>
                </a:lnTo>
                <a:lnTo>
                  <a:pt x="9113926" y="609084"/>
                </a:lnTo>
                <a:lnTo>
                  <a:pt x="9113926" y="1177679"/>
                </a:lnTo>
                <a:lnTo>
                  <a:pt x="8588042" y="1177679"/>
                </a:lnTo>
                <a:lnTo>
                  <a:pt x="8588032" y="1177680"/>
                </a:lnTo>
                <a:lnTo>
                  <a:pt x="525894" y="1177680"/>
                </a:lnTo>
                <a:lnTo>
                  <a:pt x="525884" y="1177679"/>
                </a:lnTo>
                <a:lnTo>
                  <a:pt x="0" y="1177679"/>
                </a:lnTo>
                <a:lnTo>
                  <a:pt x="0" y="609084"/>
                </a:lnTo>
                <a:lnTo>
                  <a:pt x="1" y="609084"/>
                </a:lnTo>
                <a:lnTo>
                  <a:pt x="1" y="525893"/>
                </a:lnTo>
                <a:cubicBezTo>
                  <a:pt x="1" y="235450"/>
                  <a:pt x="235451" y="0"/>
                  <a:pt x="525894" y="0"/>
                </a:cubicBezTo>
                <a:close/>
              </a:path>
            </a:pathLst>
          </a:custGeom>
          <a:gradFill>
            <a:gsLst>
              <a:gs pos="0">
                <a:srgbClr val="F48120"/>
              </a:gs>
              <a:gs pos="100000">
                <a:srgbClr val="FE6700"/>
              </a:gs>
            </a:gsLst>
            <a:lin ang="5400000" scaled="1"/>
          </a:gradFill>
          <a:ln>
            <a:solidFill>
              <a:srgbClr val="FFE6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SVN-Gilroy" panose="0000050000000000000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23CD14-F6D9-BD75-8EF3-2DCAD770B347}"/>
              </a:ext>
            </a:extLst>
          </p:cNvPr>
          <p:cNvSpPr txBox="1"/>
          <p:nvPr/>
        </p:nvSpPr>
        <p:spPr>
          <a:xfrm>
            <a:off x="586539" y="928966"/>
            <a:ext cx="9113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SVN-Gilroy" panose="00000500000000000000"/>
              </a:rPr>
              <a:t>FPT — Tóm tắt Q2/2026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7904" y="2106646"/>
            <a:ext cx="7966218" cy="10680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300" b="1">
                <a:solidFill>
                  <a:srgbClr val="F38120"/>
                </a:solidFill>
                <a:latin typeface="SVN-Gilroy XBold"/>
              </a:rPr>
              <a:t>Doanh thu 1H26 +12.6%, LNTT +18.1% trên nền tính lại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01437C"/>
                </a:solidFill>
                <a:latin typeface="SVN-Gilroy"/>
              </a:rPr>
              <a:t>Biên LNTT tập đoàn mở rộng lên 21.8% từ 20.7%. Q2/2026 doanh thu 13,789 tỷ đồng và LNTT 2,910 tỷ đồng.</a:t>
            </a:r>
          </a:p>
          <a:p>
            <a:pPr>
              <a:spcAft>
                <a:spcPts val="400"/>
              </a:spcAft>
            </a:pPr>
            <a:r>
              <a:rPr sz="2300" b="1">
                <a:solidFill>
                  <a:srgbClr val="F38120"/>
                </a:solidFill>
                <a:latin typeface="SVN-Gilroy XBold"/>
              </a:rPr>
              <a:t>Doanh thu AI tăng 55%, chiếm 8.0% mảng Công nghệ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01437C"/>
                </a:solidFill>
                <a:latin typeface="SVN-Gilroy"/>
              </a:rPr>
              <a:t>Đạt 1,842 tỷ đồng trong 1H26 so với +15% của cả mảng. Hai cụm AI Factory đạt hiệu suất trên 90% và có lãi từ Q2/2026.</a:t>
            </a:r>
          </a:p>
          <a:p>
            <a:pPr>
              <a:spcAft>
                <a:spcPts val="400"/>
              </a:spcAft>
            </a:pPr>
            <a:r>
              <a:rPr sz="2300" b="1">
                <a:solidFill>
                  <a:srgbClr val="F38120"/>
                </a:solidFill>
                <a:latin typeface="SVN-Gilroy XBold"/>
              </a:rPr>
              <a:t>Doanh thu ký mới +32.3%, tỷ lệ ký mới/doanh thu 1.39 lần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01437C"/>
                </a:solidFill>
                <a:latin typeface="SVN-Gilroy"/>
              </a:rPr>
              <a:t>Đạt 26,338 tỷ đồng cho CNTT nước ngoài, gồm 14 dự án trên 10 triệu USD, so với 1.07-1.22 lần giai đoạn FY21-25.</a:t>
            </a:r>
          </a:p>
          <a:p>
            <a:pPr>
              <a:spcAft>
                <a:spcPts val="400"/>
              </a:spcAft>
            </a:pPr>
            <a:r>
              <a:rPr sz="2300" b="1">
                <a:solidFill>
                  <a:srgbClr val="F38120"/>
                </a:solidFill>
                <a:latin typeface="SVN-Gilroy XBold"/>
              </a:rPr>
              <a:t>CNTT trong nước tăng nhanh nhất, +22.5%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01437C"/>
                </a:solidFill>
                <a:latin typeface="SVN-Gilroy"/>
              </a:rPr>
              <a:t>LNTT mảng tăng gấp đôi lên 308 tỷ đồng nhờ trúng thầu chuyển đổi số quốc gia, tuy biên 7.3% làm loãng biên chung.</a:t>
            </a:r>
          </a:p>
          <a:p>
            <a:pPr>
              <a:spcAft>
                <a:spcPts val="400"/>
              </a:spcAft>
            </a:pPr>
            <a:r>
              <a:rPr sz="2300" b="1">
                <a:solidFill>
                  <a:srgbClr val="F38120"/>
                </a:solidFill>
                <a:latin typeface="SVN-Gilroy XBold"/>
              </a:rPr>
              <a:t>MUA, giá mục tiêu 87,950 đồng</a:t>
            </a:r>
          </a:p>
          <a:p>
            <a:pPr>
              <a:spcAft>
                <a:spcPts val="1800"/>
              </a:spcAft>
            </a:pPr>
            <a:r>
              <a:rPr sz="1900">
                <a:solidFill>
                  <a:srgbClr val="01437C"/>
                </a:solidFill>
                <a:latin typeface="SVN-Gilroy"/>
              </a:rPr>
              <a:t>LNST-CĐTS FY26F 10,944 tỷ đồng (+15.6%). Tại 71,700 đồng, cổ phiếu giao dịch ở 11.2x P/E FY26F so với trung vị 5 năm trên 18x.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Picture 5" descr="A white rectangle with pink border&#10;&#10;Description automatically generated">
            <a:extLst>
              <a:ext uri="{FF2B5EF4-FFF2-40B4-BE49-F238E27FC236}">
                <a16:creationId xmlns:a16="http://schemas.microsoft.com/office/drawing/2014/main" id="{8244F213-782B-4A7A-DD96-5DC2119B06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44C75A5-BAD3-96B7-81B2-3F066029B92A}"/>
              </a:ext>
            </a:extLst>
          </p:cNvPr>
          <p:cNvSpPr/>
          <p:nvPr/>
        </p:nvSpPr>
        <p:spPr>
          <a:xfrm>
            <a:off x="586534" y="668818"/>
            <a:ext cx="9113926" cy="1177680"/>
          </a:xfrm>
          <a:custGeom>
            <a:avLst/>
            <a:gdLst>
              <a:gd name="connsiteX0" fmla="*/ 525894 w 9113926"/>
              <a:gd name="connsiteY0" fmla="*/ 0 h 1177680"/>
              <a:gd name="connsiteX1" fmla="*/ 8588032 w 9113926"/>
              <a:gd name="connsiteY1" fmla="*/ 0 h 1177680"/>
              <a:gd name="connsiteX2" fmla="*/ 9113925 w 9113926"/>
              <a:gd name="connsiteY2" fmla="*/ 525893 h 1177680"/>
              <a:gd name="connsiteX3" fmla="*/ 9113925 w 9113926"/>
              <a:gd name="connsiteY3" fmla="*/ 609084 h 1177680"/>
              <a:gd name="connsiteX4" fmla="*/ 9113926 w 9113926"/>
              <a:gd name="connsiteY4" fmla="*/ 609084 h 1177680"/>
              <a:gd name="connsiteX5" fmla="*/ 9113926 w 9113926"/>
              <a:gd name="connsiteY5" fmla="*/ 1177679 h 1177680"/>
              <a:gd name="connsiteX6" fmla="*/ 8588042 w 9113926"/>
              <a:gd name="connsiteY6" fmla="*/ 1177679 h 1177680"/>
              <a:gd name="connsiteX7" fmla="*/ 8588032 w 9113926"/>
              <a:gd name="connsiteY7" fmla="*/ 1177680 h 1177680"/>
              <a:gd name="connsiteX8" fmla="*/ 525894 w 9113926"/>
              <a:gd name="connsiteY8" fmla="*/ 1177680 h 1177680"/>
              <a:gd name="connsiteX9" fmla="*/ 525884 w 9113926"/>
              <a:gd name="connsiteY9" fmla="*/ 1177679 h 1177680"/>
              <a:gd name="connsiteX10" fmla="*/ 0 w 9113926"/>
              <a:gd name="connsiteY10" fmla="*/ 1177679 h 1177680"/>
              <a:gd name="connsiteX11" fmla="*/ 0 w 9113926"/>
              <a:gd name="connsiteY11" fmla="*/ 609084 h 1177680"/>
              <a:gd name="connsiteX12" fmla="*/ 1 w 9113926"/>
              <a:gd name="connsiteY12" fmla="*/ 609084 h 1177680"/>
              <a:gd name="connsiteX13" fmla="*/ 1 w 9113926"/>
              <a:gd name="connsiteY13" fmla="*/ 525893 h 1177680"/>
              <a:gd name="connsiteX14" fmla="*/ 525894 w 9113926"/>
              <a:gd name="connsiteY14" fmla="*/ 0 h 117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113926" h="1177680">
                <a:moveTo>
                  <a:pt x="525894" y="0"/>
                </a:moveTo>
                <a:lnTo>
                  <a:pt x="8588032" y="0"/>
                </a:lnTo>
                <a:cubicBezTo>
                  <a:pt x="8878475" y="0"/>
                  <a:pt x="9113925" y="235450"/>
                  <a:pt x="9113925" y="525893"/>
                </a:cubicBezTo>
                <a:lnTo>
                  <a:pt x="9113925" y="609084"/>
                </a:lnTo>
                <a:lnTo>
                  <a:pt x="9113926" y="609084"/>
                </a:lnTo>
                <a:lnTo>
                  <a:pt x="9113926" y="1177679"/>
                </a:lnTo>
                <a:lnTo>
                  <a:pt x="8588042" y="1177679"/>
                </a:lnTo>
                <a:lnTo>
                  <a:pt x="8588032" y="1177680"/>
                </a:lnTo>
                <a:lnTo>
                  <a:pt x="525894" y="1177680"/>
                </a:lnTo>
                <a:lnTo>
                  <a:pt x="525884" y="1177679"/>
                </a:lnTo>
                <a:lnTo>
                  <a:pt x="0" y="1177679"/>
                </a:lnTo>
                <a:lnTo>
                  <a:pt x="0" y="609084"/>
                </a:lnTo>
                <a:lnTo>
                  <a:pt x="1" y="609084"/>
                </a:lnTo>
                <a:lnTo>
                  <a:pt x="1" y="525893"/>
                </a:lnTo>
                <a:cubicBezTo>
                  <a:pt x="1" y="235450"/>
                  <a:pt x="235451" y="0"/>
                  <a:pt x="525894" y="0"/>
                </a:cubicBezTo>
                <a:close/>
              </a:path>
            </a:pathLst>
          </a:custGeom>
          <a:gradFill>
            <a:gsLst>
              <a:gs pos="0">
                <a:srgbClr val="F48120"/>
              </a:gs>
              <a:gs pos="100000">
                <a:srgbClr val="FE6700"/>
              </a:gs>
            </a:gsLst>
            <a:lin ang="5400000" scaled="1"/>
          </a:gradFill>
          <a:ln>
            <a:solidFill>
              <a:srgbClr val="FFE6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EC2A0D-D66C-362E-E1D6-2174CB186B58}"/>
              </a:ext>
            </a:extLst>
          </p:cNvPr>
          <p:cNvSpPr txBox="1"/>
          <p:nvPr/>
        </p:nvSpPr>
        <p:spPr>
          <a:xfrm>
            <a:off x="1156713" y="2331311"/>
            <a:ext cx="79735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1437C"/>
                </a:solidFill>
                <a:latin typeface="SVN-Gilroy" panose="00000500000000000000" pitchFamily="50" charset="0"/>
                <a:ea typeface="Karla" pitchFamily="2" charset="0"/>
                <a:cs typeface="Poppins" panose="00000500000000000000" pitchFamily="2" charset="0"/>
              </a:rPr>
              <a:t>FY26F: LNST-CĐTS +15.6%, biên LNTT 22.8%</a:t>
            </a:r>
          </a:p>
          <a:p>
            <a:pPr algn="ctr"/>
            <a:r>
              <a:rPr lang="en-US" sz="2800" b="1" dirty="0">
                <a:solidFill>
                  <a:srgbClr val="01437C"/>
                </a:solidFill>
                <a:latin typeface="SVN-Gilroy" panose="00000500000000000000" pitchFamily="50" charset="0"/>
                <a:ea typeface="Karla" pitchFamily="2" charset="0"/>
                <a:cs typeface="Poppins" panose="00000500000000000000" pitchFamily="2" charset="0"/>
              </a:rPr>
              <a:t/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19A336-C108-3A25-674C-E7236205DDC1}"/>
              </a:ext>
            </a:extLst>
          </p:cNvPr>
          <p:cNvSpPr txBox="1"/>
          <p:nvPr/>
        </p:nvSpPr>
        <p:spPr>
          <a:xfrm>
            <a:off x="586539" y="928966"/>
            <a:ext cx="9113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SVN-Gilroy XBold" panose="00000900000000000000" pitchFamily="50" charset="0"/>
              </a:rPr>
              <a:t>FPT — Kết quả kinh doanh</a:t>
            </a:r>
            <a:endParaRPr lang="vi-VN" sz="4000" dirty="0">
              <a:solidFill>
                <a:schemeClr val="bg1"/>
              </a:solidFill>
              <a:latin typeface="SVN-Gilroy XBold" panose="00000900000000000000" pitchFamily="50" charset="0"/>
            </a:endParaRP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1362635" y="3621741"/>
          <a:ext cx="7494493" cy="415616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1362635" y="8017906"/>
          <a:ext cx="7494493" cy="4156165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Picture 5" descr="A white rectangle with pink border&#10;&#10;Description automatically generated">
            <a:extLst>
              <a:ext uri="{FF2B5EF4-FFF2-40B4-BE49-F238E27FC236}">
                <a16:creationId xmlns:a16="http://schemas.microsoft.com/office/drawing/2014/main" id="{C209E38E-A3D8-3D4F-F8EC-1BC0761F43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120AD5A-1231-CC81-6F37-A90B856EACFB}"/>
              </a:ext>
            </a:extLst>
          </p:cNvPr>
          <p:cNvSpPr/>
          <p:nvPr/>
        </p:nvSpPr>
        <p:spPr>
          <a:xfrm>
            <a:off x="586534" y="668818"/>
            <a:ext cx="9113926" cy="1177680"/>
          </a:xfrm>
          <a:custGeom>
            <a:avLst/>
            <a:gdLst>
              <a:gd name="connsiteX0" fmla="*/ 525894 w 9113926"/>
              <a:gd name="connsiteY0" fmla="*/ 0 h 1177680"/>
              <a:gd name="connsiteX1" fmla="*/ 8588032 w 9113926"/>
              <a:gd name="connsiteY1" fmla="*/ 0 h 1177680"/>
              <a:gd name="connsiteX2" fmla="*/ 9113925 w 9113926"/>
              <a:gd name="connsiteY2" fmla="*/ 525893 h 1177680"/>
              <a:gd name="connsiteX3" fmla="*/ 9113925 w 9113926"/>
              <a:gd name="connsiteY3" fmla="*/ 609084 h 1177680"/>
              <a:gd name="connsiteX4" fmla="*/ 9113926 w 9113926"/>
              <a:gd name="connsiteY4" fmla="*/ 609084 h 1177680"/>
              <a:gd name="connsiteX5" fmla="*/ 9113926 w 9113926"/>
              <a:gd name="connsiteY5" fmla="*/ 1177679 h 1177680"/>
              <a:gd name="connsiteX6" fmla="*/ 8588042 w 9113926"/>
              <a:gd name="connsiteY6" fmla="*/ 1177679 h 1177680"/>
              <a:gd name="connsiteX7" fmla="*/ 8588032 w 9113926"/>
              <a:gd name="connsiteY7" fmla="*/ 1177680 h 1177680"/>
              <a:gd name="connsiteX8" fmla="*/ 525894 w 9113926"/>
              <a:gd name="connsiteY8" fmla="*/ 1177680 h 1177680"/>
              <a:gd name="connsiteX9" fmla="*/ 525884 w 9113926"/>
              <a:gd name="connsiteY9" fmla="*/ 1177679 h 1177680"/>
              <a:gd name="connsiteX10" fmla="*/ 0 w 9113926"/>
              <a:gd name="connsiteY10" fmla="*/ 1177679 h 1177680"/>
              <a:gd name="connsiteX11" fmla="*/ 0 w 9113926"/>
              <a:gd name="connsiteY11" fmla="*/ 609084 h 1177680"/>
              <a:gd name="connsiteX12" fmla="*/ 1 w 9113926"/>
              <a:gd name="connsiteY12" fmla="*/ 609084 h 1177680"/>
              <a:gd name="connsiteX13" fmla="*/ 1 w 9113926"/>
              <a:gd name="connsiteY13" fmla="*/ 525893 h 1177680"/>
              <a:gd name="connsiteX14" fmla="*/ 525894 w 9113926"/>
              <a:gd name="connsiteY14" fmla="*/ 0 h 117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113926" h="1177680">
                <a:moveTo>
                  <a:pt x="525894" y="0"/>
                </a:moveTo>
                <a:lnTo>
                  <a:pt x="8588032" y="0"/>
                </a:lnTo>
                <a:cubicBezTo>
                  <a:pt x="8878475" y="0"/>
                  <a:pt x="9113925" y="235450"/>
                  <a:pt x="9113925" y="525893"/>
                </a:cubicBezTo>
                <a:lnTo>
                  <a:pt x="9113925" y="609084"/>
                </a:lnTo>
                <a:lnTo>
                  <a:pt x="9113926" y="609084"/>
                </a:lnTo>
                <a:lnTo>
                  <a:pt x="9113926" y="1177679"/>
                </a:lnTo>
                <a:lnTo>
                  <a:pt x="8588042" y="1177679"/>
                </a:lnTo>
                <a:lnTo>
                  <a:pt x="8588032" y="1177680"/>
                </a:lnTo>
                <a:lnTo>
                  <a:pt x="525894" y="1177680"/>
                </a:lnTo>
                <a:lnTo>
                  <a:pt x="525884" y="1177679"/>
                </a:lnTo>
                <a:lnTo>
                  <a:pt x="0" y="1177679"/>
                </a:lnTo>
                <a:lnTo>
                  <a:pt x="0" y="609084"/>
                </a:lnTo>
                <a:lnTo>
                  <a:pt x="1" y="609084"/>
                </a:lnTo>
                <a:lnTo>
                  <a:pt x="1" y="525893"/>
                </a:lnTo>
                <a:cubicBezTo>
                  <a:pt x="1" y="235450"/>
                  <a:pt x="235451" y="0"/>
                  <a:pt x="525894" y="0"/>
                </a:cubicBezTo>
                <a:close/>
              </a:path>
            </a:pathLst>
          </a:custGeom>
          <a:gradFill>
            <a:gsLst>
              <a:gs pos="0">
                <a:srgbClr val="F48120"/>
              </a:gs>
              <a:gs pos="100000">
                <a:srgbClr val="FE6700"/>
              </a:gs>
            </a:gsLst>
            <a:lin ang="5400000" scaled="1"/>
          </a:gradFill>
          <a:ln>
            <a:solidFill>
              <a:srgbClr val="FFE6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00E7BE-3B51-DC6D-9CCC-8F4FDC986DC0}"/>
              </a:ext>
            </a:extLst>
          </p:cNvPr>
          <p:cNvSpPr txBox="1"/>
          <p:nvPr/>
        </p:nvSpPr>
        <p:spPr>
          <a:xfrm>
            <a:off x="1156713" y="2331311"/>
            <a:ext cx="7973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1437C"/>
                </a:solidFill>
                <a:latin typeface="SVN-Gilroy" panose="00000500000000000000" pitchFamily="50" charset="0"/>
                <a:ea typeface="Karla" pitchFamily="2" charset="0"/>
                <a:cs typeface="Poppins" panose="00000500000000000000" pitchFamily="2" charset="0"/>
              </a:rPr>
              <a:t>P/E và P/B tính theo giá mục tiêu 87,950 đồng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419C03-2FDC-0EBD-67F3-817119CC3CE0}"/>
              </a:ext>
            </a:extLst>
          </p:cNvPr>
          <p:cNvSpPr txBox="1"/>
          <p:nvPr/>
        </p:nvSpPr>
        <p:spPr>
          <a:xfrm>
            <a:off x="586539" y="928966"/>
            <a:ext cx="9113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SVN-Gilroy XBold" panose="00000900000000000000" pitchFamily="50" charset="0"/>
              </a:rPr>
              <a:t>FPT — Định giá</a:t>
            </a:r>
            <a:endParaRPr lang="vi-VN" sz="4000" dirty="0">
              <a:solidFill>
                <a:schemeClr val="bg1"/>
              </a:solidFill>
              <a:latin typeface="SVN-Gilroy XBold" panose="00000900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4F96A0-82D4-EFB8-799A-AF0F78ED16EE}"/>
              </a:ext>
            </a:extLst>
          </p:cNvPr>
          <p:cNvSpPr txBox="1"/>
          <p:nvPr/>
        </p:nvSpPr>
        <p:spPr>
          <a:xfrm>
            <a:off x="1175001" y="12048323"/>
            <a:ext cx="47399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SVN-Gilroy" panose="00000500000000000000"/>
              </a:rPr>
              <a:t>Source: Company data, Mirae Asset Vietnam Research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1344705" y="3339343"/>
          <a:ext cx="7785575" cy="4144963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1344705" y="7724306"/>
          <a:ext cx="7785575" cy="4144963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Picture 5" descr="A white rectangle with pink border&#10;&#10;Description automatically generated">
            <a:extLst>
              <a:ext uri="{FF2B5EF4-FFF2-40B4-BE49-F238E27FC236}">
                <a16:creationId xmlns:a16="http://schemas.microsoft.com/office/drawing/2014/main" id="{99A5E3AE-A009-A8E7-962F-EA45E1A61DD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7000" cy="13716000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6941308-AB60-A39B-071E-73E41CEB7201}"/>
              </a:ext>
            </a:extLst>
          </p:cNvPr>
          <p:cNvSpPr/>
          <p:nvPr/>
        </p:nvSpPr>
        <p:spPr>
          <a:xfrm>
            <a:off x="586534" y="668818"/>
            <a:ext cx="9113926" cy="1177680"/>
          </a:xfrm>
          <a:custGeom>
            <a:avLst/>
            <a:gdLst>
              <a:gd name="connsiteX0" fmla="*/ 525894 w 9113926"/>
              <a:gd name="connsiteY0" fmla="*/ 0 h 1177680"/>
              <a:gd name="connsiteX1" fmla="*/ 8588032 w 9113926"/>
              <a:gd name="connsiteY1" fmla="*/ 0 h 1177680"/>
              <a:gd name="connsiteX2" fmla="*/ 9113925 w 9113926"/>
              <a:gd name="connsiteY2" fmla="*/ 525893 h 1177680"/>
              <a:gd name="connsiteX3" fmla="*/ 9113925 w 9113926"/>
              <a:gd name="connsiteY3" fmla="*/ 609084 h 1177680"/>
              <a:gd name="connsiteX4" fmla="*/ 9113926 w 9113926"/>
              <a:gd name="connsiteY4" fmla="*/ 609084 h 1177680"/>
              <a:gd name="connsiteX5" fmla="*/ 9113926 w 9113926"/>
              <a:gd name="connsiteY5" fmla="*/ 1177679 h 1177680"/>
              <a:gd name="connsiteX6" fmla="*/ 8588042 w 9113926"/>
              <a:gd name="connsiteY6" fmla="*/ 1177679 h 1177680"/>
              <a:gd name="connsiteX7" fmla="*/ 8588032 w 9113926"/>
              <a:gd name="connsiteY7" fmla="*/ 1177680 h 1177680"/>
              <a:gd name="connsiteX8" fmla="*/ 525894 w 9113926"/>
              <a:gd name="connsiteY8" fmla="*/ 1177680 h 1177680"/>
              <a:gd name="connsiteX9" fmla="*/ 525884 w 9113926"/>
              <a:gd name="connsiteY9" fmla="*/ 1177679 h 1177680"/>
              <a:gd name="connsiteX10" fmla="*/ 0 w 9113926"/>
              <a:gd name="connsiteY10" fmla="*/ 1177679 h 1177680"/>
              <a:gd name="connsiteX11" fmla="*/ 0 w 9113926"/>
              <a:gd name="connsiteY11" fmla="*/ 609084 h 1177680"/>
              <a:gd name="connsiteX12" fmla="*/ 1 w 9113926"/>
              <a:gd name="connsiteY12" fmla="*/ 609084 h 1177680"/>
              <a:gd name="connsiteX13" fmla="*/ 1 w 9113926"/>
              <a:gd name="connsiteY13" fmla="*/ 525893 h 1177680"/>
              <a:gd name="connsiteX14" fmla="*/ 525894 w 9113926"/>
              <a:gd name="connsiteY14" fmla="*/ 0 h 117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113926" h="1177680">
                <a:moveTo>
                  <a:pt x="525894" y="0"/>
                </a:moveTo>
                <a:lnTo>
                  <a:pt x="8588032" y="0"/>
                </a:lnTo>
                <a:cubicBezTo>
                  <a:pt x="8878475" y="0"/>
                  <a:pt x="9113925" y="235450"/>
                  <a:pt x="9113925" y="525893"/>
                </a:cubicBezTo>
                <a:lnTo>
                  <a:pt x="9113925" y="609084"/>
                </a:lnTo>
                <a:lnTo>
                  <a:pt x="9113926" y="609084"/>
                </a:lnTo>
                <a:lnTo>
                  <a:pt x="9113926" y="1177679"/>
                </a:lnTo>
                <a:lnTo>
                  <a:pt x="8588042" y="1177679"/>
                </a:lnTo>
                <a:lnTo>
                  <a:pt x="8588032" y="1177680"/>
                </a:lnTo>
                <a:lnTo>
                  <a:pt x="525894" y="1177680"/>
                </a:lnTo>
                <a:lnTo>
                  <a:pt x="525884" y="1177679"/>
                </a:lnTo>
                <a:lnTo>
                  <a:pt x="0" y="1177679"/>
                </a:lnTo>
                <a:lnTo>
                  <a:pt x="0" y="609084"/>
                </a:lnTo>
                <a:lnTo>
                  <a:pt x="1" y="609084"/>
                </a:lnTo>
                <a:lnTo>
                  <a:pt x="1" y="525893"/>
                </a:lnTo>
                <a:cubicBezTo>
                  <a:pt x="1" y="235450"/>
                  <a:pt x="235451" y="0"/>
                  <a:pt x="525894" y="0"/>
                </a:cubicBezTo>
                <a:close/>
              </a:path>
            </a:pathLst>
          </a:custGeom>
          <a:gradFill>
            <a:gsLst>
              <a:gs pos="0">
                <a:srgbClr val="F48120"/>
              </a:gs>
              <a:gs pos="100000">
                <a:srgbClr val="FE6700"/>
              </a:gs>
            </a:gsLst>
            <a:lin ang="5400000" scaled="1"/>
          </a:gradFill>
          <a:ln>
            <a:solidFill>
              <a:srgbClr val="FFE6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83FF53-4C6F-B5AF-CE2B-073989E45009}"/>
              </a:ext>
            </a:extLst>
          </p:cNvPr>
          <p:cNvSpPr txBox="1"/>
          <p:nvPr/>
        </p:nvSpPr>
        <p:spPr>
          <a:xfrm>
            <a:off x="586539" y="928966"/>
            <a:ext cx="9113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SVN-Gilroy XBold" panose="00000900000000000000" pitchFamily="50" charset="0"/>
              </a:rPr>
              <a:t>Dự phóng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51548AF-A63A-DB72-35D6-3F32D1F66D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400069"/>
              </p:ext>
            </p:extLst>
          </p:nvPr>
        </p:nvGraphicFramePr>
        <p:xfrm>
          <a:off x="1225454" y="2565817"/>
          <a:ext cx="8242618" cy="9147213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3365818">
                  <a:extLst>
                    <a:ext uri="{9D8B030D-6E8A-4147-A177-3AD203B41FA5}">
                      <a16:colId xmlns:a16="http://schemas.microsoft.com/office/drawing/2014/main" val="4290180457"/>
                    </a:ext>
                  </a:extLst>
                </a:gridCol>
                <a:gridCol w="1303502">
                  <a:extLst>
                    <a:ext uri="{9D8B030D-6E8A-4147-A177-3AD203B41FA5}">
                      <a16:colId xmlns:a16="http://schemas.microsoft.com/office/drawing/2014/main" val="275034808"/>
                    </a:ext>
                  </a:extLst>
                </a:gridCol>
                <a:gridCol w="1197897">
                  <a:extLst>
                    <a:ext uri="{9D8B030D-6E8A-4147-A177-3AD203B41FA5}">
                      <a16:colId xmlns:a16="http://schemas.microsoft.com/office/drawing/2014/main" val="3165221040"/>
                    </a:ext>
                  </a:extLst>
                </a:gridCol>
                <a:gridCol w="1186773">
                  <a:extLst>
                    <a:ext uri="{9D8B030D-6E8A-4147-A177-3AD203B41FA5}">
                      <a16:colId xmlns:a16="http://schemas.microsoft.com/office/drawing/2014/main" val="2888639614"/>
                    </a:ext>
                  </a:extLst>
                </a:gridCol>
                <a:gridCol w="1188628">
                  <a:extLst>
                    <a:ext uri="{9D8B030D-6E8A-4147-A177-3AD203B41FA5}">
                      <a16:colId xmlns:a16="http://schemas.microsoft.com/office/drawing/2014/main" val="1107751694"/>
                    </a:ext>
                  </a:extLst>
                </a:gridCol>
              </a:tblGrid>
              <a:tr h="1016101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</a:pPr>
                      <a:endParaRPr lang="en-US" sz="2400" b="1" kern="100" dirty="0">
                        <a:solidFill>
                          <a:srgbClr val="000000"/>
                        </a:solidFill>
                        <a:effectLst/>
                        <a:latin typeface="SVN-Gilroy" panose="00000500000000000000" pitchFamily="50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34290" algn="r" hangingPunct="0">
                        <a:lnSpc>
                          <a:spcPct val="110000"/>
                        </a:lnSpc>
                        <a:buNone/>
                      </a:pPr>
                      <a:r>
                        <a:rPr lang="vi-VN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>FY25</a:t>
                      </a:r>
                      <a:r>
                        <a:rPr lang="en-US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/>
                      </a:r>
                      <a:endParaRPr lang="en-US" sz="2400" kern="100" spc="-40" dirty="0">
                        <a:effectLst/>
                        <a:latin typeface="SVN-Gilroy" panose="00000500000000000000" pitchFamily="50" charset="0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34290" algn="r" hangingPunct="0">
                        <a:lnSpc>
                          <a:spcPct val="110000"/>
                        </a:lnSpc>
                        <a:buNone/>
                      </a:pPr>
                      <a:r>
                        <a:rPr lang="vi-VN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>FY26F</a:t>
                      </a:r>
                      <a:r>
                        <a:rPr lang="en-US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/>
                      </a:r>
                      <a:endParaRPr lang="en-US" sz="2400" kern="100" spc="-40" dirty="0">
                        <a:effectLst/>
                        <a:latin typeface="SVN-Gilroy" panose="00000500000000000000" pitchFamily="50" charset="0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34290" algn="r" hangingPunct="0">
                        <a:lnSpc>
                          <a:spcPct val="110000"/>
                        </a:lnSpc>
                        <a:buNone/>
                      </a:pPr>
                      <a:r>
                        <a:rPr lang="vi-VN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>FY27F</a:t>
                      </a:r>
                      <a:r>
                        <a:rPr lang="en-US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/>
                      </a:r>
                      <a:r>
                        <a:rPr lang="vi-VN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/>
                      </a:r>
                      <a:endParaRPr lang="en-US" sz="2400" kern="100" spc="-40" dirty="0">
                        <a:effectLst/>
                        <a:latin typeface="SVN-Gilroy" panose="00000500000000000000" pitchFamily="50" charset="0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34290" algn="r" hangingPunct="0">
                        <a:lnSpc>
                          <a:spcPct val="110000"/>
                        </a:lnSpc>
                        <a:buNone/>
                      </a:pPr>
                      <a:r>
                        <a:rPr lang="vi-VN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>FY28F</a:t>
                      </a:r>
                      <a:r>
                        <a:rPr lang="en-US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/>
                      </a:r>
                      <a:r>
                        <a:rPr lang="vi-VN" sz="2400" b="1" kern="100" spc="-40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  <a:ea typeface="Malgun Gothic" panose="020B0503020000020004" pitchFamily="34" charset="-127"/>
                        </a:rPr>
                        <a:t/>
                      </a:r>
                      <a:endParaRPr lang="en-US" sz="2400" kern="100" spc="-40" dirty="0">
                        <a:effectLst/>
                        <a:latin typeface="SVN-Gilroy" panose="00000500000000000000" pitchFamily="50" charset="0"/>
                        <a:ea typeface="Malgun Gothic" panose="020B0503020000020004" pitchFamily="34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57498357"/>
                  </a:ext>
                </a:extLst>
              </a:tr>
              <a:tr h="1016389">
                <a:tc>
                  <a:txBody>
                    <a:bodyPr/>
                    <a:lstStyle/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>Doanh thu (tỷ đồng)</a:t>
                      </a:r>
                    </a:p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/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 dirty="0">
                          <a:effectLst/>
                          <a:latin typeface="SVN-Gilroy" panose="00000500000000000000" pitchFamily="50" charset="0"/>
                        </a:rPr>
                        <a:t>70,208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57,284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66,048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76,654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31024341"/>
                  </a:ext>
                </a:extLst>
              </a:tr>
              <a:tr h="1016389">
                <a:tc>
                  <a:txBody>
                    <a:bodyPr/>
                    <a:lstStyle/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>LNHĐ (tỷ đồng)</a:t>
                      </a:r>
                    </a:p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/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11,079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 dirty="0">
                          <a:effectLst/>
                          <a:latin typeface="SVN-Gilroy" panose="00000500000000000000" pitchFamily="50" charset="0"/>
                        </a:rPr>
                        <a:t>9,807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11,044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13,053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54749992"/>
                  </a:ext>
                </a:extLst>
              </a:tr>
              <a:tr h="1016389">
                <a:tc>
                  <a:txBody>
                    <a:bodyPr/>
                    <a:lstStyle/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>LNTT (tỷ đồng)</a:t>
                      </a:r>
                    </a:p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/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13,134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13,070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15,159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17,671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98211021"/>
                  </a:ext>
                </a:extLst>
              </a:tr>
              <a:tr h="1016389">
                <a:tc>
                  <a:txBody>
                    <a:bodyPr/>
                    <a:lstStyle/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>LNST-CĐTS (tỷ đồng)</a:t>
                      </a:r>
                    </a:p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/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9,464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10,944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 dirty="0">
                          <a:effectLst/>
                          <a:latin typeface="SVN-Gilroy" panose="00000500000000000000" pitchFamily="50" charset="0"/>
                        </a:rPr>
                        <a:t>12,674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14,774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5006371"/>
                  </a:ext>
                </a:extLst>
              </a:tr>
              <a:tr h="1016389">
                <a:tc>
                  <a:txBody>
                    <a:bodyPr/>
                    <a:lstStyle/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>EPS (đồng)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5,073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6,424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7,440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8,673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63125814"/>
                  </a:ext>
                </a:extLst>
              </a:tr>
              <a:tr h="1016389">
                <a:tc>
                  <a:txBody>
                    <a:bodyPr/>
                    <a:lstStyle/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>ROE (%)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28.6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27.6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27.1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26.5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81843712"/>
                  </a:ext>
                </a:extLst>
              </a:tr>
              <a:tr h="1016389">
                <a:tc>
                  <a:txBody>
                    <a:bodyPr/>
                    <a:lstStyle/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>P/E (lần)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17.3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13.7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11.8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 dirty="0">
                          <a:effectLst/>
                          <a:latin typeface="SVN-Gilroy" panose="00000500000000000000" pitchFamily="50" charset="0"/>
                        </a:rPr>
                        <a:t>10.1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80255368"/>
                  </a:ext>
                </a:extLst>
              </a:tr>
              <a:tr h="1016389">
                <a:tc>
                  <a:txBody>
                    <a:bodyPr/>
                    <a:lstStyle/>
                    <a:p>
                      <a:pPr marL="0" marR="0" algn="l" latinLnBrk="1">
                        <a:lnSpc>
                          <a:spcPct val="110000"/>
                        </a:lnSpc>
                        <a:buNone/>
                      </a:pPr>
                      <a:r>
                        <a:rPr lang="en-US" sz="2400" kern="100" spc="-40" dirty="0">
                          <a:effectLst/>
                          <a:latin typeface="SVN-Gilroy" panose="00000500000000000000" pitchFamily="50" charset="0"/>
                          <a:ea typeface="Malgun Gothic" panose="020B0503020000020004" pitchFamily="34" charset="-127"/>
                        </a:rPr>
                        <a:t>P/B (lần)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4.3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3.5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SVN-Gilroy" panose="00000500000000000000" pitchFamily="50" charset="0"/>
                        </a:rPr>
                        <a:t>3.0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400" b="0" i="0" u="none" strike="noStrike" dirty="0">
                          <a:effectLst/>
                          <a:latin typeface="SVN-Gilroy" panose="00000500000000000000" pitchFamily="50" charset="0"/>
                        </a:rPr>
                        <a:t>2.5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743099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H_FLYSHEET_STYL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7913</TotalTime>
  <Words>287</Words>
  <Application>Microsoft Office PowerPoint</Application>
  <PresentationFormat>Custom</PresentationFormat>
  <Paragraphs>81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Aptos</vt:lpstr>
      <vt:lpstr>Aptos Display</vt:lpstr>
      <vt:lpstr>Arial</vt:lpstr>
      <vt:lpstr>Noto Sans</vt:lpstr>
      <vt:lpstr>SVN-Gilroy</vt:lpstr>
      <vt:lpstr>SVN-Gilroy SemiBold</vt:lpstr>
      <vt:lpstr>SVN-Gilroy XBold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HQ 37</dc:creator>
  <cp:lastModifiedBy>Quan, Ton Dat</cp:lastModifiedBy>
  <cp:revision>419</cp:revision>
  <dcterms:created xsi:type="dcterms:W3CDTF">2024-07-22T08:52:42Z</dcterms:created>
  <dcterms:modified xsi:type="dcterms:W3CDTF">2026-06-04T10:39:37Z</dcterms:modified>
</cp:coreProperties>
</file>