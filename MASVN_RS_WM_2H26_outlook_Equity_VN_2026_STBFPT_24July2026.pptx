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(cumulative): revenue VND 26,269bn (+12.6% YoY) and PBT VND 5,714bn (+18.1% YoY), completing 45%/49% of the FY26 revenue/PBT plan. 2Q26 alone: revenue VND 13,789bn, PBT VND 2,910bn (vs VND 12,480bn / VND 2,804bn in 1Q26) and NPATMI VND 2,568bn (+14% YoY). By segment (1H26): Technology revenue VND 23,138bn (+15% YoY; 88% of group revenue) and PBT VND 3,314bn (+16.9% YoY), with Global IT +13.4% and Domestic IT +22.5%; Education, investment &amp; others VND 3,131bn (-2.1% YoY).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Government digitalization anchors the domestic pipeline: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was the fastest-growing segment in 6M26 at VND 4,236bn (+22.5% YoY), with segment PBT doubling YoY to VND 308bn, on public-sector project wins under the national digital-transformation programme — a multi-year pipeline far less exposed to the global IT-spending cycle. Global IT (VND 18,902bn, +13.4% YoY) is expected to reaccelerate to +16.7% in FY27F, led by Japan (+22%) and the EU (+18%), as AI and digital-transformation mandates convert into bookings. Education capacity (the Hue complex) and data-center expansion provide medium-term optionality.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10,943bn (+15.6% YoY), FY27F VND 12,518bn (+14.4% YoY) and FY28F VND 14,156bn (+13.1% YoY), with associate income from FPT Telecom assumed to grow ~15% p.a. Our DCF (FCFF)-based target price is VND 78,750; at the current price of VND 62,900 (24/07/26) FPT trades at 10.4x 2026F P/E versus a 5-year median above 18x, implying a 25% expected return (BUY). Risks: soft US/global IT spending, tariff-related deal delays, and JPY/USD FX swings.</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19.2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13.0</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78,750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25%</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Lũy kế 1H26: doanh thu 26,269 tỷ đồng (+12.6% CK), LNTT 5,714 tỷ đồng (+18.1% CK), hoàn thành 45%/49% kế hoạch doanh thu/LNTT năm 2026. Riêng Q2/2026: doanh thu 13,789 tỷ đồng, LNTT 2,910 tỷ đồng (so với 12,480 tỷ / 2,804 tỷ trong Q1/2026), LNST-CĐTS 2,568 tỷ đồng (+14% CK). Theo mảng (1H26): khối Công nghệ đạt doanh thu 23,138 tỷ đồng (+15% CK; 88% doanh thu tập đoàn), LNTT 3,314 tỷ đồng (+16.9% CK); CNTT nước ngoài +13.4%, CNTT trong nước +22.5%; mảng Giáo dục, đầu tư &amp; khác đạt 3,131 tỷ đồng (-2.1% CK).</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dẫn dắt danh mục dự án trong nước: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là mảng tăng trưởng nhanh nhất trong 6T26, đạt 4,236 tỷ đồng (+22.5% CK) với LNTT mảng tăng gấp đôi lên 308 tỷ đồng, nhờ trúng thầu các dự án khu vực công thuộc chương trình chuyển đổi số quốc gia — nguồn việc nhiều năm và ít chịu ảnh hưởng từ chu kỳ chi tiêu CNTT toàn cầu. CNTT nước ngoài (18,902 tỷ đồng, +13.4% CK) dự kiến tăng tốc trở lại lên +16.7% trong FY27F, dẫn dắt bởi Nhật Bản (+22%) và châu Âu (+18%) khi nhu cầu AI và chuyển đổi số chuyển hóa thành hợp đồng. Năng lực giáo dục (tổ hợp Huế) và mở rộng trung tâm dữ liệu tạo dư địa trung hạn.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10,943 tỷ đồng (+15.6% CK), FY27F đạt 12,518 tỷ đồng (+14.4% CK) và FY28F đạt 14,156 tỷ đồng (+13.1% CK), với giả định lợi nhuận từ FPT Telecom tăng ~15%/năm. Giá mục tiêu theo DCF (FCFF) là 78,750 đồng/cp; tại thị giá 62,900 đồng (24/07/26), FPT giao dịch ở mức 10.4x P/E 2026F so với trung vị 5 năm trên 18x, tương ứng lợi nhuận kỳ vọng 25% (MUA). Rủi ro: chi tiêu CNTT tại Mỹ/toàn cầu suy yếu, trì hoãn hợp đồng do thuế quan, biến động tỷ giá JPY/USD.</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10,859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12,325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12,518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6,916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91,940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102,790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115,120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58,145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67,699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29,681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35,157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