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6" d="100"/>
          <a:sy n="106" d="100"/>
        </p:scale>
        <p:origin x="792"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21-Tr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Frontpage!$Q$3</c:f>
              <c:strCache>
                <c:ptCount val="1"/>
                <c:pt idx="0">
                  <c:v>VN-Index</c:v>
                </c:pt>
              </c:strCache>
            </c:strRef>
          </c:tx>
          <c:spPr>
            <a:ln w="12700" cap="rnd">
              <a:solidFill>
                <a:srgbClr val="002060"/>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Frontpage!$Q$4:$Q$370</c:f>
              <c:numCache>
                <c:formatCode>_(* #,##0_);_(* \(#,##0\);_(* "-"??_);_(@_)</c:formatCode>
                <c:ptCount val="367"/>
                <c:pt idx="0">
                  <c:v>100</c:v>
                </c:pt>
                <c:pt idx="1">
                  <c:v>101.12125907200522</c:v>
                </c:pt>
                <c:pt idx="2">
                  <c:v>101.27619668922776</c:v>
                </c:pt>
                <c:pt idx="3">
                  <c:v>101.96281497186659</c:v>
                </c:pt>
                <c:pt idx="4">
                  <c:v>103.54725597325287</c:v>
                </c:pt>
                <c:pt idx="5">
                  <c:v>103.34339068743374</c:v>
                </c:pt>
                <c:pt idx="6">
                  <c:v>103.34339068743374</c:v>
                </c:pt>
                <c:pt idx="7">
                  <c:v>103.34339068743374</c:v>
                </c:pt>
                <c:pt idx="8">
                  <c:v>104.64486667210309</c:v>
                </c:pt>
                <c:pt idx="9">
                  <c:v>105.47419065481532</c:v>
                </c:pt>
                <c:pt idx="10">
                  <c:v>106.80339231835603</c:v>
                </c:pt>
                <c:pt idx="11">
                  <c:v>107.08635733507299</c:v>
                </c:pt>
                <c:pt idx="12">
                  <c:v>106.12329772486342</c:v>
                </c:pt>
                <c:pt idx="13">
                  <c:v>106.12329772486342</c:v>
                </c:pt>
                <c:pt idx="14">
                  <c:v>106.12329772486342</c:v>
                </c:pt>
                <c:pt idx="15">
                  <c:v>105.70741254179239</c:v>
                </c:pt>
                <c:pt idx="16">
                  <c:v>107.24537225801191</c:v>
                </c:pt>
                <c:pt idx="17">
                  <c:v>107.88958656120036</c:v>
                </c:pt>
                <c:pt idx="18">
                  <c:v>107.13854684824268</c:v>
                </c:pt>
                <c:pt idx="19">
                  <c:v>107.18910543912583</c:v>
                </c:pt>
                <c:pt idx="20">
                  <c:v>107.18910543912583</c:v>
                </c:pt>
                <c:pt idx="21">
                  <c:v>107.18910543912583</c:v>
                </c:pt>
                <c:pt idx="22">
                  <c:v>108.66101280273995</c:v>
                </c:pt>
                <c:pt idx="23">
                  <c:v>109.25629943733182</c:v>
                </c:pt>
                <c:pt idx="24">
                  <c:v>109.42428443284678</c:v>
                </c:pt>
                <c:pt idx="25">
                  <c:v>109.4234689717035</c:v>
                </c:pt>
                <c:pt idx="26">
                  <c:v>108.66835195302944</c:v>
                </c:pt>
                <c:pt idx="27">
                  <c:v>108.66835195302944</c:v>
                </c:pt>
                <c:pt idx="28">
                  <c:v>108.66835195302944</c:v>
                </c:pt>
                <c:pt idx="29">
                  <c:v>108.97007257604174</c:v>
                </c:pt>
                <c:pt idx="30">
                  <c:v>109.86300252792955</c:v>
                </c:pt>
                <c:pt idx="31">
                  <c:v>109.73986789529479</c:v>
                </c:pt>
                <c:pt idx="32">
                  <c:v>109.44222457799886</c:v>
                </c:pt>
                <c:pt idx="33">
                  <c:v>108.4473619832015</c:v>
                </c:pt>
                <c:pt idx="34">
                  <c:v>108.4473619832015</c:v>
                </c:pt>
                <c:pt idx="35">
                  <c:v>108.4473619832015</c:v>
                </c:pt>
                <c:pt idx="36">
                  <c:v>106.87189105439126</c:v>
                </c:pt>
                <c:pt idx="37">
                  <c:v>107.33344206148578</c:v>
                </c:pt>
                <c:pt idx="38">
                  <c:v>107.24944956372831</c:v>
                </c:pt>
                <c:pt idx="39">
                  <c:v>107.88469379434072</c:v>
                </c:pt>
                <c:pt idx="40">
                  <c:v>107.27309793688332</c:v>
                </c:pt>
                <c:pt idx="41">
                  <c:v>107.27309793688332</c:v>
                </c:pt>
                <c:pt idx="42">
                  <c:v>107.27309793688332</c:v>
                </c:pt>
                <c:pt idx="43">
                  <c:v>109.11767104297481</c:v>
                </c:pt>
                <c:pt idx="44">
                  <c:v>109.89888281823372</c:v>
                </c:pt>
                <c:pt idx="45">
                  <c:v>109.82875315991191</c:v>
                </c:pt>
                <c:pt idx="46">
                  <c:v>110.253608415559</c:v>
                </c:pt>
                <c:pt idx="47">
                  <c:v>110.0342493680176</c:v>
                </c:pt>
                <c:pt idx="48">
                  <c:v>110.0342493680176</c:v>
                </c:pt>
                <c:pt idx="49">
                  <c:v>110.0342493680176</c:v>
                </c:pt>
                <c:pt idx="50">
                  <c:v>110.75430155753079</c:v>
                </c:pt>
                <c:pt idx="51">
                  <c:v>111.45478267960532</c:v>
                </c:pt>
                <c:pt idx="52">
                  <c:v>111.45315175731876</c:v>
                </c:pt>
                <c:pt idx="53">
                  <c:v>111.36508195384491</c:v>
                </c:pt>
                <c:pt idx="54">
                  <c:v>111.83560303351545</c:v>
                </c:pt>
                <c:pt idx="55">
                  <c:v>111.83560303351545</c:v>
                </c:pt>
                <c:pt idx="56">
                  <c:v>111.83560303351545</c:v>
                </c:pt>
                <c:pt idx="57">
                  <c:v>112.21316154285248</c:v>
                </c:pt>
                <c:pt idx="58">
                  <c:v>112.35749816521243</c:v>
                </c:pt>
                <c:pt idx="59">
                  <c:v>112.90793443692408</c:v>
                </c:pt>
                <c:pt idx="60">
                  <c:v>112.69346815624237</c:v>
                </c:pt>
                <c:pt idx="61">
                  <c:v>113.1020141890239</c:v>
                </c:pt>
                <c:pt idx="62">
                  <c:v>113.1020141890239</c:v>
                </c:pt>
                <c:pt idx="63">
                  <c:v>113.1020141890239</c:v>
                </c:pt>
                <c:pt idx="64">
                  <c:v>114.33254505422816</c:v>
                </c:pt>
                <c:pt idx="65">
                  <c:v>115.42526298621871</c:v>
                </c:pt>
                <c:pt idx="66">
                  <c:v>116.71858435945528</c:v>
                </c:pt>
                <c:pt idx="67">
                  <c:v>117.88632471662726</c:v>
                </c:pt>
                <c:pt idx="68">
                  <c:v>118.8746636222784</c:v>
                </c:pt>
                <c:pt idx="69">
                  <c:v>118.8746636222784</c:v>
                </c:pt>
                <c:pt idx="70">
                  <c:v>118.8746636222784</c:v>
                </c:pt>
                <c:pt idx="71">
                  <c:v>119.90703742966649</c:v>
                </c:pt>
                <c:pt idx="72">
                  <c:v>119.11033189268532</c:v>
                </c:pt>
                <c:pt idx="73">
                  <c:v>120.31884530702112</c:v>
                </c:pt>
                <c:pt idx="74">
                  <c:v>121.50452580934518</c:v>
                </c:pt>
                <c:pt idx="75">
                  <c:v>122.09736606050723</c:v>
                </c:pt>
                <c:pt idx="76">
                  <c:v>122.09736606050723</c:v>
                </c:pt>
                <c:pt idx="77">
                  <c:v>122.09736606050723</c:v>
                </c:pt>
                <c:pt idx="78">
                  <c:v>121.10005708228002</c:v>
                </c:pt>
                <c:pt idx="79">
                  <c:v>123.09712142216425</c:v>
                </c:pt>
                <c:pt idx="80">
                  <c:v>123.32300415885183</c:v>
                </c:pt>
                <c:pt idx="81">
                  <c:v>124.03327081464568</c:v>
                </c:pt>
                <c:pt idx="82">
                  <c:v>124.85770203049826</c:v>
                </c:pt>
                <c:pt idx="83">
                  <c:v>124.85770203049826</c:v>
                </c:pt>
                <c:pt idx="84">
                  <c:v>124.85770203049826</c:v>
                </c:pt>
                <c:pt idx="85">
                  <c:v>127.00154937617224</c:v>
                </c:pt>
                <c:pt idx="86">
                  <c:v>121.78178259805921</c:v>
                </c:pt>
                <c:pt idx="87">
                  <c:v>122.94136834379843</c:v>
                </c:pt>
                <c:pt idx="88">
                  <c:v>122.52466769958413</c:v>
                </c:pt>
                <c:pt idx="89">
                  <c:v>121.92856560384899</c:v>
                </c:pt>
                <c:pt idx="90">
                  <c:v>121.92856560384899</c:v>
                </c:pt>
                <c:pt idx="91">
                  <c:v>121.92856560384899</c:v>
                </c:pt>
                <c:pt idx="92">
                  <c:v>124.61795645437496</c:v>
                </c:pt>
                <c:pt idx="93">
                  <c:v>126.16407078202725</c:v>
                </c:pt>
                <c:pt idx="94">
                  <c:v>128.32993557856969</c:v>
                </c:pt>
                <c:pt idx="95">
                  <c:v>128.99045910462365</c:v>
                </c:pt>
                <c:pt idx="96">
                  <c:v>129.24651390361251</c:v>
                </c:pt>
                <c:pt idx="97">
                  <c:v>129.24651390361251</c:v>
                </c:pt>
                <c:pt idx="98">
                  <c:v>129.24651390361251</c:v>
                </c:pt>
                <c:pt idx="99">
                  <c:v>130.21772812525484</c:v>
                </c:pt>
                <c:pt idx="100">
                  <c:v>131.14409198401697</c:v>
                </c:pt>
                <c:pt idx="101">
                  <c:v>131.41971785044441</c:v>
                </c:pt>
                <c:pt idx="102">
                  <c:v>133.79189431623584</c:v>
                </c:pt>
                <c:pt idx="103">
                  <c:v>132.92016635407325</c:v>
                </c:pt>
                <c:pt idx="104">
                  <c:v>132.92016635407325</c:v>
                </c:pt>
                <c:pt idx="105">
                  <c:v>132.92016635407325</c:v>
                </c:pt>
                <c:pt idx="106">
                  <c:v>133.43961510234038</c:v>
                </c:pt>
                <c:pt idx="107">
                  <c:v>134.89358232080241</c:v>
                </c:pt>
                <c:pt idx="108">
                  <c:v>135.72209084237136</c:v>
                </c:pt>
                <c:pt idx="109">
                  <c:v>137.64984098507708</c:v>
                </c:pt>
                <c:pt idx="110">
                  <c:v>134.18168474272201</c:v>
                </c:pt>
                <c:pt idx="111">
                  <c:v>134.18168474272201</c:v>
                </c:pt>
                <c:pt idx="112">
                  <c:v>134.18168474272201</c:v>
                </c:pt>
                <c:pt idx="113">
                  <c:v>131.61787490826063</c:v>
                </c:pt>
                <c:pt idx="114">
                  <c:v>135.9887466362228</c:v>
                </c:pt>
                <c:pt idx="115">
                  <c:v>136.4087091250102</c:v>
                </c:pt>
                <c:pt idx="116">
                  <c:v>137.06760172877762</c:v>
                </c:pt>
                <c:pt idx="117">
                  <c:v>137.17768898311996</c:v>
                </c:pt>
                <c:pt idx="118">
                  <c:v>137.17768898311996</c:v>
                </c:pt>
                <c:pt idx="119">
                  <c:v>137.17768898311996</c:v>
                </c:pt>
                <c:pt idx="120">
                  <c:v>137.17768898311996</c:v>
                </c:pt>
                <c:pt idx="121">
                  <c:v>137.17768898311996</c:v>
                </c:pt>
                <c:pt idx="122">
                  <c:v>137.10348201908181</c:v>
                </c:pt>
                <c:pt idx="123">
                  <c:v>138.32585827285331</c:v>
                </c:pt>
                <c:pt idx="124">
                  <c:v>135.93492620076654</c:v>
                </c:pt>
                <c:pt idx="125">
                  <c:v>135.93492620076654</c:v>
                </c:pt>
                <c:pt idx="126">
                  <c:v>135.93492620076654</c:v>
                </c:pt>
                <c:pt idx="127">
                  <c:v>132.47410910870096</c:v>
                </c:pt>
                <c:pt idx="128">
                  <c:v>133.51708391095164</c:v>
                </c:pt>
                <c:pt idx="129">
                  <c:v>134.00146783005792</c:v>
                </c:pt>
                <c:pt idx="130">
                  <c:v>135.18307102666557</c:v>
                </c:pt>
                <c:pt idx="131">
                  <c:v>135.95857457392157</c:v>
                </c:pt>
                <c:pt idx="132">
                  <c:v>135.95857457392157</c:v>
                </c:pt>
                <c:pt idx="133">
                  <c:v>135.95857457392157</c:v>
                </c:pt>
                <c:pt idx="134">
                  <c:v>137.39704803066135</c:v>
                </c:pt>
                <c:pt idx="135">
                  <c:v>137.07086357335075</c:v>
                </c:pt>
                <c:pt idx="136">
                  <c:v>136.26111065807714</c:v>
                </c:pt>
                <c:pt idx="137">
                  <c:v>135.78895865612003</c:v>
                </c:pt>
                <c:pt idx="138">
                  <c:v>135.25401614613065</c:v>
                </c:pt>
                <c:pt idx="139">
                  <c:v>135.25401614613065</c:v>
                </c:pt>
                <c:pt idx="140">
                  <c:v>135.25401614613065</c:v>
                </c:pt>
                <c:pt idx="141">
                  <c:v>133.28304656283129</c:v>
                </c:pt>
                <c:pt idx="142">
                  <c:v>133.34909891543668</c:v>
                </c:pt>
                <c:pt idx="143">
                  <c:v>135.15942265351057</c:v>
                </c:pt>
                <c:pt idx="144">
                  <c:v>135.86316562015818</c:v>
                </c:pt>
                <c:pt idx="145">
                  <c:v>135.42363206393216</c:v>
                </c:pt>
                <c:pt idx="146">
                  <c:v>135.42363206393216</c:v>
                </c:pt>
                <c:pt idx="147">
                  <c:v>135.42363206393216</c:v>
                </c:pt>
                <c:pt idx="148">
                  <c:v>135.894968604746</c:v>
                </c:pt>
                <c:pt idx="149">
                  <c:v>135.50517817825983</c:v>
                </c:pt>
                <c:pt idx="150">
                  <c:v>135.77835766125744</c:v>
                </c:pt>
                <c:pt idx="151">
                  <c:v>134.77207861045423</c:v>
                </c:pt>
                <c:pt idx="152">
                  <c:v>134.21022588273667</c:v>
                </c:pt>
                <c:pt idx="153">
                  <c:v>134.21022588273667</c:v>
                </c:pt>
                <c:pt idx="154">
                  <c:v>134.21022588273667</c:v>
                </c:pt>
                <c:pt idx="155">
                  <c:v>138.26143684253447</c:v>
                </c:pt>
                <c:pt idx="156">
                  <c:v>137.42966647639241</c:v>
                </c:pt>
                <c:pt idx="157">
                  <c:v>138.45143928891787</c:v>
                </c:pt>
                <c:pt idx="158">
                  <c:v>139.97145885998532</c:v>
                </c:pt>
                <c:pt idx="159">
                  <c:v>142.50591209328874</c:v>
                </c:pt>
                <c:pt idx="160">
                  <c:v>142.50591209328874</c:v>
                </c:pt>
                <c:pt idx="161">
                  <c:v>142.50591209328874</c:v>
                </c:pt>
                <c:pt idx="162">
                  <c:v>143.9386773220256</c:v>
                </c:pt>
                <c:pt idx="163">
                  <c:v>143.60760009785534</c:v>
                </c:pt>
                <c:pt idx="164">
                  <c:v>143.35399168229634</c:v>
                </c:pt>
                <c:pt idx="165">
                  <c:v>144.07975209981245</c:v>
                </c:pt>
                <c:pt idx="166">
                  <c:v>141.17181766288837</c:v>
                </c:pt>
                <c:pt idx="167">
                  <c:v>141.17181766288837</c:v>
                </c:pt>
                <c:pt idx="168">
                  <c:v>141.17181766288837</c:v>
                </c:pt>
                <c:pt idx="169">
                  <c:v>133.44450786920004</c:v>
                </c:pt>
                <c:pt idx="170">
                  <c:v>135.64625295604665</c:v>
                </c:pt>
                <c:pt idx="171">
                  <c:v>136.87515289896436</c:v>
                </c:pt>
                <c:pt idx="172">
                  <c:v>137.57318763760907</c:v>
                </c:pt>
                <c:pt idx="173">
                  <c:v>137.25678871401777</c:v>
                </c:pt>
                <c:pt idx="174">
                  <c:v>137.25678871401777</c:v>
                </c:pt>
                <c:pt idx="175">
                  <c:v>137.25678871401777</c:v>
                </c:pt>
                <c:pt idx="176">
                  <c:v>134.75821577101851</c:v>
                </c:pt>
                <c:pt idx="177">
                  <c:v>137.03824512761969</c:v>
                </c:pt>
                <c:pt idx="178">
                  <c:v>137.47288591698606</c:v>
                </c:pt>
                <c:pt idx="179">
                  <c:v>136.14694609801842</c:v>
                </c:pt>
                <c:pt idx="180">
                  <c:v>133.70708635733507</c:v>
                </c:pt>
                <c:pt idx="181">
                  <c:v>133.70708635733507</c:v>
                </c:pt>
                <c:pt idx="182">
                  <c:v>133.70708635733507</c:v>
                </c:pt>
                <c:pt idx="183">
                  <c:v>131.86006686781374</c:v>
                </c:pt>
                <c:pt idx="184">
                  <c:v>134.71254994699504</c:v>
                </c:pt>
                <c:pt idx="185">
                  <c:v>134.9498491396885</c:v>
                </c:pt>
                <c:pt idx="186">
                  <c:v>133.95090923917476</c:v>
                </c:pt>
                <c:pt idx="187">
                  <c:v>130.40039142134876</c:v>
                </c:pt>
                <c:pt idx="188">
                  <c:v>130.40039142134876</c:v>
                </c:pt>
                <c:pt idx="189">
                  <c:v>130.40039142134876</c:v>
                </c:pt>
                <c:pt idx="190">
                  <c:v>128.88689553942754</c:v>
                </c:pt>
                <c:pt idx="191">
                  <c:v>129.95270325368995</c:v>
                </c:pt>
                <c:pt idx="192">
                  <c:v>133.07184212672266</c:v>
                </c:pt>
                <c:pt idx="193">
                  <c:v>133.03759275870505</c:v>
                </c:pt>
                <c:pt idx="194">
                  <c:v>133.36540813830223</c:v>
                </c:pt>
                <c:pt idx="195">
                  <c:v>133.36540813830223</c:v>
                </c:pt>
                <c:pt idx="196">
                  <c:v>133.36540813830223</c:v>
                </c:pt>
                <c:pt idx="197">
                  <c:v>134.9115224659545</c:v>
                </c:pt>
                <c:pt idx="198">
                  <c:v>135.36002609475659</c:v>
                </c:pt>
                <c:pt idx="199">
                  <c:v>134.46954252629862</c:v>
                </c:pt>
                <c:pt idx="200">
                  <c:v>135.03954986544892</c:v>
                </c:pt>
                <c:pt idx="201">
                  <c:v>134.95311098426163</c:v>
                </c:pt>
                <c:pt idx="202">
                  <c:v>134.95311098426163</c:v>
                </c:pt>
                <c:pt idx="203">
                  <c:v>134.95311098426163</c:v>
                </c:pt>
                <c:pt idx="204">
                  <c:v>136.01728777623748</c:v>
                </c:pt>
                <c:pt idx="205">
                  <c:v>135.39590638506073</c:v>
                </c:pt>
                <c:pt idx="206">
                  <c:v>137.0268286716138</c:v>
                </c:pt>
                <c:pt idx="207">
                  <c:v>137.3497512843513</c:v>
                </c:pt>
                <c:pt idx="208">
                  <c:v>137.89366386691674</c:v>
                </c:pt>
                <c:pt idx="209">
                  <c:v>137.89366386691674</c:v>
                </c:pt>
                <c:pt idx="210">
                  <c:v>137.89366386691674</c:v>
                </c:pt>
                <c:pt idx="211">
                  <c:v>138.76457636793609</c:v>
                </c:pt>
                <c:pt idx="212">
                  <c:v>140.01957106743862</c:v>
                </c:pt>
                <c:pt idx="213">
                  <c:v>141.2191144091984</c:v>
                </c:pt>
                <c:pt idx="214">
                  <c:v>141.66517165457066</c:v>
                </c:pt>
                <c:pt idx="215">
                  <c:v>141.99787980102747</c:v>
                </c:pt>
                <c:pt idx="216">
                  <c:v>141.99787980102747</c:v>
                </c:pt>
                <c:pt idx="217">
                  <c:v>141.99787980102747</c:v>
                </c:pt>
                <c:pt idx="218">
                  <c:v>143.01068254097692</c:v>
                </c:pt>
                <c:pt idx="219">
                  <c:v>142.47492456984426</c:v>
                </c:pt>
                <c:pt idx="220">
                  <c:v>140.17613960694771</c:v>
                </c:pt>
                <c:pt idx="221">
                  <c:v>138.53869363124849</c:v>
                </c:pt>
                <c:pt idx="222">
                  <c:v>134.29748022506729</c:v>
                </c:pt>
                <c:pt idx="223">
                  <c:v>134.29748022506729</c:v>
                </c:pt>
                <c:pt idx="224">
                  <c:v>134.29748022506729</c:v>
                </c:pt>
                <c:pt idx="225">
                  <c:v>134.22571964445896</c:v>
                </c:pt>
                <c:pt idx="226">
                  <c:v>136.93060425670717</c:v>
                </c:pt>
                <c:pt idx="227">
                  <c:v>136.48046970561853</c:v>
                </c:pt>
                <c:pt idx="228">
                  <c:v>136.75120280518632</c:v>
                </c:pt>
                <c:pt idx="229">
                  <c:v>138.97985810976107</c:v>
                </c:pt>
                <c:pt idx="230">
                  <c:v>138.97985810976107</c:v>
                </c:pt>
                <c:pt idx="231">
                  <c:v>138.97985810976107</c:v>
                </c:pt>
                <c:pt idx="232">
                  <c:v>142.789692571149</c:v>
                </c:pt>
                <c:pt idx="233">
                  <c:v>144.51194650574902</c:v>
                </c:pt>
                <c:pt idx="234">
                  <c:v>145.38204354562504</c:v>
                </c:pt>
                <c:pt idx="235">
                  <c:v>142.12264535594878</c:v>
                </c:pt>
                <c:pt idx="236">
                  <c:v>141.05846856397292</c:v>
                </c:pt>
                <c:pt idx="237">
                  <c:v>141.05846856397292</c:v>
                </c:pt>
                <c:pt idx="238">
                  <c:v>141.05846856397292</c:v>
                </c:pt>
                <c:pt idx="239">
                  <c:v>143.10038326673734</c:v>
                </c:pt>
                <c:pt idx="240">
                  <c:v>144.08382940552883</c:v>
                </c:pt>
                <c:pt idx="241">
                  <c:v>145.51822555655224</c:v>
                </c:pt>
                <c:pt idx="242">
                  <c:v>145.51822555655224</c:v>
                </c:pt>
                <c:pt idx="243">
                  <c:v>145.51822555655224</c:v>
                </c:pt>
                <c:pt idx="244">
                  <c:v>145.51822555655224</c:v>
                </c:pt>
                <c:pt idx="245">
                  <c:v>145.51822555655224</c:v>
                </c:pt>
                <c:pt idx="246">
                  <c:v>145.83707086357336</c:v>
                </c:pt>
                <c:pt idx="247">
                  <c:v>148.10976106988502</c:v>
                </c:pt>
                <c:pt idx="248">
                  <c:v>151.80461551007093</c:v>
                </c:pt>
                <c:pt idx="249">
                  <c:v>151.31370790181847</c:v>
                </c:pt>
                <c:pt idx="250">
                  <c:v>152.31998695262172</c:v>
                </c:pt>
                <c:pt idx="251">
                  <c:v>152.31998695262172</c:v>
                </c:pt>
                <c:pt idx="252">
                  <c:v>152.31998695262172</c:v>
                </c:pt>
                <c:pt idx="253">
                  <c:v>153.08896681073148</c:v>
                </c:pt>
                <c:pt idx="254">
                  <c:v>155.17654733751937</c:v>
                </c:pt>
                <c:pt idx="255">
                  <c:v>154.48422082687762</c:v>
                </c:pt>
                <c:pt idx="256">
                  <c:v>152.06719399820599</c:v>
                </c:pt>
                <c:pt idx="257">
                  <c:v>153.23574981652126</c:v>
                </c:pt>
                <c:pt idx="258">
                  <c:v>153.23574981652126</c:v>
                </c:pt>
                <c:pt idx="259">
                  <c:v>153.23574981652126</c:v>
                </c:pt>
                <c:pt idx="260">
                  <c:v>154.65954497268206</c:v>
                </c:pt>
                <c:pt idx="261">
                  <c:v>154.43040039142136</c:v>
                </c:pt>
                <c:pt idx="262">
                  <c:v>153.75030579792875</c:v>
                </c:pt>
                <c:pt idx="263">
                  <c:v>153.52931582810078</c:v>
                </c:pt>
                <c:pt idx="264">
                  <c:v>152.55565522302862</c:v>
                </c:pt>
                <c:pt idx="265">
                  <c:v>152.55565522302862</c:v>
                </c:pt>
                <c:pt idx="266">
                  <c:v>152.55565522302862</c:v>
                </c:pt>
                <c:pt idx="267">
                  <c:v>150.34820190817908</c:v>
                </c:pt>
                <c:pt idx="268">
                  <c:v>149.27016227676754</c:v>
                </c:pt>
                <c:pt idx="269">
                  <c:v>147.02030498246759</c:v>
                </c:pt>
                <c:pt idx="270">
                  <c:v>148.00456658240236</c:v>
                </c:pt>
                <c:pt idx="271">
                  <c:v>149.15110494984913</c:v>
                </c:pt>
                <c:pt idx="272">
                  <c:v>149.15110494984913</c:v>
                </c:pt>
                <c:pt idx="273">
                  <c:v>149.15110494984913</c:v>
                </c:pt>
                <c:pt idx="274">
                  <c:v>147.31305553290386</c:v>
                </c:pt>
                <c:pt idx="275">
                  <c:v>147.87572372176467</c:v>
                </c:pt>
                <c:pt idx="276">
                  <c:v>146.08415558998615</c:v>
                </c:pt>
                <c:pt idx="277">
                  <c:v>145.36084155589987</c:v>
                </c:pt>
                <c:pt idx="278">
                  <c:v>143.15338824105032</c:v>
                </c:pt>
                <c:pt idx="279">
                  <c:v>143.15338824105032</c:v>
                </c:pt>
                <c:pt idx="280">
                  <c:v>143.15338824105032</c:v>
                </c:pt>
                <c:pt idx="281">
                  <c:v>143.09875234445079</c:v>
                </c:pt>
                <c:pt idx="282">
                  <c:v>143.03433091413194</c:v>
                </c:pt>
                <c:pt idx="283">
                  <c:v>146.52613552964203</c:v>
                </c:pt>
                <c:pt idx="284">
                  <c:v>147.93199054065073</c:v>
                </c:pt>
                <c:pt idx="285">
                  <c:v>148.74745168392727</c:v>
                </c:pt>
                <c:pt idx="286">
                  <c:v>148.74745168392727</c:v>
                </c:pt>
                <c:pt idx="287">
                  <c:v>148.74745168392727</c:v>
                </c:pt>
                <c:pt idx="288">
                  <c:v>148.74745168392727</c:v>
                </c:pt>
                <c:pt idx="289">
                  <c:v>148.74745168392727</c:v>
                </c:pt>
                <c:pt idx="290">
                  <c:v>148.74745168392727</c:v>
                </c:pt>
                <c:pt idx="291">
                  <c:v>148.74745168392727</c:v>
                </c:pt>
                <c:pt idx="292">
                  <c:v>148.74745168392727</c:v>
                </c:pt>
                <c:pt idx="293">
                  <c:v>148.74745168392727</c:v>
                </c:pt>
                <c:pt idx="294">
                  <c:v>148.74745168392727</c:v>
                </c:pt>
                <c:pt idx="295">
                  <c:v>151.68718910543916</c:v>
                </c:pt>
                <c:pt idx="296">
                  <c:v>152.29715404060997</c:v>
                </c:pt>
                <c:pt idx="297">
                  <c:v>151.74997961347142</c:v>
                </c:pt>
                <c:pt idx="298">
                  <c:v>153.27733833482836</c:v>
                </c:pt>
                <c:pt idx="299">
                  <c:v>153.33360515371444</c:v>
                </c:pt>
                <c:pt idx="300">
                  <c:v>153.33360515371444</c:v>
                </c:pt>
                <c:pt idx="301">
                  <c:v>153.33360515371444</c:v>
                </c:pt>
                <c:pt idx="302">
                  <c:v>150.54228166027889</c:v>
                </c:pt>
                <c:pt idx="303">
                  <c:v>147.85452173203947</c:v>
                </c:pt>
                <c:pt idx="304">
                  <c:v>148.27285329854033</c:v>
                </c:pt>
                <c:pt idx="305">
                  <c:v>147.47696322270244</c:v>
                </c:pt>
                <c:pt idx="306">
                  <c:v>144.16048275299681</c:v>
                </c:pt>
                <c:pt idx="307">
                  <c:v>144.16048275299681</c:v>
                </c:pt>
                <c:pt idx="308">
                  <c:v>144.16048275299681</c:v>
                </c:pt>
                <c:pt idx="309">
                  <c:v>134.77860229960044</c:v>
                </c:pt>
                <c:pt idx="310">
                  <c:v>136.73081627660443</c:v>
                </c:pt>
                <c:pt idx="311">
                  <c:v>140.93941123705457</c:v>
                </c:pt>
                <c:pt idx="312">
                  <c:v>139.41205251569761</c:v>
                </c:pt>
                <c:pt idx="313">
                  <c:v>138.32178096713693</c:v>
                </c:pt>
                <c:pt idx="314">
                  <c:v>138.32178096713693</c:v>
                </c:pt>
                <c:pt idx="315">
                  <c:v>138.32178096713693</c:v>
                </c:pt>
                <c:pt idx="316">
                  <c:v>138.07469624072414</c:v>
                </c:pt>
                <c:pt idx="317">
                  <c:v>139.46750387344042</c:v>
                </c:pt>
                <c:pt idx="318">
                  <c:v>139.75617711816034</c:v>
                </c:pt>
                <c:pt idx="319">
                  <c:v>138.55744923754386</c:v>
                </c:pt>
                <c:pt idx="320">
                  <c:v>134.37250265024872</c:v>
                </c:pt>
                <c:pt idx="321">
                  <c:v>134.37250265024872</c:v>
                </c:pt>
                <c:pt idx="322">
                  <c:v>134.37250265024872</c:v>
                </c:pt>
                <c:pt idx="323">
                  <c:v>129.75373073473051</c:v>
                </c:pt>
                <c:pt idx="324">
                  <c:v>131.6782190328631</c:v>
                </c:pt>
                <c:pt idx="325">
                  <c:v>135.21895131696974</c:v>
                </c:pt>
                <c:pt idx="326">
                  <c:v>134.11318600668679</c:v>
                </c:pt>
                <c:pt idx="327">
                  <c:v>136.41034004729676</c:v>
                </c:pt>
                <c:pt idx="328">
                  <c:v>136.41034004729676</c:v>
                </c:pt>
                <c:pt idx="329">
                  <c:v>136.41034004729676</c:v>
                </c:pt>
                <c:pt idx="330">
                  <c:v>135.57367691429502</c:v>
                </c:pt>
                <c:pt idx="331">
                  <c:v>136.54815298051048</c:v>
                </c:pt>
                <c:pt idx="332">
                  <c:v>138.86732447198892</c:v>
                </c:pt>
                <c:pt idx="333">
                  <c:v>138.20598548479165</c:v>
                </c:pt>
                <c:pt idx="334">
                  <c:v>137.32691837233958</c:v>
                </c:pt>
                <c:pt idx="335">
                  <c:v>137.32691837233958</c:v>
                </c:pt>
                <c:pt idx="336">
                  <c:v>137.32691837233958</c:v>
                </c:pt>
                <c:pt idx="337">
                  <c:v>136.58892603767433</c:v>
                </c:pt>
                <c:pt idx="338">
                  <c:v>136.79686862920983</c:v>
                </c:pt>
                <c:pt idx="339">
                  <c:v>143.23982712223761</c:v>
                </c:pt>
                <c:pt idx="340">
                  <c:v>141.61950583054718</c:v>
                </c:pt>
                <c:pt idx="341">
                  <c:v>142.70570007339151</c:v>
                </c:pt>
                <c:pt idx="342">
                  <c:v>142.70570007339151</c:v>
                </c:pt>
                <c:pt idx="343">
                  <c:v>142.70570007339151</c:v>
                </c:pt>
                <c:pt idx="344">
                  <c:v>143.43635325776728</c:v>
                </c:pt>
                <c:pt idx="345">
                  <c:v>144.79735790589581</c:v>
                </c:pt>
                <c:pt idx="346">
                  <c:v>146.83601076408709</c:v>
                </c:pt>
                <c:pt idx="347">
                  <c:v>148.40006523689146</c:v>
                </c:pt>
                <c:pt idx="348">
                  <c:v>148.18315257277993</c:v>
                </c:pt>
                <c:pt idx="349">
                  <c:v>148.18315257277993</c:v>
                </c:pt>
                <c:pt idx="350">
                  <c:v>148.18315257277993</c:v>
                </c:pt>
                <c:pt idx="351">
                  <c:v>149.80918209247329</c:v>
                </c:pt>
                <c:pt idx="352">
                  <c:v>149.51316969746392</c:v>
                </c:pt>
                <c:pt idx="353">
                  <c:v>151.45559814074861</c:v>
                </c:pt>
                <c:pt idx="354">
                  <c:v>152.52059039386774</c:v>
                </c:pt>
                <c:pt idx="355">
                  <c:v>151.12859822229473</c:v>
                </c:pt>
                <c:pt idx="356">
                  <c:v>151.12859822229473</c:v>
                </c:pt>
                <c:pt idx="357">
                  <c:v>151.12859822229473</c:v>
                </c:pt>
                <c:pt idx="358">
                  <c:v>151.12859822229473</c:v>
                </c:pt>
                <c:pt idx="359">
                  <c:v>152.96746310038327</c:v>
                </c:pt>
                <c:pt idx="360">
                  <c:v>151.19465057490012</c:v>
                </c:pt>
                <c:pt idx="361">
                  <c:v>151.19465057490012</c:v>
                </c:pt>
                <c:pt idx="362">
                  <c:v>151.19465057490012</c:v>
                </c:pt>
                <c:pt idx="363">
                  <c:v>151.19465057490012</c:v>
                </c:pt>
                <c:pt idx="364">
                  <c:v>151.19465057490012</c:v>
                </c:pt>
                <c:pt idx="365">
                  <c:v>151.19138873032699</c:v>
                </c:pt>
                <c:pt idx="366">
                  <c:v>152.88673244719888</c:v>
                </c:pt>
              </c:numCache>
            </c:numRef>
          </c:val>
          <c:smooth val="1"/>
          <c:extLst>
            <c:ext xmlns:c16="http://schemas.microsoft.com/office/drawing/2014/chart" uri="{C3380CC4-5D6E-409C-BE32-E72D297353CC}">
              <c16:uniqueId val="{00000000-5D0B-404D-8B9D-9E14986AA7A2}"/>
            </c:ext>
          </c:extLst>
        </c:ser>
        <c:ser>
          <c:idx val="1"/>
          <c:order val="1"/>
          <c:tx>
            <c:strRef>
              <c:f>Frontpage!$R$3</c:f>
              <c:strCache>
                <c:ptCount val="1"/>
                <c:pt idx="0">
                  <c:v>EIB VN</c:v>
                </c:pt>
              </c:strCache>
            </c:strRef>
          </c:tx>
          <c:spPr>
            <a:ln w="12700" cap="rnd">
              <a:solidFill>
                <a:srgbClr val="EF7011"/>
              </a:solidFill>
              <a:round/>
            </a:ln>
            <a:effectLst/>
          </c:spPr>
          <c:marker>
            <c:symbol val="none"/>
          </c:marker>
          <c:cat>
            <c:numRef>
              <c:f>Frontpage!$N$4:$N$370</c:f>
              <c:numCache>
                <c:formatCode>m/d/yyyy</c:formatCode>
                <c:ptCount val="367"/>
                <c:pt idx="0">
                  <c:v>45781</c:v>
                </c:pt>
                <c:pt idx="1">
                  <c:v>45782</c:v>
                </c:pt>
                <c:pt idx="2">
                  <c:v>45783</c:v>
                </c:pt>
                <c:pt idx="3">
                  <c:v>45784</c:v>
                </c:pt>
                <c:pt idx="4">
                  <c:v>45785</c:v>
                </c:pt>
                <c:pt idx="5">
                  <c:v>45786</c:v>
                </c:pt>
                <c:pt idx="6">
                  <c:v>45787</c:v>
                </c:pt>
                <c:pt idx="7">
                  <c:v>45788</c:v>
                </c:pt>
                <c:pt idx="8">
                  <c:v>45789</c:v>
                </c:pt>
                <c:pt idx="9">
                  <c:v>45790</c:v>
                </c:pt>
                <c:pt idx="10">
                  <c:v>45791</c:v>
                </c:pt>
                <c:pt idx="11">
                  <c:v>45792</c:v>
                </c:pt>
                <c:pt idx="12">
                  <c:v>45793</c:v>
                </c:pt>
                <c:pt idx="13">
                  <c:v>45794</c:v>
                </c:pt>
                <c:pt idx="14">
                  <c:v>45795</c:v>
                </c:pt>
                <c:pt idx="15">
                  <c:v>45796</c:v>
                </c:pt>
                <c:pt idx="16">
                  <c:v>45797</c:v>
                </c:pt>
                <c:pt idx="17">
                  <c:v>45798</c:v>
                </c:pt>
                <c:pt idx="18">
                  <c:v>45799</c:v>
                </c:pt>
                <c:pt idx="19">
                  <c:v>45800</c:v>
                </c:pt>
                <c:pt idx="20">
                  <c:v>45801</c:v>
                </c:pt>
                <c:pt idx="21">
                  <c:v>45802</c:v>
                </c:pt>
                <c:pt idx="22">
                  <c:v>45803</c:v>
                </c:pt>
                <c:pt idx="23">
                  <c:v>45804</c:v>
                </c:pt>
                <c:pt idx="24">
                  <c:v>45805</c:v>
                </c:pt>
                <c:pt idx="25">
                  <c:v>45806</c:v>
                </c:pt>
                <c:pt idx="26">
                  <c:v>45807</c:v>
                </c:pt>
                <c:pt idx="27">
                  <c:v>45808</c:v>
                </c:pt>
                <c:pt idx="28">
                  <c:v>45809</c:v>
                </c:pt>
                <c:pt idx="29">
                  <c:v>45810</c:v>
                </c:pt>
                <c:pt idx="30">
                  <c:v>45811</c:v>
                </c:pt>
                <c:pt idx="31">
                  <c:v>45812</c:v>
                </c:pt>
                <c:pt idx="32">
                  <c:v>45813</c:v>
                </c:pt>
                <c:pt idx="33">
                  <c:v>45814</c:v>
                </c:pt>
                <c:pt idx="34">
                  <c:v>45815</c:v>
                </c:pt>
                <c:pt idx="35">
                  <c:v>45816</c:v>
                </c:pt>
                <c:pt idx="36">
                  <c:v>45817</c:v>
                </c:pt>
                <c:pt idx="37">
                  <c:v>45818</c:v>
                </c:pt>
                <c:pt idx="38">
                  <c:v>45819</c:v>
                </c:pt>
                <c:pt idx="39">
                  <c:v>45820</c:v>
                </c:pt>
                <c:pt idx="40">
                  <c:v>45821</c:v>
                </c:pt>
                <c:pt idx="41">
                  <c:v>45822</c:v>
                </c:pt>
                <c:pt idx="42">
                  <c:v>45823</c:v>
                </c:pt>
                <c:pt idx="43">
                  <c:v>45824</c:v>
                </c:pt>
                <c:pt idx="44">
                  <c:v>45825</c:v>
                </c:pt>
                <c:pt idx="45">
                  <c:v>45826</c:v>
                </c:pt>
                <c:pt idx="46">
                  <c:v>45827</c:v>
                </c:pt>
                <c:pt idx="47">
                  <c:v>45828</c:v>
                </c:pt>
                <c:pt idx="48">
                  <c:v>45829</c:v>
                </c:pt>
                <c:pt idx="49">
                  <c:v>45830</c:v>
                </c:pt>
                <c:pt idx="50">
                  <c:v>45831</c:v>
                </c:pt>
                <c:pt idx="51">
                  <c:v>45832</c:v>
                </c:pt>
                <c:pt idx="52">
                  <c:v>45833</c:v>
                </c:pt>
                <c:pt idx="53">
                  <c:v>45834</c:v>
                </c:pt>
                <c:pt idx="54">
                  <c:v>45835</c:v>
                </c:pt>
                <c:pt idx="55">
                  <c:v>45836</c:v>
                </c:pt>
                <c:pt idx="56">
                  <c:v>45837</c:v>
                </c:pt>
                <c:pt idx="57">
                  <c:v>45838</c:v>
                </c:pt>
                <c:pt idx="58">
                  <c:v>45839</c:v>
                </c:pt>
                <c:pt idx="59">
                  <c:v>45840</c:v>
                </c:pt>
                <c:pt idx="60">
                  <c:v>45841</c:v>
                </c:pt>
                <c:pt idx="61">
                  <c:v>45842</c:v>
                </c:pt>
                <c:pt idx="62">
                  <c:v>45843</c:v>
                </c:pt>
                <c:pt idx="63">
                  <c:v>45844</c:v>
                </c:pt>
                <c:pt idx="64">
                  <c:v>45845</c:v>
                </c:pt>
                <c:pt idx="65">
                  <c:v>45846</c:v>
                </c:pt>
                <c:pt idx="66">
                  <c:v>45847</c:v>
                </c:pt>
                <c:pt idx="67">
                  <c:v>45848</c:v>
                </c:pt>
                <c:pt idx="68">
                  <c:v>45849</c:v>
                </c:pt>
                <c:pt idx="69">
                  <c:v>45850</c:v>
                </c:pt>
                <c:pt idx="70">
                  <c:v>45851</c:v>
                </c:pt>
                <c:pt idx="71">
                  <c:v>45852</c:v>
                </c:pt>
                <c:pt idx="72">
                  <c:v>45853</c:v>
                </c:pt>
                <c:pt idx="73">
                  <c:v>45854</c:v>
                </c:pt>
                <c:pt idx="74">
                  <c:v>45855</c:v>
                </c:pt>
                <c:pt idx="75">
                  <c:v>45856</c:v>
                </c:pt>
                <c:pt idx="76">
                  <c:v>45857</c:v>
                </c:pt>
                <c:pt idx="77">
                  <c:v>45858</c:v>
                </c:pt>
                <c:pt idx="78">
                  <c:v>45859</c:v>
                </c:pt>
                <c:pt idx="79">
                  <c:v>45860</c:v>
                </c:pt>
                <c:pt idx="80">
                  <c:v>45861</c:v>
                </c:pt>
                <c:pt idx="81">
                  <c:v>45862</c:v>
                </c:pt>
                <c:pt idx="82">
                  <c:v>45863</c:v>
                </c:pt>
                <c:pt idx="83">
                  <c:v>45864</c:v>
                </c:pt>
                <c:pt idx="84">
                  <c:v>45865</c:v>
                </c:pt>
                <c:pt idx="85">
                  <c:v>45866</c:v>
                </c:pt>
                <c:pt idx="86">
                  <c:v>45867</c:v>
                </c:pt>
                <c:pt idx="87">
                  <c:v>45868</c:v>
                </c:pt>
                <c:pt idx="88">
                  <c:v>45869</c:v>
                </c:pt>
                <c:pt idx="89">
                  <c:v>45870</c:v>
                </c:pt>
                <c:pt idx="90">
                  <c:v>45871</c:v>
                </c:pt>
                <c:pt idx="91">
                  <c:v>45872</c:v>
                </c:pt>
                <c:pt idx="92">
                  <c:v>45873</c:v>
                </c:pt>
                <c:pt idx="93">
                  <c:v>45874</c:v>
                </c:pt>
                <c:pt idx="94">
                  <c:v>45875</c:v>
                </c:pt>
                <c:pt idx="95">
                  <c:v>45876</c:v>
                </c:pt>
                <c:pt idx="96">
                  <c:v>45877</c:v>
                </c:pt>
                <c:pt idx="97">
                  <c:v>45878</c:v>
                </c:pt>
                <c:pt idx="98">
                  <c:v>45879</c:v>
                </c:pt>
                <c:pt idx="99">
                  <c:v>45880</c:v>
                </c:pt>
                <c:pt idx="100">
                  <c:v>45881</c:v>
                </c:pt>
                <c:pt idx="101">
                  <c:v>45882</c:v>
                </c:pt>
                <c:pt idx="102">
                  <c:v>45883</c:v>
                </c:pt>
                <c:pt idx="103">
                  <c:v>45884</c:v>
                </c:pt>
                <c:pt idx="104">
                  <c:v>45885</c:v>
                </c:pt>
                <c:pt idx="105">
                  <c:v>45886</c:v>
                </c:pt>
                <c:pt idx="106">
                  <c:v>45887</c:v>
                </c:pt>
                <c:pt idx="107">
                  <c:v>45888</c:v>
                </c:pt>
                <c:pt idx="108">
                  <c:v>45889</c:v>
                </c:pt>
                <c:pt idx="109">
                  <c:v>45890</c:v>
                </c:pt>
                <c:pt idx="110">
                  <c:v>45891</c:v>
                </c:pt>
                <c:pt idx="111">
                  <c:v>45892</c:v>
                </c:pt>
                <c:pt idx="112">
                  <c:v>45893</c:v>
                </c:pt>
                <c:pt idx="113">
                  <c:v>45894</c:v>
                </c:pt>
                <c:pt idx="114">
                  <c:v>45895</c:v>
                </c:pt>
                <c:pt idx="115">
                  <c:v>45896</c:v>
                </c:pt>
                <c:pt idx="116">
                  <c:v>45897</c:v>
                </c:pt>
                <c:pt idx="117">
                  <c:v>45898</c:v>
                </c:pt>
                <c:pt idx="118">
                  <c:v>45899</c:v>
                </c:pt>
                <c:pt idx="119">
                  <c:v>45900</c:v>
                </c:pt>
                <c:pt idx="120">
                  <c:v>45901</c:v>
                </c:pt>
                <c:pt idx="121">
                  <c:v>45902</c:v>
                </c:pt>
                <c:pt idx="122">
                  <c:v>45903</c:v>
                </c:pt>
                <c:pt idx="123">
                  <c:v>45904</c:v>
                </c:pt>
                <c:pt idx="124">
                  <c:v>45905</c:v>
                </c:pt>
                <c:pt idx="125">
                  <c:v>45906</c:v>
                </c:pt>
                <c:pt idx="126">
                  <c:v>45907</c:v>
                </c:pt>
                <c:pt idx="127">
                  <c:v>45908</c:v>
                </c:pt>
                <c:pt idx="128">
                  <c:v>45909</c:v>
                </c:pt>
                <c:pt idx="129">
                  <c:v>45910</c:v>
                </c:pt>
                <c:pt idx="130">
                  <c:v>45911</c:v>
                </c:pt>
                <c:pt idx="131">
                  <c:v>45912</c:v>
                </c:pt>
                <c:pt idx="132">
                  <c:v>45913</c:v>
                </c:pt>
                <c:pt idx="133">
                  <c:v>45914</c:v>
                </c:pt>
                <c:pt idx="134">
                  <c:v>45915</c:v>
                </c:pt>
                <c:pt idx="135">
                  <c:v>45916</c:v>
                </c:pt>
                <c:pt idx="136">
                  <c:v>45917</c:v>
                </c:pt>
                <c:pt idx="137">
                  <c:v>45918</c:v>
                </c:pt>
                <c:pt idx="138">
                  <c:v>45919</c:v>
                </c:pt>
                <c:pt idx="139">
                  <c:v>45920</c:v>
                </c:pt>
                <c:pt idx="140">
                  <c:v>45921</c:v>
                </c:pt>
                <c:pt idx="141">
                  <c:v>45922</c:v>
                </c:pt>
                <c:pt idx="142">
                  <c:v>45923</c:v>
                </c:pt>
                <c:pt idx="143">
                  <c:v>45924</c:v>
                </c:pt>
                <c:pt idx="144">
                  <c:v>45925</c:v>
                </c:pt>
                <c:pt idx="145">
                  <c:v>45926</c:v>
                </c:pt>
                <c:pt idx="146">
                  <c:v>45927</c:v>
                </c:pt>
                <c:pt idx="147">
                  <c:v>45928</c:v>
                </c:pt>
                <c:pt idx="148">
                  <c:v>45929</c:v>
                </c:pt>
                <c:pt idx="149">
                  <c:v>45930</c:v>
                </c:pt>
                <c:pt idx="150">
                  <c:v>45931</c:v>
                </c:pt>
                <c:pt idx="151">
                  <c:v>45932</c:v>
                </c:pt>
                <c:pt idx="152">
                  <c:v>45933</c:v>
                </c:pt>
                <c:pt idx="153">
                  <c:v>45934</c:v>
                </c:pt>
                <c:pt idx="154">
                  <c:v>45935</c:v>
                </c:pt>
                <c:pt idx="155">
                  <c:v>45936</c:v>
                </c:pt>
                <c:pt idx="156">
                  <c:v>45937</c:v>
                </c:pt>
                <c:pt idx="157">
                  <c:v>45938</c:v>
                </c:pt>
                <c:pt idx="158">
                  <c:v>45939</c:v>
                </c:pt>
                <c:pt idx="159">
                  <c:v>45940</c:v>
                </c:pt>
                <c:pt idx="160">
                  <c:v>45941</c:v>
                </c:pt>
                <c:pt idx="161">
                  <c:v>45942</c:v>
                </c:pt>
                <c:pt idx="162">
                  <c:v>45943</c:v>
                </c:pt>
                <c:pt idx="163">
                  <c:v>45944</c:v>
                </c:pt>
                <c:pt idx="164">
                  <c:v>45945</c:v>
                </c:pt>
                <c:pt idx="165">
                  <c:v>45946</c:v>
                </c:pt>
                <c:pt idx="166">
                  <c:v>45947</c:v>
                </c:pt>
                <c:pt idx="167">
                  <c:v>45948</c:v>
                </c:pt>
                <c:pt idx="168">
                  <c:v>45949</c:v>
                </c:pt>
                <c:pt idx="169">
                  <c:v>45950</c:v>
                </c:pt>
                <c:pt idx="170">
                  <c:v>45951</c:v>
                </c:pt>
                <c:pt idx="171">
                  <c:v>45952</c:v>
                </c:pt>
                <c:pt idx="172">
                  <c:v>45953</c:v>
                </c:pt>
                <c:pt idx="173">
                  <c:v>45954</c:v>
                </c:pt>
                <c:pt idx="174">
                  <c:v>45955</c:v>
                </c:pt>
                <c:pt idx="175">
                  <c:v>45956</c:v>
                </c:pt>
                <c:pt idx="176">
                  <c:v>45957</c:v>
                </c:pt>
                <c:pt idx="177">
                  <c:v>45958</c:v>
                </c:pt>
                <c:pt idx="178">
                  <c:v>45959</c:v>
                </c:pt>
                <c:pt idx="179">
                  <c:v>45960</c:v>
                </c:pt>
                <c:pt idx="180">
                  <c:v>45961</c:v>
                </c:pt>
                <c:pt idx="181">
                  <c:v>45962</c:v>
                </c:pt>
                <c:pt idx="182">
                  <c:v>45963</c:v>
                </c:pt>
                <c:pt idx="183">
                  <c:v>45964</c:v>
                </c:pt>
                <c:pt idx="184">
                  <c:v>45965</c:v>
                </c:pt>
                <c:pt idx="185">
                  <c:v>45966</c:v>
                </c:pt>
                <c:pt idx="186">
                  <c:v>45967</c:v>
                </c:pt>
                <c:pt idx="187">
                  <c:v>45968</c:v>
                </c:pt>
                <c:pt idx="188">
                  <c:v>45969</c:v>
                </c:pt>
                <c:pt idx="189">
                  <c:v>45970</c:v>
                </c:pt>
                <c:pt idx="190">
                  <c:v>45971</c:v>
                </c:pt>
                <c:pt idx="191">
                  <c:v>45972</c:v>
                </c:pt>
                <c:pt idx="192">
                  <c:v>45973</c:v>
                </c:pt>
                <c:pt idx="193">
                  <c:v>45974</c:v>
                </c:pt>
                <c:pt idx="194">
                  <c:v>45975</c:v>
                </c:pt>
                <c:pt idx="195">
                  <c:v>45976</c:v>
                </c:pt>
                <c:pt idx="196">
                  <c:v>45977</c:v>
                </c:pt>
                <c:pt idx="197">
                  <c:v>45978</c:v>
                </c:pt>
                <c:pt idx="198">
                  <c:v>45979</c:v>
                </c:pt>
                <c:pt idx="199">
                  <c:v>45980</c:v>
                </c:pt>
                <c:pt idx="200">
                  <c:v>45981</c:v>
                </c:pt>
                <c:pt idx="201">
                  <c:v>45982</c:v>
                </c:pt>
                <c:pt idx="202">
                  <c:v>45983</c:v>
                </c:pt>
                <c:pt idx="203">
                  <c:v>45984</c:v>
                </c:pt>
                <c:pt idx="204">
                  <c:v>45985</c:v>
                </c:pt>
                <c:pt idx="205">
                  <c:v>45986</c:v>
                </c:pt>
                <c:pt idx="206">
                  <c:v>45987</c:v>
                </c:pt>
                <c:pt idx="207">
                  <c:v>45988</c:v>
                </c:pt>
                <c:pt idx="208">
                  <c:v>45989</c:v>
                </c:pt>
                <c:pt idx="209">
                  <c:v>45990</c:v>
                </c:pt>
                <c:pt idx="210">
                  <c:v>45991</c:v>
                </c:pt>
                <c:pt idx="211">
                  <c:v>45992</c:v>
                </c:pt>
                <c:pt idx="212">
                  <c:v>45993</c:v>
                </c:pt>
                <c:pt idx="213">
                  <c:v>45994</c:v>
                </c:pt>
                <c:pt idx="214">
                  <c:v>45995</c:v>
                </c:pt>
                <c:pt idx="215">
                  <c:v>45996</c:v>
                </c:pt>
                <c:pt idx="216">
                  <c:v>45997</c:v>
                </c:pt>
                <c:pt idx="217">
                  <c:v>45998</c:v>
                </c:pt>
                <c:pt idx="218">
                  <c:v>45999</c:v>
                </c:pt>
                <c:pt idx="219">
                  <c:v>46000</c:v>
                </c:pt>
                <c:pt idx="220">
                  <c:v>46001</c:v>
                </c:pt>
                <c:pt idx="221">
                  <c:v>46002</c:v>
                </c:pt>
                <c:pt idx="222">
                  <c:v>46003</c:v>
                </c:pt>
                <c:pt idx="223">
                  <c:v>46004</c:v>
                </c:pt>
                <c:pt idx="224">
                  <c:v>46005</c:v>
                </c:pt>
                <c:pt idx="225">
                  <c:v>46006</c:v>
                </c:pt>
                <c:pt idx="226">
                  <c:v>46007</c:v>
                </c:pt>
                <c:pt idx="227">
                  <c:v>46008</c:v>
                </c:pt>
                <c:pt idx="228">
                  <c:v>46009</c:v>
                </c:pt>
                <c:pt idx="229">
                  <c:v>46010</c:v>
                </c:pt>
                <c:pt idx="230">
                  <c:v>46011</c:v>
                </c:pt>
                <c:pt idx="231">
                  <c:v>46012</c:v>
                </c:pt>
                <c:pt idx="232">
                  <c:v>46013</c:v>
                </c:pt>
                <c:pt idx="233">
                  <c:v>46014</c:v>
                </c:pt>
                <c:pt idx="234">
                  <c:v>46015</c:v>
                </c:pt>
                <c:pt idx="235">
                  <c:v>46016</c:v>
                </c:pt>
                <c:pt idx="236">
                  <c:v>46017</c:v>
                </c:pt>
                <c:pt idx="237">
                  <c:v>46018</c:v>
                </c:pt>
                <c:pt idx="238">
                  <c:v>46019</c:v>
                </c:pt>
                <c:pt idx="239">
                  <c:v>46020</c:v>
                </c:pt>
                <c:pt idx="240">
                  <c:v>46021</c:v>
                </c:pt>
                <c:pt idx="241">
                  <c:v>46022</c:v>
                </c:pt>
                <c:pt idx="242">
                  <c:v>46023</c:v>
                </c:pt>
                <c:pt idx="243">
                  <c:v>46024</c:v>
                </c:pt>
                <c:pt idx="244">
                  <c:v>46025</c:v>
                </c:pt>
                <c:pt idx="245">
                  <c:v>46026</c:v>
                </c:pt>
                <c:pt idx="246">
                  <c:v>46027</c:v>
                </c:pt>
                <c:pt idx="247">
                  <c:v>46028</c:v>
                </c:pt>
                <c:pt idx="248">
                  <c:v>46029</c:v>
                </c:pt>
                <c:pt idx="249">
                  <c:v>46030</c:v>
                </c:pt>
                <c:pt idx="250">
                  <c:v>46031</c:v>
                </c:pt>
                <c:pt idx="251">
                  <c:v>46032</c:v>
                </c:pt>
                <c:pt idx="252">
                  <c:v>46033</c:v>
                </c:pt>
                <c:pt idx="253">
                  <c:v>46034</c:v>
                </c:pt>
                <c:pt idx="254">
                  <c:v>46035</c:v>
                </c:pt>
                <c:pt idx="255">
                  <c:v>46036</c:v>
                </c:pt>
                <c:pt idx="256">
                  <c:v>46037</c:v>
                </c:pt>
                <c:pt idx="257">
                  <c:v>46038</c:v>
                </c:pt>
                <c:pt idx="258">
                  <c:v>46039</c:v>
                </c:pt>
                <c:pt idx="259">
                  <c:v>46040</c:v>
                </c:pt>
                <c:pt idx="260">
                  <c:v>46041</c:v>
                </c:pt>
                <c:pt idx="261">
                  <c:v>46042</c:v>
                </c:pt>
                <c:pt idx="262">
                  <c:v>46043</c:v>
                </c:pt>
                <c:pt idx="263">
                  <c:v>46044</c:v>
                </c:pt>
                <c:pt idx="264">
                  <c:v>46045</c:v>
                </c:pt>
                <c:pt idx="265">
                  <c:v>46046</c:v>
                </c:pt>
                <c:pt idx="266">
                  <c:v>46047</c:v>
                </c:pt>
                <c:pt idx="267">
                  <c:v>46048</c:v>
                </c:pt>
                <c:pt idx="268">
                  <c:v>46049</c:v>
                </c:pt>
                <c:pt idx="269">
                  <c:v>46050</c:v>
                </c:pt>
                <c:pt idx="270">
                  <c:v>46051</c:v>
                </c:pt>
                <c:pt idx="271">
                  <c:v>46052</c:v>
                </c:pt>
                <c:pt idx="272">
                  <c:v>46053</c:v>
                </c:pt>
                <c:pt idx="273">
                  <c:v>46054</c:v>
                </c:pt>
                <c:pt idx="274">
                  <c:v>46055</c:v>
                </c:pt>
                <c:pt idx="275">
                  <c:v>46056</c:v>
                </c:pt>
                <c:pt idx="276">
                  <c:v>46057</c:v>
                </c:pt>
                <c:pt idx="277">
                  <c:v>46058</c:v>
                </c:pt>
                <c:pt idx="278">
                  <c:v>46059</c:v>
                </c:pt>
                <c:pt idx="279">
                  <c:v>46060</c:v>
                </c:pt>
                <c:pt idx="280">
                  <c:v>46061</c:v>
                </c:pt>
                <c:pt idx="281">
                  <c:v>46062</c:v>
                </c:pt>
                <c:pt idx="282">
                  <c:v>46063</c:v>
                </c:pt>
                <c:pt idx="283">
                  <c:v>46064</c:v>
                </c:pt>
                <c:pt idx="284">
                  <c:v>46065</c:v>
                </c:pt>
                <c:pt idx="285">
                  <c:v>46066</c:v>
                </c:pt>
                <c:pt idx="286">
                  <c:v>46067</c:v>
                </c:pt>
                <c:pt idx="287">
                  <c:v>46068</c:v>
                </c:pt>
                <c:pt idx="288">
                  <c:v>46069</c:v>
                </c:pt>
                <c:pt idx="289">
                  <c:v>46070</c:v>
                </c:pt>
                <c:pt idx="290">
                  <c:v>46071</c:v>
                </c:pt>
                <c:pt idx="291">
                  <c:v>46072</c:v>
                </c:pt>
                <c:pt idx="292">
                  <c:v>46073</c:v>
                </c:pt>
                <c:pt idx="293">
                  <c:v>46074</c:v>
                </c:pt>
                <c:pt idx="294">
                  <c:v>46075</c:v>
                </c:pt>
                <c:pt idx="295">
                  <c:v>46076</c:v>
                </c:pt>
                <c:pt idx="296">
                  <c:v>46077</c:v>
                </c:pt>
                <c:pt idx="297">
                  <c:v>46078</c:v>
                </c:pt>
                <c:pt idx="298">
                  <c:v>46079</c:v>
                </c:pt>
                <c:pt idx="299">
                  <c:v>46080</c:v>
                </c:pt>
                <c:pt idx="300">
                  <c:v>46081</c:v>
                </c:pt>
                <c:pt idx="301">
                  <c:v>46082</c:v>
                </c:pt>
                <c:pt idx="302">
                  <c:v>46083</c:v>
                </c:pt>
                <c:pt idx="303">
                  <c:v>46084</c:v>
                </c:pt>
                <c:pt idx="304">
                  <c:v>46085</c:v>
                </c:pt>
                <c:pt idx="305">
                  <c:v>46086</c:v>
                </c:pt>
                <c:pt idx="306">
                  <c:v>46087</c:v>
                </c:pt>
                <c:pt idx="307">
                  <c:v>46088</c:v>
                </c:pt>
                <c:pt idx="308">
                  <c:v>46089</c:v>
                </c:pt>
                <c:pt idx="309">
                  <c:v>46090</c:v>
                </c:pt>
                <c:pt idx="310">
                  <c:v>46091</c:v>
                </c:pt>
                <c:pt idx="311">
                  <c:v>46092</c:v>
                </c:pt>
                <c:pt idx="312">
                  <c:v>46093</c:v>
                </c:pt>
                <c:pt idx="313">
                  <c:v>46094</c:v>
                </c:pt>
                <c:pt idx="314">
                  <c:v>46095</c:v>
                </c:pt>
                <c:pt idx="315">
                  <c:v>46096</c:v>
                </c:pt>
                <c:pt idx="316">
                  <c:v>46097</c:v>
                </c:pt>
                <c:pt idx="317">
                  <c:v>46098</c:v>
                </c:pt>
                <c:pt idx="318">
                  <c:v>46099</c:v>
                </c:pt>
                <c:pt idx="319">
                  <c:v>46100</c:v>
                </c:pt>
                <c:pt idx="320">
                  <c:v>46101</c:v>
                </c:pt>
                <c:pt idx="321">
                  <c:v>46102</c:v>
                </c:pt>
                <c:pt idx="322">
                  <c:v>46103</c:v>
                </c:pt>
                <c:pt idx="323">
                  <c:v>46104</c:v>
                </c:pt>
                <c:pt idx="324">
                  <c:v>46105</c:v>
                </c:pt>
                <c:pt idx="325">
                  <c:v>46106</c:v>
                </c:pt>
                <c:pt idx="326">
                  <c:v>46107</c:v>
                </c:pt>
                <c:pt idx="327">
                  <c:v>46108</c:v>
                </c:pt>
                <c:pt idx="328">
                  <c:v>46109</c:v>
                </c:pt>
                <c:pt idx="329">
                  <c:v>46110</c:v>
                </c:pt>
                <c:pt idx="330">
                  <c:v>46111</c:v>
                </c:pt>
                <c:pt idx="331">
                  <c:v>46112</c:v>
                </c:pt>
                <c:pt idx="332">
                  <c:v>46113</c:v>
                </c:pt>
                <c:pt idx="333">
                  <c:v>46114</c:v>
                </c:pt>
                <c:pt idx="334">
                  <c:v>46115</c:v>
                </c:pt>
                <c:pt idx="335">
                  <c:v>46116</c:v>
                </c:pt>
                <c:pt idx="336">
                  <c:v>46117</c:v>
                </c:pt>
                <c:pt idx="337">
                  <c:v>46118</c:v>
                </c:pt>
                <c:pt idx="338">
                  <c:v>46119</c:v>
                </c:pt>
                <c:pt idx="339">
                  <c:v>46120</c:v>
                </c:pt>
                <c:pt idx="340">
                  <c:v>46121</c:v>
                </c:pt>
                <c:pt idx="341">
                  <c:v>46122</c:v>
                </c:pt>
                <c:pt idx="342">
                  <c:v>46123</c:v>
                </c:pt>
                <c:pt idx="343">
                  <c:v>46124</c:v>
                </c:pt>
                <c:pt idx="344">
                  <c:v>46125</c:v>
                </c:pt>
                <c:pt idx="345">
                  <c:v>46126</c:v>
                </c:pt>
                <c:pt idx="346">
                  <c:v>46127</c:v>
                </c:pt>
                <c:pt idx="347">
                  <c:v>46128</c:v>
                </c:pt>
                <c:pt idx="348">
                  <c:v>46129</c:v>
                </c:pt>
                <c:pt idx="349">
                  <c:v>46130</c:v>
                </c:pt>
                <c:pt idx="350">
                  <c:v>46131</c:v>
                </c:pt>
                <c:pt idx="351">
                  <c:v>46132</c:v>
                </c:pt>
                <c:pt idx="352">
                  <c:v>46133</c:v>
                </c:pt>
                <c:pt idx="353">
                  <c:v>46134</c:v>
                </c:pt>
                <c:pt idx="354">
                  <c:v>46135</c:v>
                </c:pt>
                <c:pt idx="355">
                  <c:v>46136</c:v>
                </c:pt>
                <c:pt idx="356">
                  <c:v>46137</c:v>
                </c:pt>
                <c:pt idx="357">
                  <c:v>46138</c:v>
                </c:pt>
                <c:pt idx="358">
                  <c:v>46139</c:v>
                </c:pt>
                <c:pt idx="359">
                  <c:v>46140</c:v>
                </c:pt>
                <c:pt idx="360">
                  <c:v>46141</c:v>
                </c:pt>
                <c:pt idx="361">
                  <c:v>46142</c:v>
                </c:pt>
                <c:pt idx="362">
                  <c:v>46143</c:v>
                </c:pt>
                <c:pt idx="363">
                  <c:v>46144</c:v>
                </c:pt>
                <c:pt idx="364">
                  <c:v>46145</c:v>
                </c:pt>
                <c:pt idx="365">
                  <c:v>46146</c:v>
                </c:pt>
                <c:pt idx="366">
                  <c:v>46147</c:v>
                </c:pt>
              </c:numCache>
            </c:numRef>
          </c:cat>
          <c:val>
            <c:numRef>
              <c:f>Frontpage!$R$4:$R$370</c:f>
              <c:numCache>
                <c:formatCode>_(* #,##0_);_(* \(#,##0\);_(* "-"??_);_(@_)</c:formatCode>
                <c:ptCount val="367"/>
                <c:pt idx="0">
                  <c:v>100</c:v>
                </c:pt>
                <c:pt idx="1">
                  <c:v>101.58311345646437</c:v>
                </c:pt>
                <c:pt idx="2">
                  <c:v>100.26385224274405</c:v>
                </c:pt>
                <c:pt idx="3">
                  <c:v>100.26385224274405</c:v>
                </c:pt>
                <c:pt idx="4">
                  <c:v>101.58311345646437</c:v>
                </c:pt>
                <c:pt idx="5">
                  <c:v>100.79155672823219</c:v>
                </c:pt>
                <c:pt idx="6">
                  <c:v>100.79155672823219</c:v>
                </c:pt>
                <c:pt idx="7">
                  <c:v>100.79155672823219</c:v>
                </c:pt>
                <c:pt idx="8">
                  <c:v>101.58311345646437</c:v>
                </c:pt>
                <c:pt idx="9">
                  <c:v>103.95778364116094</c:v>
                </c:pt>
                <c:pt idx="10">
                  <c:v>105.0131926121372</c:v>
                </c:pt>
                <c:pt idx="11">
                  <c:v>104.74934036939314</c:v>
                </c:pt>
                <c:pt idx="12">
                  <c:v>102.63852242744062</c:v>
                </c:pt>
                <c:pt idx="13">
                  <c:v>102.63852242744062</c:v>
                </c:pt>
                <c:pt idx="14">
                  <c:v>102.63852242744062</c:v>
                </c:pt>
                <c:pt idx="15">
                  <c:v>102.11081794195252</c:v>
                </c:pt>
                <c:pt idx="16">
                  <c:v>105.0131926121372</c:v>
                </c:pt>
                <c:pt idx="17">
                  <c:v>106.86015831134566</c:v>
                </c:pt>
                <c:pt idx="18">
                  <c:v>111.34564643799472</c:v>
                </c:pt>
                <c:pt idx="19">
                  <c:v>112.92875989445909</c:v>
                </c:pt>
                <c:pt idx="20">
                  <c:v>112.92875989445909</c:v>
                </c:pt>
                <c:pt idx="21">
                  <c:v>112.92875989445909</c:v>
                </c:pt>
                <c:pt idx="22">
                  <c:v>115.56728232189974</c:v>
                </c:pt>
                <c:pt idx="23">
                  <c:v>116.35883905013193</c:v>
                </c:pt>
                <c:pt idx="24">
                  <c:v>114.77572559366756</c:v>
                </c:pt>
                <c:pt idx="25">
                  <c:v>120.84432717678099</c:v>
                </c:pt>
                <c:pt idx="26">
                  <c:v>119.78891820580475</c:v>
                </c:pt>
                <c:pt idx="27">
                  <c:v>119.78891820580475</c:v>
                </c:pt>
                <c:pt idx="28">
                  <c:v>119.78891820580475</c:v>
                </c:pt>
                <c:pt idx="29">
                  <c:v>122.95514511873351</c:v>
                </c:pt>
                <c:pt idx="30">
                  <c:v>122.16358839050132</c:v>
                </c:pt>
                <c:pt idx="31">
                  <c:v>130.07915567282322</c:v>
                </c:pt>
                <c:pt idx="32">
                  <c:v>128.23218997361479</c:v>
                </c:pt>
                <c:pt idx="33">
                  <c:v>127.17678100263852</c:v>
                </c:pt>
                <c:pt idx="34">
                  <c:v>127.17678100263852</c:v>
                </c:pt>
                <c:pt idx="35">
                  <c:v>127.17678100263852</c:v>
                </c:pt>
                <c:pt idx="36">
                  <c:v>121.89973614775727</c:v>
                </c:pt>
                <c:pt idx="37">
                  <c:v>120.84432717678099</c:v>
                </c:pt>
                <c:pt idx="38">
                  <c:v>119.78891820580475</c:v>
                </c:pt>
                <c:pt idx="39">
                  <c:v>121.89973614775727</c:v>
                </c:pt>
                <c:pt idx="40">
                  <c:v>119.5250659630607</c:v>
                </c:pt>
                <c:pt idx="41">
                  <c:v>119.5250659630607</c:v>
                </c:pt>
                <c:pt idx="42">
                  <c:v>119.5250659630607</c:v>
                </c:pt>
                <c:pt idx="43">
                  <c:v>122.95514511873351</c:v>
                </c:pt>
                <c:pt idx="44">
                  <c:v>123.74670184696571</c:v>
                </c:pt>
                <c:pt idx="45">
                  <c:v>121.63588390501319</c:v>
                </c:pt>
                <c:pt idx="46">
                  <c:v>122.16358839050132</c:v>
                </c:pt>
                <c:pt idx="47">
                  <c:v>124.01055408970976</c:v>
                </c:pt>
                <c:pt idx="48">
                  <c:v>124.01055408970976</c:v>
                </c:pt>
                <c:pt idx="49">
                  <c:v>124.01055408970976</c:v>
                </c:pt>
                <c:pt idx="50">
                  <c:v>120.84432717678099</c:v>
                </c:pt>
                <c:pt idx="51">
                  <c:v>123.21899736147756</c:v>
                </c:pt>
                <c:pt idx="52">
                  <c:v>123.21899736147756</c:v>
                </c:pt>
                <c:pt idx="53">
                  <c:v>122.69129287598946</c:v>
                </c:pt>
                <c:pt idx="54">
                  <c:v>121.10817941952507</c:v>
                </c:pt>
                <c:pt idx="55">
                  <c:v>121.10817941952507</c:v>
                </c:pt>
                <c:pt idx="56">
                  <c:v>121.10817941952507</c:v>
                </c:pt>
                <c:pt idx="57">
                  <c:v>120.58047493403694</c:v>
                </c:pt>
                <c:pt idx="58">
                  <c:v>118.99736147757255</c:v>
                </c:pt>
                <c:pt idx="59">
                  <c:v>119.5250659630607</c:v>
                </c:pt>
                <c:pt idx="60">
                  <c:v>122.42744063324538</c:v>
                </c:pt>
                <c:pt idx="61">
                  <c:v>123.48284960422164</c:v>
                </c:pt>
                <c:pt idx="62">
                  <c:v>123.48284960422164</c:v>
                </c:pt>
                <c:pt idx="63">
                  <c:v>123.48284960422164</c:v>
                </c:pt>
                <c:pt idx="64">
                  <c:v>124.80211081794195</c:v>
                </c:pt>
                <c:pt idx="65">
                  <c:v>125.32981530343008</c:v>
                </c:pt>
                <c:pt idx="66">
                  <c:v>125.32981530343008</c:v>
                </c:pt>
                <c:pt idx="67">
                  <c:v>125.06596306068603</c:v>
                </c:pt>
                <c:pt idx="68">
                  <c:v>129.28759894459102</c:v>
                </c:pt>
                <c:pt idx="69">
                  <c:v>129.28759894459102</c:v>
                </c:pt>
                <c:pt idx="70">
                  <c:v>129.28759894459102</c:v>
                </c:pt>
                <c:pt idx="71">
                  <c:v>133.50923482849603</c:v>
                </c:pt>
                <c:pt idx="72">
                  <c:v>129.81530343007915</c:v>
                </c:pt>
                <c:pt idx="73">
                  <c:v>130.34300791556728</c:v>
                </c:pt>
                <c:pt idx="74">
                  <c:v>129.55145118733509</c:v>
                </c:pt>
                <c:pt idx="75">
                  <c:v>132.71767810026384</c:v>
                </c:pt>
                <c:pt idx="76">
                  <c:v>132.71767810026384</c:v>
                </c:pt>
                <c:pt idx="77">
                  <c:v>132.71767810026384</c:v>
                </c:pt>
                <c:pt idx="78">
                  <c:v>134.03693931398416</c:v>
                </c:pt>
                <c:pt idx="79">
                  <c:v>143.2717678100264</c:v>
                </c:pt>
                <c:pt idx="80">
                  <c:v>142.21635883905012</c:v>
                </c:pt>
                <c:pt idx="81">
                  <c:v>142.74406332453827</c:v>
                </c:pt>
                <c:pt idx="82">
                  <c:v>146.17414248021109</c:v>
                </c:pt>
                <c:pt idx="83">
                  <c:v>146.17414248021109</c:v>
                </c:pt>
                <c:pt idx="84">
                  <c:v>146.17414248021109</c:v>
                </c:pt>
                <c:pt idx="85">
                  <c:v>154.88126649076517</c:v>
                </c:pt>
                <c:pt idx="86">
                  <c:v>144.0633245382586</c:v>
                </c:pt>
                <c:pt idx="87">
                  <c:v>140.36939313984169</c:v>
                </c:pt>
                <c:pt idx="88">
                  <c:v>142.48021108179421</c:v>
                </c:pt>
                <c:pt idx="89">
                  <c:v>138.25857519788917</c:v>
                </c:pt>
                <c:pt idx="90">
                  <c:v>138.25857519788917</c:v>
                </c:pt>
                <c:pt idx="91">
                  <c:v>138.25857519788917</c:v>
                </c:pt>
                <c:pt idx="92">
                  <c:v>142.74406332453827</c:v>
                </c:pt>
                <c:pt idx="93">
                  <c:v>141.68865435356201</c:v>
                </c:pt>
                <c:pt idx="94">
                  <c:v>144.5910290237467</c:v>
                </c:pt>
                <c:pt idx="95">
                  <c:v>143.00791556728231</c:v>
                </c:pt>
                <c:pt idx="96">
                  <c:v>140.89709762532982</c:v>
                </c:pt>
                <c:pt idx="97">
                  <c:v>140.89709762532982</c:v>
                </c:pt>
                <c:pt idx="98">
                  <c:v>140.89709762532982</c:v>
                </c:pt>
                <c:pt idx="99">
                  <c:v>147.22955145118735</c:v>
                </c:pt>
                <c:pt idx="100">
                  <c:v>145.64643799472296</c:v>
                </c:pt>
                <c:pt idx="101">
                  <c:v>146.17414248021109</c:v>
                </c:pt>
                <c:pt idx="102">
                  <c:v>149.34036939313984</c:v>
                </c:pt>
                <c:pt idx="103">
                  <c:v>156.7282321899736</c:v>
                </c:pt>
                <c:pt idx="104">
                  <c:v>156.7282321899736</c:v>
                </c:pt>
                <c:pt idx="105">
                  <c:v>156.7282321899736</c:v>
                </c:pt>
                <c:pt idx="106">
                  <c:v>160.94986807387863</c:v>
                </c:pt>
                <c:pt idx="107">
                  <c:v>164.11609498680738</c:v>
                </c:pt>
                <c:pt idx="108">
                  <c:v>159.36675461741424</c:v>
                </c:pt>
                <c:pt idx="109">
                  <c:v>164.11609498680738</c:v>
                </c:pt>
                <c:pt idx="110">
                  <c:v>152.77044854881265</c:v>
                </c:pt>
                <c:pt idx="111">
                  <c:v>152.77044854881265</c:v>
                </c:pt>
                <c:pt idx="112">
                  <c:v>152.77044854881265</c:v>
                </c:pt>
                <c:pt idx="113">
                  <c:v>142.21635883905012</c:v>
                </c:pt>
                <c:pt idx="114">
                  <c:v>150.92348284960423</c:v>
                </c:pt>
                <c:pt idx="115">
                  <c:v>149.34036939313984</c:v>
                </c:pt>
                <c:pt idx="116">
                  <c:v>154.35356200527704</c:v>
                </c:pt>
                <c:pt idx="117">
                  <c:v>156.7282321899736</c:v>
                </c:pt>
                <c:pt idx="118">
                  <c:v>156.7282321899736</c:v>
                </c:pt>
                <c:pt idx="119">
                  <c:v>156.7282321899736</c:v>
                </c:pt>
                <c:pt idx="120">
                  <c:v>156.7282321899736</c:v>
                </c:pt>
                <c:pt idx="121">
                  <c:v>156.7282321899736</c:v>
                </c:pt>
                <c:pt idx="122">
                  <c:v>159.36675461741424</c:v>
                </c:pt>
                <c:pt idx="123">
                  <c:v>157.25593667546173</c:v>
                </c:pt>
                <c:pt idx="124">
                  <c:v>151.71503957783642</c:v>
                </c:pt>
                <c:pt idx="125">
                  <c:v>151.71503957783642</c:v>
                </c:pt>
                <c:pt idx="126">
                  <c:v>151.71503957783642</c:v>
                </c:pt>
                <c:pt idx="127">
                  <c:v>141.16094986807389</c:v>
                </c:pt>
                <c:pt idx="128">
                  <c:v>143.53562005277044</c:v>
                </c:pt>
                <c:pt idx="129">
                  <c:v>141.95250659630608</c:v>
                </c:pt>
                <c:pt idx="130">
                  <c:v>142.48021108179421</c:v>
                </c:pt>
                <c:pt idx="131">
                  <c:v>143.53562005277044</c:v>
                </c:pt>
                <c:pt idx="132">
                  <c:v>143.53562005277044</c:v>
                </c:pt>
                <c:pt idx="133">
                  <c:v>143.53562005277044</c:v>
                </c:pt>
                <c:pt idx="134">
                  <c:v>145.11873350923483</c:v>
                </c:pt>
                <c:pt idx="135">
                  <c:v>145.11873350923483</c:v>
                </c:pt>
                <c:pt idx="136">
                  <c:v>141.42480211081795</c:v>
                </c:pt>
                <c:pt idx="137">
                  <c:v>140.63324538258576</c:v>
                </c:pt>
                <c:pt idx="138">
                  <c:v>137.73087071240107</c:v>
                </c:pt>
                <c:pt idx="139">
                  <c:v>137.73087071240107</c:v>
                </c:pt>
                <c:pt idx="140">
                  <c:v>137.73087071240107</c:v>
                </c:pt>
                <c:pt idx="141">
                  <c:v>131.92612137203164</c:v>
                </c:pt>
                <c:pt idx="142">
                  <c:v>132.98153034300793</c:v>
                </c:pt>
                <c:pt idx="143">
                  <c:v>137.20316622691294</c:v>
                </c:pt>
                <c:pt idx="144">
                  <c:v>138.25857519788917</c:v>
                </c:pt>
                <c:pt idx="145">
                  <c:v>135.62005277044855</c:v>
                </c:pt>
                <c:pt idx="146">
                  <c:v>135.62005277044855</c:v>
                </c:pt>
                <c:pt idx="147">
                  <c:v>135.62005277044855</c:v>
                </c:pt>
                <c:pt idx="148">
                  <c:v>135.35620052770449</c:v>
                </c:pt>
                <c:pt idx="149">
                  <c:v>137.20316622691294</c:v>
                </c:pt>
                <c:pt idx="150">
                  <c:v>138.7862796833773</c:v>
                </c:pt>
                <c:pt idx="151">
                  <c:v>135.35620052770449</c:v>
                </c:pt>
                <c:pt idx="152">
                  <c:v>132.98153034300793</c:v>
                </c:pt>
                <c:pt idx="153">
                  <c:v>132.98153034300793</c:v>
                </c:pt>
                <c:pt idx="154">
                  <c:v>132.98153034300793</c:v>
                </c:pt>
                <c:pt idx="155">
                  <c:v>138.7862796833773</c:v>
                </c:pt>
                <c:pt idx="156">
                  <c:v>135.35620052770449</c:v>
                </c:pt>
                <c:pt idx="157">
                  <c:v>137.20316622691294</c:v>
                </c:pt>
                <c:pt idx="158">
                  <c:v>141.16094986807389</c:v>
                </c:pt>
                <c:pt idx="159">
                  <c:v>141.42480211081795</c:v>
                </c:pt>
                <c:pt idx="160">
                  <c:v>141.42480211081795</c:v>
                </c:pt>
                <c:pt idx="161">
                  <c:v>141.42480211081795</c:v>
                </c:pt>
                <c:pt idx="162">
                  <c:v>139.84168865435356</c:v>
                </c:pt>
                <c:pt idx="163">
                  <c:v>139.84168865435356</c:v>
                </c:pt>
                <c:pt idx="164">
                  <c:v>141.16094986807389</c:v>
                </c:pt>
                <c:pt idx="165">
                  <c:v>140.36939313984169</c:v>
                </c:pt>
                <c:pt idx="166">
                  <c:v>136.14775725593668</c:v>
                </c:pt>
                <c:pt idx="167">
                  <c:v>136.14775725593668</c:v>
                </c:pt>
                <c:pt idx="168">
                  <c:v>136.14775725593668</c:v>
                </c:pt>
                <c:pt idx="169">
                  <c:v>126.64907651715041</c:v>
                </c:pt>
                <c:pt idx="170">
                  <c:v>125.59366754617413</c:v>
                </c:pt>
                <c:pt idx="171">
                  <c:v>123.48284960422164</c:v>
                </c:pt>
                <c:pt idx="172">
                  <c:v>121.89973614775727</c:v>
                </c:pt>
                <c:pt idx="173">
                  <c:v>119.26121372031662</c:v>
                </c:pt>
                <c:pt idx="174">
                  <c:v>119.26121372031662</c:v>
                </c:pt>
                <c:pt idx="175">
                  <c:v>119.26121372031662</c:v>
                </c:pt>
                <c:pt idx="176">
                  <c:v>118.46965699208442</c:v>
                </c:pt>
                <c:pt idx="177">
                  <c:v>120.58047493403694</c:v>
                </c:pt>
                <c:pt idx="178">
                  <c:v>122.42744063324538</c:v>
                </c:pt>
                <c:pt idx="179">
                  <c:v>119.5250659630607</c:v>
                </c:pt>
                <c:pt idx="180">
                  <c:v>116.88654353562005</c:v>
                </c:pt>
                <c:pt idx="181">
                  <c:v>116.88654353562005</c:v>
                </c:pt>
                <c:pt idx="182">
                  <c:v>116.88654353562005</c:v>
                </c:pt>
                <c:pt idx="183">
                  <c:v>113.45646437994723</c:v>
                </c:pt>
                <c:pt idx="184">
                  <c:v>118.7335092348285</c:v>
                </c:pt>
                <c:pt idx="185">
                  <c:v>117.67810026385223</c:v>
                </c:pt>
                <c:pt idx="186">
                  <c:v>114.77572559366756</c:v>
                </c:pt>
                <c:pt idx="187">
                  <c:v>113.19261213720317</c:v>
                </c:pt>
                <c:pt idx="188">
                  <c:v>113.19261213720317</c:v>
                </c:pt>
                <c:pt idx="189">
                  <c:v>113.19261213720317</c:v>
                </c:pt>
                <c:pt idx="190">
                  <c:v>109.76253298153034</c:v>
                </c:pt>
                <c:pt idx="191">
                  <c:v>110.29023746701847</c:v>
                </c:pt>
                <c:pt idx="192">
                  <c:v>113.98416886543536</c:v>
                </c:pt>
                <c:pt idx="193">
                  <c:v>112.66490765171504</c:v>
                </c:pt>
                <c:pt idx="194">
                  <c:v>112.66490765171504</c:v>
                </c:pt>
                <c:pt idx="195">
                  <c:v>112.66490765171504</c:v>
                </c:pt>
                <c:pt idx="196">
                  <c:v>112.66490765171504</c:v>
                </c:pt>
                <c:pt idx="197">
                  <c:v>116.88654353562005</c:v>
                </c:pt>
                <c:pt idx="198">
                  <c:v>118.7335092348285</c:v>
                </c:pt>
                <c:pt idx="199">
                  <c:v>118.7335092348285</c:v>
                </c:pt>
                <c:pt idx="200">
                  <c:v>118.46965699208442</c:v>
                </c:pt>
                <c:pt idx="201">
                  <c:v>117.67810026385223</c:v>
                </c:pt>
                <c:pt idx="202">
                  <c:v>117.67810026385223</c:v>
                </c:pt>
                <c:pt idx="203">
                  <c:v>117.67810026385223</c:v>
                </c:pt>
                <c:pt idx="204">
                  <c:v>116.88654353562005</c:v>
                </c:pt>
                <c:pt idx="205">
                  <c:v>111.08179419525067</c:v>
                </c:pt>
                <c:pt idx="206">
                  <c:v>117.15039577836413</c:v>
                </c:pt>
                <c:pt idx="207">
                  <c:v>117.41424802110818</c:v>
                </c:pt>
                <c:pt idx="208">
                  <c:v>116.09498680738785</c:v>
                </c:pt>
                <c:pt idx="209">
                  <c:v>116.09498680738785</c:v>
                </c:pt>
                <c:pt idx="210">
                  <c:v>116.09498680738785</c:v>
                </c:pt>
                <c:pt idx="211">
                  <c:v>114.77572559366756</c:v>
                </c:pt>
                <c:pt idx="212">
                  <c:v>117.41424802110818</c:v>
                </c:pt>
                <c:pt idx="213">
                  <c:v>118.99736147757255</c:v>
                </c:pt>
                <c:pt idx="214">
                  <c:v>118.7335092348285</c:v>
                </c:pt>
                <c:pt idx="215">
                  <c:v>120.05277044854881</c:v>
                </c:pt>
                <c:pt idx="216">
                  <c:v>120.05277044854881</c:v>
                </c:pt>
                <c:pt idx="217">
                  <c:v>120.05277044854881</c:v>
                </c:pt>
                <c:pt idx="218">
                  <c:v>117.67810026385223</c:v>
                </c:pt>
                <c:pt idx="219">
                  <c:v>118.99736147757255</c:v>
                </c:pt>
                <c:pt idx="220">
                  <c:v>118.46965699208442</c:v>
                </c:pt>
                <c:pt idx="221">
                  <c:v>117.41424802110818</c:v>
                </c:pt>
                <c:pt idx="222">
                  <c:v>109.23482849604223</c:v>
                </c:pt>
                <c:pt idx="223">
                  <c:v>109.23482849604223</c:v>
                </c:pt>
                <c:pt idx="224">
                  <c:v>109.23482849604223</c:v>
                </c:pt>
                <c:pt idx="225">
                  <c:v>106.33245382585753</c:v>
                </c:pt>
                <c:pt idx="226">
                  <c:v>113.72031662269129</c:v>
                </c:pt>
                <c:pt idx="227">
                  <c:v>114.24802110817942</c:v>
                </c:pt>
                <c:pt idx="228">
                  <c:v>113.19261213720317</c:v>
                </c:pt>
                <c:pt idx="229">
                  <c:v>113.45646437994723</c:v>
                </c:pt>
                <c:pt idx="230">
                  <c:v>113.45646437994723</c:v>
                </c:pt>
                <c:pt idx="231">
                  <c:v>113.45646437994723</c:v>
                </c:pt>
                <c:pt idx="232">
                  <c:v>118.7335092348285</c:v>
                </c:pt>
                <c:pt idx="233">
                  <c:v>118.46965699208442</c:v>
                </c:pt>
                <c:pt idx="234">
                  <c:v>118.20580474934037</c:v>
                </c:pt>
                <c:pt idx="235">
                  <c:v>116.09498680738785</c:v>
                </c:pt>
                <c:pt idx="236">
                  <c:v>113.72031662269129</c:v>
                </c:pt>
                <c:pt idx="237">
                  <c:v>113.72031662269129</c:v>
                </c:pt>
                <c:pt idx="238">
                  <c:v>113.72031662269129</c:v>
                </c:pt>
                <c:pt idx="239">
                  <c:v>112.40105540897099</c:v>
                </c:pt>
                <c:pt idx="240">
                  <c:v>114.24802110817942</c:v>
                </c:pt>
                <c:pt idx="241">
                  <c:v>112.40105540897099</c:v>
                </c:pt>
                <c:pt idx="242">
                  <c:v>112.40105540897099</c:v>
                </c:pt>
                <c:pt idx="243">
                  <c:v>112.40105540897099</c:v>
                </c:pt>
                <c:pt idx="244">
                  <c:v>112.40105540897099</c:v>
                </c:pt>
                <c:pt idx="245">
                  <c:v>112.40105540897099</c:v>
                </c:pt>
                <c:pt idx="246">
                  <c:v>110.55408970976252</c:v>
                </c:pt>
                <c:pt idx="247">
                  <c:v>111.87335092348285</c:v>
                </c:pt>
                <c:pt idx="248">
                  <c:v>114.77572559366756</c:v>
                </c:pt>
                <c:pt idx="249">
                  <c:v>115.30343007915566</c:v>
                </c:pt>
                <c:pt idx="250">
                  <c:v>112.40105540897099</c:v>
                </c:pt>
                <c:pt idx="251">
                  <c:v>112.40105540897099</c:v>
                </c:pt>
                <c:pt idx="252">
                  <c:v>112.40105540897099</c:v>
                </c:pt>
                <c:pt idx="253">
                  <c:v>116.09498680738785</c:v>
                </c:pt>
                <c:pt idx="254">
                  <c:v>124.01055408970976</c:v>
                </c:pt>
                <c:pt idx="255">
                  <c:v>121.63588390501319</c:v>
                </c:pt>
                <c:pt idx="256">
                  <c:v>121.89973614775727</c:v>
                </c:pt>
                <c:pt idx="257">
                  <c:v>121.37203166226914</c:v>
                </c:pt>
                <c:pt idx="258">
                  <c:v>121.37203166226914</c:v>
                </c:pt>
                <c:pt idx="259">
                  <c:v>121.37203166226914</c:v>
                </c:pt>
                <c:pt idx="260">
                  <c:v>121.89973614775727</c:v>
                </c:pt>
                <c:pt idx="261">
                  <c:v>120.84432717678099</c:v>
                </c:pt>
                <c:pt idx="262">
                  <c:v>117.15039577836413</c:v>
                </c:pt>
                <c:pt idx="263">
                  <c:v>118.20580474934037</c:v>
                </c:pt>
                <c:pt idx="264">
                  <c:v>118.99736147757255</c:v>
                </c:pt>
                <c:pt idx="265">
                  <c:v>118.99736147757255</c:v>
                </c:pt>
                <c:pt idx="266">
                  <c:v>118.99736147757255</c:v>
                </c:pt>
                <c:pt idx="267">
                  <c:v>113.98416886543536</c:v>
                </c:pt>
                <c:pt idx="268">
                  <c:v>110.8179419525066</c:v>
                </c:pt>
                <c:pt idx="269">
                  <c:v>110.02638522427442</c:v>
                </c:pt>
                <c:pt idx="270">
                  <c:v>110.55408970976252</c:v>
                </c:pt>
                <c:pt idx="271">
                  <c:v>110.02638522427442</c:v>
                </c:pt>
                <c:pt idx="272">
                  <c:v>110.02638522427442</c:v>
                </c:pt>
                <c:pt idx="273">
                  <c:v>110.02638522427442</c:v>
                </c:pt>
                <c:pt idx="274">
                  <c:v>108.97097625329815</c:v>
                </c:pt>
                <c:pt idx="275">
                  <c:v>113.45646437994723</c:v>
                </c:pt>
                <c:pt idx="276">
                  <c:v>113.19261213720317</c:v>
                </c:pt>
                <c:pt idx="277">
                  <c:v>110.8179419525066</c:v>
                </c:pt>
                <c:pt idx="278">
                  <c:v>108.7071240105541</c:v>
                </c:pt>
                <c:pt idx="279">
                  <c:v>108.7071240105541</c:v>
                </c:pt>
                <c:pt idx="280">
                  <c:v>108.7071240105541</c:v>
                </c:pt>
                <c:pt idx="281">
                  <c:v>108.17941952506595</c:v>
                </c:pt>
                <c:pt idx="282">
                  <c:v>105.54089709762533</c:v>
                </c:pt>
                <c:pt idx="283">
                  <c:v>112.92875989445909</c:v>
                </c:pt>
                <c:pt idx="284">
                  <c:v>117.94195250659631</c:v>
                </c:pt>
                <c:pt idx="285">
                  <c:v>121.89973614775727</c:v>
                </c:pt>
                <c:pt idx="286">
                  <c:v>121.89973614775727</c:v>
                </c:pt>
                <c:pt idx="287">
                  <c:v>121.89973614775727</c:v>
                </c:pt>
                <c:pt idx="288">
                  <c:v>121.89973614775727</c:v>
                </c:pt>
                <c:pt idx="289">
                  <c:v>121.89973614775727</c:v>
                </c:pt>
                <c:pt idx="290">
                  <c:v>121.89973614775727</c:v>
                </c:pt>
                <c:pt idx="291">
                  <c:v>121.89973614775727</c:v>
                </c:pt>
                <c:pt idx="292">
                  <c:v>121.89973614775727</c:v>
                </c:pt>
                <c:pt idx="293">
                  <c:v>121.89973614775727</c:v>
                </c:pt>
                <c:pt idx="294">
                  <c:v>121.89973614775727</c:v>
                </c:pt>
                <c:pt idx="295">
                  <c:v>123.48284960422164</c:v>
                </c:pt>
                <c:pt idx="296">
                  <c:v>127.70448548812665</c:v>
                </c:pt>
                <c:pt idx="297">
                  <c:v>124.53825857519789</c:v>
                </c:pt>
                <c:pt idx="298">
                  <c:v>126.12137203166228</c:v>
                </c:pt>
                <c:pt idx="299">
                  <c:v>123.48284960422164</c:v>
                </c:pt>
                <c:pt idx="300">
                  <c:v>123.48284960422164</c:v>
                </c:pt>
                <c:pt idx="301">
                  <c:v>123.48284960422164</c:v>
                </c:pt>
                <c:pt idx="302">
                  <c:v>119.78891820580475</c:v>
                </c:pt>
                <c:pt idx="303">
                  <c:v>120.31662269129288</c:v>
                </c:pt>
                <c:pt idx="304">
                  <c:v>118.7335092348285</c:v>
                </c:pt>
                <c:pt idx="305">
                  <c:v>117.94195250659631</c:v>
                </c:pt>
                <c:pt idx="306">
                  <c:v>116.35883905013193</c:v>
                </c:pt>
                <c:pt idx="307">
                  <c:v>116.35883905013193</c:v>
                </c:pt>
                <c:pt idx="308">
                  <c:v>116.35883905013193</c:v>
                </c:pt>
                <c:pt idx="309">
                  <c:v>108.44327176781003</c:v>
                </c:pt>
                <c:pt idx="310">
                  <c:v>111.08179419525067</c:v>
                </c:pt>
                <c:pt idx="311">
                  <c:v>118.46965699208442</c:v>
                </c:pt>
                <c:pt idx="312">
                  <c:v>118.99736147757255</c:v>
                </c:pt>
                <c:pt idx="313">
                  <c:v>118.7335092348285</c:v>
                </c:pt>
                <c:pt idx="314">
                  <c:v>118.7335092348285</c:v>
                </c:pt>
                <c:pt idx="315">
                  <c:v>118.7335092348285</c:v>
                </c:pt>
                <c:pt idx="316">
                  <c:v>117.94195250659631</c:v>
                </c:pt>
                <c:pt idx="317">
                  <c:v>121.37203166226914</c:v>
                </c:pt>
                <c:pt idx="318">
                  <c:v>120.58047493403694</c:v>
                </c:pt>
                <c:pt idx="319">
                  <c:v>117.94195250659631</c:v>
                </c:pt>
                <c:pt idx="320">
                  <c:v>117.41424802110818</c:v>
                </c:pt>
                <c:pt idx="321">
                  <c:v>117.41424802110818</c:v>
                </c:pt>
                <c:pt idx="322">
                  <c:v>117.41424802110818</c:v>
                </c:pt>
                <c:pt idx="323">
                  <c:v>112.13720316622691</c:v>
                </c:pt>
                <c:pt idx="324">
                  <c:v>116.88654353562005</c:v>
                </c:pt>
                <c:pt idx="325">
                  <c:v>118.99736147757255</c:v>
                </c:pt>
                <c:pt idx="326">
                  <c:v>118.20580474934037</c:v>
                </c:pt>
                <c:pt idx="327">
                  <c:v>120.05277044854881</c:v>
                </c:pt>
                <c:pt idx="328">
                  <c:v>120.05277044854881</c:v>
                </c:pt>
                <c:pt idx="329">
                  <c:v>120.05277044854881</c:v>
                </c:pt>
                <c:pt idx="330">
                  <c:v>121.37203166226914</c:v>
                </c:pt>
                <c:pt idx="331">
                  <c:v>124.53825857519789</c:v>
                </c:pt>
                <c:pt idx="332">
                  <c:v>123.48284960422164</c:v>
                </c:pt>
                <c:pt idx="333">
                  <c:v>120.58047493403694</c:v>
                </c:pt>
                <c:pt idx="334">
                  <c:v>116.88654353562005</c:v>
                </c:pt>
                <c:pt idx="335">
                  <c:v>116.88654353562005</c:v>
                </c:pt>
                <c:pt idx="336">
                  <c:v>116.88654353562005</c:v>
                </c:pt>
                <c:pt idx="337">
                  <c:v>116.62269129287598</c:v>
                </c:pt>
                <c:pt idx="338">
                  <c:v>116.62269129287598</c:v>
                </c:pt>
                <c:pt idx="339">
                  <c:v>121.63588390501319</c:v>
                </c:pt>
                <c:pt idx="340">
                  <c:v>119.26121372031662</c:v>
                </c:pt>
                <c:pt idx="341">
                  <c:v>121.89973614775727</c:v>
                </c:pt>
                <c:pt idx="342">
                  <c:v>121.89973614775727</c:v>
                </c:pt>
                <c:pt idx="343">
                  <c:v>121.89973614775727</c:v>
                </c:pt>
                <c:pt idx="344">
                  <c:v>121.10817941952507</c:v>
                </c:pt>
                <c:pt idx="345">
                  <c:v>121.37203166226914</c:v>
                </c:pt>
                <c:pt idx="346">
                  <c:v>119.78891820580475</c:v>
                </c:pt>
                <c:pt idx="347">
                  <c:v>117.94195250659631</c:v>
                </c:pt>
                <c:pt idx="348">
                  <c:v>118.20580474934037</c:v>
                </c:pt>
                <c:pt idx="349">
                  <c:v>118.20580474934037</c:v>
                </c:pt>
                <c:pt idx="350">
                  <c:v>118.20580474934037</c:v>
                </c:pt>
                <c:pt idx="351">
                  <c:v>118.99736147757255</c:v>
                </c:pt>
                <c:pt idx="352">
                  <c:v>121.10817941952507</c:v>
                </c:pt>
                <c:pt idx="353">
                  <c:v>119.5250659630607</c:v>
                </c:pt>
                <c:pt idx="354">
                  <c:v>118.20580474934037</c:v>
                </c:pt>
                <c:pt idx="355">
                  <c:v>117.94195250659631</c:v>
                </c:pt>
                <c:pt idx="356">
                  <c:v>117.94195250659631</c:v>
                </c:pt>
                <c:pt idx="357">
                  <c:v>117.94195250659631</c:v>
                </c:pt>
                <c:pt idx="358">
                  <c:v>117.94195250659631</c:v>
                </c:pt>
                <c:pt idx="359">
                  <c:v>115.30343007915566</c:v>
                </c:pt>
                <c:pt idx="360">
                  <c:v>114.77572559366756</c:v>
                </c:pt>
                <c:pt idx="361">
                  <c:v>114.77572559366756</c:v>
                </c:pt>
                <c:pt idx="362">
                  <c:v>114.77572559366756</c:v>
                </c:pt>
                <c:pt idx="363">
                  <c:v>114.77572559366756</c:v>
                </c:pt>
                <c:pt idx="364">
                  <c:v>114.77572559366756</c:v>
                </c:pt>
                <c:pt idx="365">
                  <c:v>115.30343007915566</c:v>
                </c:pt>
                <c:pt idx="366">
                  <c:v>113.45646437994723</c:v>
                </c:pt>
              </c:numCache>
            </c:numRef>
          </c:val>
          <c:smooth val="1"/>
          <c:extLst>
            <c:ext xmlns:c16="http://schemas.microsoft.com/office/drawing/2014/chart" uri="{C3380CC4-5D6E-409C-BE32-E72D297353CC}">
              <c16:uniqueId val="{00000001-5D0B-404D-8B9D-9E14986AA7A2}"/>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b="0"/>
                </a:pPr>
                <a:r>
                  <a:rPr lang="en-US" b="0" dirty="0"/>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min val="60"/>
        </c:scaling>
        <c:delete val="0"/>
        <c:axPos val="l"/>
        <c:numFmt formatCode="_(* #,##0_);_(* \(#,##0\);_(* &quot;-&quot;??_);_(@_)" sourceLinked="1"/>
        <c:majorTickMark val="in"/>
        <c:minorTickMark val="none"/>
        <c:tickLblPos val="nextTo"/>
        <c:spPr>
          <a:noFill/>
          <a:ln w="3175">
            <a:solidFill>
              <a:schemeClr val="tx1">
                <a:lumMod val="50000"/>
                <a:lumOff val="50000"/>
              </a:schemeClr>
            </a:solid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6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6/25/2026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6/25/2026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4.jpe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Cleaning up the books</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285160526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6427587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a:t>
                      </a:r>
                      <a:r>
                        <a:rPr lang="en-US" sz="900" b="1" kern="1200" spc="0" baseline="0" dirty="0">
                          <a:solidFill>
                            <a:schemeClr val="tx1"/>
                          </a:solidFill>
                          <a:effectLst/>
                          <a:latin typeface="+mj-lt"/>
                          <a:ea typeface="KoPub돋움체_Pro Bold" panose="02020603020101020101" pitchFamily="18" charset="-127"/>
                          <a:cs typeface="Noto Sans" panose="020B0502040504020204" pitchFamily="34" charset="0"/>
                        </a:rPr>
                        <a:t>Maintain</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rPr>
                        <a:t>Current price </a:t>
                      </a:r>
                    </a:p>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(05/06/26)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KoPub돋움체_Pro Medium" pitchFamily="18" charset="-127"/>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600"/>
              </a:spcAft>
              <a:buClrTx/>
              <a:buSzPct val="130000"/>
              <a:buFontTx/>
              <a:buNone/>
              <a:tabLst/>
              <a:defRPr/>
            </a:pP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STB's 2Q26 results (preliminary):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2Q26 PBT is guided at ~VND 1,900–2,000bn (≈-50% YoY), bringing 1H26 PBT to ~VND 4,000–4,100bn (-45% YoY; ~50% of the VND 8,100bn FY26 plan).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Official 2Q26 financial statements are pending — figures reflect CEO Loic Faussier's guidance to press and broker previews (consensus 2Q26 NPAT: ~VND 1,666bn, -42% YoY). The decline is driven by continued NIM compression amid intense deposit competition, and by stepped-up resolution of legacy assets: 2Q26 provisioning is estimated above VND 4,700bn — a record quarterly high and among the highest in the sector — after VND 2,024bn in 1Q26. The NPL ratio is estimated at ~5.6% at end-2Q26 (from 6.62% at end-1Q26) as write-offs and collateral resolution accelerate, though still above the sub-4.5% FY26 target. Recall 1Q26: PBT VND 2,106bn (-42.7% YoY), NII VND 6,042bn (-12.0% YoY), CASA 15.9%, CIR 45.2%.</a:t>
            </a: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Sacombank</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to recover over 500 land-use right certificates at LDG's Viva City: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has taken possession of 507 land-use certificates (LURCs) from LDG’s Viva City project in Dong Nai following LDG’s breach of credit obligations, with overdue principal debt of nearly VND350bn and more than VND82bn in accrued overdue interest. Despite ongoing challenges in real estate market liquidity, the possession of collateral assets enhances STB’s ability to recover non-performing loans. LDG’s outstanding debt exposure remains immaterial to STB’s overall credit portfolio.</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projection: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Base-case forecast: We revise our FY26F PBT estimate down to VND8,455bn (+10.8% YoY) from VND9,093bn (+19.2% YoY), with NII reduced from VND28.5tn (+6.8% YoY) to VND27,010bn (+1.2% YoY) due to weaker-than-expected loan growth in 1Q26. Accordingly, we lower our FY26 loan growth forecast to 11.7% from 13.5% and adjust CIR upwards to 42.7% (+2.0%p YoY) due to income compression. Our assumptions for NIM at 2.94% (-38bps YoY), provisioning declining to VND10.4tn (-8.9% YoY) remain intact. Conversely, NOI was revised up to VND1,327bn (+5% YoY), reflecting expectations of accelerated disposal of recovered assets.</a:t>
            </a: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251471047"/>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Thuong Tin Commercial Joint Stock Bank </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Thu </a:t>
            </a:r>
            <a:r>
              <a:rPr kumimoji="1" lang="en-US" altLang="ko-KR" sz="1200" b="1" dirty="0" err="1">
                <a:solidFill>
                  <a:srgbClr val="F58220"/>
                </a:solidFill>
                <a:latin typeface="Noto Sans" panose="020B0502040504020204" pitchFamily="34" charset="0"/>
                <a:ea typeface="나눔고딕" pitchFamily="50" charset="-127"/>
              </a:rPr>
              <a:t>hồi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tài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sản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tồn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đọng</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cải</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thiện</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dự</a:t>
            </a:r>
            <a:r>
              <a:rPr kumimoji="1" lang="en-US" altLang="ko-KR" sz="1200" b="1" dirty="0">
                <a:solidFill>
                  <a:srgbClr val="F58220"/>
                </a:solidFill>
                <a:latin typeface="Noto Sans" panose="020B0502040504020204" pitchFamily="34" charset="0"/>
                <a:ea typeface="나눔고딕" pitchFamily="50" charset="-127"/>
              </a:rPr>
              <a:t> </a:t>
            </a:r>
            <a:r>
              <a:rPr kumimoji="1" lang="en-US" altLang="ko-KR" sz="1200" b="1" dirty="0" err="1">
                <a:solidFill>
                  <a:srgbClr val="F58220"/>
                </a:solidFill>
                <a:latin typeface="Noto Sans" panose="020B0502040504020204" pitchFamily="34" charset="0"/>
                <a:ea typeface="나눔고딕" pitchFamily="50" charset="-127"/>
              </a:rPr>
              <a:t>phóng</a:t>
            </a:r>
            <a:endParaRPr kumimoji="1" lang="en-US" altLang="ko-KR" sz="1200" b="1" dirty="0">
              <a:solidFill>
                <a:srgbClr val="F58220"/>
              </a:solidFill>
              <a:latin typeface="Noto Sans" panose="020B0502040504020204" pitchFamily="34" charset="0"/>
              <a:ea typeface="나눔고딕" pitchFamily="50" charset="-127"/>
            </a:endParaRP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9.5</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28.3</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68.6</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14.2</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17.4</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504557741"/>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6,263</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10.8</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125,555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1,885.2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12.4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38,550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70,200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n-lt"/>
                          <a:ea typeface="KoPub돋움체_Pro Bold" pitchFamily="18" charset="-127"/>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77,800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(16/06/26)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71,300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9.1%</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marL="0" marR="0" lvl="0" indent="0" algn="just" defTabSz="914400" rtl="0" eaLnBrk="1" fontAlgn="ctr" latinLnBrk="0" hangingPunct="1">
              <a:lnSpc>
                <a:spcPts val="1200"/>
              </a:lnSpc>
              <a:spcBef>
                <a:spcPct val="0"/>
              </a:spcBef>
              <a:spcAft>
                <a:spcPts val="500"/>
              </a:spcAft>
              <a:buClrTx/>
              <a:buSzPct val="130000"/>
              <a:buFontTx/>
              <a:buNone/>
              <a:tabLst/>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lvl="0" algn="just" fontAlgn="ctr" latinLnBrk="0">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Q2/2026 (sơ bộ): </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Q2/2026 ước đạt ~1,900–2,000 tỷ đồng (≈-50% CK), đưa LNTT 1H26 lên ~4,000–4,100 tỷ đồng (-45% CK; ~50% kế hoạch năm 8,100 tỷ đồng). BCTC chính thức Q2/2026 chưa công bố — số liệu theo chia sẻ của Tổng giám đốc Loic Faussier với báo chí và dự phóng của các CTCK (LNST Q2/2026 đồng thuận ~1,666 tỷ đồng, -42% CK). Nguyên nhân chính là NIM tiếp tục chịu áp lực trong bối cảnh cạnh tranh huy động gay gắt, cùng việc đẩy mạnh xử lý tài sản tồn đọng: chi phí dự phòng Q2/2026 ước vượt 4,700 tỷ đồng — mức cao kỷ lục theo quý và thuộc nhóm cao nhất ngành — sau mức 2,024 tỷ đồng trong Q1/2026.</a:t>
            </a:r>
          </a:p>
          <a:p>
            <a:pPr marL="171450" lvl="0" indent="-171450" algn="just" fontAlgn="ctr" latinLnBrk="0">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Tỷ lệ NPL cuối Q2/2026 ước ~5.6% (từ 6.62% cuối Q1/2026) nhờ đẩy nhanh xóa nợ và xử lý tài sản đảm bảo, song vẫn cao hơn mục tiêu dưới 4.5% cho FY26. Nhắc lại Q1/2026: LNTT 2,106 tỷ đồng (-42.7% CK), NII 6,042 tỷ đồng (-12.0% CK), CASA 15.9%, CIR 45.2%.</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Sacombank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đã</a:t>
            </a: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thu hồi hơn 500 sổ đỏ tại Viva City của LDG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p>
          <a:p>
            <a:pPr marL="171450" indent="-171450" algn="just" fontAlgn="ctr" latinLnBrk="0">
              <a:lnSpc>
                <a:spcPts val="1200"/>
              </a:lnSpc>
              <a:spcAft>
                <a:spcPts val="500"/>
              </a:spcAft>
              <a:buSzPct val="130000"/>
              <a:buFont typeface="Arial" panose="020B0604020202020204" pitchFamily="34" charset="0"/>
              <a:buChar char="•"/>
              <a:defRPr/>
            </a:pP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Sacombank đã thu giữ 507 sổ đỏ thuộc dự án Viva City (Đồng Nai) do LDG vi phạm nghĩa vụ tín dụng, với dư nợ quá hạn gần 350 tỷ đồng và hơn 82 tỷ đồng lãi chậm trả. Dù thanh khoản bất động sản còn thách thức, việc nắm giữ tài sản đảm bảo giúp STB tăng khả năng thu hồi nợ xấu. Quy mô dư nợ LDG hiện chưa đủ lớn để ảnh hưởng đáng kể đến danh mục tín dụng của ngân hàng.</a:t>
            </a:r>
            <a:endPar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latinLnBrk="0">
              <a:lnSpc>
                <a:spcPts val="1200"/>
              </a:lnSpc>
              <a:spcAft>
                <a:spcPts val="500"/>
              </a:spcAft>
              <a:buSzPct val="130000"/>
              <a:defRPr/>
            </a:pPr>
            <a:r>
              <a:rPr kumimoji="1" lang="vi-VN"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Dự phóng kịch bản cơ sở: </a:t>
            </a:r>
            <a:r>
              <a:rPr kumimoji="1" lang="en-US" altLang="ko-KR" sz="8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Chúng tôi điều chỉnh giảm dự phóng LNTT FY26 của STB từ 9,093 tỷ đồng (+19.2%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8,</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455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chủ yếu do tăng trưởng tín dụng thấp hơn kỳ vọng trong Q1/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26. Theo đó, NII được hạ từ 28.5 nghìn tỷ đồng (+6.8%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xuống 27,</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010</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(+1.</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Ngược lại, thu nhập khác được nâng lên 1,3</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27</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5</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phản ánh kỳ vọng đẩy mạnh xử lý các tài sản đã thu hồi</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Tăng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trưởng</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cho</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vay</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10,1%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sv</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0"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16,1% FY25). </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NIM đạt 2.9</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4</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38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bps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chi phí dự phòng 10.5 nghìn tỷ đồng (-</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8</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và CIR ở mức 42.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9</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+2</a:t>
            </a:r>
            <a:r>
              <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.2%p</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CK</a:t>
            </a:r>
            <a:r>
              <a:rPr kumimoji="1" lang="vi-VN"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a:t>
            </a:r>
            <a:endParaRPr kumimoji="1" lang="vi-VN" altLang="ko-KR" sz="80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latinLnBrk="0">
              <a:lnSpc>
                <a:spcPts val="1200"/>
              </a:lnSpc>
              <a:spcAft>
                <a:spcPts val="500"/>
              </a:spcAft>
              <a:buSzPct val="130000"/>
              <a:buFont typeface="Arial" panose="020B0604020202020204" pitchFamily="34" charset="0"/>
              <a:buChar char="•"/>
              <a:defRPr/>
            </a:pPr>
            <a:endParaRPr kumimoji="1" lang="en-US" altLang="ko-KR" sz="8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mj-lt"/>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mj-lt"/>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mj-lt"/>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27,010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30,212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35,478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nhập</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ngoài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lãi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6,344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7,039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Lợi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hoạt</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8,455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15,811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19,437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tỷ</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12,311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3,747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4,896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2,883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3,195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5,976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7,346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9.9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17.5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15.8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a:t>
                      </a:r>
                      <a:r>
                        <a:rPr lang="en-US" sz="800" b="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tài</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sản</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1,014,328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1,130,794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1,271,286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mj-lt"/>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mj-lt"/>
                          <a:ea typeface="Noto Sans" panose="020B0502040504020204" pitchFamily="34" charset="0"/>
                          <a:cs typeface="Noto Sans" panose="020B0502040504020204" pitchFamily="34" charset="0"/>
                        </a:rPr>
                        <a:t>)</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66,503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78,814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93,947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trị</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sổ</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sách</a:t>
                      </a:r>
                      <a:r>
                        <a:rPr lang="en-US" sz="800" b="0" kern="1200" spc="-40" dirty="0">
                          <a:solidFill>
                            <a:srgbClr val="000000"/>
                          </a:solidFill>
                          <a:effectLst/>
                          <a:latin typeface="+mj-lt"/>
                          <a:ea typeface="Noto Sans" panose="020B0502040504020204" pitchFamily="34" charset="0"/>
                          <a:cs typeface="Noto Sans" panose="020B0502040504020204" pitchFamily="34" charset="0"/>
                        </a:rPr>
                        <a:t> (</a:t>
                      </a:r>
                      <a:r>
                        <a:rPr lang="en-US" sz="800" b="0" kern="1200" spc="-40" dirty="0" err="1">
                          <a:solidFill>
                            <a:srgbClr val="000000"/>
                          </a:solidFill>
                          <a:effectLst/>
                          <a:latin typeface="+mj-lt"/>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mj-lt"/>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22,199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26,683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 29,059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 32,281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 38,256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 45,602 </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mj-lt"/>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mj-lt"/>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mj-lt"/>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Thương Tín</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growth at a two-year-low valuation</a:t>
            </a:r>
          </a:p>
        </p:txBody>
      </p:sp>
      <p:graphicFrame>
        <p:nvGraphicFramePr>
          <p:cNvPr id="11" name="표 10"/>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10,555</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14.9</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mj-lt"/>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mj-lt"/>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mj-lt"/>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mj-lt"/>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mj-lt"/>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mj-lt"/>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mj-lt"/>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(new reporting basis):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reached VND 26,269bn (+12.6% YoY) and PBT VND 5,714bn (+18.1% YoY), completing 45%/49% of the FY26 plan; 2Q26 PBT was VND 2,910bn, with NPATMI of VND 2,568bn (+14% YoY; revenue -17% YoY on the basis change). Technology remained the engine: revenue of VND 23,138bn (+15% YoY; 88% of group revenue) and PBT of VND 3,314bn (+16.9% YoY), with Global IT +13.4% and Domestic IT +22.5% in 6M26 on AI/digital-transformation demand and government digitalization spend. Education, investment &amp; others posted VND 3,131bn (-2.1% YoY).</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Basis change — FPT Telecom deconsolidated: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From FY26, FPT Telecom is accounted for under the equity method (2025 restated for comparison). Reported revenue therefore steps down (FY26F: VND 57,195bn) while associate income (~VND 2.9tn in FY26F) flows through the equity-method line — lifting net margin to ~19% and reducing minority leakage, so EPS grows faster than NPATMI (FY26F: +14.9% vs +11.5%).</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Our projection &amp;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 10,555bn (+11.5% YoY) and FY27F of VND 12,447bn (+17.9% YoY), driven by a Global IT growth reacceleration (FY27F: +16.7%). Our DCF (FCFF)-based target price is VND 91,570; at the current two-year-low price of VND 62,900 (24/07/26), FPT trades at just 10.8x 2026F P/E versus a 5-year median above 18x, implying a 46% expected return (BUY). Risks: soft US/global IT spending, tariff-related deal delays, and JPY/USD FX swings.</a:t>
            </a:r>
          </a:p>
          <a:p>
            <a:pPr algn="just" fontAlgn="ctr">
              <a:lnSpc>
                <a:spcPts val="1200"/>
              </a:lnSpc>
              <a:spcBef>
                <a:spcPct val="0"/>
              </a:spcBef>
              <a:spcAft>
                <a:spcPts val="600"/>
              </a:spcAft>
              <a:buSzPct val="130000"/>
              <a:defRPr/>
            </a:pP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65,945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76,537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9,257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10,601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12,260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12,770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16,989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10,555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12,447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14,204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5,831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7,847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91,667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102,379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114,767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49,927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57,775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67,380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24,978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29,464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34,963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127248" y="4178808"/>
            <a:ext cx="2624328" cy="2020824"/>
          </a:xfrm>
          <a:prstGeom prst="rect">
            <a:avLst/>
          </a:prstGeom>
          <a:noFill/>
        </p:spPr>
        <p:txBody>
          <a:bodyPr wrap="square">
            <a:spAutoFit/>
          </a:bodyPr>
          <a:lstStyle/>
          <a:p>
            <a:r>
              <a:rPr sz="900"/>
              <a:t>[12M price performance vs VN-Index — update chart from FiinPro export]</a:t>
            </a:r>
          </a:p>
        </p:txBody>
      </p:sp>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giá về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10,555</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14.9</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107,150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mj-lt"/>
                          <a:ea typeface="Noto Sans" panose="020B0502040504020204" pitchFamily="34" charset="0"/>
                          <a:cs typeface="Noto Sans" panose="020B0502040504020204" pitchFamily="34" charset="0"/>
                        </a:rPr>
                        <a:t>91,570</a:t>
                      </a:r>
                      <a:endParaRPr lang="ko-KR" altLang="en-US" sz="900" b="1" kern="100" spc="0" baseline="0" dirty="0">
                        <a:solidFill>
                          <a:schemeClr val="tx1"/>
                        </a:solidFill>
                        <a:effectLst/>
                        <a:latin typeface="+mj-lt"/>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(24/07/26)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62,900</a:t>
                      </a:r>
                      <a:endParaRPr lang="ko-KR"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KoPub돋움체_Pro Medium" pitchFamily="18" charset="-127"/>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mj-lt"/>
                          <a:ea typeface="KoPub돋움체_Pro Medium" pitchFamily="18" charset="-127"/>
                          <a:cs typeface="Noto Sans" panose="020B0502040504020204" pitchFamily="34" charset="0"/>
                        </a:rPr>
                        <a:t>46%</a:t>
                      </a:r>
                      <a:endParaRPr lang="ko-KR" altLang="en-US" sz="900" b="0" kern="100" spc="0" baseline="0" dirty="0">
                        <a:solidFill>
                          <a:schemeClr val="tx1"/>
                        </a:solidFill>
                        <a:effectLst/>
                        <a:latin typeface="+mj-lt"/>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(theo chuẩn hợp nhất mới):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đạt 26,269 tỷ đồng (+12.6% CK), LNTT 5,714 tỷ đồng (+18.1% CK), hoàn thành 45%/49% kế hoạch năm; LNTT Q2/2026 đạt 2,910 tỷ đồng, LNST-CĐTS đạt 2,568 tỷ đồng (+14% CK; doanh thu -17% CK do thay đổi chuẩn hợp nhất). Khối Công nghệ tiếp tục là động lực chính: doanh thu 23,138 tỷ đồng (+15% CK; 88% doanh thu toàn tập đoàn), LNTT 3,314 tỷ đồng (+16.9% CK); CNTT nước ngoài +13.4% và CNTT trong nước +22.5% trong 6T26 nhờ nhu cầu AI/chuyển đổi số và chi tiêu số hóa của khối chính phủ. Mảng Giáo dục, đầu tư &amp; khác đạt 3,131 tỷ đồng (-2.1% CK).</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Thay đổi chuẩn hợp nhất — FPT Telecom chuyển sang phương pháp VCSH: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Từ FY26, FPT Telecom được hạch toán theo phương pháp vốn chủ sở hữu (số liệu 2025 được điều chỉnh lại để so sánh). Doanh thu báo cáo do đó giảm về 57,195 tỷ đồng cho FY26F, trong khi lợi nhuận từ công ty liên kết (~2.9 nghìn tỷ FY26F) ghi nhận qua dòng liên doanh liên kết — giúp biên LN ròng tăng lên ~19% và giảm lợi ích cổ đông thiểu số, nhờ đó EPS tăng nhanh hơn LNST-CĐTS (FY26F: +14.9% so với +11.5%).</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&amp; định giá: </a:t>
            </a:r>
            <a:r>
              <a:rPr kumimoji="1" lang="vi-VN"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dự phóng LNST-CĐTS FY26F đạt 10,555 tỷ đồng (+11.5% CK) và FY27F đạt 12,447 tỷ đồng (+17.9% CK), dẫn dắt bởi đà tăng tốc trở lại của CNTT nước ngoài (FY27F: +16.7%). Giá mục tiêu theo DCF (FCFF) là 91,570 đồng/cp; tại thị giá đáy 2 năm 62,900 đồng (24/07/26), FPT giao dịch ở mức 10.8x P/E 2026F so với trung vị 5 năm trên 18x, tương ứng lợi nhuận kỳ vọng 46% (MUA). Rủi ro: chi tiêu CNTT tại Mỹ/toàn cầu suy yếu, trì hoãn hợp đồng do thuế quan, biến động tỷ giá JPY/USD.</a:t>
            </a:r>
            <a:endParaRPr kumimoji="1" lang="en-US" altLang="ko-KR" sz="800" b="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mj-lt"/>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mj-lt"/>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57,195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65,945</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76,537</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9,257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10,601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12,260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12,770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14,796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16,989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10,555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12,447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14,204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mj-lt"/>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5,831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7,847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13.3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mj-lt"/>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91,667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102,379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114,767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mj-lt"/>
                          <a:ea typeface="Noto Sans" panose="020B0502040504020204" pitchFamily="34" charset="0"/>
                          <a:cs typeface="Noto Sans" panose="020B0502040504020204" pitchFamily="34" charset="0"/>
                        </a:rPr>
                        <a:t>VCSH (tỷ đồng)</a:t>
                      </a:r>
                      <a:endParaRPr lang="en-US" sz="800" b="0" spc="-40" dirty="0">
                        <a:solidFill>
                          <a:srgbClr val="000000"/>
                        </a:solidFill>
                        <a:effectLst/>
                        <a:latin typeface="+mj-lt"/>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49,927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57,775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67,380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mj-lt"/>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24,978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29,464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rPr>
                        <a:t>34,963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mj-lt"/>
                          <a:ea typeface="Noto Sans" panose="020B0502040504020204" pitchFamily="34" charset="0"/>
                          <a:cs typeface="Arial" panose="020B0604020202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17" name="TextBox 16"/>
          <p:cNvSpPr txBox="1"/>
          <p:nvPr/>
        </p:nvSpPr>
        <p:spPr>
          <a:xfrm>
            <a:off x="3099816" y="4306824"/>
            <a:ext cx="2697480" cy="2011680"/>
          </a:xfrm>
          <a:prstGeom prst="rect">
            <a:avLst/>
          </a:prstGeom>
          <a:noFill/>
        </p:spPr>
        <p:txBody>
          <a:bodyPr wrap="square">
            <a:spAutoFit/>
          </a:bodyPr>
          <a:lstStyle/>
          <a:p>
            <a:r>
              <a:rPr sz="900"/>
              <a:t>[Biểu đồ giá 12T so với VN-Index — cập nhật từ FiinPro]</a:t>
            </a:r>
          </a:p>
        </p:txBody>
      </p:sp>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199</TotalTime>
  <Words>3518</Words>
  <Application>Microsoft Office PowerPoint</Application>
  <PresentationFormat>Widescreen</PresentationFormat>
  <Paragraphs>547</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10</cp:revision>
  <dcterms:created xsi:type="dcterms:W3CDTF">2026-06-23T08:27:54Z</dcterms:created>
  <dcterms:modified xsi:type="dcterms:W3CDTF">2026-06-25T04:05:06Z</dcterms:modified>
</cp:coreProperties>
</file>