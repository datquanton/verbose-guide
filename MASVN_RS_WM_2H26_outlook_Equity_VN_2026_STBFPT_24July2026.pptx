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10,884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(new reporting basis):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(cumulative): revenue VND 26,269bn (+12.6% YoY) and PBT VND 5,714bn (+18.1% YoY), completing 45%/49% of the FY26 revenue/PBT plan. 2Q26 alone: revenue VND 13,789bn, PBT VND 2,910bn (vs VND 12,480bn / VND 2,804bn in 1Q26) and NPATMI VND 2,568bn (+14% YoY); reported 2Q26 revenue fell 17% YoY purely on the Telecom deconsolidation. By segment (1H26): Technology revenue VND 23,138bn (+15% YoY; 88% of group revenue) and PBT VND 3,314bn (+16.9% YoY), with Global IT +13.4% and Domestic IT +22.5%; Education, investment &amp; others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Basis change — FPT Telecom deconsolidated: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From FY26, FPT Telecom is accounted for under the equity method (2025 restated for comparison). Reported revenue therefore steps down (FY26F: VND 57,195bn) while associate income (~VND 2.9tn in FY26F) flows through the equity-method line — lifting net margin to ~19% and reducing minority leakage, so EPS grows faster than NPATMI (FY26F: +18.5% vs +15.0%).</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10,884bn (+15.0% YoY), FY27F VND 12,571bn (+15.5% YoY) and FY28F VND 14,582bn (+16.0% YoY), driven by a Global IT growth reacceleration (FY27F: +16.7%). Our DCF (FCFF)-based target price is VND 91,570; at the current two-year-low price of VND 62,900 (24/07/26), FPT trades at just 10.5x 2026F P/E versus a 5-year median above 18x, implying a 46%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57,165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65,914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9,741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10,785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15,036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17,441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10,884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14,582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6,013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8,056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13.2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91,879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115,547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50,096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58,138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68,126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25,074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29,677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35,407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10,884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18.5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(theo chuẩn hợp nhất mới):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Lũy kế 1H26: doanh thu 26,269 tỷ đồng (+12.6% CK), LNTT 5,714 tỷ đồng (+18.1% CK), hoàn thành 45%/49% kế hoạch doanh thu/LNTT năm 2026. Riêng Q2/2026: doanh thu 13,789 tỷ đồng, LNTT 2,910 tỷ đồng (so với 12,480 tỷ / 2,804 tỷ trong Q1/2026), LNST-CĐTS 2,568 tỷ đồng (+14% CK); doanh thu Q2/2026 giảm 17% CK hoàn toàn do FPT Telecom không còn hợp nhất. Theo mảng (1H26): khối Công nghệ đạt doanh thu 23,138 tỷ đồng (+15% CK; 88% doanh thu toàn tập đoàn), LNTT 3,314 tỷ đồng (+16.9% CK); CNTT nước ngoài +13.4%, CNTT trong nước +22.5%;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Thay đổi chuẩn hợp nhất — FPT Telecom chuyển sang phương pháp VCSH: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Từ FY26, FPT Telecom được hạch toán theo phương pháp vốn chủ sở hữu (số liệu 2025 được điều chỉnh lại để so sánh). Doanh thu báo cáo do đó giảm về 57,195 tỷ đồng cho FY26F, trong khi lợi nhuận từ công ty liên kết (~2.9 nghìn tỷ FY26F) ghi nhận qua dòng liên doanh liên kết — giúp biên LN ròng tăng lên ~19% và giảm lợi ích cổ đông thiểu số, nhờ đó EPS tăng nhanh hơn LNST-CĐTS (FY26F: +18.5% so với +15.0%).</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10,884 tỷ đồng (+15.0% CK), FY27F đạt 12,571 tỷ đồng (+15.5% CK) và FY28F đạt 14,582 tỷ đồng (+16.0% CK), dẫn dắt bởi đà tăng tốc trở lại của CNTT nước ngoài (FY27F: +16.7%). Giá mục tiêu theo DCF (FCFF) là 91,570 đồng/cp; tại thị giá đáy 2 năm 62,900 đồng (24/07/26), FPT giao dịch ở mức 10.5x P/E 2026F so với trung vị 5 năm trên 18x, tương ứng lợi nhuận kỳ vọng 46%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57,165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65,914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9,741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10,785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12,998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15,036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17,441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10,884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14,582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6,013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8,056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91,879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115,547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50,096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58,138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68,126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25,074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29,677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35,407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