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reported 2Q26 revenue fell 17% YoY purely on the Telecom deconsolidation.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+14.9% vs +11.5%).</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10,555bn (+11.5% YoY) and FY27F of VND 12,447bn (+17.9% YoY), driven by a Global IT growth reacceleration (FY27F: +16.7%). Our DCF (FCFF)-based target price is VND 91,570; at the current two-year-low price of VND 62,900 (24/07/26), FPT trades at just 10.8x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doanh thu Q2/2026 giảm 17% CK hoàn toàn do FPT Telecom không còn hợp nhất. Theo mảng (1H26): khối Công nghệ đạt doanh thu 23,138 tỷ đồng (+15% CK; 88% doanh thu toàn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+14.9% so với +11.5%).</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10,555 tỷ đồng (+11.5% CK) và FY27F đạt 12,447 tỷ đồng (+17.9% CK), dẫn dắt bởi đà tăng tốc trở lại của CNTT nước ngoài (FY27F: +16.7%). Giá mục tiêu theo DCF (FCFF) là 91,570 đồng/cp; tại thị giá đáy 2 năm 62,900 đồng (24/07/26), FPT giao dịch ở mức 10.8x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