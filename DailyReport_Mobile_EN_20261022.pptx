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style1.xml" ContentType="application/vnd.ms-office.chartstyle+xml"/>
  <Override PartName="/ppt/drawings/drawing1.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2"/>
  </p:sldMasterIdLst>
  <p:notesMasterIdLst>
    <p:notesMasterId r:id="rId14"/>
  </p:notesMasterIdLst>
  <p:sldIdLst>
    <p:sldId id="256" r:id="rId3"/>
    <p:sldId id="269" r:id="rId4"/>
    <p:sldId id="268" r:id="rId5"/>
    <p:sldId id="292" r:id="rId6"/>
    <p:sldId id="272" r:id="rId7"/>
    <p:sldId id="273" r:id="rId8"/>
    <p:sldId id="274" r:id="rId9"/>
    <p:sldId id="275" r:id="rId10"/>
    <p:sldId id="276" r:id="rId11"/>
    <p:sldId id="277" r:id="rId12"/>
    <p:sldId id="290" r:id="rId13"/>
  </p:sldIdLst>
  <p:sldSz cx="10287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6700"/>
    <a:srgbClr val="0D2D4F"/>
    <a:srgbClr val="00427A"/>
    <a:srgbClr val="F38120"/>
    <a:srgbClr val="F48120"/>
    <a:srgbClr val="01437C"/>
    <a:srgbClr val="FFE6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94650"/>
  </p:normalViewPr>
  <p:slideViewPr>
    <p:cSldViewPr snapToGrid="0">
      <p:cViewPr varScale="1">
        <p:scale>
          <a:sx n="48" d="100"/>
          <a:sy n="48" d="100"/>
        </p:scale>
        <p:origin x="192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oleObject" Target="file:///\\10.0.16.23\mas\Department\Reseach\6.Daily%20Report\Daily%20data-2026_8.xlsm" TargetMode="External"/></Relationships>
</file>

<file path=ppt/charts/_rels/chart3.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oleObject" Target="file:///\\10.0.16.23\mas\Department\Reseach\6.Daily%20Report\Daily%20data-2026_8.xlsm" TargetMode="External"/></Relationships>
</file>

<file path=ppt/charts/_rels/chart5.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5.xml"/><Relationship Id="rId4" Type="http://schemas.openxmlformats.org/officeDocument/2006/relationships/oleObject" Target="file:///\\10.0.16.23\mas\Department\Reseach\6.Daily%20Report\Daily%20data-2026_8.xlsm" TargetMode="External"/><Relationship Id="rId5" Type="http://schemas.openxmlformats.org/officeDocument/2006/relationships/chartUserShapes" Target="../drawings/drawing3.xml"/></Relationships>
</file>

<file path=ppt/charts/_rels/chart6.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0106910660516762E-2"/>
          <c:y val="0.21992808573218628"/>
          <c:w val="0.88391230100970719"/>
          <c:h val="0.64406912572187303"/>
        </c:manualLayout>
      </c:layout>
      <c:barChart>
        <c:barDir val="col"/>
        <c:grouping val="clustered"/>
        <c:varyColors val="0"/>
        <c:ser>
          <c:idx val="0"/>
          <c:order val="0"/>
          <c:tx>
            <c:strRef>
              <c:f>Source!$BQ$1</c:f>
              <c:strCache>
                <c:ptCount val="1"/>
                <c:pt idx="0">
                  <c:v>Index impact (index points)</c:v>
                </c:pt>
              </c:strCache>
            </c:strRef>
          </c:tx>
          <c:invertIfNegative val="1"/>
          <c:cat>
            <c:strRef>
              <c:f>Source!$BP$2:$BP$11</c:f>
              <c:strCache>
                <c:ptCount val="10"/>
                <c:pt idx="0">
                  <c:v>VIC</c:v>
                </c:pt>
                <c:pt idx="1">
                  <c:v>VHM</c:v>
                </c:pt>
                <c:pt idx="2">
                  <c:v>BSR</c:v>
                </c:pt>
                <c:pt idx="3">
                  <c:v>VPL</c:v>
                </c:pt>
                <c:pt idx="4">
                  <c:v>TCX</c:v>
                </c:pt>
                <c:pt idx="5">
                  <c:v>VCB</c:v>
                </c:pt>
                <c:pt idx="6">
                  <c:v>MBB</c:v>
                </c:pt>
                <c:pt idx="7">
                  <c:v>TCB</c:v>
                </c:pt>
                <c:pt idx="8">
                  <c:v>LPB</c:v>
                </c:pt>
                <c:pt idx="9">
                  <c:v>BID</c:v>
                </c:pt>
              </c:strCache>
            </c:strRef>
          </c:cat>
          <c:val>
            <c:numRef>
              <c:f>Source!$BQ$2:$BQ$11</c:f>
              <c:numCache>
                <c:formatCode>0.00</c:formatCode>
                <c:ptCount val="10"/>
                <c:pt idx="0">
                  <c:v>14.935489937676238</c:v>
                </c:pt>
                <c:pt idx="1">
                  <c:v>3.7391544133866228</c:v>
                </c:pt>
                <c:pt idx="2">
                  <c:v>1.1395902518315002</c:v>
                </c:pt>
                <c:pt idx="3">
                  <c:v>0.74205396716709049</c:v>
                </c:pt>
                <c:pt idx="4">
                  <c:v>0.58550351549634716</c:v>
                </c:pt>
                <c:pt idx="5">
                  <c:v>-0.17287571929903051</c:v>
                </c:pt>
                <c:pt idx="6">
                  <c:v>-0.20831858099189582</c:v>
                </c:pt>
                <c:pt idx="7">
                  <c:v>-0.36652900421408779</c:v>
                </c:pt>
                <c:pt idx="8">
                  <c:v>-0.43264006221378448</c:v>
                </c:pt>
                <c:pt idx="9">
                  <c:v>-0.48278778479120843</c:v>
                </c:pt>
              </c:numCache>
            </c:numRef>
          </c:val>
          <c:extLst>
            <c:ext xmlns:c16="http://schemas.microsoft.com/office/drawing/2014/chart" uri="{C3380CC4-5D6E-409C-BE32-E72D297353CC}">
              <c16:uniqueId val="{00000000-D49E-4389-87C0-56BA7DE8133E}"/>
            </c:ext>
          </c:extLst>
        </c:ser>
        <c:dLbls>
          <c:showLegendKey val="0"/>
          <c:showVal val="0"/>
          <c:showCatName val="0"/>
          <c:showSerName val="0"/>
          <c:showPercent val="0"/>
          <c:showBubbleSize val="0"/>
        </c:dLbls>
        <c:gapWidth val="150"/>
        <c:axId val="808144896"/>
        <c:axId val="755907888"/>
      </c:barChart>
      <c:lineChart>
        <c:grouping val="standard"/>
        <c:varyColors val="0"/>
        <c:ser>
          <c:idx val="1"/>
          <c:order val="1"/>
          <c:tx>
            <c:strRef>
              <c:f>Source!$BR$1</c:f>
              <c:strCache>
                <c:ptCount val="1"/>
                <c:pt idx="0">
                  <c:v>1D change (R)</c:v>
                </c:pt>
              </c:strCache>
            </c:strRef>
          </c:tx>
          <c:spPr>
            <a:ln>
              <a:solidFill>
                <a:schemeClr val="tx2"/>
              </a:solidFill>
            </a:ln>
          </c:spPr>
          <c:marker>
            <c:symbol val="circle"/>
            <c:size val="6"/>
            <c:spPr>
              <a:solidFill>
                <a:schemeClr val="bg1"/>
              </a:solidFill>
              <a:ln>
                <a:solidFill>
                  <a:schemeClr val="tx2"/>
                </a:solidFill>
              </a:ln>
            </c:spPr>
          </c:marker>
          <c:cat>
            <c:strRef>
              <c:f>Source!$BP$2:$BP$11</c:f>
              <c:strCache>
                <c:ptCount val="10"/>
                <c:pt idx="0">
                  <c:v>VIC</c:v>
                </c:pt>
                <c:pt idx="1">
                  <c:v>VHM</c:v>
                </c:pt>
                <c:pt idx="2">
                  <c:v>BSR</c:v>
                </c:pt>
                <c:pt idx="3">
                  <c:v>VPL</c:v>
                </c:pt>
                <c:pt idx="4">
                  <c:v>TCX</c:v>
                </c:pt>
                <c:pt idx="5">
                  <c:v>VCB</c:v>
                </c:pt>
                <c:pt idx="6">
                  <c:v>MBB</c:v>
                </c:pt>
                <c:pt idx="7">
                  <c:v>TCB</c:v>
                </c:pt>
                <c:pt idx="8">
                  <c:v>LPB</c:v>
                </c:pt>
                <c:pt idx="9">
                  <c:v>BID</c:v>
                </c:pt>
              </c:strCache>
            </c:strRef>
          </c:cat>
          <c:val>
            <c:numRef>
              <c:f>Source!$BR$2:$BR$11</c:f>
              <c:numCache>
                <c:formatCode>0.00</c:formatCode>
                <c:ptCount val="10"/>
                <c:pt idx="0">
                  <c:v>4.1592128801431132</c:v>
                </c:pt>
                <c:pt idx="1">
                  <c:v>3.5598705501618122</c:v>
                </c:pt>
                <c:pt idx="2">
                  <c:v>3.9145907473309607</c:v>
                </c:pt>
                <c:pt idx="3">
                  <c:v>2.3952095808383236</c:v>
                </c:pt>
                <c:pt idx="4">
                  <c:v>2.9310344827586206</c:v>
                </c:pt>
                <c:pt idx="5">
                  <c:v>-0.1773049645390071</c:v>
                </c:pt>
                <c:pt idx="6">
                  <c:v>-0.5</c:v>
                </c:pt>
                <c:pt idx="7">
                  <c:v>-0.72674418604651159</c:v>
                </c:pt>
                <c:pt idx="8">
                  <c:v>-1.7632241813602016</c:v>
                </c:pt>
                <c:pt idx="9">
                  <c:v>-0.87976539589442826</c:v>
                </c:pt>
              </c:numCache>
            </c:numRef>
          </c:val>
          <c:smooth val="0"/>
          <c:extLst>
            <c:ext xmlns:c16="http://schemas.microsoft.com/office/drawing/2014/chart" uri="{C3380CC4-5D6E-409C-BE32-E72D297353CC}">
              <c16:uniqueId val="{00000001-D49E-4389-87C0-56BA7DE8133E}"/>
            </c:ext>
          </c:extLst>
        </c:ser>
        <c:dLbls>
          <c:showLegendKey val="0"/>
          <c:showVal val="0"/>
          <c:showCatName val="0"/>
          <c:showSerName val="0"/>
          <c:showPercent val="0"/>
          <c:showBubbleSize val="0"/>
        </c:dLbls>
        <c:marker val="1"/>
        <c:smooth val="0"/>
        <c:axId val="1674785871"/>
        <c:axId val="1674793359"/>
      </c:lineChart>
      <c:valAx>
        <c:axId val="1674793359"/>
        <c:scaling>
          <c:orientation val="minMax"/>
        </c:scaling>
        <c:delete val="0"/>
        <c:axPos val="r"/>
        <c:numFmt formatCode="#,##0.0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1674785871"/>
        <c:crosses val="max"/>
        <c:crossBetween val="between"/>
      </c:valAx>
      <c:catAx>
        <c:axId val="1674785871"/>
        <c:scaling>
          <c:orientation val="minMax"/>
        </c:scaling>
        <c:delete val="0"/>
        <c:axPos val="b"/>
        <c:numFmt formatCode="General" sourceLinked="1"/>
        <c:majorTickMark val="none"/>
        <c:minorTickMark val="none"/>
        <c:tickLblPos val="low"/>
        <c:spPr>
          <a:noFill/>
          <a:ln w="9525" cap="flat" cmpd="sng" algn="ctr">
            <a:noFill/>
            <a:round/>
          </a:ln>
          <a:effectLst/>
        </c:spPr>
        <c:txPr>
          <a:bodyPr rot="-5400000"/>
          <a:lstStyle/>
          <a:p>
            <a:pPr>
              <a:defRPr/>
            </a:pPr>
            <a:endParaRPr lang="en-US"/>
          </a:p>
        </c:txPr>
        <c:crossAx val="1674793359"/>
        <c:crosses val="autoZero"/>
        <c:auto val="1"/>
        <c:lblAlgn val="ctr"/>
        <c:lblOffset val="100"/>
        <c:noMultiLvlLbl val="0"/>
      </c:catAx>
      <c:valAx>
        <c:axId val="755907888"/>
        <c:scaling>
          <c:orientation val="minMax"/>
        </c:scaling>
        <c:delete val="0"/>
        <c:axPos val="l"/>
        <c:numFmt formatCode="#,##0.0" sourceLinked="0"/>
        <c:majorTickMark val="out"/>
        <c:minorTickMark val="none"/>
        <c:tickLblPos val="nextTo"/>
        <c:crossAx val="808144896"/>
        <c:crosses val="autoZero"/>
        <c:crossBetween val="between"/>
      </c:valAx>
      <c:catAx>
        <c:axId val="808144896"/>
        <c:scaling>
          <c:orientation val="minMax"/>
        </c:scaling>
        <c:delete val="1"/>
        <c:axPos val="b"/>
        <c:numFmt formatCode="General" sourceLinked="1"/>
        <c:majorTickMark val="out"/>
        <c:minorTickMark val="none"/>
        <c:tickLblPos val="nextTo"/>
        <c:crossAx val="755907888"/>
        <c:crosses val="autoZero"/>
        <c:auto val="1"/>
        <c:lblAlgn val="ctr"/>
        <c:lblOffset val="100"/>
        <c:noMultiLvlLbl val="0"/>
      </c:catAx>
      <c:spPr>
        <a:noFill/>
        <a:ln>
          <a:prstDash val="sysDash"/>
        </a:ln>
      </c:spPr>
    </c:plotArea>
    <c:legend>
      <c:legendPos val="t"/>
      <c:layout>
        <c:manualLayout>
          <c:xMode val="edge"/>
          <c:yMode val="edge"/>
          <c:x val="0.10616746621445164"/>
          <c:y val="0"/>
          <c:w val="0.79250687276195031"/>
          <c:h val="0.17784411568360023"/>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a:solidFill>
            <a:schemeClr val="accent1">
              <a:lumMod val="50000"/>
            </a:schemeClr>
          </a:solidFill>
          <a:latin typeface="SVN-Gilroy"/>
        </a:defRPr>
      </a:pPr>
      <a:endParaRPr lang="en-US"/>
    </a:p>
  </c:txPr>
  <c:externalData r:id="rId2">
    <c:autoUpdate val="0"/>
  </c:externalData>
  <c:userShapes r:id="rId3"/>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422068630607449"/>
          <c:y val="0.16608699989108983"/>
          <c:w val="0.77513368528962812"/>
          <c:h val="0.63319783906738702"/>
        </c:manualLayout>
      </c:layout>
      <c:barChart>
        <c:barDir val="col"/>
        <c:grouping val="clustered"/>
        <c:varyColors val="0"/>
        <c:ser>
          <c:idx val="0"/>
          <c:order val="0"/>
          <c:tx>
            <c:strRef>
              <c:f>'Foreign trading'!$G$4</c:f>
              <c:strCache>
                <c:ptCount val="1"/>
                <c:pt idx="0">
                  <c:v>Flows (LHS)</c:v>
                </c:pt>
              </c:strCache>
            </c:strRef>
          </c:tx>
          <c:spPr>
            <a:solidFill>
              <a:schemeClr val="accent1">
                <a:lumMod val="50000"/>
              </a:schemeClr>
            </a:solidFill>
            <a:ln>
              <a:solidFill>
                <a:schemeClr val="tx1"/>
              </a:solidFill>
            </a:ln>
            <a:effectLst/>
          </c:spPr>
          <c:invertIfNegative val="0"/>
          <c:dPt>
            <c:idx val="5"/>
            <c:invertIfNegative val="0"/>
            <c:bubble3D val="0"/>
            <c:spPr>
              <a:noFill/>
              <a:ln>
                <a:solidFill>
                  <a:schemeClr val="tx1"/>
                </a:solidFill>
              </a:ln>
              <a:effectLst/>
            </c:spPr>
            <c:extLst>
              <c:ext xmlns:c16="http://schemas.microsoft.com/office/drawing/2014/chart" uri="{C3380CC4-5D6E-409C-BE32-E72D297353CC}">
                <c16:uniqueId val="{00000001-F9CA-4272-B5DF-E1F24FD8F748}"/>
              </c:ext>
            </c:extLst>
          </c:dPt>
          <c:dPt>
            <c:idx val="6"/>
            <c:invertIfNegative val="0"/>
            <c:bubble3D val="0"/>
            <c:spPr>
              <a:noFill/>
              <a:ln>
                <a:solidFill>
                  <a:schemeClr val="tx1"/>
                </a:solidFill>
              </a:ln>
              <a:effectLst/>
            </c:spPr>
            <c:extLst>
              <c:ext xmlns:c16="http://schemas.microsoft.com/office/drawing/2014/chart" uri="{C3380CC4-5D6E-409C-BE32-E72D297353CC}">
                <c16:uniqueId val="{00000003-F9CA-4272-B5DF-E1F24FD8F748}"/>
              </c:ext>
            </c:extLst>
          </c:dPt>
          <c:dPt>
            <c:idx val="7"/>
            <c:invertIfNegative val="0"/>
            <c:bubble3D val="0"/>
            <c:spPr>
              <a:noFill/>
              <a:ln>
                <a:solidFill>
                  <a:schemeClr val="tx1"/>
                </a:solidFill>
              </a:ln>
              <a:effectLst/>
            </c:spPr>
            <c:extLst>
              <c:ext xmlns:c16="http://schemas.microsoft.com/office/drawing/2014/chart" uri="{C3380CC4-5D6E-409C-BE32-E72D297353CC}">
                <c16:uniqueId val="{00000005-F9CA-4272-B5DF-E1F24FD8F748}"/>
              </c:ext>
            </c:extLst>
          </c:dPt>
          <c:dPt>
            <c:idx val="8"/>
            <c:invertIfNegative val="0"/>
            <c:bubble3D val="0"/>
            <c:spPr>
              <a:noFill/>
              <a:ln>
                <a:solidFill>
                  <a:schemeClr val="tx1"/>
                </a:solidFill>
              </a:ln>
              <a:effectLst/>
            </c:spPr>
            <c:extLst>
              <c:ext xmlns:c16="http://schemas.microsoft.com/office/drawing/2014/chart" uri="{C3380CC4-5D6E-409C-BE32-E72D297353CC}">
                <c16:uniqueId val="{00000007-F9CA-4272-B5DF-E1F24FD8F748}"/>
              </c:ext>
            </c:extLst>
          </c:dPt>
          <c:dPt>
            <c:idx val="9"/>
            <c:invertIfNegative val="0"/>
            <c:bubble3D val="0"/>
            <c:spPr>
              <a:noFill/>
              <a:ln>
                <a:solidFill>
                  <a:schemeClr val="tx1"/>
                </a:solidFill>
              </a:ln>
              <a:effectLst/>
            </c:spPr>
            <c:extLst>
              <c:ext xmlns:c16="http://schemas.microsoft.com/office/drawing/2014/chart" uri="{C3380CC4-5D6E-409C-BE32-E72D297353CC}">
                <c16:uniqueId val="{00000009-F9CA-4272-B5DF-E1F24FD8F748}"/>
              </c:ext>
            </c:extLst>
          </c:dPt>
          <c:dLbls>
            <c:numFmt formatCode="#,##0" sourceLinked="0"/>
            <c:spPr>
              <a:noFill/>
              <a:ln>
                <a:noFill/>
              </a:ln>
              <a:effectLst/>
            </c:spPr>
            <c:txPr>
              <a:bodyPr rot="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'Foreign trading'!$F$5:$F$14</c:f>
              <c:strCache>
                <c:ptCount val="10"/>
                <c:pt idx="0">
                  <c:v>TCB</c:v>
                </c:pt>
                <c:pt idx="1">
                  <c:v>MSN</c:v>
                </c:pt>
                <c:pt idx="2">
                  <c:v>VIC</c:v>
                </c:pt>
                <c:pt idx="3">
                  <c:v>VIB</c:v>
                </c:pt>
                <c:pt idx="4">
                  <c:v>SSI</c:v>
                </c:pt>
                <c:pt idx="5">
                  <c:v>VPB</c:v>
                </c:pt>
                <c:pt idx="6">
                  <c:v>DXG</c:v>
                </c:pt>
                <c:pt idx="7">
                  <c:v>ACB</c:v>
                </c:pt>
                <c:pt idx="8">
                  <c:v>VCB</c:v>
                </c:pt>
                <c:pt idx="9">
                  <c:v>FPT</c:v>
                </c:pt>
              </c:strCache>
            </c:strRef>
          </c:cat>
          <c:val>
            <c:numRef>
              <c:f>'Foreign trading'!$G$5:$G$14</c:f>
              <c:numCache>
                <c:formatCode>#,##0</c:formatCode>
                <c:ptCount val="10"/>
                <c:pt idx="0">
                  <c:v>289.8</c:v>
                </c:pt>
                <c:pt idx="1">
                  <c:v>144.76</c:v>
                </c:pt>
                <c:pt idx="2">
                  <c:v>89.16</c:v>
                </c:pt>
                <c:pt idx="3">
                  <c:v>51.49</c:v>
                </c:pt>
                <c:pt idx="4">
                  <c:v>49.91</c:v>
                </c:pt>
                <c:pt idx="5">
                  <c:v>-58.12</c:v>
                </c:pt>
                <c:pt idx="6">
                  <c:v>-61.41</c:v>
                </c:pt>
                <c:pt idx="7">
                  <c:v>-102.71</c:v>
                </c:pt>
                <c:pt idx="8">
                  <c:v>-105.73</c:v>
                </c:pt>
                <c:pt idx="9">
                  <c:v>-173.16</c:v>
                </c:pt>
              </c:numCache>
            </c:numRef>
          </c:val>
          <c:extLst>
            <c:ext xmlns:c16="http://schemas.microsoft.com/office/drawing/2014/chart" uri="{C3380CC4-5D6E-409C-BE32-E72D297353CC}">
              <c16:uniqueId val="{0000000A-F9CA-4272-B5DF-E1F24FD8F748}"/>
            </c:ext>
          </c:extLst>
        </c:ser>
        <c:dLbls>
          <c:showLegendKey val="0"/>
          <c:showVal val="1"/>
          <c:showCatName val="0"/>
          <c:showSerName val="0"/>
          <c:showPercent val="0"/>
          <c:showBubbleSize val="0"/>
        </c:dLbls>
        <c:gapWidth val="109"/>
        <c:axId val="379282680"/>
        <c:axId val="379283008"/>
      </c:barChart>
      <c:lineChart>
        <c:grouping val="standard"/>
        <c:varyColors val="0"/>
        <c:ser>
          <c:idx val="1"/>
          <c:order val="1"/>
          <c:tx>
            <c:strRef>
              <c:f>'Foreign trading'!$H$4</c:f>
              <c:strCache>
                <c:ptCount val="1"/>
                <c:pt idx="0">
                  <c:v>Net Flows (RHS)</c:v>
                </c:pt>
              </c:strCache>
            </c:strRef>
          </c:tx>
          <c:spPr>
            <a:ln w="28575" cap="rnd">
              <a:solidFill>
                <a:schemeClr val="accent2"/>
              </a:solidFill>
              <a:round/>
            </a:ln>
            <a:effectLst/>
          </c:spPr>
          <c:marker>
            <c:symbol val="none"/>
          </c:marker>
          <c:dLbls>
            <c:delete val="1"/>
          </c:dLbls>
          <c:cat>
            <c:strRef>
              <c:f>'Foreign trading'!$F$5:$F$14</c:f>
              <c:strCache>
                <c:ptCount val="10"/>
                <c:pt idx="0">
                  <c:v>TCB</c:v>
                </c:pt>
                <c:pt idx="1">
                  <c:v>MSN</c:v>
                </c:pt>
                <c:pt idx="2">
                  <c:v>VIC</c:v>
                </c:pt>
                <c:pt idx="3">
                  <c:v>VIB</c:v>
                </c:pt>
                <c:pt idx="4">
                  <c:v>SSI</c:v>
                </c:pt>
                <c:pt idx="5">
                  <c:v>VPB</c:v>
                </c:pt>
                <c:pt idx="6">
                  <c:v>DXG</c:v>
                </c:pt>
                <c:pt idx="7">
                  <c:v>ACB</c:v>
                </c:pt>
                <c:pt idx="8">
                  <c:v>VCB</c:v>
                </c:pt>
                <c:pt idx="9">
                  <c:v>FPT</c:v>
                </c:pt>
              </c:strCache>
            </c:strRef>
          </c:cat>
          <c:val>
            <c:numRef>
              <c:f>'Foreign trading'!$H$5:$H$14</c:f>
              <c:numCache>
                <c:formatCode>#,##0</c:formatCode>
                <c:ptCount val="10"/>
                <c:pt idx="0">
                  <c:v>190</c:v>
                </c:pt>
                <c:pt idx="1">
                  <c:v>190</c:v>
                </c:pt>
                <c:pt idx="2">
                  <c:v>190</c:v>
                </c:pt>
                <c:pt idx="3">
                  <c:v>190</c:v>
                </c:pt>
                <c:pt idx="4">
                  <c:v>190</c:v>
                </c:pt>
                <c:pt idx="5">
                  <c:v>190</c:v>
                </c:pt>
                <c:pt idx="6">
                  <c:v>190</c:v>
                </c:pt>
                <c:pt idx="7">
                  <c:v>190</c:v>
                </c:pt>
                <c:pt idx="8">
                  <c:v>190</c:v>
                </c:pt>
                <c:pt idx="9">
                  <c:v>190</c:v>
                </c:pt>
              </c:numCache>
            </c:numRef>
          </c:val>
          <c:smooth val="0"/>
          <c:extLst>
            <c:ext xmlns:c16="http://schemas.microsoft.com/office/drawing/2014/chart" uri="{C3380CC4-5D6E-409C-BE32-E72D297353CC}">
              <c16:uniqueId val="{0000000B-F9CA-4272-B5DF-E1F24FD8F748}"/>
            </c:ext>
          </c:extLst>
        </c:ser>
        <c:dLbls>
          <c:showLegendKey val="0"/>
          <c:showVal val="1"/>
          <c:showCatName val="0"/>
          <c:showSerName val="0"/>
          <c:showPercent val="0"/>
          <c:showBubbleSize val="0"/>
        </c:dLbls>
        <c:marker val="1"/>
        <c:smooth val="0"/>
        <c:axId val="392461240"/>
        <c:axId val="392457960"/>
      </c:lineChart>
      <c:catAx>
        <c:axId val="379282680"/>
        <c:scaling>
          <c:orientation val="minMax"/>
        </c:scaling>
        <c:delete val="0"/>
        <c:axPos val="b"/>
        <c:numFmt formatCode="General" sourceLinked="1"/>
        <c:majorTickMark val="none"/>
        <c:minorTickMark val="none"/>
        <c:tickLblPos val="low"/>
        <c:spPr>
          <a:solidFill>
            <a:schemeClr val="bg1"/>
          </a:solidFill>
          <a:ln w="9525" cap="flat" cmpd="sng" algn="ctr">
            <a:noFill/>
            <a:round/>
          </a:ln>
          <a:effectLst/>
        </c:spPr>
        <c:txPr>
          <a:bodyPr rot="-5400000"/>
          <a:lstStyle/>
          <a:p>
            <a:pPr>
              <a:defRPr/>
            </a:pPr>
            <a:endParaRPr lang="en-US"/>
          </a:p>
        </c:txPr>
        <c:crossAx val="379283008"/>
        <c:crosses val="autoZero"/>
        <c:auto val="0"/>
        <c:lblAlgn val="ctr"/>
        <c:lblOffset val="100"/>
        <c:tickLblSkip val="1"/>
        <c:noMultiLvlLbl val="0"/>
      </c:catAx>
      <c:valAx>
        <c:axId val="379283008"/>
        <c:scaling>
          <c:orientation val="minMax"/>
        </c:scaling>
        <c:delete val="0"/>
        <c:axPos val="l"/>
        <c:numFmt formatCode="#,##0" sourceLinked="0"/>
        <c:majorTickMark val="none"/>
        <c:minorTickMark val="none"/>
        <c:tickLblPos val="nextTo"/>
        <c:spPr>
          <a:noFill/>
          <a:ln>
            <a:noFill/>
          </a:ln>
          <a:effectLst/>
        </c:spPr>
        <c:txPr>
          <a:bodyPr rot="-60000000" vert="horz"/>
          <a:lstStyle/>
          <a:p>
            <a:pPr>
              <a:defRPr/>
            </a:pPr>
            <a:endParaRPr lang="en-US"/>
          </a:p>
        </c:txPr>
        <c:crossAx val="379282680"/>
        <c:crosses val="autoZero"/>
        <c:crossBetween val="between"/>
      </c:valAx>
      <c:valAx>
        <c:axId val="392457960"/>
        <c:scaling>
          <c:orientation val="minMax"/>
        </c:scaling>
        <c:delete val="0"/>
        <c:axPos val="r"/>
        <c:numFmt formatCode="#,##0" sourceLinked="0"/>
        <c:majorTickMark val="out"/>
        <c:minorTickMark val="none"/>
        <c:tickLblPos val="nextTo"/>
        <c:spPr>
          <a:noFill/>
          <a:ln>
            <a:noFill/>
          </a:ln>
          <a:effectLst/>
        </c:spPr>
        <c:txPr>
          <a:bodyPr rot="-60000000" vert="horz"/>
          <a:lstStyle/>
          <a:p>
            <a:pPr>
              <a:defRPr/>
            </a:pPr>
            <a:endParaRPr lang="en-US"/>
          </a:p>
        </c:txPr>
        <c:crossAx val="392461240"/>
        <c:crosses val="max"/>
        <c:crossBetween val="between"/>
      </c:valAx>
      <c:catAx>
        <c:axId val="392461240"/>
        <c:scaling>
          <c:orientation val="minMax"/>
        </c:scaling>
        <c:delete val="1"/>
        <c:axPos val="b"/>
        <c:numFmt formatCode="General" sourceLinked="1"/>
        <c:majorTickMark val="out"/>
        <c:minorTickMark val="none"/>
        <c:tickLblPos val="nextTo"/>
        <c:crossAx val="392457960"/>
        <c:crosses val="autoZero"/>
        <c:auto val="1"/>
        <c:lblAlgn val="ctr"/>
        <c:lblOffset val="100"/>
        <c:noMultiLvlLbl val="0"/>
      </c:catAx>
      <c:spPr>
        <a:noFill/>
      </c:spPr>
    </c:plotArea>
    <c:legend>
      <c:legendPos val="t"/>
      <c:layout>
        <c:manualLayout>
          <c:xMode val="edge"/>
          <c:yMode val="edge"/>
          <c:x val="0.1599155563527391"/>
          <c:y val="4.5774025390727651E-3"/>
          <c:w val="0.69708203429684534"/>
          <c:h val="0.11290419609481545"/>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b="0">
          <a:latin typeface="SVN-Gilroy"/>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84865397572424E-2"/>
          <c:y val="0.23203972841160811"/>
          <c:w val="0.9251110939224354"/>
          <c:h val="0.67719502383606212"/>
        </c:manualLayout>
      </c:layout>
      <c:lineChart>
        <c:grouping val="standard"/>
        <c:varyColors val="0"/>
        <c:ser>
          <c:idx val="0"/>
          <c:order val="0"/>
          <c:tx>
            <c:strRef>
              <c:f>Source!$AW$1</c:f>
              <c:strCache>
                <c:ptCount val="1"/>
                <c:pt idx="0">
                  <c:v>P/E</c:v>
                </c:pt>
              </c:strCache>
            </c:strRef>
          </c:tx>
          <c:spPr>
            <a:ln w="28575">
              <a:solidFill>
                <a:schemeClr val="tx2"/>
              </a:solidFill>
              <a:prstDash val="solid"/>
            </a:ln>
          </c:spPr>
          <c:marker>
            <c:symbol val="none"/>
          </c:marker>
          <c:cat>
            <c:numRef>
              <c:f>Source!$AV$3:$AV$3656</c:f>
              <c:numCache>
                <c:formatCode>m/d/yyyy</c:formatCode>
                <c:ptCount val="3654"/>
                <c:pt idx="0">
                  <c:v>44489</c:v>
                </c:pt>
                <c:pt idx="1">
                  <c:v>44490</c:v>
                </c:pt>
                <c:pt idx="2">
                  <c:v>44491</c:v>
                </c:pt>
                <c:pt idx="3">
                  <c:v>44492</c:v>
                </c:pt>
                <c:pt idx="4">
                  <c:v>44493</c:v>
                </c:pt>
                <c:pt idx="5">
                  <c:v>44494</c:v>
                </c:pt>
                <c:pt idx="6">
                  <c:v>44495</c:v>
                </c:pt>
                <c:pt idx="7">
                  <c:v>44496</c:v>
                </c:pt>
                <c:pt idx="8">
                  <c:v>44497</c:v>
                </c:pt>
                <c:pt idx="9">
                  <c:v>44498</c:v>
                </c:pt>
                <c:pt idx="10">
                  <c:v>44499</c:v>
                </c:pt>
                <c:pt idx="11">
                  <c:v>44500</c:v>
                </c:pt>
                <c:pt idx="12">
                  <c:v>44501</c:v>
                </c:pt>
                <c:pt idx="13">
                  <c:v>44502</c:v>
                </c:pt>
                <c:pt idx="14">
                  <c:v>44503</c:v>
                </c:pt>
                <c:pt idx="15">
                  <c:v>44504</c:v>
                </c:pt>
                <c:pt idx="16">
                  <c:v>44505</c:v>
                </c:pt>
                <c:pt idx="17">
                  <c:v>44506</c:v>
                </c:pt>
                <c:pt idx="18">
                  <c:v>44507</c:v>
                </c:pt>
                <c:pt idx="19">
                  <c:v>44508</c:v>
                </c:pt>
                <c:pt idx="20">
                  <c:v>44509</c:v>
                </c:pt>
                <c:pt idx="21">
                  <c:v>44510</c:v>
                </c:pt>
                <c:pt idx="22">
                  <c:v>44511</c:v>
                </c:pt>
                <c:pt idx="23">
                  <c:v>44512</c:v>
                </c:pt>
                <c:pt idx="24">
                  <c:v>44513</c:v>
                </c:pt>
                <c:pt idx="25">
                  <c:v>44514</c:v>
                </c:pt>
                <c:pt idx="26">
                  <c:v>44515</c:v>
                </c:pt>
                <c:pt idx="27">
                  <c:v>44516</c:v>
                </c:pt>
                <c:pt idx="28">
                  <c:v>44517</c:v>
                </c:pt>
                <c:pt idx="29">
                  <c:v>44518</c:v>
                </c:pt>
                <c:pt idx="30">
                  <c:v>44519</c:v>
                </c:pt>
                <c:pt idx="31">
                  <c:v>44520</c:v>
                </c:pt>
                <c:pt idx="32">
                  <c:v>44521</c:v>
                </c:pt>
                <c:pt idx="33">
                  <c:v>44522</c:v>
                </c:pt>
                <c:pt idx="34">
                  <c:v>44523</c:v>
                </c:pt>
                <c:pt idx="35">
                  <c:v>44524</c:v>
                </c:pt>
                <c:pt idx="36">
                  <c:v>44525</c:v>
                </c:pt>
                <c:pt idx="37">
                  <c:v>44526</c:v>
                </c:pt>
                <c:pt idx="38">
                  <c:v>44527</c:v>
                </c:pt>
                <c:pt idx="39">
                  <c:v>44528</c:v>
                </c:pt>
                <c:pt idx="40">
                  <c:v>44529</c:v>
                </c:pt>
                <c:pt idx="41">
                  <c:v>44530</c:v>
                </c:pt>
                <c:pt idx="42">
                  <c:v>44531</c:v>
                </c:pt>
                <c:pt idx="43">
                  <c:v>44532</c:v>
                </c:pt>
                <c:pt idx="44">
                  <c:v>44533</c:v>
                </c:pt>
                <c:pt idx="45">
                  <c:v>44534</c:v>
                </c:pt>
                <c:pt idx="46">
                  <c:v>44535</c:v>
                </c:pt>
                <c:pt idx="47">
                  <c:v>44536</c:v>
                </c:pt>
                <c:pt idx="48">
                  <c:v>44537</c:v>
                </c:pt>
                <c:pt idx="49">
                  <c:v>44538</c:v>
                </c:pt>
                <c:pt idx="50">
                  <c:v>44539</c:v>
                </c:pt>
                <c:pt idx="51">
                  <c:v>44540</c:v>
                </c:pt>
                <c:pt idx="52">
                  <c:v>44541</c:v>
                </c:pt>
                <c:pt idx="53">
                  <c:v>44542</c:v>
                </c:pt>
                <c:pt idx="54">
                  <c:v>44543</c:v>
                </c:pt>
                <c:pt idx="55">
                  <c:v>44544</c:v>
                </c:pt>
                <c:pt idx="56">
                  <c:v>44545</c:v>
                </c:pt>
                <c:pt idx="57">
                  <c:v>44546</c:v>
                </c:pt>
                <c:pt idx="58">
                  <c:v>44547</c:v>
                </c:pt>
                <c:pt idx="59">
                  <c:v>44548</c:v>
                </c:pt>
                <c:pt idx="60">
                  <c:v>44549</c:v>
                </c:pt>
                <c:pt idx="61">
                  <c:v>44550</c:v>
                </c:pt>
                <c:pt idx="62">
                  <c:v>44551</c:v>
                </c:pt>
                <c:pt idx="63">
                  <c:v>44552</c:v>
                </c:pt>
                <c:pt idx="64">
                  <c:v>44553</c:v>
                </c:pt>
                <c:pt idx="65">
                  <c:v>44554</c:v>
                </c:pt>
                <c:pt idx="66">
                  <c:v>44555</c:v>
                </c:pt>
                <c:pt idx="67">
                  <c:v>44556</c:v>
                </c:pt>
                <c:pt idx="68">
                  <c:v>44557</c:v>
                </c:pt>
                <c:pt idx="69">
                  <c:v>44558</c:v>
                </c:pt>
                <c:pt idx="70">
                  <c:v>44559</c:v>
                </c:pt>
                <c:pt idx="71">
                  <c:v>44560</c:v>
                </c:pt>
                <c:pt idx="72">
                  <c:v>44561</c:v>
                </c:pt>
                <c:pt idx="73">
                  <c:v>44562</c:v>
                </c:pt>
                <c:pt idx="74">
                  <c:v>44563</c:v>
                </c:pt>
                <c:pt idx="75">
                  <c:v>44564</c:v>
                </c:pt>
                <c:pt idx="76">
                  <c:v>44565</c:v>
                </c:pt>
                <c:pt idx="77">
                  <c:v>44566</c:v>
                </c:pt>
                <c:pt idx="78">
                  <c:v>44567</c:v>
                </c:pt>
                <c:pt idx="79">
                  <c:v>44568</c:v>
                </c:pt>
                <c:pt idx="80">
                  <c:v>44569</c:v>
                </c:pt>
                <c:pt idx="81">
                  <c:v>44570</c:v>
                </c:pt>
                <c:pt idx="82">
                  <c:v>44571</c:v>
                </c:pt>
                <c:pt idx="83">
                  <c:v>44572</c:v>
                </c:pt>
                <c:pt idx="84">
                  <c:v>44573</c:v>
                </c:pt>
                <c:pt idx="85">
                  <c:v>44574</c:v>
                </c:pt>
                <c:pt idx="86">
                  <c:v>44575</c:v>
                </c:pt>
                <c:pt idx="87">
                  <c:v>44576</c:v>
                </c:pt>
                <c:pt idx="88">
                  <c:v>44577</c:v>
                </c:pt>
                <c:pt idx="89">
                  <c:v>44578</c:v>
                </c:pt>
                <c:pt idx="90">
                  <c:v>44579</c:v>
                </c:pt>
                <c:pt idx="91">
                  <c:v>44580</c:v>
                </c:pt>
                <c:pt idx="92">
                  <c:v>44581</c:v>
                </c:pt>
                <c:pt idx="93">
                  <c:v>44582</c:v>
                </c:pt>
                <c:pt idx="94">
                  <c:v>44583</c:v>
                </c:pt>
                <c:pt idx="95">
                  <c:v>44584</c:v>
                </c:pt>
                <c:pt idx="96">
                  <c:v>44585</c:v>
                </c:pt>
                <c:pt idx="97">
                  <c:v>44586</c:v>
                </c:pt>
                <c:pt idx="98">
                  <c:v>44587</c:v>
                </c:pt>
                <c:pt idx="99">
                  <c:v>44588</c:v>
                </c:pt>
                <c:pt idx="100">
                  <c:v>44589</c:v>
                </c:pt>
                <c:pt idx="101">
                  <c:v>44590</c:v>
                </c:pt>
                <c:pt idx="102">
                  <c:v>44591</c:v>
                </c:pt>
                <c:pt idx="103">
                  <c:v>44592</c:v>
                </c:pt>
                <c:pt idx="104">
                  <c:v>44593</c:v>
                </c:pt>
                <c:pt idx="105">
                  <c:v>44594</c:v>
                </c:pt>
                <c:pt idx="106">
                  <c:v>44595</c:v>
                </c:pt>
                <c:pt idx="107">
                  <c:v>44596</c:v>
                </c:pt>
                <c:pt idx="108">
                  <c:v>44597</c:v>
                </c:pt>
                <c:pt idx="109">
                  <c:v>44598</c:v>
                </c:pt>
                <c:pt idx="110">
                  <c:v>44599</c:v>
                </c:pt>
                <c:pt idx="111">
                  <c:v>44600</c:v>
                </c:pt>
                <c:pt idx="112">
                  <c:v>44601</c:v>
                </c:pt>
                <c:pt idx="113">
                  <c:v>44602</c:v>
                </c:pt>
                <c:pt idx="114">
                  <c:v>44603</c:v>
                </c:pt>
                <c:pt idx="115">
                  <c:v>44604</c:v>
                </c:pt>
                <c:pt idx="116">
                  <c:v>44605</c:v>
                </c:pt>
                <c:pt idx="117">
                  <c:v>44606</c:v>
                </c:pt>
                <c:pt idx="118">
                  <c:v>44607</c:v>
                </c:pt>
                <c:pt idx="119">
                  <c:v>44608</c:v>
                </c:pt>
                <c:pt idx="120">
                  <c:v>44609</c:v>
                </c:pt>
                <c:pt idx="121">
                  <c:v>44610</c:v>
                </c:pt>
                <c:pt idx="122">
                  <c:v>44611</c:v>
                </c:pt>
                <c:pt idx="123">
                  <c:v>44612</c:v>
                </c:pt>
                <c:pt idx="124">
                  <c:v>44613</c:v>
                </c:pt>
                <c:pt idx="125">
                  <c:v>44614</c:v>
                </c:pt>
                <c:pt idx="126">
                  <c:v>44615</c:v>
                </c:pt>
                <c:pt idx="127">
                  <c:v>44616</c:v>
                </c:pt>
                <c:pt idx="128">
                  <c:v>44617</c:v>
                </c:pt>
                <c:pt idx="129">
                  <c:v>44618</c:v>
                </c:pt>
                <c:pt idx="130">
                  <c:v>44619</c:v>
                </c:pt>
                <c:pt idx="131">
                  <c:v>44620</c:v>
                </c:pt>
                <c:pt idx="132">
                  <c:v>44621</c:v>
                </c:pt>
                <c:pt idx="133">
                  <c:v>44622</c:v>
                </c:pt>
                <c:pt idx="134">
                  <c:v>44623</c:v>
                </c:pt>
                <c:pt idx="135">
                  <c:v>44624</c:v>
                </c:pt>
                <c:pt idx="136">
                  <c:v>44625</c:v>
                </c:pt>
                <c:pt idx="137">
                  <c:v>44626</c:v>
                </c:pt>
                <c:pt idx="138">
                  <c:v>44627</c:v>
                </c:pt>
                <c:pt idx="139">
                  <c:v>44628</c:v>
                </c:pt>
                <c:pt idx="140">
                  <c:v>44629</c:v>
                </c:pt>
                <c:pt idx="141">
                  <c:v>44630</c:v>
                </c:pt>
                <c:pt idx="142">
                  <c:v>44631</c:v>
                </c:pt>
                <c:pt idx="143">
                  <c:v>44632</c:v>
                </c:pt>
                <c:pt idx="144">
                  <c:v>44633</c:v>
                </c:pt>
                <c:pt idx="145">
                  <c:v>44634</c:v>
                </c:pt>
                <c:pt idx="146">
                  <c:v>44635</c:v>
                </c:pt>
                <c:pt idx="147">
                  <c:v>44636</c:v>
                </c:pt>
                <c:pt idx="148">
                  <c:v>44637</c:v>
                </c:pt>
                <c:pt idx="149">
                  <c:v>44638</c:v>
                </c:pt>
                <c:pt idx="150">
                  <c:v>44639</c:v>
                </c:pt>
                <c:pt idx="151">
                  <c:v>44640</c:v>
                </c:pt>
                <c:pt idx="152">
                  <c:v>44641</c:v>
                </c:pt>
                <c:pt idx="153">
                  <c:v>44642</c:v>
                </c:pt>
                <c:pt idx="154">
                  <c:v>44643</c:v>
                </c:pt>
                <c:pt idx="155">
                  <c:v>44644</c:v>
                </c:pt>
                <c:pt idx="156">
                  <c:v>44645</c:v>
                </c:pt>
                <c:pt idx="157">
                  <c:v>44646</c:v>
                </c:pt>
                <c:pt idx="158">
                  <c:v>44647</c:v>
                </c:pt>
                <c:pt idx="159">
                  <c:v>44648</c:v>
                </c:pt>
                <c:pt idx="160">
                  <c:v>44649</c:v>
                </c:pt>
                <c:pt idx="161">
                  <c:v>44650</c:v>
                </c:pt>
                <c:pt idx="162">
                  <c:v>44651</c:v>
                </c:pt>
                <c:pt idx="163">
                  <c:v>44652</c:v>
                </c:pt>
                <c:pt idx="164">
                  <c:v>44653</c:v>
                </c:pt>
                <c:pt idx="165">
                  <c:v>44654</c:v>
                </c:pt>
                <c:pt idx="166">
                  <c:v>44655</c:v>
                </c:pt>
                <c:pt idx="167">
                  <c:v>44656</c:v>
                </c:pt>
                <c:pt idx="168">
                  <c:v>44657</c:v>
                </c:pt>
                <c:pt idx="169">
                  <c:v>44658</c:v>
                </c:pt>
                <c:pt idx="170">
                  <c:v>44659</c:v>
                </c:pt>
                <c:pt idx="171">
                  <c:v>44660</c:v>
                </c:pt>
                <c:pt idx="172">
                  <c:v>44661</c:v>
                </c:pt>
                <c:pt idx="173">
                  <c:v>44662</c:v>
                </c:pt>
                <c:pt idx="174">
                  <c:v>44663</c:v>
                </c:pt>
                <c:pt idx="175">
                  <c:v>44664</c:v>
                </c:pt>
                <c:pt idx="176">
                  <c:v>44665</c:v>
                </c:pt>
                <c:pt idx="177">
                  <c:v>44666</c:v>
                </c:pt>
                <c:pt idx="178">
                  <c:v>44667</c:v>
                </c:pt>
                <c:pt idx="179">
                  <c:v>44668</c:v>
                </c:pt>
                <c:pt idx="180">
                  <c:v>44669</c:v>
                </c:pt>
                <c:pt idx="181">
                  <c:v>44670</c:v>
                </c:pt>
                <c:pt idx="182">
                  <c:v>44671</c:v>
                </c:pt>
                <c:pt idx="183">
                  <c:v>44672</c:v>
                </c:pt>
                <c:pt idx="184">
                  <c:v>44673</c:v>
                </c:pt>
                <c:pt idx="185">
                  <c:v>44674</c:v>
                </c:pt>
                <c:pt idx="186">
                  <c:v>44675</c:v>
                </c:pt>
                <c:pt idx="187">
                  <c:v>44676</c:v>
                </c:pt>
                <c:pt idx="188">
                  <c:v>44677</c:v>
                </c:pt>
                <c:pt idx="189">
                  <c:v>44678</c:v>
                </c:pt>
                <c:pt idx="190">
                  <c:v>44679</c:v>
                </c:pt>
                <c:pt idx="191">
                  <c:v>44680</c:v>
                </c:pt>
                <c:pt idx="192">
                  <c:v>44681</c:v>
                </c:pt>
                <c:pt idx="193">
                  <c:v>44682</c:v>
                </c:pt>
                <c:pt idx="194">
                  <c:v>44683</c:v>
                </c:pt>
                <c:pt idx="195">
                  <c:v>44684</c:v>
                </c:pt>
                <c:pt idx="196">
                  <c:v>44685</c:v>
                </c:pt>
                <c:pt idx="197">
                  <c:v>44686</c:v>
                </c:pt>
                <c:pt idx="198">
                  <c:v>44687</c:v>
                </c:pt>
                <c:pt idx="199">
                  <c:v>44688</c:v>
                </c:pt>
                <c:pt idx="200">
                  <c:v>44689</c:v>
                </c:pt>
                <c:pt idx="201">
                  <c:v>44690</c:v>
                </c:pt>
                <c:pt idx="202">
                  <c:v>44691</c:v>
                </c:pt>
                <c:pt idx="203">
                  <c:v>44692</c:v>
                </c:pt>
                <c:pt idx="204">
                  <c:v>44693</c:v>
                </c:pt>
                <c:pt idx="205">
                  <c:v>44694</c:v>
                </c:pt>
                <c:pt idx="206">
                  <c:v>44695</c:v>
                </c:pt>
                <c:pt idx="207">
                  <c:v>44696</c:v>
                </c:pt>
                <c:pt idx="208">
                  <c:v>44697</c:v>
                </c:pt>
                <c:pt idx="209">
                  <c:v>44698</c:v>
                </c:pt>
                <c:pt idx="210">
                  <c:v>44699</c:v>
                </c:pt>
                <c:pt idx="211">
                  <c:v>44700</c:v>
                </c:pt>
                <c:pt idx="212">
                  <c:v>44701</c:v>
                </c:pt>
                <c:pt idx="213">
                  <c:v>44702</c:v>
                </c:pt>
                <c:pt idx="214">
                  <c:v>44703</c:v>
                </c:pt>
                <c:pt idx="215">
                  <c:v>44704</c:v>
                </c:pt>
                <c:pt idx="216">
                  <c:v>44705</c:v>
                </c:pt>
                <c:pt idx="217">
                  <c:v>44706</c:v>
                </c:pt>
                <c:pt idx="218">
                  <c:v>44707</c:v>
                </c:pt>
                <c:pt idx="219">
                  <c:v>44708</c:v>
                </c:pt>
                <c:pt idx="220">
                  <c:v>44709</c:v>
                </c:pt>
                <c:pt idx="221">
                  <c:v>44710</c:v>
                </c:pt>
                <c:pt idx="222">
                  <c:v>44711</c:v>
                </c:pt>
                <c:pt idx="223">
                  <c:v>44712</c:v>
                </c:pt>
                <c:pt idx="224">
                  <c:v>44713</c:v>
                </c:pt>
                <c:pt idx="225">
                  <c:v>44714</c:v>
                </c:pt>
                <c:pt idx="226">
                  <c:v>44715</c:v>
                </c:pt>
                <c:pt idx="227">
                  <c:v>44716</c:v>
                </c:pt>
                <c:pt idx="228">
                  <c:v>44717</c:v>
                </c:pt>
                <c:pt idx="229">
                  <c:v>44718</c:v>
                </c:pt>
                <c:pt idx="230">
                  <c:v>44719</c:v>
                </c:pt>
                <c:pt idx="231">
                  <c:v>44720</c:v>
                </c:pt>
                <c:pt idx="232">
                  <c:v>44721</c:v>
                </c:pt>
                <c:pt idx="233">
                  <c:v>44722</c:v>
                </c:pt>
                <c:pt idx="234">
                  <c:v>44723</c:v>
                </c:pt>
                <c:pt idx="235">
                  <c:v>44724</c:v>
                </c:pt>
                <c:pt idx="236">
                  <c:v>44725</c:v>
                </c:pt>
                <c:pt idx="237">
                  <c:v>44726</c:v>
                </c:pt>
                <c:pt idx="238">
                  <c:v>44727</c:v>
                </c:pt>
                <c:pt idx="239">
                  <c:v>44728</c:v>
                </c:pt>
                <c:pt idx="240">
                  <c:v>44729</c:v>
                </c:pt>
                <c:pt idx="241">
                  <c:v>44730</c:v>
                </c:pt>
                <c:pt idx="242">
                  <c:v>44731</c:v>
                </c:pt>
                <c:pt idx="243">
                  <c:v>44732</c:v>
                </c:pt>
                <c:pt idx="244">
                  <c:v>44733</c:v>
                </c:pt>
                <c:pt idx="245">
                  <c:v>44734</c:v>
                </c:pt>
                <c:pt idx="246">
                  <c:v>44735</c:v>
                </c:pt>
                <c:pt idx="247">
                  <c:v>44736</c:v>
                </c:pt>
                <c:pt idx="248">
                  <c:v>44737</c:v>
                </c:pt>
                <c:pt idx="249">
                  <c:v>44738</c:v>
                </c:pt>
                <c:pt idx="250">
                  <c:v>44739</c:v>
                </c:pt>
                <c:pt idx="251">
                  <c:v>44740</c:v>
                </c:pt>
                <c:pt idx="252">
                  <c:v>44741</c:v>
                </c:pt>
                <c:pt idx="253">
                  <c:v>44742</c:v>
                </c:pt>
                <c:pt idx="254">
                  <c:v>44743</c:v>
                </c:pt>
                <c:pt idx="255">
                  <c:v>44744</c:v>
                </c:pt>
                <c:pt idx="256">
                  <c:v>44745</c:v>
                </c:pt>
                <c:pt idx="257">
                  <c:v>44746</c:v>
                </c:pt>
                <c:pt idx="258">
                  <c:v>44747</c:v>
                </c:pt>
                <c:pt idx="259">
                  <c:v>44748</c:v>
                </c:pt>
                <c:pt idx="260">
                  <c:v>44749</c:v>
                </c:pt>
                <c:pt idx="261">
                  <c:v>44750</c:v>
                </c:pt>
                <c:pt idx="262">
                  <c:v>44751</c:v>
                </c:pt>
                <c:pt idx="263">
                  <c:v>44752</c:v>
                </c:pt>
                <c:pt idx="264">
                  <c:v>44753</c:v>
                </c:pt>
                <c:pt idx="265">
                  <c:v>44754</c:v>
                </c:pt>
                <c:pt idx="266">
                  <c:v>44755</c:v>
                </c:pt>
                <c:pt idx="267">
                  <c:v>44756</c:v>
                </c:pt>
                <c:pt idx="268">
                  <c:v>44757</c:v>
                </c:pt>
                <c:pt idx="269">
                  <c:v>44758</c:v>
                </c:pt>
                <c:pt idx="270">
                  <c:v>44759</c:v>
                </c:pt>
                <c:pt idx="271">
                  <c:v>44760</c:v>
                </c:pt>
                <c:pt idx="272">
                  <c:v>44761</c:v>
                </c:pt>
                <c:pt idx="273">
                  <c:v>44762</c:v>
                </c:pt>
                <c:pt idx="274">
                  <c:v>44763</c:v>
                </c:pt>
                <c:pt idx="275">
                  <c:v>44764</c:v>
                </c:pt>
                <c:pt idx="276">
                  <c:v>44765</c:v>
                </c:pt>
                <c:pt idx="277">
                  <c:v>44766</c:v>
                </c:pt>
                <c:pt idx="278">
                  <c:v>44767</c:v>
                </c:pt>
                <c:pt idx="279">
                  <c:v>44768</c:v>
                </c:pt>
                <c:pt idx="280">
                  <c:v>44769</c:v>
                </c:pt>
                <c:pt idx="281">
                  <c:v>44770</c:v>
                </c:pt>
                <c:pt idx="282">
                  <c:v>44771</c:v>
                </c:pt>
                <c:pt idx="283">
                  <c:v>44772</c:v>
                </c:pt>
                <c:pt idx="284">
                  <c:v>44773</c:v>
                </c:pt>
                <c:pt idx="285">
                  <c:v>44774</c:v>
                </c:pt>
                <c:pt idx="286">
                  <c:v>44775</c:v>
                </c:pt>
                <c:pt idx="287">
                  <c:v>44776</c:v>
                </c:pt>
                <c:pt idx="288">
                  <c:v>44777</c:v>
                </c:pt>
                <c:pt idx="289">
                  <c:v>44778</c:v>
                </c:pt>
                <c:pt idx="290">
                  <c:v>44779</c:v>
                </c:pt>
                <c:pt idx="291">
                  <c:v>44780</c:v>
                </c:pt>
                <c:pt idx="292">
                  <c:v>44781</c:v>
                </c:pt>
                <c:pt idx="293">
                  <c:v>44782</c:v>
                </c:pt>
                <c:pt idx="294">
                  <c:v>44783</c:v>
                </c:pt>
                <c:pt idx="295">
                  <c:v>44784</c:v>
                </c:pt>
                <c:pt idx="296">
                  <c:v>44785</c:v>
                </c:pt>
                <c:pt idx="297">
                  <c:v>44786</c:v>
                </c:pt>
                <c:pt idx="298">
                  <c:v>44787</c:v>
                </c:pt>
                <c:pt idx="299">
                  <c:v>44788</c:v>
                </c:pt>
                <c:pt idx="300">
                  <c:v>44789</c:v>
                </c:pt>
                <c:pt idx="301">
                  <c:v>44790</c:v>
                </c:pt>
                <c:pt idx="302">
                  <c:v>44791</c:v>
                </c:pt>
                <c:pt idx="303">
                  <c:v>44792</c:v>
                </c:pt>
                <c:pt idx="304">
                  <c:v>44793</c:v>
                </c:pt>
                <c:pt idx="305">
                  <c:v>44794</c:v>
                </c:pt>
                <c:pt idx="306">
                  <c:v>44795</c:v>
                </c:pt>
                <c:pt idx="307">
                  <c:v>44796</c:v>
                </c:pt>
                <c:pt idx="308">
                  <c:v>44797</c:v>
                </c:pt>
                <c:pt idx="309">
                  <c:v>44798</c:v>
                </c:pt>
                <c:pt idx="310">
                  <c:v>44799</c:v>
                </c:pt>
                <c:pt idx="311">
                  <c:v>44800</c:v>
                </c:pt>
                <c:pt idx="312">
                  <c:v>44801</c:v>
                </c:pt>
                <c:pt idx="313">
                  <c:v>44802</c:v>
                </c:pt>
                <c:pt idx="314">
                  <c:v>44803</c:v>
                </c:pt>
                <c:pt idx="315">
                  <c:v>44804</c:v>
                </c:pt>
                <c:pt idx="316">
                  <c:v>44805</c:v>
                </c:pt>
                <c:pt idx="317">
                  <c:v>44806</c:v>
                </c:pt>
                <c:pt idx="318">
                  <c:v>44807</c:v>
                </c:pt>
                <c:pt idx="319">
                  <c:v>44808</c:v>
                </c:pt>
                <c:pt idx="320">
                  <c:v>44809</c:v>
                </c:pt>
                <c:pt idx="321">
                  <c:v>44810</c:v>
                </c:pt>
                <c:pt idx="322">
                  <c:v>44811</c:v>
                </c:pt>
                <c:pt idx="323">
                  <c:v>44812</c:v>
                </c:pt>
                <c:pt idx="324">
                  <c:v>44813</c:v>
                </c:pt>
                <c:pt idx="325">
                  <c:v>44814</c:v>
                </c:pt>
                <c:pt idx="326">
                  <c:v>44815</c:v>
                </c:pt>
                <c:pt idx="327">
                  <c:v>44816</c:v>
                </c:pt>
                <c:pt idx="328">
                  <c:v>44817</c:v>
                </c:pt>
                <c:pt idx="329">
                  <c:v>44818</c:v>
                </c:pt>
                <c:pt idx="330">
                  <c:v>44819</c:v>
                </c:pt>
                <c:pt idx="331">
                  <c:v>44820</c:v>
                </c:pt>
                <c:pt idx="332">
                  <c:v>44821</c:v>
                </c:pt>
                <c:pt idx="333">
                  <c:v>44822</c:v>
                </c:pt>
                <c:pt idx="334">
                  <c:v>44823</c:v>
                </c:pt>
                <c:pt idx="335">
                  <c:v>44824</c:v>
                </c:pt>
                <c:pt idx="336">
                  <c:v>44825</c:v>
                </c:pt>
                <c:pt idx="337">
                  <c:v>44826</c:v>
                </c:pt>
                <c:pt idx="338">
                  <c:v>44827</c:v>
                </c:pt>
                <c:pt idx="339">
                  <c:v>44828</c:v>
                </c:pt>
                <c:pt idx="340">
                  <c:v>44829</c:v>
                </c:pt>
                <c:pt idx="341">
                  <c:v>44830</c:v>
                </c:pt>
                <c:pt idx="342">
                  <c:v>44831</c:v>
                </c:pt>
                <c:pt idx="343">
                  <c:v>44832</c:v>
                </c:pt>
                <c:pt idx="344">
                  <c:v>44833</c:v>
                </c:pt>
                <c:pt idx="345">
                  <c:v>44834</c:v>
                </c:pt>
                <c:pt idx="346">
                  <c:v>44835</c:v>
                </c:pt>
                <c:pt idx="347">
                  <c:v>44836</c:v>
                </c:pt>
                <c:pt idx="348">
                  <c:v>44837</c:v>
                </c:pt>
                <c:pt idx="349">
                  <c:v>44838</c:v>
                </c:pt>
                <c:pt idx="350">
                  <c:v>44839</c:v>
                </c:pt>
                <c:pt idx="351">
                  <c:v>44840</c:v>
                </c:pt>
                <c:pt idx="352">
                  <c:v>44841</c:v>
                </c:pt>
                <c:pt idx="353">
                  <c:v>44842</c:v>
                </c:pt>
                <c:pt idx="354">
                  <c:v>44843</c:v>
                </c:pt>
                <c:pt idx="355">
                  <c:v>44844</c:v>
                </c:pt>
                <c:pt idx="356">
                  <c:v>44845</c:v>
                </c:pt>
                <c:pt idx="357">
                  <c:v>44846</c:v>
                </c:pt>
                <c:pt idx="358">
                  <c:v>44847</c:v>
                </c:pt>
                <c:pt idx="359">
                  <c:v>44848</c:v>
                </c:pt>
                <c:pt idx="360">
                  <c:v>44849</c:v>
                </c:pt>
                <c:pt idx="361">
                  <c:v>44850</c:v>
                </c:pt>
                <c:pt idx="362">
                  <c:v>44851</c:v>
                </c:pt>
                <c:pt idx="363">
                  <c:v>44852</c:v>
                </c:pt>
                <c:pt idx="364">
                  <c:v>44853</c:v>
                </c:pt>
                <c:pt idx="365">
                  <c:v>44854</c:v>
                </c:pt>
                <c:pt idx="366">
                  <c:v>44855</c:v>
                </c:pt>
                <c:pt idx="367">
                  <c:v>44856</c:v>
                </c:pt>
                <c:pt idx="368">
                  <c:v>44857</c:v>
                </c:pt>
                <c:pt idx="369">
                  <c:v>44858</c:v>
                </c:pt>
                <c:pt idx="370">
                  <c:v>44859</c:v>
                </c:pt>
                <c:pt idx="371">
                  <c:v>44860</c:v>
                </c:pt>
                <c:pt idx="372">
                  <c:v>44861</c:v>
                </c:pt>
                <c:pt idx="373">
                  <c:v>44862</c:v>
                </c:pt>
                <c:pt idx="374">
                  <c:v>44863</c:v>
                </c:pt>
                <c:pt idx="375">
                  <c:v>44864</c:v>
                </c:pt>
                <c:pt idx="376">
                  <c:v>44865</c:v>
                </c:pt>
                <c:pt idx="377">
                  <c:v>44866</c:v>
                </c:pt>
                <c:pt idx="378">
                  <c:v>44867</c:v>
                </c:pt>
                <c:pt idx="379">
                  <c:v>44868</c:v>
                </c:pt>
                <c:pt idx="380">
                  <c:v>44869</c:v>
                </c:pt>
                <c:pt idx="381">
                  <c:v>44870</c:v>
                </c:pt>
                <c:pt idx="382">
                  <c:v>44871</c:v>
                </c:pt>
                <c:pt idx="383">
                  <c:v>44872</c:v>
                </c:pt>
                <c:pt idx="384">
                  <c:v>44873</c:v>
                </c:pt>
                <c:pt idx="385">
                  <c:v>44874</c:v>
                </c:pt>
                <c:pt idx="386">
                  <c:v>44875</c:v>
                </c:pt>
                <c:pt idx="387">
                  <c:v>44876</c:v>
                </c:pt>
                <c:pt idx="388">
                  <c:v>44877</c:v>
                </c:pt>
                <c:pt idx="389">
                  <c:v>44878</c:v>
                </c:pt>
                <c:pt idx="390">
                  <c:v>44879</c:v>
                </c:pt>
                <c:pt idx="391">
                  <c:v>44880</c:v>
                </c:pt>
                <c:pt idx="392">
                  <c:v>44881</c:v>
                </c:pt>
                <c:pt idx="393">
                  <c:v>44882</c:v>
                </c:pt>
                <c:pt idx="394">
                  <c:v>44883</c:v>
                </c:pt>
                <c:pt idx="395">
                  <c:v>44884</c:v>
                </c:pt>
                <c:pt idx="396">
                  <c:v>44885</c:v>
                </c:pt>
                <c:pt idx="397">
                  <c:v>44886</c:v>
                </c:pt>
                <c:pt idx="398">
                  <c:v>44887</c:v>
                </c:pt>
                <c:pt idx="399">
                  <c:v>44888</c:v>
                </c:pt>
                <c:pt idx="400">
                  <c:v>44889</c:v>
                </c:pt>
                <c:pt idx="401">
                  <c:v>44890</c:v>
                </c:pt>
                <c:pt idx="402">
                  <c:v>44891</c:v>
                </c:pt>
                <c:pt idx="403">
                  <c:v>44892</c:v>
                </c:pt>
                <c:pt idx="404">
                  <c:v>44893</c:v>
                </c:pt>
                <c:pt idx="405">
                  <c:v>44894</c:v>
                </c:pt>
                <c:pt idx="406">
                  <c:v>44895</c:v>
                </c:pt>
                <c:pt idx="407">
                  <c:v>44896</c:v>
                </c:pt>
                <c:pt idx="408">
                  <c:v>44897</c:v>
                </c:pt>
                <c:pt idx="409">
                  <c:v>44898</c:v>
                </c:pt>
                <c:pt idx="410">
                  <c:v>44899</c:v>
                </c:pt>
                <c:pt idx="411">
                  <c:v>44900</c:v>
                </c:pt>
                <c:pt idx="412">
                  <c:v>44901</c:v>
                </c:pt>
                <c:pt idx="413">
                  <c:v>44902</c:v>
                </c:pt>
                <c:pt idx="414">
                  <c:v>44903</c:v>
                </c:pt>
                <c:pt idx="415">
                  <c:v>44904</c:v>
                </c:pt>
                <c:pt idx="416">
                  <c:v>44905</c:v>
                </c:pt>
                <c:pt idx="417">
                  <c:v>44906</c:v>
                </c:pt>
                <c:pt idx="418">
                  <c:v>44907</c:v>
                </c:pt>
                <c:pt idx="419">
                  <c:v>44908</c:v>
                </c:pt>
                <c:pt idx="420">
                  <c:v>44909</c:v>
                </c:pt>
                <c:pt idx="421">
                  <c:v>44910</c:v>
                </c:pt>
                <c:pt idx="422">
                  <c:v>44911</c:v>
                </c:pt>
                <c:pt idx="423">
                  <c:v>44912</c:v>
                </c:pt>
                <c:pt idx="424">
                  <c:v>44913</c:v>
                </c:pt>
                <c:pt idx="425">
                  <c:v>44914</c:v>
                </c:pt>
                <c:pt idx="426">
                  <c:v>44915</c:v>
                </c:pt>
                <c:pt idx="427">
                  <c:v>44916</c:v>
                </c:pt>
                <c:pt idx="428">
                  <c:v>44917</c:v>
                </c:pt>
                <c:pt idx="429">
                  <c:v>44918</c:v>
                </c:pt>
                <c:pt idx="430">
                  <c:v>44919</c:v>
                </c:pt>
                <c:pt idx="431">
                  <c:v>44920</c:v>
                </c:pt>
                <c:pt idx="432">
                  <c:v>44921</c:v>
                </c:pt>
                <c:pt idx="433">
                  <c:v>44922</c:v>
                </c:pt>
                <c:pt idx="434">
                  <c:v>44923</c:v>
                </c:pt>
                <c:pt idx="435">
                  <c:v>44924</c:v>
                </c:pt>
                <c:pt idx="436">
                  <c:v>44925</c:v>
                </c:pt>
                <c:pt idx="437">
                  <c:v>44926</c:v>
                </c:pt>
                <c:pt idx="438">
                  <c:v>44927</c:v>
                </c:pt>
                <c:pt idx="439">
                  <c:v>44928</c:v>
                </c:pt>
                <c:pt idx="440">
                  <c:v>44929</c:v>
                </c:pt>
                <c:pt idx="441">
                  <c:v>44930</c:v>
                </c:pt>
                <c:pt idx="442">
                  <c:v>44931</c:v>
                </c:pt>
                <c:pt idx="443">
                  <c:v>44932</c:v>
                </c:pt>
                <c:pt idx="444">
                  <c:v>44933</c:v>
                </c:pt>
                <c:pt idx="445">
                  <c:v>44934</c:v>
                </c:pt>
                <c:pt idx="446">
                  <c:v>44935</c:v>
                </c:pt>
                <c:pt idx="447">
                  <c:v>44936</c:v>
                </c:pt>
                <c:pt idx="448">
                  <c:v>44937</c:v>
                </c:pt>
                <c:pt idx="449">
                  <c:v>44938</c:v>
                </c:pt>
                <c:pt idx="450">
                  <c:v>44939</c:v>
                </c:pt>
                <c:pt idx="451">
                  <c:v>44940</c:v>
                </c:pt>
                <c:pt idx="452">
                  <c:v>44941</c:v>
                </c:pt>
                <c:pt idx="453">
                  <c:v>44942</c:v>
                </c:pt>
                <c:pt idx="454">
                  <c:v>44943</c:v>
                </c:pt>
                <c:pt idx="455">
                  <c:v>44944</c:v>
                </c:pt>
                <c:pt idx="456">
                  <c:v>44945</c:v>
                </c:pt>
                <c:pt idx="457">
                  <c:v>44946</c:v>
                </c:pt>
                <c:pt idx="458">
                  <c:v>44947</c:v>
                </c:pt>
                <c:pt idx="459">
                  <c:v>44948</c:v>
                </c:pt>
                <c:pt idx="460">
                  <c:v>44949</c:v>
                </c:pt>
                <c:pt idx="461">
                  <c:v>44950</c:v>
                </c:pt>
                <c:pt idx="462">
                  <c:v>44951</c:v>
                </c:pt>
                <c:pt idx="463">
                  <c:v>44952</c:v>
                </c:pt>
                <c:pt idx="464">
                  <c:v>44953</c:v>
                </c:pt>
                <c:pt idx="465">
                  <c:v>44954</c:v>
                </c:pt>
                <c:pt idx="466">
                  <c:v>44955</c:v>
                </c:pt>
                <c:pt idx="467">
                  <c:v>44956</c:v>
                </c:pt>
                <c:pt idx="468">
                  <c:v>44957</c:v>
                </c:pt>
                <c:pt idx="469">
                  <c:v>44958</c:v>
                </c:pt>
                <c:pt idx="470">
                  <c:v>44959</c:v>
                </c:pt>
                <c:pt idx="471">
                  <c:v>44960</c:v>
                </c:pt>
                <c:pt idx="472">
                  <c:v>44961</c:v>
                </c:pt>
                <c:pt idx="473">
                  <c:v>44962</c:v>
                </c:pt>
                <c:pt idx="474">
                  <c:v>44963</c:v>
                </c:pt>
                <c:pt idx="475">
                  <c:v>44964</c:v>
                </c:pt>
                <c:pt idx="476">
                  <c:v>44965</c:v>
                </c:pt>
                <c:pt idx="477">
                  <c:v>44966</c:v>
                </c:pt>
                <c:pt idx="478">
                  <c:v>44967</c:v>
                </c:pt>
                <c:pt idx="479">
                  <c:v>44968</c:v>
                </c:pt>
                <c:pt idx="480">
                  <c:v>44969</c:v>
                </c:pt>
                <c:pt idx="481">
                  <c:v>44970</c:v>
                </c:pt>
                <c:pt idx="482">
                  <c:v>44971</c:v>
                </c:pt>
                <c:pt idx="483">
                  <c:v>44972</c:v>
                </c:pt>
                <c:pt idx="484">
                  <c:v>44973</c:v>
                </c:pt>
                <c:pt idx="485">
                  <c:v>44974</c:v>
                </c:pt>
                <c:pt idx="486">
                  <c:v>44975</c:v>
                </c:pt>
                <c:pt idx="487">
                  <c:v>44976</c:v>
                </c:pt>
                <c:pt idx="488">
                  <c:v>44977</c:v>
                </c:pt>
                <c:pt idx="489">
                  <c:v>44978</c:v>
                </c:pt>
                <c:pt idx="490">
                  <c:v>44979</c:v>
                </c:pt>
                <c:pt idx="491">
                  <c:v>44980</c:v>
                </c:pt>
                <c:pt idx="492">
                  <c:v>44981</c:v>
                </c:pt>
                <c:pt idx="493">
                  <c:v>44982</c:v>
                </c:pt>
                <c:pt idx="494">
                  <c:v>44983</c:v>
                </c:pt>
                <c:pt idx="495">
                  <c:v>44984</c:v>
                </c:pt>
                <c:pt idx="496">
                  <c:v>44985</c:v>
                </c:pt>
                <c:pt idx="497">
                  <c:v>44986</c:v>
                </c:pt>
                <c:pt idx="498">
                  <c:v>44987</c:v>
                </c:pt>
                <c:pt idx="499">
                  <c:v>44988</c:v>
                </c:pt>
                <c:pt idx="500">
                  <c:v>44989</c:v>
                </c:pt>
                <c:pt idx="501">
                  <c:v>44990</c:v>
                </c:pt>
                <c:pt idx="502">
                  <c:v>44991</c:v>
                </c:pt>
                <c:pt idx="503">
                  <c:v>44992</c:v>
                </c:pt>
                <c:pt idx="504">
                  <c:v>44993</c:v>
                </c:pt>
                <c:pt idx="505">
                  <c:v>44994</c:v>
                </c:pt>
                <c:pt idx="506">
                  <c:v>44995</c:v>
                </c:pt>
                <c:pt idx="507">
                  <c:v>44996</c:v>
                </c:pt>
                <c:pt idx="508">
                  <c:v>44997</c:v>
                </c:pt>
                <c:pt idx="509">
                  <c:v>44998</c:v>
                </c:pt>
                <c:pt idx="510">
                  <c:v>44999</c:v>
                </c:pt>
                <c:pt idx="511">
                  <c:v>45000</c:v>
                </c:pt>
                <c:pt idx="512">
                  <c:v>45001</c:v>
                </c:pt>
                <c:pt idx="513">
                  <c:v>45002</c:v>
                </c:pt>
                <c:pt idx="514">
                  <c:v>45003</c:v>
                </c:pt>
                <c:pt idx="515">
                  <c:v>45004</c:v>
                </c:pt>
                <c:pt idx="516">
                  <c:v>45005</c:v>
                </c:pt>
                <c:pt idx="517">
                  <c:v>45006</c:v>
                </c:pt>
                <c:pt idx="518">
                  <c:v>45007</c:v>
                </c:pt>
                <c:pt idx="519">
                  <c:v>45008</c:v>
                </c:pt>
                <c:pt idx="520">
                  <c:v>45009</c:v>
                </c:pt>
                <c:pt idx="521">
                  <c:v>45010</c:v>
                </c:pt>
                <c:pt idx="522">
                  <c:v>45011</c:v>
                </c:pt>
                <c:pt idx="523">
                  <c:v>45012</c:v>
                </c:pt>
                <c:pt idx="524">
                  <c:v>45013</c:v>
                </c:pt>
                <c:pt idx="525">
                  <c:v>45014</c:v>
                </c:pt>
                <c:pt idx="526">
                  <c:v>45015</c:v>
                </c:pt>
                <c:pt idx="527">
                  <c:v>45016</c:v>
                </c:pt>
                <c:pt idx="528">
                  <c:v>45017</c:v>
                </c:pt>
                <c:pt idx="529">
                  <c:v>45018</c:v>
                </c:pt>
                <c:pt idx="530">
                  <c:v>45019</c:v>
                </c:pt>
                <c:pt idx="531">
                  <c:v>45020</c:v>
                </c:pt>
                <c:pt idx="532">
                  <c:v>45021</c:v>
                </c:pt>
                <c:pt idx="533">
                  <c:v>45022</c:v>
                </c:pt>
                <c:pt idx="534">
                  <c:v>45023</c:v>
                </c:pt>
                <c:pt idx="535">
                  <c:v>45024</c:v>
                </c:pt>
                <c:pt idx="536">
                  <c:v>45025</c:v>
                </c:pt>
                <c:pt idx="537">
                  <c:v>45026</c:v>
                </c:pt>
                <c:pt idx="538">
                  <c:v>45027</c:v>
                </c:pt>
                <c:pt idx="539">
                  <c:v>45028</c:v>
                </c:pt>
                <c:pt idx="540">
                  <c:v>45029</c:v>
                </c:pt>
                <c:pt idx="541">
                  <c:v>45030</c:v>
                </c:pt>
                <c:pt idx="542">
                  <c:v>45031</c:v>
                </c:pt>
                <c:pt idx="543">
                  <c:v>45032</c:v>
                </c:pt>
                <c:pt idx="544">
                  <c:v>45033</c:v>
                </c:pt>
                <c:pt idx="545">
                  <c:v>45034</c:v>
                </c:pt>
                <c:pt idx="546">
                  <c:v>45035</c:v>
                </c:pt>
                <c:pt idx="547">
                  <c:v>45036</c:v>
                </c:pt>
                <c:pt idx="548">
                  <c:v>45037</c:v>
                </c:pt>
                <c:pt idx="549">
                  <c:v>45038</c:v>
                </c:pt>
                <c:pt idx="550">
                  <c:v>45039</c:v>
                </c:pt>
                <c:pt idx="551">
                  <c:v>45040</c:v>
                </c:pt>
                <c:pt idx="552">
                  <c:v>45041</c:v>
                </c:pt>
                <c:pt idx="553">
                  <c:v>45042</c:v>
                </c:pt>
                <c:pt idx="554">
                  <c:v>45043</c:v>
                </c:pt>
                <c:pt idx="555">
                  <c:v>45044</c:v>
                </c:pt>
                <c:pt idx="556">
                  <c:v>45045</c:v>
                </c:pt>
                <c:pt idx="557">
                  <c:v>45046</c:v>
                </c:pt>
                <c:pt idx="558">
                  <c:v>45047</c:v>
                </c:pt>
                <c:pt idx="559">
                  <c:v>45048</c:v>
                </c:pt>
                <c:pt idx="560">
                  <c:v>45049</c:v>
                </c:pt>
                <c:pt idx="561">
                  <c:v>45050</c:v>
                </c:pt>
                <c:pt idx="562">
                  <c:v>45051</c:v>
                </c:pt>
                <c:pt idx="563">
                  <c:v>45052</c:v>
                </c:pt>
                <c:pt idx="564">
                  <c:v>45053</c:v>
                </c:pt>
                <c:pt idx="565">
                  <c:v>45054</c:v>
                </c:pt>
                <c:pt idx="566">
                  <c:v>45055</c:v>
                </c:pt>
                <c:pt idx="567">
                  <c:v>45056</c:v>
                </c:pt>
                <c:pt idx="568">
                  <c:v>45057</c:v>
                </c:pt>
                <c:pt idx="569">
                  <c:v>45058</c:v>
                </c:pt>
                <c:pt idx="570">
                  <c:v>45059</c:v>
                </c:pt>
                <c:pt idx="571">
                  <c:v>45060</c:v>
                </c:pt>
                <c:pt idx="572">
                  <c:v>45061</c:v>
                </c:pt>
                <c:pt idx="573">
                  <c:v>45062</c:v>
                </c:pt>
                <c:pt idx="574">
                  <c:v>45063</c:v>
                </c:pt>
                <c:pt idx="575">
                  <c:v>45064</c:v>
                </c:pt>
                <c:pt idx="576">
                  <c:v>45065</c:v>
                </c:pt>
                <c:pt idx="577">
                  <c:v>45066</c:v>
                </c:pt>
                <c:pt idx="578">
                  <c:v>45067</c:v>
                </c:pt>
                <c:pt idx="579">
                  <c:v>45068</c:v>
                </c:pt>
                <c:pt idx="580">
                  <c:v>45069</c:v>
                </c:pt>
                <c:pt idx="581">
                  <c:v>45070</c:v>
                </c:pt>
                <c:pt idx="582">
                  <c:v>45071</c:v>
                </c:pt>
                <c:pt idx="583">
                  <c:v>45072</c:v>
                </c:pt>
                <c:pt idx="584">
                  <c:v>45073</c:v>
                </c:pt>
                <c:pt idx="585">
                  <c:v>45074</c:v>
                </c:pt>
                <c:pt idx="586">
                  <c:v>45075</c:v>
                </c:pt>
                <c:pt idx="587">
                  <c:v>45076</c:v>
                </c:pt>
                <c:pt idx="588">
                  <c:v>45077</c:v>
                </c:pt>
                <c:pt idx="589">
                  <c:v>45078</c:v>
                </c:pt>
                <c:pt idx="590">
                  <c:v>45079</c:v>
                </c:pt>
                <c:pt idx="591">
                  <c:v>45080</c:v>
                </c:pt>
                <c:pt idx="592">
                  <c:v>45081</c:v>
                </c:pt>
                <c:pt idx="593">
                  <c:v>45082</c:v>
                </c:pt>
                <c:pt idx="594">
                  <c:v>45083</c:v>
                </c:pt>
                <c:pt idx="595">
                  <c:v>45084</c:v>
                </c:pt>
                <c:pt idx="596">
                  <c:v>45085</c:v>
                </c:pt>
                <c:pt idx="597">
                  <c:v>45086</c:v>
                </c:pt>
                <c:pt idx="598">
                  <c:v>45087</c:v>
                </c:pt>
                <c:pt idx="599">
                  <c:v>45088</c:v>
                </c:pt>
                <c:pt idx="600">
                  <c:v>45089</c:v>
                </c:pt>
                <c:pt idx="601">
                  <c:v>45090</c:v>
                </c:pt>
                <c:pt idx="602">
                  <c:v>45091</c:v>
                </c:pt>
                <c:pt idx="603">
                  <c:v>45092</c:v>
                </c:pt>
                <c:pt idx="604">
                  <c:v>45093</c:v>
                </c:pt>
                <c:pt idx="605">
                  <c:v>45094</c:v>
                </c:pt>
                <c:pt idx="606">
                  <c:v>45095</c:v>
                </c:pt>
                <c:pt idx="607">
                  <c:v>45096</c:v>
                </c:pt>
                <c:pt idx="608">
                  <c:v>45097</c:v>
                </c:pt>
                <c:pt idx="609">
                  <c:v>45098</c:v>
                </c:pt>
                <c:pt idx="610">
                  <c:v>45099</c:v>
                </c:pt>
                <c:pt idx="611">
                  <c:v>45100</c:v>
                </c:pt>
                <c:pt idx="612">
                  <c:v>45101</c:v>
                </c:pt>
                <c:pt idx="613">
                  <c:v>45102</c:v>
                </c:pt>
                <c:pt idx="614">
                  <c:v>45103</c:v>
                </c:pt>
                <c:pt idx="615">
                  <c:v>45104</c:v>
                </c:pt>
                <c:pt idx="616">
                  <c:v>45105</c:v>
                </c:pt>
                <c:pt idx="617">
                  <c:v>45106</c:v>
                </c:pt>
                <c:pt idx="618">
                  <c:v>45107</c:v>
                </c:pt>
                <c:pt idx="619">
                  <c:v>45108</c:v>
                </c:pt>
                <c:pt idx="620">
                  <c:v>45109</c:v>
                </c:pt>
                <c:pt idx="621">
                  <c:v>45110</c:v>
                </c:pt>
                <c:pt idx="622">
                  <c:v>45111</c:v>
                </c:pt>
                <c:pt idx="623">
                  <c:v>45112</c:v>
                </c:pt>
                <c:pt idx="624">
                  <c:v>45113</c:v>
                </c:pt>
                <c:pt idx="625">
                  <c:v>45114</c:v>
                </c:pt>
                <c:pt idx="626">
                  <c:v>45115</c:v>
                </c:pt>
                <c:pt idx="627">
                  <c:v>45116</c:v>
                </c:pt>
                <c:pt idx="628">
                  <c:v>45117</c:v>
                </c:pt>
                <c:pt idx="629">
                  <c:v>45118</c:v>
                </c:pt>
                <c:pt idx="630">
                  <c:v>45119</c:v>
                </c:pt>
                <c:pt idx="631">
                  <c:v>45120</c:v>
                </c:pt>
                <c:pt idx="632">
                  <c:v>45121</c:v>
                </c:pt>
                <c:pt idx="633">
                  <c:v>45122</c:v>
                </c:pt>
                <c:pt idx="634">
                  <c:v>45123</c:v>
                </c:pt>
                <c:pt idx="635">
                  <c:v>45124</c:v>
                </c:pt>
                <c:pt idx="636">
                  <c:v>45125</c:v>
                </c:pt>
                <c:pt idx="637">
                  <c:v>45126</c:v>
                </c:pt>
                <c:pt idx="638">
                  <c:v>45127</c:v>
                </c:pt>
                <c:pt idx="639">
                  <c:v>45128</c:v>
                </c:pt>
                <c:pt idx="640">
                  <c:v>45129</c:v>
                </c:pt>
                <c:pt idx="641">
                  <c:v>45130</c:v>
                </c:pt>
                <c:pt idx="642">
                  <c:v>45131</c:v>
                </c:pt>
                <c:pt idx="643">
                  <c:v>45132</c:v>
                </c:pt>
                <c:pt idx="644">
                  <c:v>45133</c:v>
                </c:pt>
                <c:pt idx="645">
                  <c:v>45134</c:v>
                </c:pt>
                <c:pt idx="646">
                  <c:v>45135</c:v>
                </c:pt>
                <c:pt idx="647">
                  <c:v>45136</c:v>
                </c:pt>
                <c:pt idx="648">
                  <c:v>45137</c:v>
                </c:pt>
                <c:pt idx="649">
                  <c:v>45138</c:v>
                </c:pt>
                <c:pt idx="650">
                  <c:v>45139</c:v>
                </c:pt>
                <c:pt idx="651">
                  <c:v>45140</c:v>
                </c:pt>
                <c:pt idx="652">
                  <c:v>45141</c:v>
                </c:pt>
                <c:pt idx="653">
                  <c:v>45142</c:v>
                </c:pt>
                <c:pt idx="654">
                  <c:v>45143</c:v>
                </c:pt>
                <c:pt idx="655">
                  <c:v>45144</c:v>
                </c:pt>
                <c:pt idx="656">
                  <c:v>45145</c:v>
                </c:pt>
                <c:pt idx="657">
                  <c:v>45146</c:v>
                </c:pt>
                <c:pt idx="658">
                  <c:v>45147</c:v>
                </c:pt>
                <c:pt idx="659">
                  <c:v>45148</c:v>
                </c:pt>
                <c:pt idx="660">
                  <c:v>45149</c:v>
                </c:pt>
                <c:pt idx="661">
                  <c:v>45150</c:v>
                </c:pt>
                <c:pt idx="662">
                  <c:v>45151</c:v>
                </c:pt>
                <c:pt idx="663">
                  <c:v>45152</c:v>
                </c:pt>
                <c:pt idx="664">
                  <c:v>45153</c:v>
                </c:pt>
                <c:pt idx="665">
                  <c:v>45154</c:v>
                </c:pt>
                <c:pt idx="666">
                  <c:v>45155</c:v>
                </c:pt>
                <c:pt idx="667">
                  <c:v>45156</c:v>
                </c:pt>
                <c:pt idx="668">
                  <c:v>45157</c:v>
                </c:pt>
                <c:pt idx="669">
                  <c:v>45158</c:v>
                </c:pt>
                <c:pt idx="670">
                  <c:v>45159</c:v>
                </c:pt>
                <c:pt idx="671">
                  <c:v>45160</c:v>
                </c:pt>
                <c:pt idx="672">
                  <c:v>45161</c:v>
                </c:pt>
                <c:pt idx="673">
                  <c:v>45162</c:v>
                </c:pt>
                <c:pt idx="674">
                  <c:v>45163</c:v>
                </c:pt>
                <c:pt idx="675">
                  <c:v>45164</c:v>
                </c:pt>
                <c:pt idx="676">
                  <c:v>45165</c:v>
                </c:pt>
                <c:pt idx="677">
                  <c:v>45166</c:v>
                </c:pt>
                <c:pt idx="678">
                  <c:v>45167</c:v>
                </c:pt>
                <c:pt idx="679">
                  <c:v>45168</c:v>
                </c:pt>
                <c:pt idx="680">
                  <c:v>45169</c:v>
                </c:pt>
                <c:pt idx="681">
                  <c:v>45170</c:v>
                </c:pt>
                <c:pt idx="682">
                  <c:v>45171</c:v>
                </c:pt>
                <c:pt idx="683">
                  <c:v>45172</c:v>
                </c:pt>
                <c:pt idx="684">
                  <c:v>45173</c:v>
                </c:pt>
                <c:pt idx="685">
                  <c:v>45174</c:v>
                </c:pt>
                <c:pt idx="686">
                  <c:v>45175</c:v>
                </c:pt>
                <c:pt idx="687">
                  <c:v>45176</c:v>
                </c:pt>
                <c:pt idx="688">
                  <c:v>45177</c:v>
                </c:pt>
                <c:pt idx="689">
                  <c:v>45178</c:v>
                </c:pt>
                <c:pt idx="690">
                  <c:v>45179</c:v>
                </c:pt>
                <c:pt idx="691">
                  <c:v>45180</c:v>
                </c:pt>
                <c:pt idx="692">
                  <c:v>45181</c:v>
                </c:pt>
                <c:pt idx="693">
                  <c:v>45182</c:v>
                </c:pt>
                <c:pt idx="694">
                  <c:v>45183</c:v>
                </c:pt>
                <c:pt idx="695">
                  <c:v>45184</c:v>
                </c:pt>
                <c:pt idx="696">
                  <c:v>45185</c:v>
                </c:pt>
                <c:pt idx="697">
                  <c:v>45186</c:v>
                </c:pt>
                <c:pt idx="698">
                  <c:v>45187</c:v>
                </c:pt>
                <c:pt idx="699">
                  <c:v>45188</c:v>
                </c:pt>
                <c:pt idx="700">
                  <c:v>45189</c:v>
                </c:pt>
                <c:pt idx="701">
                  <c:v>45190</c:v>
                </c:pt>
                <c:pt idx="702">
                  <c:v>45191</c:v>
                </c:pt>
                <c:pt idx="703">
                  <c:v>45192</c:v>
                </c:pt>
                <c:pt idx="704">
                  <c:v>45193</c:v>
                </c:pt>
                <c:pt idx="705">
                  <c:v>45194</c:v>
                </c:pt>
                <c:pt idx="706">
                  <c:v>45195</c:v>
                </c:pt>
                <c:pt idx="707">
                  <c:v>45196</c:v>
                </c:pt>
                <c:pt idx="708">
                  <c:v>45197</c:v>
                </c:pt>
                <c:pt idx="709">
                  <c:v>45198</c:v>
                </c:pt>
                <c:pt idx="710">
                  <c:v>45199</c:v>
                </c:pt>
                <c:pt idx="711">
                  <c:v>45200</c:v>
                </c:pt>
                <c:pt idx="712">
                  <c:v>45201</c:v>
                </c:pt>
                <c:pt idx="713">
                  <c:v>45202</c:v>
                </c:pt>
                <c:pt idx="714">
                  <c:v>45203</c:v>
                </c:pt>
                <c:pt idx="715">
                  <c:v>45204</c:v>
                </c:pt>
                <c:pt idx="716">
                  <c:v>45205</c:v>
                </c:pt>
                <c:pt idx="717">
                  <c:v>45206</c:v>
                </c:pt>
                <c:pt idx="718">
                  <c:v>45207</c:v>
                </c:pt>
                <c:pt idx="719">
                  <c:v>45208</c:v>
                </c:pt>
                <c:pt idx="720">
                  <c:v>45209</c:v>
                </c:pt>
                <c:pt idx="721">
                  <c:v>45210</c:v>
                </c:pt>
                <c:pt idx="722">
                  <c:v>45211</c:v>
                </c:pt>
                <c:pt idx="723">
                  <c:v>45212</c:v>
                </c:pt>
                <c:pt idx="724">
                  <c:v>45213</c:v>
                </c:pt>
                <c:pt idx="725">
                  <c:v>45214</c:v>
                </c:pt>
                <c:pt idx="726">
                  <c:v>45215</c:v>
                </c:pt>
                <c:pt idx="727">
                  <c:v>45216</c:v>
                </c:pt>
                <c:pt idx="728">
                  <c:v>45217</c:v>
                </c:pt>
                <c:pt idx="729">
                  <c:v>45218</c:v>
                </c:pt>
                <c:pt idx="730">
                  <c:v>45219</c:v>
                </c:pt>
                <c:pt idx="731">
                  <c:v>45220</c:v>
                </c:pt>
                <c:pt idx="732">
                  <c:v>45221</c:v>
                </c:pt>
                <c:pt idx="733">
                  <c:v>45222</c:v>
                </c:pt>
                <c:pt idx="734">
                  <c:v>45223</c:v>
                </c:pt>
                <c:pt idx="735">
                  <c:v>45224</c:v>
                </c:pt>
                <c:pt idx="736">
                  <c:v>45225</c:v>
                </c:pt>
                <c:pt idx="737">
                  <c:v>45226</c:v>
                </c:pt>
                <c:pt idx="738">
                  <c:v>45227</c:v>
                </c:pt>
                <c:pt idx="739">
                  <c:v>45228</c:v>
                </c:pt>
                <c:pt idx="740">
                  <c:v>45229</c:v>
                </c:pt>
                <c:pt idx="741">
                  <c:v>45230</c:v>
                </c:pt>
                <c:pt idx="742">
                  <c:v>45231</c:v>
                </c:pt>
                <c:pt idx="743">
                  <c:v>45232</c:v>
                </c:pt>
                <c:pt idx="744">
                  <c:v>45233</c:v>
                </c:pt>
                <c:pt idx="745">
                  <c:v>45234</c:v>
                </c:pt>
                <c:pt idx="746">
                  <c:v>45235</c:v>
                </c:pt>
                <c:pt idx="747">
                  <c:v>45236</c:v>
                </c:pt>
                <c:pt idx="748">
                  <c:v>45237</c:v>
                </c:pt>
                <c:pt idx="749">
                  <c:v>45238</c:v>
                </c:pt>
                <c:pt idx="750">
                  <c:v>45239</c:v>
                </c:pt>
                <c:pt idx="751">
                  <c:v>45240</c:v>
                </c:pt>
                <c:pt idx="752">
                  <c:v>45241</c:v>
                </c:pt>
                <c:pt idx="753">
                  <c:v>45242</c:v>
                </c:pt>
                <c:pt idx="754">
                  <c:v>45243</c:v>
                </c:pt>
                <c:pt idx="755">
                  <c:v>45244</c:v>
                </c:pt>
                <c:pt idx="756">
                  <c:v>45245</c:v>
                </c:pt>
                <c:pt idx="757">
                  <c:v>45246</c:v>
                </c:pt>
                <c:pt idx="758">
                  <c:v>45247</c:v>
                </c:pt>
                <c:pt idx="759">
                  <c:v>45248</c:v>
                </c:pt>
                <c:pt idx="760">
                  <c:v>45249</c:v>
                </c:pt>
                <c:pt idx="761">
                  <c:v>45250</c:v>
                </c:pt>
                <c:pt idx="762">
                  <c:v>45251</c:v>
                </c:pt>
                <c:pt idx="763">
                  <c:v>45252</c:v>
                </c:pt>
                <c:pt idx="764">
                  <c:v>45253</c:v>
                </c:pt>
                <c:pt idx="765">
                  <c:v>45254</c:v>
                </c:pt>
                <c:pt idx="766">
                  <c:v>45255</c:v>
                </c:pt>
                <c:pt idx="767">
                  <c:v>45256</c:v>
                </c:pt>
                <c:pt idx="768">
                  <c:v>45257</c:v>
                </c:pt>
                <c:pt idx="769">
                  <c:v>45258</c:v>
                </c:pt>
                <c:pt idx="770">
                  <c:v>45259</c:v>
                </c:pt>
                <c:pt idx="771">
                  <c:v>45260</c:v>
                </c:pt>
                <c:pt idx="772">
                  <c:v>45261</c:v>
                </c:pt>
                <c:pt idx="773">
                  <c:v>45262</c:v>
                </c:pt>
                <c:pt idx="774">
                  <c:v>45263</c:v>
                </c:pt>
                <c:pt idx="775">
                  <c:v>45264</c:v>
                </c:pt>
                <c:pt idx="776">
                  <c:v>45265</c:v>
                </c:pt>
                <c:pt idx="777">
                  <c:v>45266</c:v>
                </c:pt>
                <c:pt idx="778">
                  <c:v>45267</c:v>
                </c:pt>
                <c:pt idx="779">
                  <c:v>45268</c:v>
                </c:pt>
                <c:pt idx="780">
                  <c:v>45269</c:v>
                </c:pt>
                <c:pt idx="781">
                  <c:v>45270</c:v>
                </c:pt>
                <c:pt idx="782">
                  <c:v>45271</c:v>
                </c:pt>
                <c:pt idx="783">
                  <c:v>45272</c:v>
                </c:pt>
                <c:pt idx="784">
                  <c:v>45273</c:v>
                </c:pt>
                <c:pt idx="785">
                  <c:v>45274</c:v>
                </c:pt>
                <c:pt idx="786">
                  <c:v>45275</c:v>
                </c:pt>
                <c:pt idx="787">
                  <c:v>45276</c:v>
                </c:pt>
                <c:pt idx="788">
                  <c:v>45277</c:v>
                </c:pt>
                <c:pt idx="789">
                  <c:v>45278</c:v>
                </c:pt>
                <c:pt idx="790">
                  <c:v>45279</c:v>
                </c:pt>
                <c:pt idx="791">
                  <c:v>45280</c:v>
                </c:pt>
                <c:pt idx="792">
                  <c:v>45281</c:v>
                </c:pt>
                <c:pt idx="793">
                  <c:v>45282</c:v>
                </c:pt>
                <c:pt idx="794">
                  <c:v>45283</c:v>
                </c:pt>
                <c:pt idx="795">
                  <c:v>45284</c:v>
                </c:pt>
                <c:pt idx="796">
                  <c:v>45285</c:v>
                </c:pt>
                <c:pt idx="797">
                  <c:v>45286</c:v>
                </c:pt>
                <c:pt idx="798">
                  <c:v>45287</c:v>
                </c:pt>
                <c:pt idx="799">
                  <c:v>45288</c:v>
                </c:pt>
                <c:pt idx="800">
                  <c:v>45289</c:v>
                </c:pt>
                <c:pt idx="801">
                  <c:v>45290</c:v>
                </c:pt>
                <c:pt idx="802">
                  <c:v>45291</c:v>
                </c:pt>
                <c:pt idx="803">
                  <c:v>45292</c:v>
                </c:pt>
                <c:pt idx="804">
                  <c:v>45293</c:v>
                </c:pt>
                <c:pt idx="805">
                  <c:v>45294</c:v>
                </c:pt>
                <c:pt idx="806">
                  <c:v>45295</c:v>
                </c:pt>
                <c:pt idx="807">
                  <c:v>45296</c:v>
                </c:pt>
                <c:pt idx="808">
                  <c:v>45297</c:v>
                </c:pt>
                <c:pt idx="809">
                  <c:v>45298</c:v>
                </c:pt>
                <c:pt idx="810">
                  <c:v>45299</c:v>
                </c:pt>
                <c:pt idx="811">
                  <c:v>45300</c:v>
                </c:pt>
                <c:pt idx="812">
                  <c:v>45301</c:v>
                </c:pt>
                <c:pt idx="813">
                  <c:v>45302</c:v>
                </c:pt>
                <c:pt idx="814">
                  <c:v>45303</c:v>
                </c:pt>
                <c:pt idx="815">
                  <c:v>45304</c:v>
                </c:pt>
                <c:pt idx="816">
                  <c:v>45305</c:v>
                </c:pt>
                <c:pt idx="817">
                  <c:v>45306</c:v>
                </c:pt>
                <c:pt idx="818">
                  <c:v>45307</c:v>
                </c:pt>
                <c:pt idx="819">
                  <c:v>45308</c:v>
                </c:pt>
                <c:pt idx="820">
                  <c:v>45309</c:v>
                </c:pt>
                <c:pt idx="821">
                  <c:v>45310</c:v>
                </c:pt>
                <c:pt idx="822">
                  <c:v>45311</c:v>
                </c:pt>
                <c:pt idx="823">
                  <c:v>45312</c:v>
                </c:pt>
                <c:pt idx="824">
                  <c:v>45313</c:v>
                </c:pt>
                <c:pt idx="825">
                  <c:v>45314</c:v>
                </c:pt>
                <c:pt idx="826">
                  <c:v>45315</c:v>
                </c:pt>
                <c:pt idx="827">
                  <c:v>45316</c:v>
                </c:pt>
                <c:pt idx="828">
                  <c:v>45317</c:v>
                </c:pt>
                <c:pt idx="829">
                  <c:v>45318</c:v>
                </c:pt>
                <c:pt idx="830">
                  <c:v>45319</c:v>
                </c:pt>
                <c:pt idx="831">
                  <c:v>45320</c:v>
                </c:pt>
                <c:pt idx="832">
                  <c:v>45321</c:v>
                </c:pt>
                <c:pt idx="833">
                  <c:v>45322</c:v>
                </c:pt>
                <c:pt idx="834">
                  <c:v>45323</c:v>
                </c:pt>
                <c:pt idx="835">
                  <c:v>45324</c:v>
                </c:pt>
                <c:pt idx="836">
                  <c:v>45325</c:v>
                </c:pt>
                <c:pt idx="837">
                  <c:v>45326</c:v>
                </c:pt>
                <c:pt idx="838">
                  <c:v>45327</c:v>
                </c:pt>
                <c:pt idx="839">
                  <c:v>45328</c:v>
                </c:pt>
                <c:pt idx="840">
                  <c:v>45329</c:v>
                </c:pt>
                <c:pt idx="841">
                  <c:v>45330</c:v>
                </c:pt>
                <c:pt idx="842">
                  <c:v>45331</c:v>
                </c:pt>
                <c:pt idx="843">
                  <c:v>45332</c:v>
                </c:pt>
                <c:pt idx="844">
                  <c:v>45333</c:v>
                </c:pt>
                <c:pt idx="845">
                  <c:v>45334</c:v>
                </c:pt>
                <c:pt idx="846">
                  <c:v>45335</c:v>
                </c:pt>
                <c:pt idx="847">
                  <c:v>45336</c:v>
                </c:pt>
                <c:pt idx="848">
                  <c:v>45337</c:v>
                </c:pt>
                <c:pt idx="849">
                  <c:v>45338</c:v>
                </c:pt>
                <c:pt idx="850">
                  <c:v>45339</c:v>
                </c:pt>
                <c:pt idx="851">
                  <c:v>45340</c:v>
                </c:pt>
                <c:pt idx="852">
                  <c:v>45341</c:v>
                </c:pt>
                <c:pt idx="853">
                  <c:v>45342</c:v>
                </c:pt>
                <c:pt idx="854">
                  <c:v>45343</c:v>
                </c:pt>
                <c:pt idx="855">
                  <c:v>45344</c:v>
                </c:pt>
                <c:pt idx="856">
                  <c:v>45345</c:v>
                </c:pt>
                <c:pt idx="857">
                  <c:v>45346</c:v>
                </c:pt>
                <c:pt idx="858">
                  <c:v>45347</c:v>
                </c:pt>
                <c:pt idx="859">
                  <c:v>45348</c:v>
                </c:pt>
                <c:pt idx="860">
                  <c:v>45349</c:v>
                </c:pt>
                <c:pt idx="861">
                  <c:v>45350</c:v>
                </c:pt>
                <c:pt idx="862">
                  <c:v>45351</c:v>
                </c:pt>
                <c:pt idx="863">
                  <c:v>45352</c:v>
                </c:pt>
                <c:pt idx="864">
                  <c:v>45353</c:v>
                </c:pt>
                <c:pt idx="865">
                  <c:v>45354</c:v>
                </c:pt>
                <c:pt idx="866">
                  <c:v>45355</c:v>
                </c:pt>
                <c:pt idx="867">
                  <c:v>45356</c:v>
                </c:pt>
                <c:pt idx="868">
                  <c:v>45357</c:v>
                </c:pt>
                <c:pt idx="869">
                  <c:v>45358</c:v>
                </c:pt>
                <c:pt idx="870">
                  <c:v>45359</c:v>
                </c:pt>
                <c:pt idx="871">
                  <c:v>45360</c:v>
                </c:pt>
                <c:pt idx="872">
                  <c:v>45361</c:v>
                </c:pt>
                <c:pt idx="873">
                  <c:v>45362</c:v>
                </c:pt>
                <c:pt idx="874">
                  <c:v>45363</c:v>
                </c:pt>
                <c:pt idx="875">
                  <c:v>45364</c:v>
                </c:pt>
                <c:pt idx="876">
                  <c:v>45365</c:v>
                </c:pt>
                <c:pt idx="877">
                  <c:v>45366</c:v>
                </c:pt>
                <c:pt idx="878">
                  <c:v>45367</c:v>
                </c:pt>
                <c:pt idx="879">
                  <c:v>45368</c:v>
                </c:pt>
                <c:pt idx="880">
                  <c:v>45369</c:v>
                </c:pt>
                <c:pt idx="881">
                  <c:v>45370</c:v>
                </c:pt>
                <c:pt idx="882">
                  <c:v>45371</c:v>
                </c:pt>
                <c:pt idx="883">
                  <c:v>45372</c:v>
                </c:pt>
                <c:pt idx="884">
                  <c:v>45373</c:v>
                </c:pt>
                <c:pt idx="885">
                  <c:v>45374</c:v>
                </c:pt>
                <c:pt idx="886">
                  <c:v>45375</c:v>
                </c:pt>
                <c:pt idx="887">
                  <c:v>45376</c:v>
                </c:pt>
                <c:pt idx="888">
                  <c:v>45377</c:v>
                </c:pt>
                <c:pt idx="889">
                  <c:v>45378</c:v>
                </c:pt>
                <c:pt idx="890">
                  <c:v>45379</c:v>
                </c:pt>
                <c:pt idx="891">
                  <c:v>45380</c:v>
                </c:pt>
                <c:pt idx="892">
                  <c:v>45381</c:v>
                </c:pt>
                <c:pt idx="893">
                  <c:v>45382</c:v>
                </c:pt>
                <c:pt idx="894">
                  <c:v>45383</c:v>
                </c:pt>
                <c:pt idx="895">
                  <c:v>45384</c:v>
                </c:pt>
                <c:pt idx="896">
                  <c:v>45385</c:v>
                </c:pt>
                <c:pt idx="897">
                  <c:v>45386</c:v>
                </c:pt>
                <c:pt idx="898">
                  <c:v>45387</c:v>
                </c:pt>
                <c:pt idx="899">
                  <c:v>45388</c:v>
                </c:pt>
                <c:pt idx="900">
                  <c:v>45389</c:v>
                </c:pt>
                <c:pt idx="901">
                  <c:v>45390</c:v>
                </c:pt>
                <c:pt idx="902">
                  <c:v>45391</c:v>
                </c:pt>
                <c:pt idx="903">
                  <c:v>45392</c:v>
                </c:pt>
                <c:pt idx="904">
                  <c:v>45393</c:v>
                </c:pt>
                <c:pt idx="905">
                  <c:v>45394</c:v>
                </c:pt>
                <c:pt idx="906">
                  <c:v>45395</c:v>
                </c:pt>
                <c:pt idx="907">
                  <c:v>45396</c:v>
                </c:pt>
                <c:pt idx="908">
                  <c:v>45397</c:v>
                </c:pt>
                <c:pt idx="909">
                  <c:v>45398</c:v>
                </c:pt>
                <c:pt idx="910">
                  <c:v>45399</c:v>
                </c:pt>
                <c:pt idx="911">
                  <c:v>45400</c:v>
                </c:pt>
                <c:pt idx="912">
                  <c:v>45401</c:v>
                </c:pt>
                <c:pt idx="913">
                  <c:v>45402</c:v>
                </c:pt>
                <c:pt idx="914">
                  <c:v>45403</c:v>
                </c:pt>
                <c:pt idx="915">
                  <c:v>45404</c:v>
                </c:pt>
                <c:pt idx="916">
                  <c:v>45405</c:v>
                </c:pt>
                <c:pt idx="917">
                  <c:v>45406</c:v>
                </c:pt>
                <c:pt idx="918">
                  <c:v>45407</c:v>
                </c:pt>
                <c:pt idx="919">
                  <c:v>45408</c:v>
                </c:pt>
                <c:pt idx="920">
                  <c:v>45409</c:v>
                </c:pt>
                <c:pt idx="921">
                  <c:v>45410</c:v>
                </c:pt>
                <c:pt idx="922">
                  <c:v>45411</c:v>
                </c:pt>
                <c:pt idx="923">
                  <c:v>45412</c:v>
                </c:pt>
                <c:pt idx="924">
                  <c:v>45413</c:v>
                </c:pt>
                <c:pt idx="925">
                  <c:v>45414</c:v>
                </c:pt>
                <c:pt idx="926">
                  <c:v>45415</c:v>
                </c:pt>
                <c:pt idx="927">
                  <c:v>45416</c:v>
                </c:pt>
                <c:pt idx="928">
                  <c:v>45417</c:v>
                </c:pt>
                <c:pt idx="929">
                  <c:v>45418</c:v>
                </c:pt>
                <c:pt idx="930">
                  <c:v>45419</c:v>
                </c:pt>
                <c:pt idx="931">
                  <c:v>45420</c:v>
                </c:pt>
                <c:pt idx="932">
                  <c:v>45421</c:v>
                </c:pt>
                <c:pt idx="933">
                  <c:v>45422</c:v>
                </c:pt>
                <c:pt idx="934">
                  <c:v>45423</c:v>
                </c:pt>
                <c:pt idx="935">
                  <c:v>45424</c:v>
                </c:pt>
                <c:pt idx="936">
                  <c:v>45425</c:v>
                </c:pt>
                <c:pt idx="937">
                  <c:v>45426</c:v>
                </c:pt>
                <c:pt idx="938">
                  <c:v>45427</c:v>
                </c:pt>
                <c:pt idx="939">
                  <c:v>45428</c:v>
                </c:pt>
                <c:pt idx="940">
                  <c:v>45429</c:v>
                </c:pt>
                <c:pt idx="941">
                  <c:v>45430</c:v>
                </c:pt>
                <c:pt idx="942">
                  <c:v>45431</c:v>
                </c:pt>
                <c:pt idx="943">
                  <c:v>45432</c:v>
                </c:pt>
                <c:pt idx="944">
                  <c:v>45433</c:v>
                </c:pt>
                <c:pt idx="945">
                  <c:v>45434</c:v>
                </c:pt>
                <c:pt idx="946">
                  <c:v>45435</c:v>
                </c:pt>
                <c:pt idx="947">
                  <c:v>45436</c:v>
                </c:pt>
                <c:pt idx="948">
                  <c:v>45437</c:v>
                </c:pt>
                <c:pt idx="949">
                  <c:v>45438</c:v>
                </c:pt>
                <c:pt idx="950">
                  <c:v>45439</c:v>
                </c:pt>
                <c:pt idx="951">
                  <c:v>45440</c:v>
                </c:pt>
                <c:pt idx="952">
                  <c:v>45441</c:v>
                </c:pt>
                <c:pt idx="953">
                  <c:v>45442</c:v>
                </c:pt>
                <c:pt idx="954">
                  <c:v>45443</c:v>
                </c:pt>
                <c:pt idx="955">
                  <c:v>45444</c:v>
                </c:pt>
                <c:pt idx="956">
                  <c:v>45445</c:v>
                </c:pt>
                <c:pt idx="957">
                  <c:v>45446</c:v>
                </c:pt>
                <c:pt idx="958">
                  <c:v>45447</c:v>
                </c:pt>
                <c:pt idx="959">
                  <c:v>45448</c:v>
                </c:pt>
                <c:pt idx="960">
                  <c:v>45449</c:v>
                </c:pt>
                <c:pt idx="961">
                  <c:v>45450</c:v>
                </c:pt>
                <c:pt idx="962">
                  <c:v>45451</c:v>
                </c:pt>
                <c:pt idx="963">
                  <c:v>45452</c:v>
                </c:pt>
                <c:pt idx="964">
                  <c:v>45453</c:v>
                </c:pt>
                <c:pt idx="965">
                  <c:v>45454</c:v>
                </c:pt>
                <c:pt idx="966">
                  <c:v>45455</c:v>
                </c:pt>
                <c:pt idx="967">
                  <c:v>45456</c:v>
                </c:pt>
                <c:pt idx="968">
                  <c:v>45457</c:v>
                </c:pt>
                <c:pt idx="969">
                  <c:v>45458</c:v>
                </c:pt>
                <c:pt idx="970">
                  <c:v>45459</c:v>
                </c:pt>
                <c:pt idx="971">
                  <c:v>45460</c:v>
                </c:pt>
                <c:pt idx="972">
                  <c:v>45461</c:v>
                </c:pt>
                <c:pt idx="973">
                  <c:v>45462</c:v>
                </c:pt>
                <c:pt idx="974">
                  <c:v>45463</c:v>
                </c:pt>
                <c:pt idx="975">
                  <c:v>45464</c:v>
                </c:pt>
                <c:pt idx="976">
                  <c:v>45465</c:v>
                </c:pt>
                <c:pt idx="977">
                  <c:v>45466</c:v>
                </c:pt>
                <c:pt idx="978">
                  <c:v>45467</c:v>
                </c:pt>
                <c:pt idx="979">
                  <c:v>45468</c:v>
                </c:pt>
                <c:pt idx="980">
                  <c:v>45469</c:v>
                </c:pt>
                <c:pt idx="981">
                  <c:v>45470</c:v>
                </c:pt>
                <c:pt idx="982">
                  <c:v>45471</c:v>
                </c:pt>
                <c:pt idx="983">
                  <c:v>45472</c:v>
                </c:pt>
                <c:pt idx="984">
                  <c:v>45473</c:v>
                </c:pt>
                <c:pt idx="985">
                  <c:v>45474</c:v>
                </c:pt>
                <c:pt idx="986">
                  <c:v>45475</c:v>
                </c:pt>
                <c:pt idx="987">
                  <c:v>45476</c:v>
                </c:pt>
                <c:pt idx="988">
                  <c:v>45477</c:v>
                </c:pt>
                <c:pt idx="989">
                  <c:v>45478</c:v>
                </c:pt>
                <c:pt idx="990">
                  <c:v>45479</c:v>
                </c:pt>
                <c:pt idx="991">
                  <c:v>45480</c:v>
                </c:pt>
                <c:pt idx="992">
                  <c:v>45481</c:v>
                </c:pt>
                <c:pt idx="993">
                  <c:v>45482</c:v>
                </c:pt>
                <c:pt idx="994">
                  <c:v>45483</c:v>
                </c:pt>
                <c:pt idx="995">
                  <c:v>45484</c:v>
                </c:pt>
                <c:pt idx="996">
                  <c:v>45485</c:v>
                </c:pt>
                <c:pt idx="997">
                  <c:v>45486</c:v>
                </c:pt>
                <c:pt idx="998">
                  <c:v>45487</c:v>
                </c:pt>
                <c:pt idx="999">
                  <c:v>45488</c:v>
                </c:pt>
                <c:pt idx="1000">
                  <c:v>45489</c:v>
                </c:pt>
                <c:pt idx="1001">
                  <c:v>45490</c:v>
                </c:pt>
                <c:pt idx="1002">
                  <c:v>45491</c:v>
                </c:pt>
                <c:pt idx="1003">
                  <c:v>45492</c:v>
                </c:pt>
                <c:pt idx="1004">
                  <c:v>45493</c:v>
                </c:pt>
                <c:pt idx="1005">
                  <c:v>45494</c:v>
                </c:pt>
                <c:pt idx="1006">
                  <c:v>45495</c:v>
                </c:pt>
                <c:pt idx="1007">
                  <c:v>45496</c:v>
                </c:pt>
                <c:pt idx="1008">
                  <c:v>45497</c:v>
                </c:pt>
                <c:pt idx="1009">
                  <c:v>45498</c:v>
                </c:pt>
                <c:pt idx="1010">
                  <c:v>45499</c:v>
                </c:pt>
                <c:pt idx="1011">
                  <c:v>45500</c:v>
                </c:pt>
                <c:pt idx="1012">
                  <c:v>45501</c:v>
                </c:pt>
                <c:pt idx="1013">
                  <c:v>45502</c:v>
                </c:pt>
                <c:pt idx="1014">
                  <c:v>45503</c:v>
                </c:pt>
                <c:pt idx="1015">
                  <c:v>45504</c:v>
                </c:pt>
                <c:pt idx="1016">
                  <c:v>45505</c:v>
                </c:pt>
                <c:pt idx="1017">
                  <c:v>45506</c:v>
                </c:pt>
                <c:pt idx="1018">
                  <c:v>45507</c:v>
                </c:pt>
                <c:pt idx="1019">
                  <c:v>45508</c:v>
                </c:pt>
                <c:pt idx="1020">
                  <c:v>45509</c:v>
                </c:pt>
                <c:pt idx="1021">
                  <c:v>45510</c:v>
                </c:pt>
                <c:pt idx="1022">
                  <c:v>45511</c:v>
                </c:pt>
                <c:pt idx="1023">
                  <c:v>45512</c:v>
                </c:pt>
                <c:pt idx="1024">
                  <c:v>45513</c:v>
                </c:pt>
                <c:pt idx="1025">
                  <c:v>45514</c:v>
                </c:pt>
                <c:pt idx="1026">
                  <c:v>45515</c:v>
                </c:pt>
                <c:pt idx="1027">
                  <c:v>45516</c:v>
                </c:pt>
                <c:pt idx="1028">
                  <c:v>45517</c:v>
                </c:pt>
                <c:pt idx="1029">
                  <c:v>45518</c:v>
                </c:pt>
                <c:pt idx="1030">
                  <c:v>45519</c:v>
                </c:pt>
                <c:pt idx="1031">
                  <c:v>45520</c:v>
                </c:pt>
                <c:pt idx="1032">
                  <c:v>45521</c:v>
                </c:pt>
                <c:pt idx="1033">
                  <c:v>45522</c:v>
                </c:pt>
                <c:pt idx="1034">
                  <c:v>45523</c:v>
                </c:pt>
                <c:pt idx="1035">
                  <c:v>45524</c:v>
                </c:pt>
                <c:pt idx="1036">
                  <c:v>45525</c:v>
                </c:pt>
                <c:pt idx="1037">
                  <c:v>45526</c:v>
                </c:pt>
                <c:pt idx="1038">
                  <c:v>45527</c:v>
                </c:pt>
                <c:pt idx="1039">
                  <c:v>45528</c:v>
                </c:pt>
                <c:pt idx="1040">
                  <c:v>45529</c:v>
                </c:pt>
                <c:pt idx="1041">
                  <c:v>45530</c:v>
                </c:pt>
                <c:pt idx="1042">
                  <c:v>45531</c:v>
                </c:pt>
                <c:pt idx="1043">
                  <c:v>45532</c:v>
                </c:pt>
                <c:pt idx="1044">
                  <c:v>45533</c:v>
                </c:pt>
                <c:pt idx="1045">
                  <c:v>45534</c:v>
                </c:pt>
                <c:pt idx="1046">
                  <c:v>45535</c:v>
                </c:pt>
                <c:pt idx="1047">
                  <c:v>45536</c:v>
                </c:pt>
                <c:pt idx="1048">
                  <c:v>45537</c:v>
                </c:pt>
                <c:pt idx="1049">
                  <c:v>45538</c:v>
                </c:pt>
                <c:pt idx="1050">
                  <c:v>45539</c:v>
                </c:pt>
                <c:pt idx="1051">
                  <c:v>45540</c:v>
                </c:pt>
                <c:pt idx="1052">
                  <c:v>45541</c:v>
                </c:pt>
                <c:pt idx="1053">
                  <c:v>45542</c:v>
                </c:pt>
                <c:pt idx="1054">
                  <c:v>45543</c:v>
                </c:pt>
                <c:pt idx="1055">
                  <c:v>45544</c:v>
                </c:pt>
                <c:pt idx="1056">
                  <c:v>45545</c:v>
                </c:pt>
                <c:pt idx="1057">
                  <c:v>45546</c:v>
                </c:pt>
                <c:pt idx="1058">
                  <c:v>45547</c:v>
                </c:pt>
                <c:pt idx="1059">
                  <c:v>45548</c:v>
                </c:pt>
                <c:pt idx="1060">
                  <c:v>45549</c:v>
                </c:pt>
                <c:pt idx="1061">
                  <c:v>45550</c:v>
                </c:pt>
                <c:pt idx="1062">
                  <c:v>45551</c:v>
                </c:pt>
                <c:pt idx="1063">
                  <c:v>45552</c:v>
                </c:pt>
                <c:pt idx="1064">
                  <c:v>45553</c:v>
                </c:pt>
                <c:pt idx="1065">
                  <c:v>45554</c:v>
                </c:pt>
                <c:pt idx="1066">
                  <c:v>45555</c:v>
                </c:pt>
                <c:pt idx="1067">
                  <c:v>45556</c:v>
                </c:pt>
                <c:pt idx="1068">
                  <c:v>45557</c:v>
                </c:pt>
                <c:pt idx="1069">
                  <c:v>45558</c:v>
                </c:pt>
                <c:pt idx="1070">
                  <c:v>45559</c:v>
                </c:pt>
                <c:pt idx="1071">
                  <c:v>45560</c:v>
                </c:pt>
                <c:pt idx="1072">
                  <c:v>45561</c:v>
                </c:pt>
                <c:pt idx="1073">
                  <c:v>45562</c:v>
                </c:pt>
                <c:pt idx="1074">
                  <c:v>45563</c:v>
                </c:pt>
                <c:pt idx="1075">
                  <c:v>45564</c:v>
                </c:pt>
                <c:pt idx="1076">
                  <c:v>45565</c:v>
                </c:pt>
                <c:pt idx="1077">
                  <c:v>45566</c:v>
                </c:pt>
                <c:pt idx="1078">
                  <c:v>45567</c:v>
                </c:pt>
                <c:pt idx="1079">
                  <c:v>45568</c:v>
                </c:pt>
                <c:pt idx="1080">
                  <c:v>45569</c:v>
                </c:pt>
                <c:pt idx="1081">
                  <c:v>45570</c:v>
                </c:pt>
                <c:pt idx="1082">
                  <c:v>45571</c:v>
                </c:pt>
                <c:pt idx="1083">
                  <c:v>45572</c:v>
                </c:pt>
                <c:pt idx="1084">
                  <c:v>45573</c:v>
                </c:pt>
                <c:pt idx="1085">
                  <c:v>45574</c:v>
                </c:pt>
                <c:pt idx="1086">
                  <c:v>45575</c:v>
                </c:pt>
                <c:pt idx="1087">
                  <c:v>45576</c:v>
                </c:pt>
                <c:pt idx="1088">
                  <c:v>45577</c:v>
                </c:pt>
                <c:pt idx="1089">
                  <c:v>45578</c:v>
                </c:pt>
                <c:pt idx="1090">
                  <c:v>45579</c:v>
                </c:pt>
                <c:pt idx="1091">
                  <c:v>45580</c:v>
                </c:pt>
                <c:pt idx="1092">
                  <c:v>45581</c:v>
                </c:pt>
                <c:pt idx="1093">
                  <c:v>45582</c:v>
                </c:pt>
                <c:pt idx="1094">
                  <c:v>45583</c:v>
                </c:pt>
                <c:pt idx="1095">
                  <c:v>45584</c:v>
                </c:pt>
                <c:pt idx="1096">
                  <c:v>45585</c:v>
                </c:pt>
                <c:pt idx="1097">
                  <c:v>45586</c:v>
                </c:pt>
                <c:pt idx="1098">
                  <c:v>45587</c:v>
                </c:pt>
                <c:pt idx="1099">
                  <c:v>45588</c:v>
                </c:pt>
                <c:pt idx="1100">
                  <c:v>45589</c:v>
                </c:pt>
                <c:pt idx="1101">
                  <c:v>45590</c:v>
                </c:pt>
                <c:pt idx="1102">
                  <c:v>45591</c:v>
                </c:pt>
                <c:pt idx="1103">
                  <c:v>45592</c:v>
                </c:pt>
                <c:pt idx="1104">
                  <c:v>45593</c:v>
                </c:pt>
                <c:pt idx="1105">
                  <c:v>45594</c:v>
                </c:pt>
                <c:pt idx="1106">
                  <c:v>45595</c:v>
                </c:pt>
                <c:pt idx="1107">
                  <c:v>45596</c:v>
                </c:pt>
                <c:pt idx="1108">
                  <c:v>45597</c:v>
                </c:pt>
                <c:pt idx="1109">
                  <c:v>45598</c:v>
                </c:pt>
                <c:pt idx="1110">
                  <c:v>45599</c:v>
                </c:pt>
                <c:pt idx="1111">
                  <c:v>45600</c:v>
                </c:pt>
                <c:pt idx="1112">
                  <c:v>45601</c:v>
                </c:pt>
                <c:pt idx="1113">
                  <c:v>45602</c:v>
                </c:pt>
                <c:pt idx="1114">
                  <c:v>45603</c:v>
                </c:pt>
                <c:pt idx="1115">
                  <c:v>45604</c:v>
                </c:pt>
                <c:pt idx="1116">
                  <c:v>45605</c:v>
                </c:pt>
                <c:pt idx="1117">
                  <c:v>45606</c:v>
                </c:pt>
                <c:pt idx="1118">
                  <c:v>45607</c:v>
                </c:pt>
                <c:pt idx="1119">
                  <c:v>45608</c:v>
                </c:pt>
                <c:pt idx="1120">
                  <c:v>45609</c:v>
                </c:pt>
                <c:pt idx="1121">
                  <c:v>45610</c:v>
                </c:pt>
                <c:pt idx="1122">
                  <c:v>45611</c:v>
                </c:pt>
                <c:pt idx="1123">
                  <c:v>45612</c:v>
                </c:pt>
                <c:pt idx="1124">
                  <c:v>45613</c:v>
                </c:pt>
                <c:pt idx="1125">
                  <c:v>45614</c:v>
                </c:pt>
                <c:pt idx="1126">
                  <c:v>45615</c:v>
                </c:pt>
                <c:pt idx="1127">
                  <c:v>45616</c:v>
                </c:pt>
                <c:pt idx="1128">
                  <c:v>45617</c:v>
                </c:pt>
                <c:pt idx="1129">
                  <c:v>45618</c:v>
                </c:pt>
                <c:pt idx="1130">
                  <c:v>45619</c:v>
                </c:pt>
                <c:pt idx="1131">
                  <c:v>45620</c:v>
                </c:pt>
                <c:pt idx="1132">
                  <c:v>45621</c:v>
                </c:pt>
                <c:pt idx="1133">
                  <c:v>45622</c:v>
                </c:pt>
                <c:pt idx="1134">
                  <c:v>45623</c:v>
                </c:pt>
                <c:pt idx="1135">
                  <c:v>45624</c:v>
                </c:pt>
                <c:pt idx="1136">
                  <c:v>45625</c:v>
                </c:pt>
                <c:pt idx="1137">
                  <c:v>45626</c:v>
                </c:pt>
                <c:pt idx="1138">
                  <c:v>45627</c:v>
                </c:pt>
                <c:pt idx="1139">
                  <c:v>45628</c:v>
                </c:pt>
                <c:pt idx="1140">
                  <c:v>45629</c:v>
                </c:pt>
                <c:pt idx="1141">
                  <c:v>45630</c:v>
                </c:pt>
                <c:pt idx="1142">
                  <c:v>45631</c:v>
                </c:pt>
                <c:pt idx="1143">
                  <c:v>45632</c:v>
                </c:pt>
                <c:pt idx="1144">
                  <c:v>45633</c:v>
                </c:pt>
                <c:pt idx="1145">
                  <c:v>45634</c:v>
                </c:pt>
                <c:pt idx="1146">
                  <c:v>45635</c:v>
                </c:pt>
                <c:pt idx="1147">
                  <c:v>45636</c:v>
                </c:pt>
                <c:pt idx="1148">
                  <c:v>45637</c:v>
                </c:pt>
                <c:pt idx="1149">
                  <c:v>45638</c:v>
                </c:pt>
                <c:pt idx="1150">
                  <c:v>45639</c:v>
                </c:pt>
                <c:pt idx="1151">
                  <c:v>45640</c:v>
                </c:pt>
                <c:pt idx="1152">
                  <c:v>45641</c:v>
                </c:pt>
                <c:pt idx="1153">
                  <c:v>45642</c:v>
                </c:pt>
                <c:pt idx="1154">
                  <c:v>45643</c:v>
                </c:pt>
                <c:pt idx="1155">
                  <c:v>45644</c:v>
                </c:pt>
                <c:pt idx="1156">
                  <c:v>45645</c:v>
                </c:pt>
                <c:pt idx="1157">
                  <c:v>45646</c:v>
                </c:pt>
                <c:pt idx="1158">
                  <c:v>45647</c:v>
                </c:pt>
                <c:pt idx="1159">
                  <c:v>45648</c:v>
                </c:pt>
                <c:pt idx="1160">
                  <c:v>45649</c:v>
                </c:pt>
                <c:pt idx="1161">
                  <c:v>45650</c:v>
                </c:pt>
                <c:pt idx="1162">
                  <c:v>45651</c:v>
                </c:pt>
                <c:pt idx="1163">
                  <c:v>45652</c:v>
                </c:pt>
                <c:pt idx="1164">
                  <c:v>45653</c:v>
                </c:pt>
                <c:pt idx="1165">
                  <c:v>45654</c:v>
                </c:pt>
                <c:pt idx="1166">
                  <c:v>45655</c:v>
                </c:pt>
                <c:pt idx="1167">
                  <c:v>45656</c:v>
                </c:pt>
                <c:pt idx="1168">
                  <c:v>45657</c:v>
                </c:pt>
                <c:pt idx="1169">
                  <c:v>45658</c:v>
                </c:pt>
                <c:pt idx="1170">
                  <c:v>45659</c:v>
                </c:pt>
                <c:pt idx="1171">
                  <c:v>45660</c:v>
                </c:pt>
                <c:pt idx="1172">
                  <c:v>45661</c:v>
                </c:pt>
                <c:pt idx="1173">
                  <c:v>45662</c:v>
                </c:pt>
                <c:pt idx="1174">
                  <c:v>45663</c:v>
                </c:pt>
                <c:pt idx="1175">
                  <c:v>45664</c:v>
                </c:pt>
                <c:pt idx="1176">
                  <c:v>45665</c:v>
                </c:pt>
                <c:pt idx="1177">
                  <c:v>45666</c:v>
                </c:pt>
                <c:pt idx="1178">
                  <c:v>45667</c:v>
                </c:pt>
                <c:pt idx="1179">
                  <c:v>45668</c:v>
                </c:pt>
                <c:pt idx="1180">
                  <c:v>45669</c:v>
                </c:pt>
                <c:pt idx="1181">
                  <c:v>45670</c:v>
                </c:pt>
                <c:pt idx="1182">
                  <c:v>45671</c:v>
                </c:pt>
                <c:pt idx="1183">
                  <c:v>45672</c:v>
                </c:pt>
                <c:pt idx="1184">
                  <c:v>45673</c:v>
                </c:pt>
                <c:pt idx="1185">
                  <c:v>45674</c:v>
                </c:pt>
                <c:pt idx="1186">
                  <c:v>45675</c:v>
                </c:pt>
                <c:pt idx="1187">
                  <c:v>45676</c:v>
                </c:pt>
                <c:pt idx="1188">
                  <c:v>45677</c:v>
                </c:pt>
                <c:pt idx="1189">
                  <c:v>45678</c:v>
                </c:pt>
                <c:pt idx="1190">
                  <c:v>45679</c:v>
                </c:pt>
                <c:pt idx="1191">
                  <c:v>45680</c:v>
                </c:pt>
                <c:pt idx="1192">
                  <c:v>45681</c:v>
                </c:pt>
                <c:pt idx="1193">
                  <c:v>45682</c:v>
                </c:pt>
                <c:pt idx="1194">
                  <c:v>45683</c:v>
                </c:pt>
                <c:pt idx="1195">
                  <c:v>45684</c:v>
                </c:pt>
                <c:pt idx="1196">
                  <c:v>45685</c:v>
                </c:pt>
                <c:pt idx="1197">
                  <c:v>45686</c:v>
                </c:pt>
                <c:pt idx="1198">
                  <c:v>45687</c:v>
                </c:pt>
                <c:pt idx="1199">
                  <c:v>45688</c:v>
                </c:pt>
                <c:pt idx="1200">
                  <c:v>45689</c:v>
                </c:pt>
                <c:pt idx="1201">
                  <c:v>45690</c:v>
                </c:pt>
                <c:pt idx="1202">
                  <c:v>45691</c:v>
                </c:pt>
                <c:pt idx="1203">
                  <c:v>45692</c:v>
                </c:pt>
                <c:pt idx="1204">
                  <c:v>45693</c:v>
                </c:pt>
                <c:pt idx="1205">
                  <c:v>45694</c:v>
                </c:pt>
                <c:pt idx="1206">
                  <c:v>45695</c:v>
                </c:pt>
                <c:pt idx="1207">
                  <c:v>45696</c:v>
                </c:pt>
                <c:pt idx="1208">
                  <c:v>45697</c:v>
                </c:pt>
                <c:pt idx="1209">
                  <c:v>45698</c:v>
                </c:pt>
                <c:pt idx="1210">
                  <c:v>45699</c:v>
                </c:pt>
                <c:pt idx="1211">
                  <c:v>45700</c:v>
                </c:pt>
                <c:pt idx="1212">
                  <c:v>45701</c:v>
                </c:pt>
                <c:pt idx="1213">
                  <c:v>45702</c:v>
                </c:pt>
                <c:pt idx="1214">
                  <c:v>45703</c:v>
                </c:pt>
                <c:pt idx="1215">
                  <c:v>45704</c:v>
                </c:pt>
                <c:pt idx="1216">
                  <c:v>45705</c:v>
                </c:pt>
                <c:pt idx="1217">
                  <c:v>45706</c:v>
                </c:pt>
                <c:pt idx="1218">
                  <c:v>45707</c:v>
                </c:pt>
                <c:pt idx="1219">
                  <c:v>45708</c:v>
                </c:pt>
                <c:pt idx="1220">
                  <c:v>45709</c:v>
                </c:pt>
                <c:pt idx="1221">
                  <c:v>45710</c:v>
                </c:pt>
                <c:pt idx="1222">
                  <c:v>45711</c:v>
                </c:pt>
                <c:pt idx="1223">
                  <c:v>45712</c:v>
                </c:pt>
                <c:pt idx="1224">
                  <c:v>45713</c:v>
                </c:pt>
                <c:pt idx="1225">
                  <c:v>45714</c:v>
                </c:pt>
                <c:pt idx="1226">
                  <c:v>45715</c:v>
                </c:pt>
                <c:pt idx="1227">
                  <c:v>45716</c:v>
                </c:pt>
                <c:pt idx="1228">
                  <c:v>45717</c:v>
                </c:pt>
                <c:pt idx="1229">
                  <c:v>45718</c:v>
                </c:pt>
                <c:pt idx="1230">
                  <c:v>45719</c:v>
                </c:pt>
                <c:pt idx="1231">
                  <c:v>45720</c:v>
                </c:pt>
                <c:pt idx="1232">
                  <c:v>45721</c:v>
                </c:pt>
                <c:pt idx="1233">
                  <c:v>45722</c:v>
                </c:pt>
                <c:pt idx="1234">
                  <c:v>45723</c:v>
                </c:pt>
                <c:pt idx="1235">
                  <c:v>45724</c:v>
                </c:pt>
                <c:pt idx="1236">
                  <c:v>45725</c:v>
                </c:pt>
                <c:pt idx="1237">
                  <c:v>45726</c:v>
                </c:pt>
                <c:pt idx="1238">
                  <c:v>45727</c:v>
                </c:pt>
                <c:pt idx="1239">
                  <c:v>45728</c:v>
                </c:pt>
                <c:pt idx="1240">
                  <c:v>45729</c:v>
                </c:pt>
                <c:pt idx="1241">
                  <c:v>45730</c:v>
                </c:pt>
                <c:pt idx="1242">
                  <c:v>45731</c:v>
                </c:pt>
                <c:pt idx="1243">
                  <c:v>45732</c:v>
                </c:pt>
                <c:pt idx="1244">
                  <c:v>45733</c:v>
                </c:pt>
                <c:pt idx="1245">
                  <c:v>45734</c:v>
                </c:pt>
                <c:pt idx="1246">
                  <c:v>45735</c:v>
                </c:pt>
                <c:pt idx="1247">
                  <c:v>45736</c:v>
                </c:pt>
                <c:pt idx="1248">
                  <c:v>45737</c:v>
                </c:pt>
                <c:pt idx="1249">
                  <c:v>45738</c:v>
                </c:pt>
                <c:pt idx="1250">
                  <c:v>45739</c:v>
                </c:pt>
                <c:pt idx="1251">
                  <c:v>45740</c:v>
                </c:pt>
                <c:pt idx="1252">
                  <c:v>45741</c:v>
                </c:pt>
                <c:pt idx="1253">
                  <c:v>45742</c:v>
                </c:pt>
                <c:pt idx="1254">
                  <c:v>45743</c:v>
                </c:pt>
                <c:pt idx="1255">
                  <c:v>45744</c:v>
                </c:pt>
                <c:pt idx="1256">
                  <c:v>45745</c:v>
                </c:pt>
                <c:pt idx="1257">
                  <c:v>45746</c:v>
                </c:pt>
                <c:pt idx="1258">
                  <c:v>45747</c:v>
                </c:pt>
                <c:pt idx="1259">
                  <c:v>45748</c:v>
                </c:pt>
                <c:pt idx="1260">
                  <c:v>45749</c:v>
                </c:pt>
                <c:pt idx="1261">
                  <c:v>45750</c:v>
                </c:pt>
                <c:pt idx="1262">
                  <c:v>45751</c:v>
                </c:pt>
                <c:pt idx="1263">
                  <c:v>45752</c:v>
                </c:pt>
                <c:pt idx="1264">
                  <c:v>45753</c:v>
                </c:pt>
                <c:pt idx="1265">
                  <c:v>45754</c:v>
                </c:pt>
                <c:pt idx="1266">
                  <c:v>45755</c:v>
                </c:pt>
                <c:pt idx="1267">
                  <c:v>45756</c:v>
                </c:pt>
                <c:pt idx="1268">
                  <c:v>45757</c:v>
                </c:pt>
                <c:pt idx="1269">
                  <c:v>45758</c:v>
                </c:pt>
                <c:pt idx="1270">
                  <c:v>45759</c:v>
                </c:pt>
                <c:pt idx="1271">
                  <c:v>45760</c:v>
                </c:pt>
                <c:pt idx="1272">
                  <c:v>45761</c:v>
                </c:pt>
                <c:pt idx="1273">
                  <c:v>45762</c:v>
                </c:pt>
                <c:pt idx="1274">
                  <c:v>45763</c:v>
                </c:pt>
                <c:pt idx="1275">
                  <c:v>45764</c:v>
                </c:pt>
                <c:pt idx="1276">
                  <c:v>45765</c:v>
                </c:pt>
                <c:pt idx="1277">
                  <c:v>45766</c:v>
                </c:pt>
                <c:pt idx="1278">
                  <c:v>45767</c:v>
                </c:pt>
                <c:pt idx="1279">
                  <c:v>45768</c:v>
                </c:pt>
                <c:pt idx="1280">
                  <c:v>45769</c:v>
                </c:pt>
                <c:pt idx="1281">
                  <c:v>45770</c:v>
                </c:pt>
                <c:pt idx="1282">
                  <c:v>45771</c:v>
                </c:pt>
                <c:pt idx="1283">
                  <c:v>45772</c:v>
                </c:pt>
                <c:pt idx="1284">
                  <c:v>45773</c:v>
                </c:pt>
                <c:pt idx="1285">
                  <c:v>45774</c:v>
                </c:pt>
                <c:pt idx="1286">
                  <c:v>45775</c:v>
                </c:pt>
                <c:pt idx="1287">
                  <c:v>45776</c:v>
                </c:pt>
                <c:pt idx="1288">
                  <c:v>45777</c:v>
                </c:pt>
                <c:pt idx="1289">
                  <c:v>45778</c:v>
                </c:pt>
                <c:pt idx="1290">
                  <c:v>45779</c:v>
                </c:pt>
                <c:pt idx="1291">
                  <c:v>45780</c:v>
                </c:pt>
                <c:pt idx="1292">
                  <c:v>45781</c:v>
                </c:pt>
                <c:pt idx="1293">
                  <c:v>45782</c:v>
                </c:pt>
                <c:pt idx="1294">
                  <c:v>45783</c:v>
                </c:pt>
                <c:pt idx="1295">
                  <c:v>45784</c:v>
                </c:pt>
                <c:pt idx="1296">
                  <c:v>45785</c:v>
                </c:pt>
                <c:pt idx="1297">
                  <c:v>45786</c:v>
                </c:pt>
                <c:pt idx="1298">
                  <c:v>45787</c:v>
                </c:pt>
                <c:pt idx="1299">
                  <c:v>45788</c:v>
                </c:pt>
                <c:pt idx="1300">
                  <c:v>45789</c:v>
                </c:pt>
                <c:pt idx="1301">
                  <c:v>45790</c:v>
                </c:pt>
                <c:pt idx="1302">
                  <c:v>45791</c:v>
                </c:pt>
                <c:pt idx="1303">
                  <c:v>45792</c:v>
                </c:pt>
                <c:pt idx="1304">
                  <c:v>45793</c:v>
                </c:pt>
                <c:pt idx="1305">
                  <c:v>45794</c:v>
                </c:pt>
                <c:pt idx="1306">
                  <c:v>45795</c:v>
                </c:pt>
                <c:pt idx="1307">
                  <c:v>45796</c:v>
                </c:pt>
                <c:pt idx="1308">
                  <c:v>45797</c:v>
                </c:pt>
                <c:pt idx="1309">
                  <c:v>45798</c:v>
                </c:pt>
                <c:pt idx="1310">
                  <c:v>45799</c:v>
                </c:pt>
                <c:pt idx="1311">
                  <c:v>45800</c:v>
                </c:pt>
                <c:pt idx="1312">
                  <c:v>45801</c:v>
                </c:pt>
                <c:pt idx="1313">
                  <c:v>45802</c:v>
                </c:pt>
                <c:pt idx="1314">
                  <c:v>45803</c:v>
                </c:pt>
                <c:pt idx="1315">
                  <c:v>45804</c:v>
                </c:pt>
                <c:pt idx="1316">
                  <c:v>45805</c:v>
                </c:pt>
                <c:pt idx="1317">
                  <c:v>45806</c:v>
                </c:pt>
                <c:pt idx="1318">
                  <c:v>45807</c:v>
                </c:pt>
                <c:pt idx="1319">
                  <c:v>45808</c:v>
                </c:pt>
                <c:pt idx="1320">
                  <c:v>45809</c:v>
                </c:pt>
                <c:pt idx="1321">
                  <c:v>45810</c:v>
                </c:pt>
                <c:pt idx="1322">
                  <c:v>45811</c:v>
                </c:pt>
                <c:pt idx="1323">
                  <c:v>45812</c:v>
                </c:pt>
                <c:pt idx="1324">
                  <c:v>45813</c:v>
                </c:pt>
                <c:pt idx="1325">
                  <c:v>45814</c:v>
                </c:pt>
                <c:pt idx="1326">
                  <c:v>45815</c:v>
                </c:pt>
                <c:pt idx="1327">
                  <c:v>45816</c:v>
                </c:pt>
                <c:pt idx="1328">
                  <c:v>45817</c:v>
                </c:pt>
                <c:pt idx="1329">
                  <c:v>45818</c:v>
                </c:pt>
                <c:pt idx="1330">
                  <c:v>45819</c:v>
                </c:pt>
                <c:pt idx="1331">
                  <c:v>45820</c:v>
                </c:pt>
                <c:pt idx="1332">
                  <c:v>45821</c:v>
                </c:pt>
                <c:pt idx="1333">
                  <c:v>45822</c:v>
                </c:pt>
                <c:pt idx="1334">
                  <c:v>45823</c:v>
                </c:pt>
                <c:pt idx="1335">
                  <c:v>45824</c:v>
                </c:pt>
                <c:pt idx="1336">
                  <c:v>45825</c:v>
                </c:pt>
                <c:pt idx="1337">
                  <c:v>45826</c:v>
                </c:pt>
                <c:pt idx="1338">
                  <c:v>45827</c:v>
                </c:pt>
                <c:pt idx="1339">
                  <c:v>45828</c:v>
                </c:pt>
                <c:pt idx="1340">
                  <c:v>45829</c:v>
                </c:pt>
                <c:pt idx="1341">
                  <c:v>45830</c:v>
                </c:pt>
                <c:pt idx="1342">
                  <c:v>45831</c:v>
                </c:pt>
                <c:pt idx="1343">
                  <c:v>45832</c:v>
                </c:pt>
                <c:pt idx="1344">
                  <c:v>45833</c:v>
                </c:pt>
                <c:pt idx="1345">
                  <c:v>45834</c:v>
                </c:pt>
                <c:pt idx="1346">
                  <c:v>45835</c:v>
                </c:pt>
                <c:pt idx="1347">
                  <c:v>45836</c:v>
                </c:pt>
                <c:pt idx="1348">
                  <c:v>45837</c:v>
                </c:pt>
                <c:pt idx="1349">
                  <c:v>45838</c:v>
                </c:pt>
                <c:pt idx="1350">
                  <c:v>45839</c:v>
                </c:pt>
                <c:pt idx="1351">
                  <c:v>45840</c:v>
                </c:pt>
                <c:pt idx="1352">
                  <c:v>45841</c:v>
                </c:pt>
                <c:pt idx="1353">
                  <c:v>45842</c:v>
                </c:pt>
                <c:pt idx="1354">
                  <c:v>45843</c:v>
                </c:pt>
                <c:pt idx="1355">
                  <c:v>45844</c:v>
                </c:pt>
                <c:pt idx="1356">
                  <c:v>45845</c:v>
                </c:pt>
                <c:pt idx="1357">
                  <c:v>45846</c:v>
                </c:pt>
                <c:pt idx="1358">
                  <c:v>45847</c:v>
                </c:pt>
                <c:pt idx="1359">
                  <c:v>45848</c:v>
                </c:pt>
                <c:pt idx="1360">
                  <c:v>45849</c:v>
                </c:pt>
                <c:pt idx="1361">
                  <c:v>45850</c:v>
                </c:pt>
                <c:pt idx="1362">
                  <c:v>45851</c:v>
                </c:pt>
                <c:pt idx="1363">
                  <c:v>45852</c:v>
                </c:pt>
                <c:pt idx="1364">
                  <c:v>45853</c:v>
                </c:pt>
                <c:pt idx="1365">
                  <c:v>45854</c:v>
                </c:pt>
                <c:pt idx="1366">
                  <c:v>45855</c:v>
                </c:pt>
                <c:pt idx="1367">
                  <c:v>45856</c:v>
                </c:pt>
                <c:pt idx="1368">
                  <c:v>45857</c:v>
                </c:pt>
                <c:pt idx="1369">
                  <c:v>45858</c:v>
                </c:pt>
                <c:pt idx="1370">
                  <c:v>45859</c:v>
                </c:pt>
                <c:pt idx="1371">
                  <c:v>45860</c:v>
                </c:pt>
                <c:pt idx="1372">
                  <c:v>45861</c:v>
                </c:pt>
                <c:pt idx="1373">
                  <c:v>45862</c:v>
                </c:pt>
                <c:pt idx="1374">
                  <c:v>45863</c:v>
                </c:pt>
                <c:pt idx="1375">
                  <c:v>45864</c:v>
                </c:pt>
                <c:pt idx="1376">
                  <c:v>45865</c:v>
                </c:pt>
                <c:pt idx="1377">
                  <c:v>45866</c:v>
                </c:pt>
                <c:pt idx="1378">
                  <c:v>45867</c:v>
                </c:pt>
                <c:pt idx="1379">
                  <c:v>45868</c:v>
                </c:pt>
                <c:pt idx="1380">
                  <c:v>45869</c:v>
                </c:pt>
                <c:pt idx="1381">
                  <c:v>45870</c:v>
                </c:pt>
                <c:pt idx="1382">
                  <c:v>45871</c:v>
                </c:pt>
                <c:pt idx="1383">
                  <c:v>45872</c:v>
                </c:pt>
                <c:pt idx="1384">
                  <c:v>45873</c:v>
                </c:pt>
                <c:pt idx="1385">
                  <c:v>45874</c:v>
                </c:pt>
                <c:pt idx="1386">
                  <c:v>45875</c:v>
                </c:pt>
                <c:pt idx="1387">
                  <c:v>45876</c:v>
                </c:pt>
                <c:pt idx="1388">
                  <c:v>45877</c:v>
                </c:pt>
                <c:pt idx="1389">
                  <c:v>45878</c:v>
                </c:pt>
                <c:pt idx="1390">
                  <c:v>45879</c:v>
                </c:pt>
                <c:pt idx="1391">
                  <c:v>45880</c:v>
                </c:pt>
                <c:pt idx="1392">
                  <c:v>45881</c:v>
                </c:pt>
                <c:pt idx="1393">
                  <c:v>45882</c:v>
                </c:pt>
                <c:pt idx="1394">
                  <c:v>45883</c:v>
                </c:pt>
                <c:pt idx="1395">
                  <c:v>45884</c:v>
                </c:pt>
                <c:pt idx="1396">
                  <c:v>45885</c:v>
                </c:pt>
                <c:pt idx="1397">
                  <c:v>45886</c:v>
                </c:pt>
                <c:pt idx="1398">
                  <c:v>45887</c:v>
                </c:pt>
                <c:pt idx="1399">
                  <c:v>45888</c:v>
                </c:pt>
                <c:pt idx="1400">
                  <c:v>45889</c:v>
                </c:pt>
                <c:pt idx="1401">
                  <c:v>45890</c:v>
                </c:pt>
                <c:pt idx="1402">
                  <c:v>45891</c:v>
                </c:pt>
                <c:pt idx="1403">
                  <c:v>45892</c:v>
                </c:pt>
                <c:pt idx="1404">
                  <c:v>45893</c:v>
                </c:pt>
                <c:pt idx="1405">
                  <c:v>45894</c:v>
                </c:pt>
                <c:pt idx="1406">
                  <c:v>45895</c:v>
                </c:pt>
                <c:pt idx="1407">
                  <c:v>45896</c:v>
                </c:pt>
                <c:pt idx="1408">
                  <c:v>45897</c:v>
                </c:pt>
                <c:pt idx="1409">
                  <c:v>45898</c:v>
                </c:pt>
                <c:pt idx="1410">
                  <c:v>45899</c:v>
                </c:pt>
                <c:pt idx="1411">
                  <c:v>45900</c:v>
                </c:pt>
                <c:pt idx="1412">
                  <c:v>45901</c:v>
                </c:pt>
                <c:pt idx="1413">
                  <c:v>45902</c:v>
                </c:pt>
                <c:pt idx="1414">
                  <c:v>45903</c:v>
                </c:pt>
                <c:pt idx="1415">
                  <c:v>45904</c:v>
                </c:pt>
                <c:pt idx="1416">
                  <c:v>45905</c:v>
                </c:pt>
                <c:pt idx="1417">
                  <c:v>45906</c:v>
                </c:pt>
                <c:pt idx="1418">
                  <c:v>45907</c:v>
                </c:pt>
                <c:pt idx="1419">
                  <c:v>45908</c:v>
                </c:pt>
                <c:pt idx="1420">
                  <c:v>45909</c:v>
                </c:pt>
                <c:pt idx="1421">
                  <c:v>45910</c:v>
                </c:pt>
                <c:pt idx="1422">
                  <c:v>45911</c:v>
                </c:pt>
                <c:pt idx="1423">
                  <c:v>45912</c:v>
                </c:pt>
                <c:pt idx="1424">
                  <c:v>45913</c:v>
                </c:pt>
                <c:pt idx="1425">
                  <c:v>45914</c:v>
                </c:pt>
                <c:pt idx="1426">
                  <c:v>45915</c:v>
                </c:pt>
                <c:pt idx="1427">
                  <c:v>45916</c:v>
                </c:pt>
                <c:pt idx="1428">
                  <c:v>45917</c:v>
                </c:pt>
                <c:pt idx="1429">
                  <c:v>45918</c:v>
                </c:pt>
                <c:pt idx="1430">
                  <c:v>45919</c:v>
                </c:pt>
                <c:pt idx="1431">
                  <c:v>45920</c:v>
                </c:pt>
                <c:pt idx="1432">
                  <c:v>45921</c:v>
                </c:pt>
                <c:pt idx="1433">
                  <c:v>45922</c:v>
                </c:pt>
                <c:pt idx="1434">
                  <c:v>45923</c:v>
                </c:pt>
                <c:pt idx="1435">
                  <c:v>45924</c:v>
                </c:pt>
                <c:pt idx="1436">
                  <c:v>45925</c:v>
                </c:pt>
                <c:pt idx="1437">
                  <c:v>45926</c:v>
                </c:pt>
                <c:pt idx="1438">
                  <c:v>45927</c:v>
                </c:pt>
                <c:pt idx="1439">
                  <c:v>45928</c:v>
                </c:pt>
                <c:pt idx="1440">
                  <c:v>45929</c:v>
                </c:pt>
                <c:pt idx="1441">
                  <c:v>45930</c:v>
                </c:pt>
                <c:pt idx="1442">
                  <c:v>45931</c:v>
                </c:pt>
                <c:pt idx="1443">
                  <c:v>45932</c:v>
                </c:pt>
                <c:pt idx="1444">
                  <c:v>45933</c:v>
                </c:pt>
                <c:pt idx="1445">
                  <c:v>45934</c:v>
                </c:pt>
                <c:pt idx="1446">
                  <c:v>45935</c:v>
                </c:pt>
                <c:pt idx="1447">
                  <c:v>45936</c:v>
                </c:pt>
                <c:pt idx="1448">
                  <c:v>45937</c:v>
                </c:pt>
                <c:pt idx="1449">
                  <c:v>45938</c:v>
                </c:pt>
                <c:pt idx="1450">
                  <c:v>45939</c:v>
                </c:pt>
                <c:pt idx="1451">
                  <c:v>45940</c:v>
                </c:pt>
                <c:pt idx="1452">
                  <c:v>45941</c:v>
                </c:pt>
                <c:pt idx="1453">
                  <c:v>45942</c:v>
                </c:pt>
                <c:pt idx="1454">
                  <c:v>45943</c:v>
                </c:pt>
                <c:pt idx="1455">
                  <c:v>45944</c:v>
                </c:pt>
                <c:pt idx="1456">
                  <c:v>45945</c:v>
                </c:pt>
                <c:pt idx="1457">
                  <c:v>45946</c:v>
                </c:pt>
                <c:pt idx="1458">
                  <c:v>45947</c:v>
                </c:pt>
                <c:pt idx="1459">
                  <c:v>45948</c:v>
                </c:pt>
                <c:pt idx="1460">
                  <c:v>45949</c:v>
                </c:pt>
                <c:pt idx="1461">
                  <c:v>45950</c:v>
                </c:pt>
                <c:pt idx="1462">
                  <c:v>45951</c:v>
                </c:pt>
                <c:pt idx="1463">
                  <c:v>45952</c:v>
                </c:pt>
                <c:pt idx="1464">
                  <c:v>45953</c:v>
                </c:pt>
                <c:pt idx="1465">
                  <c:v>45954</c:v>
                </c:pt>
                <c:pt idx="1466">
                  <c:v>45955</c:v>
                </c:pt>
                <c:pt idx="1467">
                  <c:v>45956</c:v>
                </c:pt>
                <c:pt idx="1468">
                  <c:v>45957</c:v>
                </c:pt>
                <c:pt idx="1469">
                  <c:v>45958</c:v>
                </c:pt>
                <c:pt idx="1470">
                  <c:v>45959</c:v>
                </c:pt>
                <c:pt idx="1471">
                  <c:v>45960</c:v>
                </c:pt>
                <c:pt idx="1472">
                  <c:v>45961</c:v>
                </c:pt>
                <c:pt idx="1473">
                  <c:v>45962</c:v>
                </c:pt>
                <c:pt idx="1474">
                  <c:v>45963</c:v>
                </c:pt>
                <c:pt idx="1475">
                  <c:v>45964</c:v>
                </c:pt>
                <c:pt idx="1476">
                  <c:v>45965</c:v>
                </c:pt>
                <c:pt idx="1477">
                  <c:v>45966</c:v>
                </c:pt>
                <c:pt idx="1478">
                  <c:v>45967</c:v>
                </c:pt>
                <c:pt idx="1479">
                  <c:v>45968</c:v>
                </c:pt>
                <c:pt idx="1480">
                  <c:v>45969</c:v>
                </c:pt>
                <c:pt idx="1481">
                  <c:v>45970</c:v>
                </c:pt>
                <c:pt idx="1482">
                  <c:v>45971</c:v>
                </c:pt>
                <c:pt idx="1483">
                  <c:v>45972</c:v>
                </c:pt>
                <c:pt idx="1484">
                  <c:v>45973</c:v>
                </c:pt>
                <c:pt idx="1485">
                  <c:v>45974</c:v>
                </c:pt>
                <c:pt idx="1486">
                  <c:v>45975</c:v>
                </c:pt>
                <c:pt idx="1487">
                  <c:v>45976</c:v>
                </c:pt>
                <c:pt idx="1488">
                  <c:v>45977</c:v>
                </c:pt>
                <c:pt idx="1489">
                  <c:v>45978</c:v>
                </c:pt>
                <c:pt idx="1490">
                  <c:v>45979</c:v>
                </c:pt>
                <c:pt idx="1491">
                  <c:v>45980</c:v>
                </c:pt>
                <c:pt idx="1492">
                  <c:v>45981</c:v>
                </c:pt>
                <c:pt idx="1493">
                  <c:v>45982</c:v>
                </c:pt>
                <c:pt idx="1494">
                  <c:v>45983</c:v>
                </c:pt>
                <c:pt idx="1495">
                  <c:v>45984</c:v>
                </c:pt>
                <c:pt idx="1496">
                  <c:v>45985</c:v>
                </c:pt>
                <c:pt idx="1497">
                  <c:v>45986</c:v>
                </c:pt>
                <c:pt idx="1498">
                  <c:v>45987</c:v>
                </c:pt>
                <c:pt idx="1499">
                  <c:v>45988</c:v>
                </c:pt>
                <c:pt idx="1500">
                  <c:v>45989</c:v>
                </c:pt>
                <c:pt idx="1501">
                  <c:v>45990</c:v>
                </c:pt>
                <c:pt idx="1502">
                  <c:v>45991</c:v>
                </c:pt>
                <c:pt idx="1503">
                  <c:v>45992</c:v>
                </c:pt>
                <c:pt idx="1504">
                  <c:v>45993</c:v>
                </c:pt>
                <c:pt idx="1505">
                  <c:v>45994</c:v>
                </c:pt>
                <c:pt idx="1506">
                  <c:v>45995</c:v>
                </c:pt>
                <c:pt idx="1507">
                  <c:v>45996</c:v>
                </c:pt>
                <c:pt idx="1508">
                  <c:v>45997</c:v>
                </c:pt>
                <c:pt idx="1509">
                  <c:v>45998</c:v>
                </c:pt>
                <c:pt idx="1510">
                  <c:v>45999</c:v>
                </c:pt>
                <c:pt idx="1511">
                  <c:v>46000</c:v>
                </c:pt>
                <c:pt idx="1512">
                  <c:v>46001</c:v>
                </c:pt>
                <c:pt idx="1513">
                  <c:v>46002</c:v>
                </c:pt>
                <c:pt idx="1514">
                  <c:v>46003</c:v>
                </c:pt>
                <c:pt idx="1515">
                  <c:v>46004</c:v>
                </c:pt>
                <c:pt idx="1516">
                  <c:v>46005</c:v>
                </c:pt>
                <c:pt idx="1517">
                  <c:v>46006</c:v>
                </c:pt>
                <c:pt idx="1518">
                  <c:v>46007</c:v>
                </c:pt>
                <c:pt idx="1519">
                  <c:v>46008</c:v>
                </c:pt>
                <c:pt idx="1520">
                  <c:v>46009</c:v>
                </c:pt>
                <c:pt idx="1521">
                  <c:v>46010</c:v>
                </c:pt>
                <c:pt idx="1522">
                  <c:v>46011</c:v>
                </c:pt>
                <c:pt idx="1523">
                  <c:v>46012</c:v>
                </c:pt>
                <c:pt idx="1524">
                  <c:v>46013</c:v>
                </c:pt>
                <c:pt idx="1525">
                  <c:v>46014</c:v>
                </c:pt>
                <c:pt idx="1526">
                  <c:v>46015</c:v>
                </c:pt>
                <c:pt idx="1527">
                  <c:v>46016</c:v>
                </c:pt>
                <c:pt idx="1528">
                  <c:v>46017</c:v>
                </c:pt>
                <c:pt idx="1529">
                  <c:v>46018</c:v>
                </c:pt>
                <c:pt idx="1530">
                  <c:v>46019</c:v>
                </c:pt>
                <c:pt idx="1531">
                  <c:v>46020</c:v>
                </c:pt>
                <c:pt idx="1532">
                  <c:v>46021</c:v>
                </c:pt>
                <c:pt idx="1533">
                  <c:v>46022</c:v>
                </c:pt>
                <c:pt idx="1534">
                  <c:v>46023</c:v>
                </c:pt>
                <c:pt idx="1535">
                  <c:v>46024</c:v>
                </c:pt>
                <c:pt idx="1536">
                  <c:v>46025</c:v>
                </c:pt>
                <c:pt idx="1537">
                  <c:v>46026</c:v>
                </c:pt>
                <c:pt idx="1538">
                  <c:v>46027</c:v>
                </c:pt>
                <c:pt idx="1539">
                  <c:v>46028</c:v>
                </c:pt>
                <c:pt idx="1540">
                  <c:v>46029</c:v>
                </c:pt>
                <c:pt idx="1541">
                  <c:v>46030</c:v>
                </c:pt>
                <c:pt idx="1542">
                  <c:v>46031</c:v>
                </c:pt>
                <c:pt idx="1543">
                  <c:v>46032</c:v>
                </c:pt>
                <c:pt idx="1544">
                  <c:v>46033</c:v>
                </c:pt>
                <c:pt idx="1545">
                  <c:v>46034</c:v>
                </c:pt>
                <c:pt idx="1546">
                  <c:v>46035</c:v>
                </c:pt>
                <c:pt idx="1547">
                  <c:v>46036</c:v>
                </c:pt>
                <c:pt idx="1548">
                  <c:v>46037</c:v>
                </c:pt>
                <c:pt idx="1549">
                  <c:v>46038</c:v>
                </c:pt>
                <c:pt idx="1550">
                  <c:v>46039</c:v>
                </c:pt>
                <c:pt idx="1551">
                  <c:v>46040</c:v>
                </c:pt>
                <c:pt idx="1552">
                  <c:v>46041</c:v>
                </c:pt>
                <c:pt idx="1553">
                  <c:v>46042</c:v>
                </c:pt>
                <c:pt idx="1554">
                  <c:v>46043</c:v>
                </c:pt>
                <c:pt idx="1555">
                  <c:v>46044</c:v>
                </c:pt>
                <c:pt idx="1556">
                  <c:v>46045</c:v>
                </c:pt>
                <c:pt idx="1557">
                  <c:v>46046</c:v>
                </c:pt>
                <c:pt idx="1558">
                  <c:v>46047</c:v>
                </c:pt>
                <c:pt idx="1559">
                  <c:v>46048</c:v>
                </c:pt>
                <c:pt idx="1560">
                  <c:v>46049</c:v>
                </c:pt>
                <c:pt idx="1561">
                  <c:v>46050</c:v>
                </c:pt>
                <c:pt idx="1562">
                  <c:v>46051</c:v>
                </c:pt>
                <c:pt idx="1563">
                  <c:v>46052</c:v>
                </c:pt>
                <c:pt idx="1564">
                  <c:v>46053</c:v>
                </c:pt>
                <c:pt idx="1565">
                  <c:v>46054</c:v>
                </c:pt>
                <c:pt idx="1566">
                  <c:v>46055</c:v>
                </c:pt>
                <c:pt idx="1567">
                  <c:v>46056</c:v>
                </c:pt>
                <c:pt idx="1568">
                  <c:v>46057</c:v>
                </c:pt>
                <c:pt idx="1569">
                  <c:v>46058</c:v>
                </c:pt>
                <c:pt idx="1570">
                  <c:v>46059</c:v>
                </c:pt>
                <c:pt idx="1571">
                  <c:v>46060</c:v>
                </c:pt>
                <c:pt idx="1572">
                  <c:v>46061</c:v>
                </c:pt>
                <c:pt idx="1573">
                  <c:v>46062</c:v>
                </c:pt>
                <c:pt idx="1574">
                  <c:v>46063</c:v>
                </c:pt>
                <c:pt idx="1575">
                  <c:v>46064</c:v>
                </c:pt>
                <c:pt idx="1576">
                  <c:v>46065</c:v>
                </c:pt>
                <c:pt idx="1577">
                  <c:v>46066</c:v>
                </c:pt>
                <c:pt idx="1578">
                  <c:v>46067</c:v>
                </c:pt>
                <c:pt idx="1579">
                  <c:v>46068</c:v>
                </c:pt>
                <c:pt idx="1580">
                  <c:v>46069</c:v>
                </c:pt>
                <c:pt idx="1581">
                  <c:v>46070</c:v>
                </c:pt>
                <c:pt idx="1582">
                  <c:v>46071</c:v>
                </c:pt>
                <c:pt idx="1583">
                  <c:v>46072</c:v>
                </c:pt>
                <c:pt idx="1584">
                  <c:v>46073</c:v>
                </c:pt>
                <c:pt idx="1585">
                  <c:v>46074</c:v>
                </c:pt>
                <c:pt idx="1586">
                  <c:v>46075</c:v>
                </c:pt>
                <c:pt idx="1587">
                  <c:v>46076</c:v>
                </c:pt>
                <c:pt idx="1588">
                  <c:v>46077</c:v>
                </c:pt>
                <c:pt idx="1589">
                  <c:v>46078</c:v>
                </c:pt>
                <c:pt idx="1590">
                  <c:v>46079</c:v>
                </c:pt>
                <c:pt idx="1591">
                  <c:v>46080</c:v>
                </c:pt>
                <c:pt idx="1592">
                  <c:v>46081</c:v>
                </c:pt>
                <c:pt idx="1593">
                  <c:v>46082</c:v>
                </c:pt>
                <c:pt idx="1594">
                  <c:v>46083</c:v>
                </c:pt>
                <c:pt idx="1595">
                  <c:v>46084</c:v>
                </c:pt>
                <c:pt idx="1596">
                  <c:v>46085</c:v>
                </c:pt>
                <c:pt idx="1597">
                  <c:v>46086</c:v>
                </c:pt>
                <c:pt idx="1598">
                  <c:v>46087</c:v>
                </c:pt>
                <c:pt idx="1599">
                  <c:v>46088</c:v>
                </c:pt>
                <c:pt idx="1600">
                  <c:v>46089</c:v>
                </c:pt>
                <c:pt idx="1601">
                  <c:v>46090</c:v>
                </c:pt>
                <c:pt idx="1602">
                  <c:v>46091</c:v>
                </c:pt>
                <c:pt idx="1603">
                  <c:v>46092</c:v>
                </c:pt>
                <c:pt idx="1604">
                  <c:v>46093</c:v>
                </c:pt>
                <c:pt idx="1605">
                  <c:v>46094</c:v>
                </c:pt>
                <c:pt idx="1606">
                  <c:v>46095</c:v>
                </c:pt>
                <c:pt idx="1607">
                  <c:v>46096</c:v>
                </c:pt>
                <c:pt idx="1608">
                  <c:v>46097</c:v>
                </c:pt>
                <c:pt idx="1609">
                  <c:v>46098</c:v>
                </c:pt>
                <c:pt idx="1610">
                  <c:v>46099</c:v>
                </c:pt>
                <c:pt idx="1611">
                  <c:v>46100</c:v>
                </c:pt>
                <c:pt idx="1612">
                  <c:v>46101</c:v>
                </c:pt>
                <c:pt idx="1613">
                  <c:v>46102</c:v>
                </c:pt>
                <c:pt idx="1614">
                  <c:v>46103</c:v>
                </c:pt>
                <c:pt idx="1615">
                  <c:v>46104</c:v>
                </c:pt>
                <c:pt idx="1616">
                  <c:v>46105</c:v>
                </c:pt>
                <c:pt idx="1617">
                  <c:v>46106</c:v>
                </c:pt>
                <c:pt idx="1618">
                  <c:v>46107</c:v>
                </c:pt>
                <c:pt idx="1619">
                  <c:v>46108</c:v>
                </c:pt>
                <c:pt idx="1620">
                  <c:v>46109</c:v>
                </c:pt>
                <c:pt idx="1621">
                  <c:v>46110</c:v>
                </c:pt>
                <c:pt idx="1622">
                  <c:v>46111</c:v>
                </c:pt>
                <c:pt idx="1623">
                  <c:v>46112</c:v>
                </c:pt>
                <c:pt idx="1624">
                  <c:v>46113</c:v>
                </c:pt>
                <c:pt idx="1625">
                  <c:v>46114</c:v>
                </c:pt>
                <c:pt idx="1626">
                  <c:v>46115</c:v>
                </c:pt>
                <c:pt idx="1627">
                  <c:v>46116</c:v>
                </c:pt>
                <c:pt idx="1628">
                  <c:v>46117</c:v>
                </c:pt>
                <c:pt idx="1629">
                  <c:v>46118</c:v>
                </c:pt>
                <c:pt idx="1630">
                  <c:v>46119</c:v>
                </c:pt>
                <c:pt idx="1631">
                  <c:v>46120</c:v>
                </c:pt>
                <c:pt idx="1632">
                  <c:v>46121</c:v>
                </c:pt>
                <c:pt idx="1633">
                  <c:v>46122</c:v>
                </c:pt>
                <c:pt idx="1634">
                  <c:v>46123</c:v>
                </c:pt>
                <c:pt idx="1635">
                  <c:v>46124</c:v>
                </c:pt>
                <c:pt idx="1636">
                  <c:v>46125</c:v>
                </c:pt>
                <c:pt idx="1637">
                  <c:v>46126</c:v>
                </c:pt>
                <c:pt idx="1638">
                  <c:v>46127</c:v>
                </c:pt>
                <c:pt idx="1639">
                  <c:v>46128</c:v>
                </c:pt>
                <c:pt idx="1640">
                  <c:v>46129</c:v>
                </c:pt>
                <c:pt idx="1641">
                  <c:v>46130</c:v>
                </c:pt>
                <c:pt idx="1642">
                  <c:v>46131</c:v>
                </c:pt>
                <c:pt idx="1643">
                  <c:v>46132</c:v>
                </c:pt>
                <c:pt idx="1644">
                  <c:v>46133</c:v>
                </c:pt>
                <c:pt idx="1645">
                  <c:v>46134</c:v>
                </c:pt>
                <c:pt idx="1646">
                  <c:v>46135</c:v>
                </c:pt>
                <c:pt idx="1647">
                  <c:v>46136</c:v>
                </c:pt>
                <c:pt idx="1648">
                  <c:v>46137</c:v>
                </c:pt>
                <c:pt idx="1649">
                  <c:v>46138</c:v>
                </c:pt>
                <c:pt idx="1650">
                  <c:v>46139</c:v>
                </c:pt>
                <c:pt idx="1651">
                  <c:v>46140</c:v>
                </c:pt>
                <c:pt idx="1652">
                  <c:v>46141</c:v>
                </c:pt>
                <c:pt idx="1653">
                  <c:v>46142</c:v>
                </c:pt>
                <c:pt idx="1654">
                  <c:v>46143</c:v>
                </c:pt>
                <c:pt idx="1655">
                  <c:v>46144</c:v>
                </c:pt>
                <c:pt idx="1656">
                  <c:v>46145</c:v>
                </c:pt>
                <c:pt idx="1657">
                  <c:v>46146</c:v>
                </c:pt>
                <c:pt idx="1658">
                  <c:v>46147</c:v>
                </c:pt>
                <c:pt idx="1659">
                  <c:v>46148</c:v>
                </c:pt>
                <c:pt idx="1660">
                  <c:v>46149</c:v>
                </c:pt>
                <c:pt idx="1661">
                  <c:v>46150</c:v>
                </c:pt>
                <c:pt idx="1662">
                  <c:v>46151</c:v>
                </c:pt>
                <c:pt idx="1663">
                  <c:v>46152</c:v>
                </c:pt>
                <c:pt idx="1664">
                  <c:v>46153</c:v>
                </c:pt>
                <c:pt idx="1665">
                  <c:v>46154</c:v>
                </c:pt>
                <c:pt idx="1666">
                  <c:v>46155</c:v>
                </c:pt>
                <c:pt idx="1667">
                  <c:v>46156</c:v>
                </c:pt>
                <c:pt idx="1668">
                  <c:v>46157</c:v>
                </c:pt>
                <c:pt idx="1669">
                  <c:v>46158</c:v>
                </c:pt>
                <c:pt idx="1670">
                  <c:v>46159</c:v>
                </c:pt>
                <c:pt idx="1671">
                  <c:v>46160</c:v>
                </c:pt>
                <c:pt idx="1672">
                  <c:v>46161</c:v>
                </c:pt>
                <c:pt idx="1673">
                  <c:v>46162</c:v>
                </c:pt>
                <c:pt idx="1674">
                  <c:v>46163</c:v>
                </c:pt>
                <c:pt idx="1675">
                  <c:v>46164</c:v>
                </c:pt>
                <c:pt idx="1676">
                  <c:v>46165</c:v>
                </c:pt>
                <c:pt idx="1677">
                  <c:v>46166</c:v>
                </c:pt>
                <c:pt idx="1678">
                  <c:v>46167</c:v>
                </c:pt>
                <c:pt idx="1679">
                  <c:v>46168</c:v>
                </c:pt>
                <c:pt idx="1680">
                  <c:v>46169</c:v>
                </c:pt>
                <c:pt idx="1681">
                  <c:v>46170</c:v>
                </c:pt>
                <c:pt idx="1682">
                  <c:v>46171</c:v>
                </c:pt>
                <c:pt idx="1683">
                  <c:v>46172</c:v>
                </c:pt>
                <c:pt idx="1684">
                  <c:v>46173</c:v>
                </c:pt>
                <c:pt idx="1685">
                  <c:v>46174</c:v>
                </c:pt>
                <c:pt idx="1686">
                  <c:v>46175</c:v>
                </c:pt>
                <c:pt idx="1687">
                  <c:v>46176</c:v>
                </c:pt>
                <c:pt idx="1688">
                  <c:v>46177</c:v>
                </c:pt>
                <c:pt idx="1689">
                  <c:v>46178</c:v>
                </c:pt>
                <c:pt idx="1690">
                  <c:v>46179</c:v>
                </c:pt>
                <c:pt idx="1691">
                  <c:v>46180</c:v>
                </c:pt>
                <c:pt idx="1692">
                  <c:v>46181</c:v>
                </c:pt>
                <c:pt idx="1693">
                  <c:v>46182</c:v>
                </c:pt>
                <c:pt idx="1694">
                  <c:v>46183</c:v>
                </c:pt>
                <c:pt idx="1695">
                  <c:v>46184</c:v>
                </c:pt>
                <c:pt idx="1696">
                  <c:v>46185</c:v>
                </c:pt>
                <c:pt idx="1697">
                  <c:v>46186</c:v>
                </c:pt>
                <c:pt idx="1698">
                  <c:v>46187</c:v>
                </c:pt>
                <c:pt idx="1699">
                  <c:v>46188</c:v>
                </c:pt>
                <c:pt idx="1700">
                  <c:v>46189</c:v>
                </c:pt>
                <c:pt idx="1701">
                  <c:v>46190</c:v>
                </c:pt>
                <c:pt idx="1702">
                  <c:v>46191</c:v>
                </c:pt>
                <c:pt idx="1703">
                  <c:v>46192</c:v>
                </c:pt>
                <c:pt idx="1704">
                  <c:v>46193</c:v>
                </c:pt>
                <c:pt idx="1705">
                  <c:v>46194</c:v>
                </c:pt>
                <c:pt idx="1706">
                  <c:v>46195</c:v>
                </c:pt>
                <c:pt idx="1707">
                  <c:v>46196</c:v>
                </c:pt>
                <c:pt idx="1708">
                  <c:v>46197</c:v>
                </c:pt>
                <c:pt idx="1709">
                  <c:v>46198</c:v>
                </c:pt>
                <c:pt idx="1710">
                  <c:v>46199</c:v>
                </c:pt>
                <c:pt idx="1711">
                  <c:v>46200</c:v>
                </c:pt>
                <c:pt idx="1712">
                  <c:v>46201</c:v>
                </c:pt>
                <c:pt idx="1713">
                  <c:v>46202</c:v>
                </c:pt>
                <c:pt idx="1714">
                  <c:v>46203</c:v>
                </c:pt>
                <c:pt idx="1715">
                  <c:v>46204</c:v>
                </c:pt>
                <c:pt idx="1716">
                  <c:v>46205</c:v>
                </c:pt>
                <c:pt idx="1717">
                  <c:v>46206</c:v>
                </c:pt>
                <c:pt idx="1718">
                  <c:v>46207</c:v>
                </c:pt>
                <c:pt idx="1719">
                  <c:v>46208</c:v>
                </c:pt>
                <c:pt idx="1720">
                  <c:v>46209</c:v>
                </c:pt>
                <c:pt idx="1721">
                  <c:v>46210</c:v>
                </c:pt>
                <c:pt idx="1722">
                  <c:v>46211</c:v>
                </c:pt>
                <c:pt idx="1723">
                  <c:v>46212</c:v>
                </c:pt>
                <c:pt idx="1724">
                  <c:v>46213</c:v>
                </c:pt>
                <c:pt idx="1725">
                  <c:v>46214</c:v>
                </c:pt>
                <c:pt idx="1726">
                  <c:v>46215</c:v>
                </c:pt>
                <c:pt idx="1727">
                  <c:v>46216</c:v>
                </c:pt>
                <c:pt idx="1728">
                  <c:v>46217</c:v>
                </c:pt>
                <c:pt idx="1729">
                  <c:v>46218</c:v>
                </c:pt>
                <c:pt idx="1730">
                  <c:v>46219</c:v>
                </c:pt>
                <c:pt idx="1731">
                  <c:v>46220</c:v>
                </c:pt>
                <c:pt idx="1732">
                  <c:v>46221</c:v>
                </c:pt>
                <c:pt idx="1733">
                  <c:v>46222</c:v>
                </c:pt>
                <c:pt idx="1734">
                  <c:v>46223</c:v>
                </c:pt>
                <c:pt idx="1735">
                  <c:v>46224</c:v>
                </c:pt>
                <c:pt idx="1736">
                  <c:v>46225</c:v>
                </c:pt>
                <c:pt idx="1737">
                  <c:v>46226</c:v>
                </c:pt>
                <c:pt idx="1738">
                  <c:v>46227</c:v>
                </c:pt>
                <c:pt idx="1739">
                  <c:v>46228</c:v>
                </c:pt>
                <c:pt idx="1740">
                  <c:v>46229</c:v>
                </c:pt>
                <c:pt idx="1741">
                  <c:v>46230</c:v>
                </c:pt>
                <c:pt idx="1742">
                  <c:v>46231</c:v>
                </c:pt>
                <c:pt idx="1743">
                  <c:v>46232</c:v>
                </c:pt>
                <c:pt idx="1744">
                  <c:v>46233</c:v>
                </c:pt>
                <c:pt idx="1745">
                  <c:v>46234</c:v>
                </c:pt>
                <c:pt idx="1746">
                  <c:v>46235</c:v>
                </c:pt>
                <c:pt idx="1747">
                  <c:v>46236</c:v>
                </c:pt>
                <c:pt idx="1748">
                  <c:v>46237</c:v>
                </c:pt>
                <c:pt idx="1749">
                  <c:v>46238</c:v>
                </c:pt>
                <c:pt idx="1750">
                  <c:v>46239</c:v>
                </c:pt>
                <c:pt idx="1751">
                  <c:v>46240</c:v>
                </c:pt>
                <c:pt idx="1752">
                  <c:v>46241</c:v>
                </c:pt>
                <c:pt idx="1753">
                  <c:v>46242</c:v>
                </c:pt>
                <c:pt idx="1754">
                  <c:v>46243</c:v>
                </c:pt>
                <c:pt idx="1755">
                  <c:v>46244</c:v>
                </c:pt>
                <c:pt idx="1756">
                  <c:v>46245</c:v>
                </c:pt>
                <c:pt idx="1757">
                  <c:v>46246</c:v>
                </c:pt>
                <c:pt idx="1758">
                  <c:v>46247</c:v>
                </c:pt>
                <c:pt idx="1759">
                  <c:v>46248</c:v>
                </c:pt>
                <c:pt idx="1760">
                  <c:v>46249</c:v>
                </c:pt>
                <c:pt idx="1761">
                  <c:v>46250</c:v>
                </c:pt>
                <c:pt idx="1762">
                  <c:v>46251</c:v>
                </c:pt>
                <c:pt idx="1763">
                  <c:v>46252</c:v>
                </c:pt>
                <c:pt idx="1764">
                  <c:v>46253</c:v>
                </c:pt>
                <c:pt idx="1765">
                  <c:v>46254</c:v>
                </c:pt>
                <c:pt idx="1766">
                  <c:v>46255</c:v>
                </c:pt>
                <c:pt idx="1767">
                  <c:v>46256</c:v>
                </c:pt>
                <c:pt idx="1768">
                  <c:v>46257</c:v>
                </c:pt>
                <c:pt idx="1769">
                  <c:v>46258</c:v>
                </c:pt>
                <c:pt idx="1770">
                  <c:v>46259</c:v>
                </c:pt>
                <c:pt idx="1771">
                  <c:v>46260</c:v>
                </c:pt>
                <c:pt idx="1772">
                  <c:v>46261</c:v>
                </c:pt>
                <c:pt idx="1773">
                  <c:v>46262</c:v>
                </c:pt>
                <c:pt idx="1774">
                  <c:v>46263</c:v>
                </c:pt>
                <c:pt idx="1775">
                  <c:v>46264</c:v>
                </c:pt>
                <c:pt idx="1776">
                  <c:v>46265</c:v>
                </c:pt>
                <c:pt idx="1777">
                  <c:v>46266</c:v>
                </c:pt>
                <c:pt idx="1778">
                  <c:v>46267</c:v>
                </c:pt>
                <c:pt idx="1779">
                  <c:v>46268</c:v>
                </c:pt>
                <c:pt idx="1780">
                  <c:v>46269</c:v>
                </c:pt>
                <c:pt idx="1781">
                  <c:v>46270</c:v>
                </c:pt>
                <c:pt idx="1782">
                  <c:v>46271</c:v>
                </c:pt>
                <c:pt idx="1783">
                  <c:v>46272</c:v>
                </c:pt>
                <c:pt idx="1784">
                  <c:v>46273</c:v>
                </c:pt>
                <c:pt idx="1785">
                  <c:v>46274</c:v>
                </c:pt>
                <c:pt idx="1786">
                  <c:v>46275</c:v>
                </c:pt>
                <c:pt idx="1787">
                  <c:v>46276</c:v>
                </c:pt>
                <c:pt idx="1788">
                  <c:v>46277</c:v>
                </c:pt>
                <c:pt idx="1789">
                  <c:v>46278</c:v>
                </c:pt>
                <c:pt idx="1790">
                  <c:v>46279</c:v>
                </c:pt>
                <c:pt idx="1791">
                  <c:v>46280</c:v>
                </c:pt>
                <c:pt idx="1792">
                  <c:v>46281</c:v>
                </c:pt>
                <c:pt idx="1793">
                  <c:v>46282</c:v>
                </c:pt>
                <c:pt idx="1794">
                  <c:v>46283</c:v>
                </c:pt>
                <c:pt idx="1795">
                  <c:v>46284</c:v>
                </c:pt>
                <c:pt idx="1796">
                  <c:v>46285</c:v>
                </c:pt>
                <c:pt idx="1797">
                  <c:v>46286</c:v>
                </c:pt>
                <c:pt idx="1798">
                  <c:v>46287</c:v>
                </c:pt>
                <c:pt idx="1799">
                  <c:v>46288</c:v>
                </c:pt>
                <c:pt idx="1800">
                  <c:v>46289</c:v>
                </c:pt>
                <c:pt idx="1801">
                  <c:v>46290</c:v>
                </c:pt>
                <c:pt idx="1802">
                  <c:v>46291</c:v>
                </c:pt>
                <c:pt idx="1803">
                  <c:v>46292</c:v>
                </c:pt>
                <c:pt idx="1804">
                  <c:v>46293</c:v>
                </c:pt>
                <c:pt idx="1805">
                  <c:v>46294</c:v>
                </c:pt>
                <c:pt idx="1806">
                  <c:v>46295</c:v>
                </c:pt>
                <c:pt idx="1807">
                  <c:v>46296</c:v>
                </c:pt>
                <c:pt idx="1808">
                  <c:v>46297</c:v>
                </c:pt>
                <c:pt idx="1809">
                  <c:v>46298</c:v>
                </c:pt>
                <c:pt idx="1810">
                  <c:v>46299</c:v>
                </c:pt>
                <c:pt idx="1811">
                  <c:v>46300</c:v>
                </c:pt>
                <c:pt idx="1812">
                  <c:v>46301</c:v>
                </c:pt>
                <c:pt idx="1813">
                  <c:v>46302</c:v>
                </c:pt>
                <c:pt idx="1814">
                  <c:v>46303</c:v>
                </c:pt>
                <c:pt idx="1815">
                  <c:v>46304</c:v>
                </c:pt>
                <c:pt idx="1816">
                  <c:v>46305</c:v>
                </c:pt>
                <c:pt idx="1817">
                  <c:v>46306</c:v>
                </c:pt>
                <c:pt idx="1818">
                  <c:v>46307</c:v>
                </c:pt>
                <c:pt idx="1819">
                  <c:v>46308</c:v>
                </c:pt>
                <c:pt idx="1820">
                  <c:v>46309</c:v>
                </c:pt>
                <c:pt idx="1821">
                  <c:v>46310</c:v>
                </c:pt>
                <c:pt idx="1822">
                  <c:v>46311</c:v>
                </c:pt>
                <c:pt idx="1823">
                  <c:v>46312</c:v>
                </c:pt>
                <c:pt idx="1824">
                  <c:v>46313</c:v>
                </c:pt>
                <c:pt idx="1825">
                  <c:v>46314</c:v>
                </c:pt>
                <c:pt idx="1826">
                  <c:v>46315</c:v>
                </c:pt>
                <c:pt idx="1827">
                  <c:v>46316</c:v>
                </c:pt>
                <c:pt idx="1828">
                  <c:v>46317</c:v>
                </c:pt>
              </c:numCache>
            </c:numRef>
          </c:cat>
          <c:val>
            <c:numRef>
              <c:f>Source!$AW$3:$AW$3656</c:f>
              <c:numCache>
                <c:formatCode>General</c:formatCode>
                <c:ptCount val="3654"/>
                <c:pt idx="0">
                  <c:v>18.955300000000001</c:v>
                </c:pt>
                <c:pt idx="1">
                  <c:v>18.8325</c:v>
                </c:pt>
                <c:pt idx="2">
                  <c:v>18.8933</c:v>
                </c:pt>
                <c:pt idx="3">
                  <c:v>18.8933</c:v>
                </c:pt>
                <c:pt idx="4">
                  <c:v>18.8933</c:v>
                </c:pt>
                <c:pt idx="5">
                  <c:v>18.841100000000001</c:v>
                </c:pt>
                <c:pt idx="6">
                  <c:v>18.925799999999999</c:v>
                </c:pt>
                <c:pt idx="7">
                  <c:v>19.352699999999999</c:v>
                </c:pt>
                <c:pt idx="8">
                  <c:v>19.5566</c:v>
                </c:pt>
                <c:pt idx="9">
                  <c:v>19.6417</c:v>
                </c:pt>
                <c:pt idx="10">
                  <c:v>19.6417</c:v>
                </c:pt>
                <c:pt idx="11">
                  <c:v>19.6417</c:v>
                </c:pt>
                <c:pt idx="12">
                  <c:v>18.206700000000001</c:v>
                </c:pt>
                <c:pt idx="13">
                  <c:v>18.319900000000001</c:v>
                </c:pt>
                <c:pt idx="14">
                  <c:v>18.216999999999999</c:v>
                </c:pt>
                <c:pt idx="15">
                  <c:v>18.2532</c:v>
                </c:pt>
                <c:pt idx="16">
                  <c:v>18.3553</c:v>
                </c:pt>
                <c:pt idx="17">
                  <c:v>18.3553</c:v>
                </c:pt>
                <c:pt idx="18">
                  <c:v>18.3553</c:v>
                </c:pt>
                <c:pt idx="19">
                  <c:v>18.494</c:v>
                </c:pt>
                <c:pt idx="20">
                  <c:v>18.4175</c:v>
                </c:pt>
                <c:pt idx="21">
                  <c:v>18.4618</c:v>
                </c:pt>
                <c:pt idx="22">
                  <c:v>18.4282</c:v>
                </c:pt>
                <c:pt idx="23">
                  <c:v>18.579999999999998</c:v>
                </c:pt>
                <c:pt idx="24">
                  <c:v>18.579999999999998</c:v>
                </c:pt>
                <c:pt idx="25">
                  <c:v>18.579999999999998</c:v>
                </c:pt>
                <c:pt idx="26">
                  <c:v>18.6204</c:v>
                </c:pt>
                <c:pt idx="27">
                  <c:v>18.492699999999999</c:v>
                </c:pt>
                <c:pt idx="28">
                  <c:v>18.6113</c:v>
                </c:pt>
                <c:pt idx="29">
                  <c:v>18.535399999999999</c:v>
                </c:pt>
                <c:pt idx="30">
                  <c:v>18.315000000000001</c:v>
                </c:pt>
                <c:pt idx="31">
                  <c:v>18.315000000000001</c:v>
                </c:pt>
                <c:pt idx="32">
                  <c:v>18.315000000000001</c:v>
                </c:pt>
                <c:pt idx="33">
                  <c:v>18.250699999999998</c:v>
                </c:pt>
                <c:pt idx="34">
                  <c:v>18.4572</c:v>
                </c:pt>
                <c:pt idx="35">
                  <c:v>18.775600000000001</c:v>
                </c:pt>
                <c:pt idx="36">
                  <c:v>18.926100000000002</c:v>
                </c:pt>
                <c:pt idx="37">
                  <c:v>18.635999999999999</c:v>
                </c:pt>
                <c:pt idx="38">
                  <c:v>18.635999999999999</c:v>
                </c:pt>
                <c:pt idx="39">
                  <c:v>18.635999999999999</c:v>
                </c:pt>
                <c:pt idx="40">
                  <c:v>18.533799999999999</c:v>
                </c:pt>
                <c:pt idx="41">
                  <c:v>18.454599999999999</c:v>
                </c:pt>
                <c:pt idx="42">
                  <c:v>18.538900000000002</c:v>
                </c:pt>
                <c:pt idx="43">
                  <c:v>18.501000000000001</c:v>
                </c:pt>
                <c:pt idx="44">
                  <c:v>18.017499999999998</c:v>
                </c:pt>
                <c:pt idx="45">
                  <c:v>18.017499999999998</c:v>
                </c:pt>
                <c:pt idx="46">
                  <c:v>18.017499999999998</c:v>
                </c:pt>
                <c:pt idx="47">
                  <c:v>17.6462</c:v>
                </c:pt>
                <c:pt idx="48">
                  <c:v>18.060500000000001</c:v>
                </c:pt>
                <c:pt idx="49">
                  <c:v>18.136700000000001</c:v>
                </c:pt>
                <c:pt idx="50">
                  <c:v>18.325299999999999</c:v>
                </c:pt>
                <c:pt idx="51">
                  <c:v>18.2699</c:v>
                </c:pt>
                <c:pt idx="52">
                  <c:v>18.2699</c:v>
                </c:pt>
                <c:pt idx="53">
                  <c:v>18.2699</c:v>
                </c:pt>
                <c:pt idx="54">
                  <c:v>18.413</c:v>
                </c:pt>
                <c:pt idx="55">
                  <c:v>18.410599999999999</c:v>
                </c:pt>
                <c:pt idx="56">
                  <c:v>18.404199999999999</c:v>
                </c:pt>
                <c:pt idx="57">
                  <c:v>18.417999999999999</c:v>
                </c:pt>
                <c:pt idx="58">
                  <c:v>18.457699999999999</c:v>
                </c:pt>
                <c:pt idx="59">
                  <c:v>18.457699999999999</c:v>
                </c:pt>
                <c:pt idx="60">
                  <c:v>18.457699999999999</c:v>
                </c:pt>
                <c:pt idx="61">
                  <c:v>18.427</c:v>
                </c:pt>
                <c:pt idx="62">
                  <c:v>18.444600000000001</c:v>
                </c:pt>
                <c:pt idx="63">
                  <c:v>18.4312</c:v>
                </c:pt>
                <c:pt idx="64">
                  <c:v>18.172899999999998</c:v>
                </c:pt>
                <c:pt idx="65">
                  <c:v>18.423200000000001</c:v>
                </c:pt>
                <c:pt idx="66">
                  <c:v>18.423200000000001</c:v>
                </c:pt>
                <c:pt idx="67">
                  <c:v>18.423200000000001</c:v>
                </c:pt>
                <c:pt idx="68">
                  <c:v>18.571100000000001</c:v>
                </c:pt>
                <c:pt idx="69">
                  <c:v>18.639800000000001</c:v>
                </c:pt>
                <c:pt idx="70">
                  <c:v>18.532900000000001</c:v>
                </c:pt>
                <c:pt idx="71">
                  <c:v>18.5351</c:v>
                </c:pt>
                <c:pt idx="72">
                  <c:v>18.688600000000001</c:v>
                </c:pt>
                <c:pt idx="73">
                  <c:v>19.090699999999998</c:v>
                </c:pt>
                <c:pt idx="74">
                  <c:v>19.090699999999998</c:v>
                </c:pt>
                <c:pt idx="75">
                  <c:v>19.090699999999998</c:v>
                </c:pt>
                <c:pt idx="76">
                  <c:v>19.438600000000001</c:v>
                </c:pt>
                <c:pt idx="77">
                  <c:v>19.3993</c:v>
                </c:pt>
                <c:pt idx="78">
                  <c:v>19.476700000000001</c:v>
                </c:pt>
                <c:pt idx="79">
                  <c:v>19.4755</c:v>
                </c:pt>
                <c:pt idx="80">
                  <c:v>19.4755</c:v>
                </c:pt>
                <c:pt idx="81">
                  <c:v>19.4755</c:v>
                </c:pt>
                <c:pt idx="82">
                  <c:v>19.1599</c:v>
                </c:pt>
                <c:pt idx="83">
                  <c:v>19.014700000000001</c:v>
                </c:pt>
                <c:pt idx="84">
                  <c:v>19.246600000000001</c:v>
                </c:pt>
                <c:pt idx="85">
                  <c:v>19.0623</c:v>
                </c:pt>
                <c:pt idx="86">
                  <c:v>19.061900000000001</c:v>
                </c:pt>
                <c:pt idx="87">
                  <c:v>19.061900000000001</c:v>
                </c:pt>
                <c:pt idx="88">
                  <c:v>19.061900000000001</c:v>
                </c:pt>
                <c:pt idx="89">
                  <c:v>18.511700000000001</c:v>
                </c:pt>
                <c:pt idx="90">
                  <c:v>18.351500000000001</c:v>
                </c:pt>
                <c:pt idx="91">
                  <c:v>18.351199999999999</c:v>
                </c:pt>
                <c:pt idx="92">
                  <c:v>18.633900000000001</c:v>
                </c:pt>
                <c:pt idx="93">
                  <c:v>18.7316</c:v>
                </c:pt>
                <c:pt idx="94">
                  <c:v>18.7316</c:v>
                </c:pt>
                <c:pt idx="95">
                  <c:v>18.7316</c:v>
                </c:pt>
                <c:pt idx="96">
                  <c:v>18.302900000000001</c:v>
                </c:pt>
                <c:pt idx="97">
                  <c:v>18.825800000000001</c:v>
                </c:pt>
                <c:pt idx="98">
                  <c:v>18.747</c:v>
                </c:pt>
                <c:pt idx="99">
                  <c:v>18.604099999999999</c:v>
                </c:pt>
                <c:pt idx="100">
                  <c:v>18.831700000000001</c:v>
                </c:pt>
                <c:pt idx="101">
                  <c:v>16.8306</c:v>
                </c:pt>
                <c:pt idx="102">
                  <c:v>16.829499999999999</c:v>
                </c:pt>
                <c:pt idx="103">
                  <c:v>16.842500000000001</c:v>
                </c:pt>
                <c:pt idx="104">
                  <c:v>16.842500000000001</c:v>
                </c:pt>
                <c:pt idx="105">
                  <c:v>16.842500000000001</c:v>
                </c:pt>
                <c:pt idx="106">
                  <c:v>16.842500000000001</c:v>
                </c:pt>
                <c:pt idx="107">
                  <c:v>16.8675</c:v>
                </c:pt>
                <c:pt idx="108">
                  <c:v>16.8675</c:v>
                </c:pt>
                <c:pt idx="109">
                  <c:v>16.8675</c:v>
                </c:pt>
                <c:pt idx="110">
                  <c:v>17.413900000000002</c:v>
                </c:pt>
                <c:pt idx="111">
                  <c:v>17.4697</c:v>
                </c:pt>
                <c:pt idx="112">
                  <c:v>17.520800000000001</c:v>
                </c:pt>
                <c:pt idx="113">
                  <c:v>17.549099999999999</c:v>
                </c:pt>
                <c:pt idx="114">
                  <c:v>17.4923</c:v>
                </c:pt>
                <c:pt idx="115">
                  <c:v>17.4923</c:v>
                </c:pt>
                <c:pt idx="116">
                  <c:v>17.4923</c:v>
                </c:pt>
                <c:pt idx="117">
                  <c:v>17.145800000000001</c:v>
                </c:pt>
                <c:pt idx="118">
                  <c:v>17.402699999999999</c:v>
                </c:pt>
                <c:pt idx="119">
                  <c:v>17.3948</c:v>
                </c:pt>
                <c:pt idx="120">
                  <c:v>17.5808</c:v>
                </c:pt>
                <c:pt idx="121">
                  <c:v>17.544599999999999</c:v>
                </c:pt>
                <c:pt idx="122">
                  <c:v>17.544599999999999</c:v>
                </c:pt>
                <c:pt idx="123">
                  <c:v>17.544599999999999</c:v>
                </c:pt>
                <c:pt idx="124">
                  <c:v>17.6145</c:v>
                </c:pt>
                <c:pt idx="125">
                  <c:v>17.522600000000001</c:v>
                </c:pt>
                <c:pt idx="126">
                  <c:v>17.626899999999999</c:v>
                </c:pt>
                <c:pt idx="127">
                  <c:v>17.423999999999999</c:v>
                </c:pt>
                <c:pt idx="128">
                  <c:v>17.4695</c:v>
                </c:pt>
                <c:pt idx="129">
                  <c:v>17.4695</c:v>
                </c:pt>
                <c:pt idx="130">
                  <c:v>17.575900000000001</c:v>
                </c:pt>
                <c:pt idx="131">
                  <c:v>17.474599999999999</c:v>
                </c:pt>
                <c:pt idx="132">
                  <c:v>17.577100000000002</c:v>
                </c:pt>
                <c:pt idx="133">
                  <c:v>17.421600000000002</c:v>
                </c:pt>
                <c:pt idx="134">
                  <c:v>17.650099999999998</c:v>
                </c:pt>
                <c:pt idx="135">
                  <c:v>17.657900000000001</c:v>
                </c:pt>
                <c:pt idx="136">
                  <c:v>17.658000000000001</c:v>
                </c:pt>
                <c:pt idx="137">
                  <c:v>17.658000000000001</c:v>
                </c:pt>
                <c:pt idx="138">
                  <c:v>17.5806</c:v>
                </c:pt>
                <c:pt idx="139">
                  <c:v>17.283899999999999</c:v>
                </c:pt>
                <c:pt idx="140">
                  <c:v>17.2851</c:v>
                </c:pt>
                <c:pt idx="141">
                  <c:v>17.349299999999999</c:v>
                </c:pt>
                <c:pt idx="142">
                  <c:v>17.202400000000001</c:v>
                </c:pt>
                <c:pt idx="143">
                  <c:v>17.202400000000001</c:v>
                </c:pt>
                <c:pt idx="144">
                  <c:v>17.202400000000001</c:v>
                </c:pt>
                <c:pt idx="145">
                  <c:v>16.964300000000001</c:v>
                </c:pt>
                <c:pt idx="146">
                  <c:v>17.040700000000001</c:v>
                </c:pt>
                <c:pt idx="147">
                  <c:v>17.118600000000001</c:v>
                </c:pt>
                <c:pt idx="148">
                  <c:v>17.140999999999998</c:v>
                </c:pt>
                <c:pt idx="149">
                  <c:v>17.232199999999999</c:v>
                </c:pt>
                <c:pt idx="150">
                  <c:v>17.232199999999999</c:v>
                </c:pt>
                <c:pt idx="151">
                  <c:v>17.232199999999999</c:v>
                </c:pt>
                <c:pt idx="152">
                  <c:v>17.536999999999999</c:v>
                </c:pt>
                <c:pt idx="153">
                  <c:v>17.6401</c:v>
                </c:pt>
                <c:pt idx="154">
                  <c:v>17.623000000000001</c:v>
                </c:pt>
                <c:pt idx="155">
                  <c:v>17.566600000000001</c:v>
                </c:pt>
                <c:pt idx="156">
                  <c:v>17.571300000000001</c:v>
                </c:pt>
                <c:pt idx="157">
                  <c:v>17.571300000000001</c:v>
                </c:pt>
                <c:pt idx="158">
                  <c:v>17.571300000000001</c:v>
                </c:pt>
                <c:pt idx="159">
                  <c:v>17.392800000000001</c:v>
                </c:pt>
                <c:pt idx="160">
                  <c:v>17.5641</c:v>
                </c:pt>
                <c:pt idx="161">
                  <c:v>17.475100000000001</c:v>
                </c:pt>
                <c:pt idx="162">
                  <c:v>17.5061</c:v>
                </c:pt>
                <c:pt idx="163">
                  <c:v>18.402100000000001</c:v>
                </c:pt>
                <c:pt idx="164">
                  <c:v>18.403199999999998</c:v>
                </c:pt>
                <c:pt idx="165">
                  <c:v>18.403199999999998</c:v>
                </c:pt>
                <c:pt idx="166">
                  <c:v>18.363299999999999</c:v>
                </c:pt>
                <c:pt idx="167">
                  <c:v>18.4816</c:v>
                </c:pt>
                <c:pt idx="168">
                  <c:v>18.516300000000001</c:v>
                </c:pt>
                <c:pt idx="169">
                  <c:v>18.266400000000001</c:v>
                </c:pt>
                <c:pt idx="170">
                  <c:v>18.019300000000001</c:v>
                </c:pt>
                <c:pt idx="171">
                  <c:v>18.019300000000001</c:v>
                </c:pt>
                <c:pt idx="172">
                  <c:v>18.019300000000001</c:v>
                </c:pt>
                <c:pt idx="173">
                  <c:v>18.019300000000001</c:v>
                </c:pt>
                <c:pt idx="174">
                  <c:v>17.694400000000002</c:v>
                </c:pt>
                <c:pt idx="175">
                  <c:v>17.961300000000001</c:v>
                </c:pt>
                <c:pt idx="176">
                  <c:v>17.8995</c:v>
                </c:pt>
                <c:pt idx="177">
                  <c:v>17.7346</c:v>
                </c:pt>
                <c:pt idx="178">
                  <c:v>17.7346</c:v>
                </c:pt>
                <c:pt idx="179">
                  <c:v>17.7346</c:v>
                </c:pt>
                <c:pt idx="180">
                  <c:v>17.419</c:v>
                </c:pt>
                <c:pt idx="181">
                  <c:v>17.100999999999999</c:v>
                </c:pt>
                <c:pt idx="182">
                  <c:v>16.8385</c:v>
                </c:pt>
                <c:pt idx="183">
                  <c:v>16.661999999999999</c:v>
                </c:pt>
                <c:pt idx="184">
                  <c:v>16.771699999999999</c:v>
                </c:pt>
                <c:pt idx="185">
                  <c:v>16.771699999999999</c:v>
                </c:pt>
                <c:pt idx="186">
                  <c:v>16.771699999999999</c:v>
                </c:pt>
                <c:pt idx="187">
                  <c:v>15.9411</c:v>
                </c:pt>
                <c:pt idx="188">
                  <c:v>16.311</c:v>
                </c:pt>
                <c:pt idx="189">
                  <c:v>16.4621</c:v>
                </c:pt>
                <c:pt idx="190">
                  <c:v>16.4283</c:v>
                </c:pt>
                <c:pt idx="191">
                  <c:v>15.335100000000001</c:v>
                </c:pt>
                <c:pt idx="192">
                  <c:v>15.346500000000001</c:v>
                </c:pt>
                <c:pt idx="193">
                  <c:v>15.346500000000001</c:v>
                </c:pt>
                <c:pt idx="194">
                  <c:v>15.353400000000001</c:v>
                </c:pt>
                <c:pt idx="195">
                  <c:v>15.3531</c:v>
                </c:pt>
                <c:pt idx="196">
                  <c:v>15.2988</c:v>
                </c:pt>
                <c:pt idx="197">
                  <c:v>15.529500000000001</c:v>
                </c:pt>
                <c:pt idx="198">
                  <c:v>15.1721</c:v>
                </c:pt>
                <c:pt idx="199">
                  <c:v>15.1721</c:v>
                </c:pt>
                <c:pt idx="200">
                  <c:v>15.1721</c:v>
                </c:pt>
                <c:pt idx="201">
                  <c:v>14.530099999999999</c:v>
                </c:pt>
                <c:pt idx="202">
                  <c:v>14.8041</c:v>
                </c:pt>
                <c:pt idx="203">
                  <c:v>14.902100000000001</c:v>
                </c:pt>
                <c:pt idx="204">
                  <c:v>14.1843</c:v>
                </c:pt>
                <c:pt idx="205">
                  <c:v>13.542299999999999</c:v>
                </c:pt>
                <c:pt idx="206">
                  <c:v>13.542299999999999</c:v>
                </c:pt>
                <c:pt idx="207">
                  <c:v>13.542299999999999</c:v>
                </c:pt>
                <c:pt idx="208">
                  <c:v>13.4184</c:v>
                </c:pt>
                <c:pt idx="209">
                  <c:v>14.064399999999999</c:v>
                </c:pt>
                <c:pt idx="210">
                  <c:v>14.206300000000001</c:v>
                </c:pt>
                <c:pt idx="211">
                  <c:v>14.2164</c:v>
                </c:pt>
                <c:pt idx="212">
                  <c:v>14.2057</c:v>
                </c:pt>
                <c:pt idx="213">
                  <c:v>14.2057</c:v>
                </c:pt>
                <c:pt idx="214">
                  <c:v>14.2057</c:v>
                </c:pt>
                <c:pt idx="215">
                  <c:v>14.0237</c:v>
                </c:pt>
                <c:pt idx="216">
                  <c:v>14.1914</c:v>
                </c:pt>
                <c:pt idx="217">
                  <c:v>14.5947</c:v>
                </c:pt>
                <c:pt idx="218">
                  <c:v>14.596299999999999</c:v>
                </c:pt>
                <c:pt idx="219">
                  <c:v>14.7905</c:v>
                </c:pt>
                <c:pt idx="220">
                  <c:v>14.7905</c:v>
                </c:pt>
                <c:pt idx="221">
                  <c:v>14.7905</c:v>
                </c:pt>
                <c:pt idx="222">
                  <c:v>14.8894</c:v>
                </c:pt>
                <c:pt idx="223">
                  <c:v>14.8758</c:v>
                </c:pt>
                <c:pt idx="224">
                  <c:v>14.954499999999999</c:v>
                </c:pt>
                <c:pt idx="225">
                  <c:v>14.8291</c:v>
                </c:pt>
                <c:pt idx="226">
                  <c:v>14.8217</c:v>
                </c:pt>
                <c:pt idx="227">
                  <c:v>14.8217</c:v>
                </c:pt>
                <c:pt idx="228">
                  <c:v>14.8217</c:v>
                </c:pt>
                <c:pt idx="229">
                  <c:v>14.8451</c:v>
                </c:pt>
                <c:pt idx="230">
                  <c:v>14.8605</c:v>
                </c:pt>
                <c:pt idx="231">
                  <c:v>15.0511</c:v>
                </c:pt>
                <c:pt idx="232">
                  <c:v>15.049799999999999</c:v>
                </c:pt>
                <c:pt idx="233">
                  <c:v>14.7767</c:v>
                </c:pt>
                <c:pt idx="234">
                  <c:v>14.7767</c:v>
                </c:pt>
                <c:pt idx="235">
                  <c:v>14.7767</c:v>
                </c:pt>
                <c:pt idx="236">
                  <c:v>14.1203</c:v>
                </c:pt>
                <c:pt idx="237">
                  <c:v>14.1579</c:v>
                </c:pt>
                <c:pt idx="238">
                  <c:v>13.9694</c:v>
                </c:pt>
                <c:pt idx="239">
                  <c:v>14.230600000000001</c:v>
                </c:pt>
                <c:pt idx="240">
                  <c:v>14.0082</c:v>
                </c:pt>
                <c:pt idx="241">
                  <c:v>14.0082</c:v>
                </c:pt>
                <c:pt idx="242">
                  <c:v>14.0082</c:v>
                </c:pt>
                <c:pt idx="243">
                  <c:v>13.583600000000001</c:v>
                </c:pt>
                <c:pt idx="244">
                  <c:v>13.4923</c:v>
                </c:pt>
                <c:pt idx="245">
                  <c:v>13.455500000000001</c:v>
                </c:pt>
                <c:pt idx="246">
                  <c:v>13.6812</c:v>
                </c:pt>
                <c:pt idx="247">
                  <c:v>13.641999999999999</c:v>
                </c:pt>
                <c:pt idx="248">
                  <c:v>13.641999999999999</c:v>
                </c:pt>
                <c:pt idx="249">
                  <c:v>13.641999999999999</c:v>
                </c:pt>
                <c:pt idx="250">
                  <c:v>13.8416</c:v>
                </c:pt>
                <c:pt idx="251">
                  <c:v>14.0174</c:v>
                </c:pt>
                <c:pt idx="252">
                  <c:v>14.0182</c:v>
                </c:pt>
                <c:pt idx="253">
                  <c:v>13.782299999999999</c:v>
                </c:pt>
                <c:pt idx="254">
                  <c:v>13.7973</c:v>
                </c:pt>
                <c:pt idx="255">
                  <c:v>13.7973</c:v>
                </c:pt>
                <c:pt idx="256">
                  <c:v>13.7973</c:v>
                </c:pt>
                <c:pt idx="257">
                  <c:v>13.7585</c:v>
                </c:pt>
                <c:pt idx="258">
                  <c:v>13.5946</c:v>
                </c:pt>
                <c:pt idx="259">
                  <c:v>13.2301</c:v>
                </c:pt>
                <c:pt idx="260">
                  <c:v>13.424200000000001</c:v>
                </c:pt>
                <c:pt idx="261">
                  <c:v>13.479799999999999</c:v>
                </c:pt>
                <c:pt idx="262">
                  <c:v>13.479799999999999</c:v>
                </c:pt>
                <c:pt idx="263">
                  <c:v>13.479799999999999</c:v>
                </c:pt>
                <c:pt idx="264">
                  <c:v>13.295400000000001</c:v>
                </c:pt>
                <c:pt idx="265">
                  <c:v>13.520200000000001</c:v>
                </c:pt>
                <c:pt idx="266">
                  <c:v>13.5098</c:v>
                </c:pt>
                <c:pt idx="267">
                  <c:v>13.604799999999999</c:v>
                </c:pt>
                <c:pt idx="268">
                  <c:v>13.571199999999999</c:v>
                </c:pt>
                <c:pt idx="269">
                  <c:v>13.571199999999999</c:v>
                </c:pt>
                <c:pt idx="270">
                  <c:v>13.571199999999999</c:v>
                </c:pt>
                <c:pt idx="271">
                  <c:v>13.539400000000001</c:v>
                </c:pt>
                <c:pt idx="272">
                  <c:v>13.560600000000001</c:v>
                </c:pt>
                <c:pt idx="273">
                  <c:v>13.7425</c:v>
                </c:pt>
                <c:pt idx="274">
                  <c:v>13.792400000000001</c:v>
                </c:pt>
                <c:pt idx="275">
                  <c:v>13.749700000000001</c:v>
                </c:pt>
                <c:pt idx="276">
                  <c:v>13.749700000000001</c:v>
                </c:pt>
                <c:pt idx="277">
                  <c:v>13.749700000000001</c:v>
                </c:pt>
                <c:pt idx="278">
                  <c:v>13.6776</c:v>
                </c:pt>
                <c:pt idx="279">
                  <c:v>13.6381</c:v>
                </c:pt>
                <c:pt idx="280">
                  <c:v>13.706799999999999</c:v>
                </c:pt>
                <c:pt idx="281">
                  <c:v>13.9034</c:v>
                </c:pt>
                <c:pt idx="282">
                  <c:v>12.785600000000001</c:v>
                </c:pt>
                <c:pt idx="283">
                  <c:v>12.8332</c:v>
                </c:pt>
                <c:pt idx="284">
                  <c:v>12.8332</c:v>
                </c:pt>
                <c:pt idx="285">
                  <c:v>13.31</c:v>
                </c:pt>
                <c:pt idx="286">
                  <c:v>13.4251</c:v>
                </c:pt>
                <c:pt idx="287">
                  <c:v>13.516400000000001</c:v>
                </c:pt>
                <c:pt idx="288">
                  <c:v>13.563800000000001</c:v>
                </c:pt>
                <c:pt idx="289">
                  <c:v>13.5486</c:v>
                </c:pt>
                <c:pt idx="290">
                  <c:v>13.5486</c:v>
                </c:pt>
                <c:pt idx="291">
                  <c:v>13.5486</c:v>
                </c:pt>
                <c:pt idx="292">
                  <c:v>13.592000000000001</c:v>
                </c:pt>
                <c:pt idx="293">
                  <c:v>13.614699999999999</c:v>
                </c:pt>
                <c:pt idx="294">
                  <c:v>14.3072</c:v>
                </c:pt>
                <c:pt idx="295">
                  <c:v>14.246600000000001</c:v>
                </c:pt>
                <c:pt idx="296">
                  <c:v>14.363200000000001</c:v>
                </c:pt>
                <c:pt idx="297">
                  <c:v>14.363200000000001</c:v>
                </c:pt>
                <c:pt idx="298">
                  <c:v>14.363200000000001</c:v>
                </c:pt>
                <c:pt idx="299">
                  <c:v>14.4962</c:v>
                </c:pt>
                <c:pt idx="300">
                  <c:v>14.5014</c:v>
                </c:pt>
                <c:pt idx="301">
                  <c:v>14.508800000000001</c:v>
                </c:pt>
                <c:pt idx="302">
                  <c:v>14.4916</c:v>
                </c:pt>
                <c:pt idx="303">
                  <c:v>14.5343</c:v>
                </c:pt>
                <c:pt idx="304">
                  <c:v>14.5343</c:v>
                </c:pt>
                <c:pt idx="305">
                  <c:v>14.5343</c:v>
                </c:pt>
                <c:pt idx="306">
                  <c:v>14.433999999999999</c:v>
                </c:pt>
                <c:pt idx="307">
                  <c:v>14.552899999999999</c:v>
                </c:pt>
                <c:pt idx="308">
                  <c:v>14.654</c:v>
                </c:pt>
                <c:pt idx="309">
                  <c:v>14.7874</c:v>
                </c:pt>
                <c:pt idx="310">
                  <c:v>14.728400000000001</c:v>
                </c:pt>
                <c:pt idx="311">
                  <c:v>14.728400000000001</c:v>
                </c:pt>
                <c:pt idx="312">
                  <c:v>14.728400000000001</c:v>
                </c:pt>
                <c:pt idx="313">
                  <c:v>14.6043</c:v>
                </c:pt>
                <c:pt idx="314">
                  <c:v>14.7333</c:v>
                </c:pt>
                <c:pt idx="315">
                  <c:v>14.7525</c:v>
                </c:pt>
                <c:pt idx="316">
                  <c:v>14.7525</c:v>
                </c:pt>
                <c:pt idx="317">
                  <c:v>14.7525</c:v>
                </c:pt>
                <c:pt idx="318">
                  <c:v>14.7525</c:v>
                </c:pt>
                <c:pt idx="319">
                  <c:v>14.7525</c:v>
                </c:pt>
                <c:pt idx="320">
                  <c:v>14.716100000000001</c:v>
                </c:pt>
                <c:pt idx="321">
                  <c:v>14.716699999999999</c:v>
                </c:pt>
                <c:pt idx="322">
                  <c:v>14.319800000000001</c:v>
                </c:pt>
                <c:pt idx="323">
                  <c:v>14.2211</c:v>
                </c:pt>
                <c:pt idx="324">
                  <c:v>14.384399999999999</c:v>
                </c:pt>
                <c:pt idx="325">
                  <c:v>14.384399999999999</c:v>
                </c:pt>
                <c:pt idx="326">
                  <c:v>14.384399999999999</c:v>
                </c:pt>
                <c:pt idx="327">
                  <c:v>14.3941</c:v>
                </c:pt>
                <c:pt idx="328">
                  <c:v>14.38</c:v>
                </c:pt>
                <c:pt idx="329">
                  <c:v>14.2921</c:v>
                </c:pt>
                <c:pt idx="330">
                  <c:v>14.3485</c:v>
                </c:pt>
                <c:pt idx="331">
                  <c:v>14.214499999999999</c:v>
                </c:pt>
                <c:pt idx="332">
                  <c:v>14.214499999999999</c:v>
                </c:pt>
                <c:pt idx="333">
                  <c:v>14.214499999999999</c:v>
                </c:pt>
                <c:pt idx="334">
                  <c:v>13.8851</c:v>
                </c:pt>
                <c:pt idx="335">
                  <c:v>14.0406</c:v>
                </c:pt>
                <c:pt idx="336">
                  <c:v>13.944000000000001</c:v>
                </c:pt>
                <c:pt idx="337">
                  <c:v>13.9918</c:v>
                </c:pt>
                <c:pt idx="338">
                  <c:v>13.860300000000001</c:v>
                </c:pt>
                <c:pt idx="339">
                  <c:v>13.860300000000001</c:v>
                </c:pt>
                <c:pt idx="340">
                  <c:v>13.860300000000001</c:v>
                </c:pt>
                <c:pt idx="341">
                  <c:v>13.527100000000001</c:v>
                </c:pt>
                <c:pt idx="342">
                  <c:v>13.437099999999999</c:v>
                </c:pt>
                <c:pt idx="343">
                  <c:v>13.1731</c:v>
                </c:pt>
                <c:pt idx="344">
                  <c:v>12.9709</c:v>
                </c:pt>
                <c:pt idx="345">
                  <c:v>13.0405</c:v>
                </c:pt>
                <c:pt idx="346">
                  <c:v>13.0405</c:v>
                </c:pt>
                <c:pt idx="347">
                  <c:v>13.0405</c:v>
                </c:pt>
                <c:pt idx="348">
                  <c:v>12.5144</c:v>
                </c:pt>
                <c:pt idx="349">
                  <c:v>12.418799999999999</c:v>
                </c:pt>
                <c:pt idx="350">
                  <c:v>12.7197</c:v>
                </c:pt>
                <c:pt idx="351">
                  <c:v>12.3771</c:v>
                </c:pt>
                <c:pt idx="352">
                  <c:v>11.932399999999999</c:v>
                </c:pt>
                <c:pt idx="353">
                  <c:v>11.932399999999999</c:v>
                </c:pt>
                <c:pt idx="354">
                  <c:v>11.932399999999999</c:v>
                </c:pt>
                <c:pt idx="355">
                  <c:v>12.008100000000001</c:v>
                </c:pt>
                <c:pt idx="356">
                  <c:v>11.590199999999999</c:v>
                </c:pt>
                <c:pt idx="357">
                  <c:v>11.919700000000001</c:v>
                </c:pt>
                <c:pt idx="358">
                  <c:v>12.1061</c:v>
                </c:pt>
                <c:pt idx="359">
                  <c:v>12.231199999999999</c:v>
                </c:pt>
                <c:pt idx="360">
                  <c:v>12.231199999999999</c:v>
                </c:pt>
                <c:pt idx="361">
                  <c:v>12.231199999999999</c:v>
                </c:pt>
                <c:pt idx="362">
                  <c:v>12.1129</c:v>
                </c:pt>
                <c:pt idx="363">
                  <c:v>12.252000000000001</c:v>
                </c:pt>
                <c:pt idx="364">
                  <c:v>12.210699999999999</c:v>
                </c:pt>
                <c:pt idx="365">
                  <c:v>12.192</c:v>
                </c:pt>
                <c:pt idx="366">
                  <c:v>11.7471</c:v>
                </c:pt>
                <c:pt idx="367">
                  <c:v>11.7471</c:v>
                </c:pt>
                <c:pt idx="368">
                  <c:v>11.7471</c:v>
                </c:pt>
                <c:pt idx="369">
                  <c:v>11.3592</c:v>
                </c:pt>
                <c:pt idx="370">
                  <c:v>11.4923</c:v>
                </c:pt>
                <c:pt idx="371">
                  <c:v>11.442299999999999</c:v>
                </c:pt>
                <c:pt idx="372">
                  <c:v>11.8414</c:v>
                </c:pt>
                <c:pt idx="373">
                  <c:v>11.071199999999999</c:v>
                </c:pt>
                <c:pt idx="374">
                  <c:v>11.057</c:v>
                </c:pt>
                <c:pt idx="375">
                  <c:v>11.114100000000001</c:v>
                </c:pt>
                <c:pt idx="376">
                  <c:v>11.2112</c:v>
                </c:pt>
                <c:pt idx="377">
                  <c:v>11.339499999999999</c:v>
                </c:pt>
                <c:pt idx="378">
                  <c:v>11.223699999999999</c:v>
                </c:pt>
                <c:pt idx="379">
                  <c:v>11.1866</c:v>
                </c:pt>
                <c:pt idx="380">
                  <c:v>10.9381</c:v>
                </c:pt>
                <c:pt idx="381">
                  <c:v>10.9381</c:v>
                </c:pt>
                <c:pt idx="382">
                  <c:v>10.9381</c:v>
                </c:pt>
                <c:pt idx="383">
                  <c:v>10.965400000000001</c:v>
                </c:pt>
                <c:pt idx="384">
                  <c:v>11.038</c:v>
                </c:pt>
                <c:pt idx="385">
                  <c:v>11.0823</c:v>
                </c:pt>
                <c:pt idx="386">
                  <c:v>10.6511</c:v>
                </c:pt>
                <c:pt idx="387">
                  <c:v>10.733000000000001</c:v>
                </c:pt>
                <c:pt idx="388">
                  <c:v>10.733000000000001</c:v>
                </c:pt>
                <c:pt idx="389">
                  <c:v>10.733000000000001</c:v>
                </c:pt>
                <c:pt idx="390">
                  <c:v>10.5814</c:v>
                </c:pt>
                <c:pt idx="391">
                  <c:v>10.2537</c:v>
                </c:pt>
                <c:pt idx="392">
                  <c:v>10.6023</c:v>
                </c:pt>
                <c:pt idx="393">
                  <c:v>10.8987</c:v>
                </c:pt>
                <c:pt idx="394">
                  <c:v>10.8995</c:v>
                </c:pt>
                <c:pt idx="395">
                  <c:v>10.8995</c:v>
                </c:pt>
                <c:pt idx="396">
                  <c:v>10.8995</c:v>
                </c:pt>
                <c:pt idx="397">
                  <c:v>10.8019</c:v>
                </c:pt>
                <c:pt idx="398">
                  <c:v>10.706</c:v>
                </c:pt>
                <c:pt idx="399">
                  <c:v>10.6372</c:v>
                </c:pt>
                <c:pt idx="400">
                  <c:v>10.6564</c:v>
                </c:pt>
                <c:pt idx="401">
                  <c:v>10.923400000000001</c:v>
                </c:pt>
                <c:pt idx="402">
                  <c:v>10.923400000000001</c:v>
                </c:pt>
                <c:pt idx="403">
                  <c:v>10.923400000000001</c:v>
                </c:pt>
                <c:pt idx="404">
                  <c:v>11.308299999999999</c:v>
                </c:pt>
                <c:pt idx="405">
                  <c:v>11.6059</c:v>
                </c:pt>
                <c:pt idx="406">
                  <c:v>11.789099999999999</c:v>
                </c:pt>
                <c:pt idx="407">
                  <c:v>11.6526</c:v>
                </c:pt>
                <c:pt idx="408">
                  <c:v>12.1447</c:v>
                </c:pt>
                <c:pt idx="409">
                  <c:v>12.1447</c:v>
                </c:pt>
                <c:pt idx="410">
                  <c:v>12.1447</c:v>
                </c:pt>
                <c:pt idx="411">
                  <c:v>12.298299999999999</c:v>
                </c:pt>
                <c:pt idx="412">
                  <c:v>11.7925</c:v>
                </c:pt>
                <c:pt idx="413">
                  <c:v>11.706200000000001</c:v>
                </c:pt>
                <c:pt idx="414">
                  <c:v>11.8132</c:v>
                </c:pt>
                <c:pt idx="415">
                  <c:v>11.8276</c:v>
                </c:pt>
                <c:pt idx="416">
                  <c:v>11.8276</c:v>
                </c:pt>
                <c:pt idx="417">
                  <c:v>11.8276</c:v>
                </c:pt>
                <c:pt idx="418">
                  <c:v>11.605600000000001</c:v>
                </c:pt>
                <c:pt idx="419">
                  <c:v>11.778499999999999</c:v>
                </c:pt>
                <c:pt idx="420">
                  <c:v>11.811999999999999</c:v>
                </c:pt>
                <c:pt idx="421">
                  <c:v>11.867000000000001</c:v>
                </c:pt>
                <c:pt idx="422">
                  <c:v>11.835100000000001</c:v>
                </c:pt>
                <c:pt idx="423">
                  <c:v>11.835100000000001</c:v>
                </c:pt>
                <c:pt idx="424">
                  <c:v>11.835100000000001</c:v>
                </c:pt>
                <c:pt idx="425">
                  <c:v>11.6768</c:v>
                </c:pt>
                <c:pt idx="426">
                  <c:v>11.505100000000001</c:v>
                </c:pt>
                <c:pt idx="427">
                  <c:v>11.4573</c:v>
                </c:pt>
                <c:pt idx="428">
                  <c:v>11.4992</c:v>
                </c:pt>
                <c:pt idx="429">
                  <c:v>11.473699999999999</c:v>
                </c:pt>
                <c:pt idx="430">
                  <c:v>11.473699999999999</c:v>
                </c:pt>
                <c:pt idx="431">
                  <c:v>11.473699999999999</c:v>
                </c:pt>
                <c:pt idx="432">
                  <c:v>11.0786</c:v>
                </c:pt>
                <c:pt idx="433">
                  <c:v>11.2963</c:v>
                </c:pt>
                <c:pt idx="434">
                  <c:v>11.421099999999999</c:v>
                </c:pt>
                <c:pt idx="435">
                  <c:v>11.349399999999999</c:v>
                </c:pt>
                <c:pt idx="436">
                  <c:v>11.3247</c:v>
                </c:pt>
                <c:pt idx="437">
                  <c:v>11.3247</c:v>
                </c:pt>
                <c:pt idx="438">
                  <c:v>11.3247</c:v>
                </c:pt>
                <c:pt idx="439">
                  <c:v>11.3247</c:v>
                </c:pt>
                <c:pt idx="440">
                  <c:v>11.7387</c:v>
                </c:pt>
                <c:pt idx="441">
                  <c:v>11.7662</c:v>
                </c:pt>
                <c:pt idx="442">
                  <c:v>11.8727</c:v>
                </c:pt>
                <c:pt idx="443">
                  <c:v>11.823499999999999</c:v>
                </c:pt>
                <c:pt idx="444">
                  <c:v>11.823499999999999</c:v>
                </c:pt>
                <c:pt idx="445">
                  <c:v>11.823499999999999</c:v>
                </c:pt>
                <c:pt idx="446">
                  <c:v>11.8546</c:v>
                </c:pt>
                <c:pt idx="447">
                  <c:v>11.845000000000001</c:v>
                </c:pt>
                <c:pt idx="448">
                  <c:v>11.8721</c:v>
                </c:pt>
                <c:pt idx="449">
                  <c:v>11.879099999999999</c:v>
                </c:pt>
                <c:pt idx="450">
                  <c:v>11.9217</c:v>
                </c:pt>
                <c:pt idx="451">
                  <c:v>11.9217</c:v>
                </c:pt>
                <c:pt idx="452">
                  <c:v>11.9217</c:v>
                </c:pt>
                <c:pt idx="453">
                  <c:v>11.994899999999999</c:v>
                </c:pt>
                <c:pt idx="454">
                  <c:v>12.243600000000001</c:v>
                </c:pt>
                <c:pt idx="455">
                  <c:v>12.356</c:v>
                </c:pt>
                <c:pt idx="456">
                  <c:v>12.5755</c:v>
                </c:pt>
                <c:pt idx="457">
                  <c:v>12.589</c:v>
                </c:pt>
                <c:pt idx="458">
                  <c:v>12.595000000000001</c:v>
                </c:pt>
                <c:pt idx="459">
                  <c:v>12.595000000000001</c:v>
                </c:pt>
                <c:pt idx="460">
                  <c:v>12.595000000000001</c:v>
                </c:pt>
                <c:pt idx="461">
                  <c:v>12.595000000000001</c:v>
                </c:pt>
                <c:pt idx="462">
                  <c:v>12.595000000000001</c:v>
                </c:pt>
                <c:pt idx="463">
                  <c:v>12.595000000000001</c:v>
                </c:pt>
                <c:pt idx="464">
                  <c:v>12.7189</c:v>
                </c:pt>
                <c:pt idx="465">
                  <c:v>12.7189</c:v>
                </c:pt>
                <c:pt idx="466">
                  <c:v>12.7189</c:v>
                </c:pt>
                <c:pt idx="467">
                  <c:v>12.4602</c:v>
                </c:pt>
                <c:pt idx="468">
                  <c:v>12.570499999999999</c:v>
                </c:pt>
                <c:pt idx="469">
                  <c:v>12.2712</c:v>
                </c:pt>
                <c:pt idx="470">
                  <c:v>12.291499999999999</c:v>
                </c:pt>
                <c:pt idx="471">
                  <c:v>12.2933</c:v>
                </c:pt>
                <c:pt idx="472">
                  <c:v>12.2933</c:v>
                </c:pt>
                <c:pt idx="473">
                  <c:v>12.2933</c:v>
                </c:pt>
                <c:pt idx="474">
                  <c:v>12.432499999999999</c:v>
                </c:pt>
                <c:pt idx="475">
                  <c:v>12.166399999999999</c:v>
                </c:pt>
                <c:pt idx="476">
                  <c:v>12.2392</c:v>
                </c:pt>
                <c:pt idx="477">
                  <c:v>12.181100000000001</c:v>
                </c:pt>
                <c:pt idx="478">
                  <c:v>12.129</c:v>
                </c:pt>
                <c:pt idx="479">
                  <c:v>12.129</c:v>
                </c:pt>
                <c:pt idx="480">
                  <c:v>12.129</c:v>
                </c:pt>
                <c:pt idx="481">
                  <c:v>11.997199999999999</c:v>
                </c:pt>
                <c:pt idx="482">
                  <c:v>11.9391</c:v>
                </c:pt>
                <c:pt idx="483">
                  <c:v>12.0488</c:v>
                </c:pt>
                <c:pt idx="484">
                  <c:v>12.167899999999999</c:v>
                </c:pt>
                <c:pt idx="485">
                  <c:v>12.179500000000001</c:v>
                </c:pt>
                <c:pt idx="486">
                  <c:v>12.179500000000001</c:v>
                </c:pt>
                <c:pt idx="487">
                  <c:v>12.179399999999999</c:v>
                </c:pt>
                <c:pt idx="488">
                  <c:v>12.493600000000001</c:v>
                </c:pt>
                <c:pt idx="489">
                  <c:v>12.442299999999999</c:v>
                </c:pt>
                <c:pt idx="490">
                  <c:v>12.121</c:v>
                </c:pt>
                <c:pt idx="491">
                  <c:v>12.113899999999999</c:v>
                </c:pt>
                <c:pt idx="492">
                  <c:v>11.9564</c:v>
                </c:pt>
                <c:pt idx="493">
                  <c:v>11.9564</c:v>
                </c:pt>
                <c:pt idx="494">
                  <c:v>11.9564</c:v>
                </c:pt>
                <c:pt idx="495">
                  <c:v>11.7456</c:v>
                </c:pt>
                <c:pt idx="496">
                  <c:v>11.7851</c:v>
                </c:pt>
                <c:pt idx="497">
                  <c:v>11.9687</c:v>
                </c:pt>
                <c:pt idx="498">
                  <c:v>11.934900000000001</c:v>
                </c:pt>
                <c:pt idx="499">
                  <c:v>11.7867</c:v>
                </c:pt>
                <c:pt idx="500">
                  <c:v>11.7867</c:v>
                </c:pt>
                <c:pt idx="501">
                  <c:v>11.7867</c:v>
                </c:pt>
                <c:pt idx="502">
                  <c:v>11.8218</c:v>
                </c:pt>
                <c:pt idx="503">
                  <c:v>11.946099999999999</c:v>
                </c:pt>
                <c:pt idx="504">
                  <c:v>12.075699999999999</c:v>
                </c:pt>
                <c:pt idx="505">
                  <c:v>12.1534</c:v>
                </c:pt>
                <c:pt idx="506">
                  <c:v>12.1204</c:v>
                </c:pt>
                <c:pt idx="507">
                  <c:v>12.1204</c:v>
                </c:pt>
                <c:pt idx="508">
                  <c:v>12.1204</c:v>
                </c:pt>
                <c:pt idx="509">
                  <c:v>12.119</c:v>
                </c:pt>
                <c:pt idx="510">
                  <c:v>11.9742</c:v>
                </c:pt>
                <c:pt idx="511">
                  <c:v>12.228999999999999</c:v>
                </c:pt>
                <c:pt idx="512">
                  <c:v>12.0594</c:v>
                </c:pt>
                <c:pt idx="513">
                  <c:v>12.034800000000001</c:v>
                </c:pt>
                <c:pt idx="514">
                  <c:v>12.034800000000001</c:v>
                </c:pt>
                <c:pt idx="515">
                  <c:v>12.034800000000001</c:v>
                </c:pt>
                <c:pt idx="516">
                  <c:v>11.780900000000001</c:v>
                </c:pt>
                <c:pt idx="517">
                  <c:v>11.8889</c:v>
                </c:pt>
                <c:pt idx="518">
                  <c:v>11.9825</c:v>
                </c:pt>
                <c:pt idx="519">
                  <c:v>12.0337</c:v>
                </c:pt>
                <c:pt idx="520">
                  <c:v>12.053599999999999</c:v>
                </c:pt>
                <c:pt idx="521">
                  <c:v>12.053699999999999</c:v>
                </c:pt>
                <c:pt idx="522">
                  <c:v>12.053699999999999</c:v>
                </c:pt>
                <c:pt idx="523">
                  <c:v>12.117900000000001</c:v>
                </c:pt>
                <c:pt idx="524">
                  <c:v>12.1418</c:v>
                </c:pt>
                <c:pt idx="525">
                  <c:v>12.1663</c:v>
                </c:pt>
                <c:pt idx="526">
                  <c:v>12.206799999999999</c:v>
                </c:pt>
                <c:pt idx="527">
                  <c:v>12.2746</c:v>
                </c:pt>
                <c:pt idx="528">
                  <c:v>12.2784</c:v>
                </c:pt>
                <c:pt idx="529">
                  <c:v>12.2814</c:v>
                </c:pt>
                <c:pt idx="530">
                  <c:v>12.3392</c:v>
                </c:pt>
                <c:pt idx="531">
                  <c:v>12.3301</c:v>
                </c:pt>
                <c:pt idx="532">
                  <c:v>12.357699999999999</c:v>
                </c:pt>
                <c:pt idx="533">
                  <c:v>12.2439</c:v>
                </c:pt>
                <c:pt idx="534">
                  <c:v>12.2302</c:v>
                </c:pt>
                <c:pt idx="535">
                  <c:v>12.230700000000001</c:v>
                </c:pt>
                <c:pt idx="536">
                  <c:v>12.230700000000001</c:v>
                </c:pt>
                <c:pt idx="537">
                  <c:v>12.178900000000001</c:v>
                </c:pt>
                <c:pt idx="538">
                  <c:v>12.225899999999999</c:v>
                </c:pt>
                <c:pt idx="539">
                  <c:v>12.2257</c:v>
                </c:pt>
                <c:pt idx="540">
                  <c:v>12.1669</c:v>
                </c:pt>
                <c:pt idx="541">
                  <c:v>12.0364</c:v>
                </c:pt>
                <c:pt idx="542">
                  <c:v>12.0364</c:v>
                </c:pt>
                <c:pt idx="543">
                  <c:v>12.0364</c:v>
                </c:pt>
                <c:pt idx="544">
                  <c:v>12.047000000000001</c:v>
                </c:pt>
                <c:pt idx="545">
                  <c:v>12.0608</c:v>
                </c:pt>
                <c:pt idx="546">
                  <c:v>11.9918</c:v>
                </c:pt>
                <c:pt idx="547">
                  <c:v>11.994899999999999</c:v>
                </c:pt>
                <c:pt idx="548">
                  <c:v>11.9224</c:v>
                </c:pt>
                <c:pt idx="549">
                  <c:v>11.9224</c:v>
                </c:pt>
                <c:pt idx="550">
                  <c:v>11.9224</c:v>
                </c:pt>
                <c:pt idx="551">
                  <c:v>11.9047</c:v>
                </c:pt>
                <c:pt idx="552">
                  <c:v>11.830299999999999</c:v>
                </c:pt>
                <c:pt idx="553">
                  <c:v>11.898300000000001</c:v>
                </c:pt>
                <c:pt idx="554">
                  <c:v>11.8849</c:v>
                </c:pt>
                <c:pt idx="555">
                  <c:v>12.5099</c:v>
                </c:pt>
                <c:pt idx="556">
                  <c:v>12.462400000000001</c:v>
                </c:pt>
                <c:pt idx="557">
                  <c:v>12.5108</c:v>
                </c:pt>
                <c:pt idx="558">
                  <c:v>12.5108</c:v>
                </c:pt>
                <c:pt idx="559">
                  <c:v>12.5174</c:v>
                </c:pt>
                <c:pt idx="560">
                  <c:v>12.5204</c:v>
                </c:pt>
                <c:pt idx="561">
                  <c:v>12.5831</c:v>
                </c:pt>
                <c:pt idx="562">
                  <c:v>12.5907</c:v>
                </c:pt>
                <c:pt idx="563">
                  <c:v>12.6214</c:v>
                </c:pt>
                <c:pt idx="564">
                  <c:v>12.6214</c:v>
                </c:pt>
                <c:pt idx="565">
                  <c:v>12.7902</c:v>
                </c:pt>
                <c:pt idx="566">
                  <c:v>12.7942</c:v>
                </c:pt>
                <c:pt idx="567">
                  <c:v>12.848699999999999</c:v>
                </c:pt>
                <c:pt idx="568">
                  <c:v>12.834899999999999</c:v>
                </c:pt>
                <c:pt idx="569">
                  <c:v>12.9536</c:v>
                </c:pt>
                <c:pt idx="570">
                  <c:v>12.9536</c:v>
                </c:pt>
                <c:pt idx="571">
                  <c:v>12.9536</c:v>
                </c:pt>
                <c:pt idx="572">
                  <c:v>12.9391</c:v>
                </c:pt>
                <c:pt idx="573">
                  <c:v>12.941599999999999</c:v>
                </c:pt>
                <c:pt idx="574">
                  <c:v>12.8752</c:v>
                </c:pt>
                <c:pt idx="575">
                  <c:v>12.970700000000001</c:v>
                </c:pt>
                <c:pt idx="576">
                  <c:v>12.9557</c:v>
                </c:pt>
                <c:pt idx="577">
                  <c:v>12.9557</c:v>
                </c:pt>
                <c:pt idx="578">
                  <c:v>12.9557</c:v>
                </c:pt>
                <c:pt idx="579">
                  <c:v>12.999000000000001</c:v>
                </c:pt>
                <c:pt idx="580">
                  <c:v>12.940799999999999</c:v>
                </c:pt>
                <c:pt idx="581">
                  <c:v>12.8916</c:v>
                </c:pt>
                <c:pt idx="582">
                  <c:v>12.926</c:v>
                </c:pt>
                <c:pt idx="583">
                  <c:v>12.9155</c:v>
                </c:pt>
                <c:pt idx="584">
                  <c:v>12.9155</c:v>
                </c:pt>
                <c:pt idx="585">
                  <c:v>12.9155</c:v>
                </c:pt>
                <c:pt idx="586">
                  <c:v>13.051500000000001</c:v>
                </c:pt>
                <c:pt idx="587">
                  <c:v>13.088800000000001</c:v>
                </c:pt>
                <c:pt idx="588">
                  <c:v>13.053800000000001</c:v>
                </c:pt>
                <c:pt idx="589">
                  <c:v>13.093</c:v>
                </c:pt>
                <c:pt idx="590">
                  <c:v>13.2441</c:v>
                </c:pt>
                <c:pt idx="591">
                  <c:v>13.2441</c:v>
                </c:pt>
                <c:pt idx="592">
                  <c:v>13.2441</c:v>
                </c:pt>
                <c:pt idx="593">
                  <c:v>13.328900000000001</c:v>
                </c:pt>
                <c:pt idx="594">
                  <c:v>13.456200000000001</c:v>
                </c:pt>
                <c:pt idx="595">
                  <c:v>13.4712</c:v>
                </c:pt>
                <c:pt idx="596">
                  <c:v>13.3714</c:v>
                </c:pt>
                <c:pt idx="597">
                  <c:v>13.4468</c:v>
                </c:pt>
                <c:pt idx="598">
                  <c:v>13.4468</c:v>
                </c:pt>
                <c:pt idx="599">
                  <c:v>13.4468</c:v>
                </c:pt>
                <c:pt idx="600">
                  <c:v>13.5503</c:v>
                </c:pt>
                <c:pt idx="601">
                  <c:v>13.628500000000001</c:v>
                </c:pt>
                <c:pt idx="602">
                  <c:v>13.567299999999999</c:v>
                </c:pt>
                <c:pt idx="603">
                  <c:v>13.5618</c:v>
                </c:pt>
                <c:pt idx="604">
                  <c:v>13.5406</c:v>
                </c:pt>
                <c:pt idx="605">
                  <c:v>13.5406</c:v>
                </c:pt>
                <c:pt idx="606">
                  <c:v>13.5406</c:v>
                </c:pt>
                <c:pt idx="607">
                  <c:v>13.4213</c:v>
                </c:pt>
                <c:pt idx="608">
                  <c:v>13.498100000000001</c:v>
                </c:pt>
                <c:pt idx="609">
                  <c:v>13.5799</c:v>
                </c:pt>
                <c:pt idx="610">
                  <c:v>13.663</c:v>
                </c:pt>
                <c:pt idx="611">
                  <c:v>13.7125</c:v>
                </c:pt>
                <c:pt idx="612">
                  <c:v>13.7125</c:v>
                </c:pt>
                <c:pt idx="613">
                  <c:v>13.7125</c:v>
                </c:pt>
                <c:pt idx="614">
                  <c:v>13.7447</c:v>
                </c:pt>
                <c:pt idx="615">
                  <c:v>13.772600000000001</c:v>
                </c:pt>
                <c:pt idx="616">
                  <c:v>13.821400000000001</c:v>
                </c:pt>
                <c:pt idx="617">
                  <c:v>13.664099999999999</c:v>
                </c:pt>
                <c:pt idx="618">
                  <c:v>13.601000000000001</c:v>
                </c:pt>
                <c:pt idx="619">
                  <c:v>13.6053</c:v>
                </c:pt>
                <c:pt idx="620">
                  <c:v>13.6053</c:v>
                </c:pt>
                <c:pt idx="621">
                  <c:v>13.717599999999999</c:v>
                </c:pt>
                <c:pt idx="622">
                  <c:v>13.796799999999999</c:v>
                </c:pt>
                <c:pt idx="623">
                  <c:v>13.828799999999999</c:v>
                </c:pt>
                <c:pt idx="624">
                  <c:v>13.7264</c:v>
                </c:pt>
                <c:pt idx="625">
                  <c:v>13.870799999999999</c:v>
                </c:pt>
                <c:pt idx="626">
                  <c:v>13.870799999999999</c:v>
                </c:pt>
                <c:pt idx="627">
                  <c:v>13.870799999999999</c:v>
                </c:pt>
                <c:pt idx="628">
                  <c:v>14.004300000000001</c:v>
                </c:pt>
                <c:pt idx="629">
                  <c:v>14.037800000000001</c:v>
                </c:pt>
                <c:pt idx="630">
                  <c:v>14.067399999999999</c:v>
                </c:pt>
                <c:pt idx="631">
                  <c:v>14.2042</c:v>
                </c:pt>
                <c:pt idx="632">
                  <c:v>14.240500000000001</c:v>
                </c:pt>
                <c:pt idx="633">
                  <c:v>14.240500000000001</c:v>
                </c:pt>
                <c:pt idx="634">
                  <c:v>14.240500000000001</c:v>
                </c:pt>
                <c:pt idx="635">
                  <c:v>14.2981</c:v>
                </c:pt>
                <c:pt idx="636">
                  <c:v>14.309799999999999</c:v>
                </c:pt>
                <c:pt idx="637">
                  <c:v>14.2963</c:v>
                </c:pt>
                <c:pt idx="638">
                  <c:v>14.2942</c:v>
                </c:pt>
                <c:pt idx="639">
                  <c:v>14.453799999999999</c:v>
                </c:pt>
                <c:pt idx="640">
                  <c:v>14.453799999999999</c:v>
                </c:pt>
                <c:pt idx="641">
                  <c:v>14.453799999999999</c:v>
                </c:pt>
                <c:pt idx="642">
                  <c:v>14.512499999999999</c:v>
                </c:pt>
                <c:pt idx="643">
                  <c:v>14.575699999999999</c:v>
                </c:pt>
                <c:pt idx="644">
                  <c:v>14.635899999999999</c:v>
                </c:pt>
                <c:pt idx="645">
                  <c:v>14.5931</c:v>
                </c:pt>
                <c:pt idx="646">
                  <c:v>14.719099999999999</c:v>
                </c:pt>
                <c:pt idx="647">
                  <c:v>14.3018</c:v>
                </c:pt>
                <c:pt idx="648">
                  <c:v>14.3308</c:v>
                </c:pt>
                <c:pt idx="649">
                  <c:v>14.8292</c:v>
                </c:pt>
                <c:pt idx="650">
                  <c:v>14.914099999999999</c:v>
                </c:pt>
                <c:pt idx="651">
                  <c:v>14.9575</c:v>
                </c:pt>
                <c:pt idx="652">
                  <c:v>14.8414</c:v>
                </c:pt>
                <c:pt idx="653">
                  <c:v>15.0411</c:v>
                </c:pt>
                <c:pt idx="654">
                  <c:v>15.0411</c:v>
                </c:pt>
                <c:pt idx="655">
                  <c:v>15.0411</c:v>
                </c:pt>
                <c:pt idx="656">
                  <c:v>15.2301</c:v>
                </c:pt>
                <c:pt idx="657">
                  <c:v>15.2401</c:v>
                </c:pt>
                <c:pt idx="658">
                  <c:v>15.1396</c:v>
                </c:pt>
                <c:pt idx="659">
                  <c:v>14.975899999999999</c:v>
                </c:pt>
                <c:pt idx="660">
                  <c:v>15.1187</c:v>
                </c:pt>
                <c:pt idx="661">
                  <c:v>15.1187</c:v>
                </c:pt>
                <c:pt idx="662">
                  <c:v>15.1187</c:v>
                </c:pt>
                <c:pt idx="663">
                  <c:v>15.18</c:v>
                </c:pt>
                <c:pt idx="664">
                  <c:v>15.1465</c:v>
                </c:pt>
                <c:pt idx="665">
                  <c:v>15.259600000000001</c:v>
                </c:pt>
                <c:pt idx="666">
                  <c:v>15.1389</c:v>
                </c:pt>
                <c:pt idx="667">
                  <c:v>14.489599999999999</c:v>
                </c:pt>
                <c:pt idx="668">
                  <c:v>14.489599999999999</c:v>
                </c:pt>
                <c:pt idx="669">
                  <c:v>14.489599999999999</c:v>
                </c:pt>
                <c:pt idx="670">
                  <c:v>14.5121</c:v>
                </c:pt>
                <c:pt idx="671">
                  <c:v>14.521000000000001</c:v>
                </c:pt>
                <c:pt idx="672">
                  <c:v>14.423400000000001</c:v>
                </c:pt>
                <c:pt idx="673">
                  <c:v>14.631</c:v>
                </c:pt>
                <c:pt idx="674">
                  <c:v>14.563499999999999</c:v>
                </c:pt>
                <c:pt idx="675">
                  <c:v>14.563499999999999</c:v>
                </c:pt>
                <c:pt idx="676">
                  <c:v>14.563499999999999</c:v>
                </c:pt>
                <c:pt idx="677">
                  <c:v>14.7958</c:v>
                </c:pt>
                <c:pt idx="678">
                  <c:v>14.855</c:v>
                </c:pt>
                <c:pt idx="679">
                  <c:v>14.986800000000001</c:v>
                </c:pt>
                <c:pt idx="680">
                  <c:v>15.1213</c:v>
                </c:pt>
                <c:pt idx="681">
                  <c:v>15.1213</c:v>
                </c:pt>
                <c:pt idx="682">
                  <c:v>15.1213</c:v>
                </c:pt>
                <c:pt idx="683">
                  <c:v>15.1213</c:v>
                </c:pt>
                <c:pt idx="684">
                  <c:v>15.1212</c:v>
                </c:pt>
                <c:pt idx="685">
                  <c:v>15.268599999999999</c:v>
                </c:pt>
                <c:pt idx="686">
                  <c:v>15.4092</c:v>
                </c:pt>
                <c:pt idx="687">
                  <c:v>15.38</c:v>
                </c:pt>
                <c:pt idx="688">
                  <c:v>15.359500000000001</c:v>
                </c:pt>
                <c:pt idx="689">
                  <c:v>15.359500000000001</c:v>
                </c:pt>
                <c:pt idx="690">
                  <c:v>15.359500000000001</c:v>
                </c:pt>
                <c:pt idx="691">
                  <c:v>15.1386</c:v>
                </c:pt>
                <c:pt idx="692">
                  <c:v>15.4122</c:v>
                </c:pt>
                <c:pt idx="693">
                  <c:v>15.324999999999999</c:v>
                </c:pt>
                <c:pt idx="694">
                  <c:v>15.1449</c:v>
                </c:pt>
                <c:pt idx="695">
                  <c:v>15.188599999999999</c:v>
                </c:pt>
                <c:pt idx="696">
                  <c:v>15.188599999999999</c:v>
                </c:pt>
                <c:pt idx="697">
                  <c:v>15.188599999999999</c:v>
                </c:pt>
                <c:pt idx="698">
                  <c:v>14.9962</c:v>
                </c:pt>
                <c:pt idx="699">
                  <c:v>14.9923</c:v>
                </c:pt>
                <c:pt idx="700">
                  <c:v>15.1731</c:v>
                </c:pt>
                <c:pt idx="701">
                  <c:v>15.0077</c:v>
                </c:pt>
                <c:pt idx="702">
                  <c:v>14.763999999999999</c:v>
                </c:pt>
                <c:pt idx="703">
                  <c:v>14.763999999999999</c:v>
                </c:pt>
                <c:pt idx="704">
                  <c:v>14.763999999999999</c:v>
                </c:pt>
                <c:pt idx="705">
                  <c:v>14.270899999999999</c:v>
                </c:pt>
                <c:pt idx="706">
                  <c:v>14.0823</c:v>
                </c:pt>
                <c:pt idx="707">
                  <c:v>14.2789</c:v>
                </c:pt>
                <c:pt idx="708">
                  <c:v>14.2613</c:v>
                </c:pt>
                <c:pt idx="709">
                  <c:v>14.4533</c:v>
                </c:pt>
                <c:pt idx="710">
                  <c:v>14.4533</c:v>
                </c:pt>
                <c:pt idx="711">
                  <c:v>14.4533</c:v>
                </c:pt>
                <c:pt idx="712">
                  <c:v>14.4671</c:v>
                </c:pt>
                <c:pt idx="713">
                  <c:v>14.001899999999999</c:v>
                </c:pt>
                <c:pt idx="714">
                  <c:v>14.1342</c:v>
                </c:pt>
                <c:pt idx="715">
                  <c:v>13.949199999999999</c:v>
                </c:pt>
                <c:pt idx="716">
                  <c:v>14.1326</c:v>
                </c:pt>
                <c:pt idx="717">
                  <c:v>14.1326</c:v>
                </c:pt>
                <c:pt idx="718">
                  <c:v>14.1326</c:v>
                </c:pt>
                <c:pt idx="719">
                  <c:v>14.2431</c:v>
                </c:pt>
                <c:pt idx="720">
                  <c:v>14.3223</c:v>
                </c:pt>
                <c:pt idx="721">
                  <c:v>14.4115</c:v>
                </c:pt>
                <c:pt idx="722">
                  <c:v>14.4215</c:v>
                </c:pt>
                <c:pt idx="723">
                  <c:v>14.460599999999999</c:v>
                </c:pt>
                <c:pt idx="724">
                  <c:v>14.460599999999999</c:v>
                </c:pt>
                <c:pt idx="725">
                  <c:v>14.460599999999999</c:v>
                </c:pt>
                <c:pt idx="726">
                  <c:v>14.2942</c:v>
                </c:pt>
                <c:pt idx="727">
                  <c:v>14.0466</c:v>
                </c:pt>
                <c:pt idx="728">
                  <c:v>13.818</c:v>
                </c:pt>
                <c:pt idx="729">
                  <c:v>13.6233</c:v>
                </c:pt>
                <c:pt idx="730">
                  <c:v>13.875999999999999</c:v>
                </c:pt>
                <c:pt idx="731">
                  <c:v>13.875999999999999</c:v>
                </c:pt>
                <c:pt idx="732">
                  <c:v>13.875999999999999</c:v>
                </c:pt>
                <c:pt idx="733">
                  <c:v>13.6944</c:v>
                </c:pt>
                <c:pt idx="734">
                  <c:v>13.849299999999999</c:v>
                </c:pt>
                <c:pt idx="735">
                  <c:v>13.796200000000001</c:v>
                </c:pt>
                <c:pt idx="736">
                  <c:v>13.217599999999999</c:v>
                </c:pt>
                <c:pt idx="737">
                  <c:v>13.226800000000001</c:v>
                </c:pt>
                <c:pt idx="738">
                  <c:v>13.226800000000001</c:v>
                </c:pt>
                <c:pt idx="739">
                  <c:v>13.226800000000001</c:v>
                </c:pt>
                <c:pt idx="740">
                  <c:v>12.308199999999999</c:v>
                </c:pt>
                <c:pt idx="741">
                  <c:v>12.338200000000001</c:v>
                </c:pt>
                <c:pt idx="742">
                  <c:v>12.529199999999999</c:v>
                </c:pt>
                <c:pt idx="743">
                  <c:v>12.953900000000001</c:v>
                </c:pt>
                <c:pt idx="744">
                  <c:v>12.9816</c:v>
                </c:pt>
                <c:pt idx="745">
                  <c:v>12.9816</c:v>
                </c:pt>
                <c:pt idx="746">
                  <c:v>12.9816</c:v>
                </c:pt>
                <c:pt idx="747">
                  <c:v>13.1363</c:v>
                </c:pt>
                <c:pt idx="748">
                  <c:v>13.023400000000001</c:v>
                </c:pt>
                <c:pt idx="749">
                  <c:v>13.4229</c:v>
                </c:pt>
                <c:pt idx="750">
                  <c:v>13.4284</c:v>
                </c:pt>
                <c:pt idx="751">
                  <c:v>13.2812</c:v>
                </c:pt>
                <c:pt idx="752">
                  <c:v>13.2812</c:v>
                </c:pt>
                <c:pt idx="753">
                  <c:v>13.2812</c:v>
                </c:pt>
                <c:pt idx="754">
                  <c:v>13.261799999999999</c:v>
                </c:pt>
                <c:pt idx="755">
                  <c:v>13.378299999999999</c:v>
                </c:pt>
                <c:pt idx="756">
                  <c:v>13.5311</c:v>
                </c:pt>
                <c:pt idx="757">
                  <c:v>13.590199999999999</c:v>
                </c:pt>
                <c:pt idx="758">
                  <c:v>13.2963</c:v>
                </c:pt>
                <c:pt idx="759">
                  <c:v>13.2963</c:v>
                </c:pt>
                <c:pt idx="760">
                  <c:v>13.2963</c:v>
                </c:pt>
                <c:pt idx="761">
                  <c:v>13.3261</c:v>
                </c:pt>
                <c:pt idx="762">
                  <c:v>13.408200000000001</c:v>
                </c:pt>
                <c:pt idx="763">
                  <c:v>13.4488</c:v>
                </c:pt>
                <c:pt idx="764">
                  <c:v>13.142899999999999</c:v>
                </c:pt>
                <c:pt idx="765">
                  <c:v>13.228899999999999</c:v>
                </c:pt>
                <c:pt idx="766">
                  <c:v>13.228899999999999</c:v>
                </c:pt>
                <c:pt idx="767">
                  <c:v>13.228899999999999</c:v>
                </c:pt>
                <c:pt idx="768">
                  <c:v>13.138199999999999</c:v>
                </c:pt>
                <c:pt idx="769">
                  <c:v>13.2272</c:v>
                </c:pt>
                <c:pt idx="770">
                  <c:v>13.3162</c:v>
                </c:pt>
                <c:pt idx="771">
                  <c:v>13.212899999999999</c:v>
                </c:pt>
                <c:pt idx="772">
                  <c:v>13.31</c:v>
                </c:pt>
                <c:pt idx="773">
                  <c:v>13.31</c:v>
                </c:pt>
                <c:pt idx="774">
                  <c:v>13.31</c:v>
                </c:pt>
                <c:pt idx="775">
                  <c:v>13.5314</c:v>
                </c:pt>
                <c:pt idx="776">
                  <c:v>13.476800000000001</c:v>
                </c:pt>
                <c:pt idx="777">
                  <c:v>13.6031</c:v>
                </c:pt>
                <c:pt idx="778">
                  <c:v>13.5434</c:v>
                </c:pt>
                <c:pt idx="779">
                  <c:v>13.5791</c:v>
                </c:pt>
                <c:pt idx="780">
                  <c:v>13.5791</c:v>
                </c:pt>
                <c:pt idx="781">
                  <c:v>13.5791</c:v>
                </c:pt>
                <c:pt idx="782">
                  <c:v>13.591900000000001</c:v>
                </c:pt>
                <c:pt idx="783">
                  <c:v>13.617599999999999</c:v>
                </c:pt>
                <c:pt idx="784">
                  <c:v>13.455399999999999</c:v>
                </c:pt>
                <c:pt idx="785">
                  <c:v>13.4062</c:v>
                </c:pt>
                <c:pt idx="786">
                  <c:v>13.3116</c:v>
                </c:pt>
                <c:pt idx="787">
                  <c:v>13.3116</c:v>
                </c:pt>
                <c:pt idx="788">
                  <c:v>13.3116</c:v>
                </c:pt>
                <c:pt idx="789">
                  <c:v>13.1858</c:v>
                </c:pt>
                <c:pt idx="790">
                  <c:v>13.2392</c:v>
                </c:pt>
                <c:pt idx="791">
                  <c:v>13.292999999999999</c:v>
                </c:pt>
                <c:pt idx="792">
                  <c:v>13.3132</c:v>
                </c:pt>
                <c:pt idx="793">
                  <c:v>13.3208</c:v>
                </c:pt>
                <c:pt idx="794">
                  <c:v>13.3208</c:v>
                </c:pt>
                <c:pt idx="795">
                  <c:v>13.3208</c:v>
                </c:pt>
                <c:pt idx="796">
                  <c:v>13.4971</c:v>
                </c:pt>
                <c:pt idx="797">
                  <c:v>13.5526</c:v>
                </c:pt>
                <c:pt idx="798">
                  <c:v>13.5494</c:v>
                </c:pt>
                <c:pt idx="799">
                  <c:v>13.6332</c:v>
                </c:pt>
                <c:pt idx="800">
                  <c:v>13.645300000000001</c:v>
                </c:pt>
                <c:pt idx="801">
                  <c:v>13.645099999999999</c:v>
                </c:pt>
                <c:pt idx="802">
                  <c:v>13.645099999999999</c:v>
                </c:pt>
                <c:pt idx="803">
                  <c:v>13.984400000000001</c:v>
                </c:pt>
                <c:pt idx="804">
                  <c:v>14.006500000000001</c:v>
                </c:pt>
                <c:pt idx="805">
                  <c:v>14.1608</c:v>
                </c:pt>
                <c:pt idx="806">
                  <c:v>14.241899999999999</c:v>
                </c:pt>
                <c:pt idx="807">
                  <c:v>14.290900000000001</c:v>
                </c:pt>
                <c:pt idx="808">
                  <c:v>14.290900000000001</c:v>
                </c:pt>
                <c:pt idx="809">
                  <c:v>14.290900000000001</c:v>
                </c:pt>
                <c:pt idx="810">
                  <c:v>14.3591</c:v>
                </c:pt>
                <c:pt idx="811">
                  <c:v>14.3393</c:v>
                </c:pt>
                <c:pt idx="812">
                  <c:v>14.3758</c:v>
                </c:pt>
                <c:pt idx="813">
                  <c:v>14.3842</c:v>
                </c:pt>
                <c:pt idx="814">
                  <c:v>14.2911</c:v>
                </c:pt>
                <c:pt idx="815">
                  <c:v>14.2911</c:v>
                </c:pt>
                <c:pt idx="816">
                  <c:v>14.2911</c:v>
                </c:pt>
                <c:pt idx="817">
                  <c:v>14.284000000000001</c:v>
                </c:pt>
                <c:pt idx="818">
                  <c:v>14.3954</c:v>
                </c:pt>
                <c:pt idx="819">
                  <c:v>14.3851</c:v>
                </c:pt>
                <c:pt idx="820">
                  <c:v>14.4649</c:v>
                </c:pt>
                <c:pt idx="821">
                  <c:v>14.639699999999999</c:v>
                </c:pt>
                <c:pt idx="822">
                  <c:v>14.639699999999999</c:v>
                </c:pt>
                <c:pt idx="823">
                  <c:v>14.639699999999999</c:v>
                </c:pt>
                <c:pt idx="824">
                  <c:v>14.581200000000001</c:v>
                </c:pt>
                <c:pt idx="825">
                  <c:v>14.512600000000001</c:v>
                </c:pt>
                <c:pt idx="826">
                  <c:v>14.4567</c:v>
                </c:pt>
                <c:pt idx="827">
                  <c:v>14.436</c:v>
                </c:pt>
                <c:pt idx="828">
                  <c:v>14.495100000000001</c:v>
                </c:pt>
                <c:pt idx="829">
                  <c:v>14.495100000000001</c:v>
                </c:pt>
                <c:pt idx="830">
                  <c:v>14.495100000000001</c:v>
                </c:pt>
                <c:pt idx="831">
                  <c:v>14.4838</c:v>
                </c:pt>
                <c:pt idx="832">
                  <c:v>13.857900000000001</c:v>
                </c:pt>
                <c:pt idx="833">
                  <c:v>13.8172</c:v>
                </c:pt>
                <c:pt idx="834">
                  <c:v>14.040699999999999</c:v>
                </c:pt>
                <c:pt idx="835">
                  <c:v>14.034700000000001</c:v>
                </c:pt>
                <c:pt idx="836">
                  <c:v>14.034700000000001</c:v>
                </c:pt>
                <c:pt idx="837">
                  <c:v>14.034700000000001</c:v>
                </c:pt>
                <c:pt idx="838">
                  <c:v>14.196400000000001</c:v>
                </c:pt>
                <c:pt idx="839">
                  <c:v>14.225300000000001</c:v>
                </c:pt>
                <c:pt idx="840">
                  <c:v>14.345599999999999</c:v>
                </c:pt>
                <c:pt idx="841">
                  <c:v>14.345599999999999</c:v>
                </c:pt>
                <c:pt idx="842">
                  <c:v>14.345599999999999</c:v>
                </c:pt>
                <c:pt idx="843">
                  <c:v>14.345599999999999</c:v>
                </c:pt>
                <c:pt idx="844">
                  <c:v>14.345599999999999</c:v>
                </c:pt>
                <c:pt idx="845">
                  <c:v>14.345599999999999</c:v>
                </c:pt>
                <c:pt idx="846">
                  <c:v>14.345599999999999</c:v>
                </c:pt>
                <c:pt idx="847">
                  <c:v>14.345599999999999</c:v>
                </c:pt>
                <c:pt idx="848">
                  <c:v>14.3932</c:v>
                </c:pt>
                <c:pt idx="849">
                  <c:v>14.4793</c:v>
                </c:pt>
                <c:pt idx="850">
                  <c:v>14.4793</c:v>
                </c:pt>
                <c:pt idx="851">
                  <c:v>14.4793</c:v>
                </c:pt>
                <c:pt idx="852">
                  <c:v>14.662100000000001</c:v>
                </c:pt>
                <c:pt idx="853">
                  <c:v>14.723000000000001</c:v>
                </c:pt>
                <c:pt idx="854">
                  <c:v>14.722799999999999</c:v>
                </c:pt>
                <c:pt idx="855">
                  <c:v>14.690099999999999</c:v>
                </c:pt>
                <c:pt idx="856">
                  <c:v>14.5069</c:v>
                </c:pt>
                <c:pt idx="857">
                  <c:v>14.5069</c:v>
                </c:pt>
                <c:pt idx="858">
                  <c:v>14.5069</c:v>
                </c:pt>
                <c:pt idx="859">
                  <c:v>14.6525</c:v>
                </c:pt>
                <c:pt idx="860">
                  <c:v>14.8116</c:v>
                </c:pt>
                <c:pt idx="861">
                  <c:v>15.016299999999999</c:v>
                </c:pt>
                <c:pt idx="862">
                  <c:v>14.9954</c:v>
                </c:pt>
                <c:pt idx="863">
                  <c:v>15.061400000000001</c:v>
                </c:pt>
                <c:pt idx="864">
                  <c:v>15.0611</c:v>
                </c:pt>
                <c:pt idx="865">
                  <c:v>15.0611</c:v>
                </c:pt>
                <c:pt idx="866">
                  <c:v>15.0985</c:v>
                </c:pt>
                <c:pt idx="867">
                  <c:v>15.202199999999999</c:v>
                </c:pt>
                <c:pt idx="868">
                  <c:v>15.116</c:v>
                </c:pt>
                <c:pt idx="869">
                  <c:v>15.1852</c:v>
                </c:pt>
                <c:pt idx="870">
                  <c:v>14.933299999999999</c:v>
                </c:pt>
                <c:pt idx="871">
                  <c:v>14.933299999999999</c:v>
                </c:pt>
                <c:pt idx="872">
                  <c:v>14.933299999999999</c:v>
                </c:pt>
                <c:pt idx="873">
                  <c:v>14.7906</c:v>
                </c:pt>
                <c:pt idx="874">
                  <c:v>14.9049</c:v>
                </c:pt>
                <c:pt idx="875">
                  <c:v>15.2102</c:v>
                </c:pt>
                <c:pt idx="876">
                  <c:v>15.135400000000001</c:v>
                </c:pt>
                <c:pt idx="877">
                  <c:v>15.1297</c:v>
                </c:pt>
                <c:pt idx="878">
                  <c:v>15.131500000000001</c:v>
                </c:pt>
                <c:pt idx="879">
                  <c:v>15.131500000000001</c:v>
                </c:pt>
                <c:pt idx="880">
                  <c:v>14.889200000000001</c:v>
                </c:pt>
                <c:pt idx="881">
                  <c:v>14.880800000000001</c:v>
                </c:pt>
                <c:pt idx="882">
                  <c:v>15.0936</c:v>
                </c:pt>
                <c:pt idx="883">
                  <c:v>15.2902</c:v>
                </c:pt>
                <c:pt idx="884">
                  <c:v>15.3552</c:v>
                </c:pt>
                <c:pt idx="885">
                  <c:v>15.3552</c:v>
                </c:pt>
                <c:pt idx="886">
                  <c:v>15.3552</c:v>
                </c:pt>
                <c:pt idx="887">
                  <c:v>15.189299999999999</c:v>
                </c:pt>
                <c:pt idx="888">
                  <c:v>15.3645</c:v>
                </c:pt>
                <c:pt idx="889">
                  <c:v>15.376300000000001</c:v>
                </c:pt>
                <c:pt idx="890">
                  <c:v>15.457000000000001</c:v>
                </c:pt>
                <c:pt idx="891">
                  <c:v>15.394299999999999</c:v>
                </c:pt>
                <c:pt idx="892">
                  <c:v>15.394299999999999</c:v>
                </c:pt>
                <c:pt idx="893">
                  <c:v>15.4206</c:v>
                </c:pt>
                <c:pt idx="894">
                  <c:v>15.410600000000001</c:v>
                </c:pt>
                <c:pt idx="895">
                  <c:v>15.491899999999999</c:v>
                </c:pt>
                <c:pt idx="896">
                  <c:v>15.305</c:v>
                </c:pt>
                <c:pt idx="897">
                  <c:v>15.2662</c:v>
                </c:pt>
                <c:pt idx="898">
                  <c:v>15.1081</c:v>
                </c:pt>
                <c:pt idx="899">
                  <c:v>15.1083</c:v>
                </c:pt>
                <c:pt idx="900">
                  <c:v>15.1083</c:v>
                </c:pt>
                <c:pt idx="901">
                  <c:v>15.051</c:v>
                </c:pt>
                <c:pt idx="902">
                  <c:v>15.2011</c:v>
                </c:pt>
                <c:pt idx="903">
                  <c:v>15.149800000000001</c:v>
                </c:pt>
                <c:pt idx="904">
                  <c:v>15.1455</c:v>
                </c:pt>
                <c:pt idx="905">
                  <c:v>15.367000000000001</c:v>
                </c:pt>
                <c:pt idx="906">
                  <c:v>15.367000000000001</c:v>
                </c:pt>
                <c:pt idx="907">
                  <c:v>15.367000000000001</c:v>
                </c:pt>
                <c:pt idx="908">
                  <c:v>14.658799999999999</c:v>
                </c:pt>
                <c:pt idx="909">
                  <c:v>14.647600000000001</c:v>
                </c:pt>
                <c:pt idx="910">
                  <c:v>14.3744</c:v>
                </c:pt>
                <c:pt idx="911">
                  <c:v>14.3744</c:v>
                </c:pt>
                <c:pt idx="912">
                  <c:v>14.1556</c:v>
                </c:pt>
                <c:pt idx="913">
                  <c:v>14.1556</c:v>
                </c:pt>
                <c:pt idx="914">
                  <c:v>14.1556</c:v>
                </c:pt>
                <c:pt idx="915">
                  <c:v>14.3408</c:v>
                </c:pt>
                <c:pt idx="916">
                  <c:v>14.186400000000001</c:v>
                </c:pt>
                <c:pt idx="917">
                  <c:v>14.526300000000001</c:v>
                </c:pt>
                <c:pt idx="918">
                  <c:v>14.5185</c:v>
                </c:pt>
                <c:pt idx="919">
                  <c:v>14.598599999999999</c:v>
                </c:pt>
                <c:pt idx="920">
                  <c:v>14.0906</c:v>
                </c:pt>
                <c:pt idx="921">
                  <c:v>14.1655</c:v>
                </c:pt>
                <c:pt idx="922">
                  <c:v>14.2288</c:v>
                </c:pt>
                <c:pt idx="923">
                  <c:v>14.2569</c:v>
                </c:pt>
                <c:pt idx="924">
                  <c:v>14.273300000000001</c:v>
                </c:pt>
                <c:pt idx="925">
                  <c:v>14.3635</c:v>
                </c:pt>
                <c:pt idx="926">
                  <c:v>14.479200000000001</c:v>
                </c:pt>
                <c:pt idx="927">
                  <c:v>14.511699999999999</c:v>
                </c:pt>
                <c:pt idx="928">
                  <c:v>14.5121</c:v>
                </c:pt>
                <c:pt idx="929">
                  <c:v>14.756399999999999</c:v>
                </c:pt>
                <c:pt idx="930">
                  <c:v>14.8401</c:v>
                </c:pt>
                <c:pt idx="931">
                  <c:v>14.8619</c:v>
                </c:pt>
                <c:pt idx="932">
                  <c:v>14.840299999999999</c:v>
                </c:pt>
                <c:pt idx="933">
                  <c:v>14.7934</c:v>
                </c:pt>
                <c:pt idx="934">
                  <c:v>14.7934</c:v>
                </c:pt>
                <c:pt idx="935">
                  <c:v>14.7934</c:v>
                </c:pt>
                <c:pt idx="936">
                  <c:v>14.74</c:v>
                </c:pt>
                <c:pt idx="937">
                  <c:v>14.824</c:v>
                </c:pt>
                <c:pt idx="938">
                  <c:v>14.9565</c:v>
                </c:pt>
                <c:pt idx="939">
                  <c:v>15.128</c:v>
                </c:pt>
                <c:pt idx="940">
                  <c:v>15.1797</c:v>
                </c:pt>
                <c:pt idx="941">
                  <c:v>15.1797</c:v>
                </c:pt>
                <c:pt idx="942">
                  <c:v>15.1797</c:v>
                </c:pt>
                <c:pt idx="943">
                  <c:v>15.233000000000001</c:v>
                </c:pt>
                <c:pt idx="944">
                  <c:v>15.2277</c:v>
                </c:pt>
                <c:pt idx="945">
                  <c:v>15.105700000000001</c:v>
                </c:pt>
                <c:pt idx="946">
                  <c:v>15.274100000000001</c:v>
                </c:pt>
                <c:pt idx="947">
                  <c:v>15.0464</c:v>
                </c:pt>
                <c:pt idx="948">
                  <c:v>15.0464</c:v>
                </c:pt>
                <c:pt idx="949">
                  <c:v>15.0464</c:v>
                </c:pt>
                <c:pt idx="950">
                  <c:v>15.1149</c:v>
                </c:pt>
                <c:pt idx="951">
                  <c:v>15.282400000000001</c:v>
                </c:pt>
                <c:pt idx="952">
                  <c:v>15.174099999999999</c:v>
                </c:pt>
                <c:pt idx="953">
                  <c:v>15.098699999999999</c:v>
                </c:pt>
                <c:pt idx="954">
                  <c:v>15.043900000000001</c:v>
                </c:pt>
                <c:pt idx="955">
                  <c:v>15.043900000000001</c:v>
                </c:pt>
                <c:pt idx="956">
                  <c:v>15.043900000000001</c:v>
                </c:pt>
                <c:pt idx="957">
                  <c:v>15.262600000000001</c:v>
                </c:pt>
                <c:pt idx="958">
                  <c:v>15.304500000000001</c:v>
                </c:pt>
                <c:pt idx="959">
                  <c:v>15.314399999999999</c:v>
                </c:pt>
                <c:pt idx="960">
                  <c:v>15.305</c:v>
                </c:pt>
                <c:pt idx="961">
                  <c:v>15.3529</c:v>
                </c:pt>
                <c:pt idx="962">
                  <c:v>15.3529</c:v>
                </c:pt>
                <c:pt idx="963">
                  <c:v>15.3529</c:v>
                </c:pt>
                <c:pt idx="964">
                  <c:v>15.389799999999999</c:v>
                </c:pt>
                <c:pt idx="965">
                  <c:v>15.315099999999999</c:v>
                </c:pt>
                <c:pt idx="966">
                  <c:v>15.503299999999999</c:v>
                </c:pt>
                <c:pt idx="967">
                  <c:v>15.519</c:v>
                </c:pt>
                <c:pt idx="968">
                  <c:v>15.2615</c:v>
                </c:pt>
                <c:pt idx="969">
                  <c:v>15.2615</c:v>
                </c:pt>
                <c:pt idx="970">
                  <c:v>15.2615</c:v>
                </c:pt>
                <c:pt idx="971">
                  <c:v>15.200200000000001</c:v>
                </c:pt>
                <c:pt idx="972">
                  <c:v>15.256600000000001</c:v>
                </c:pt>
                <c:pt idx="973">
                  <c:v>15.26</c:v>
                </c:pt>
                <c:pt idx="974">
                  <c:v>15.29</c:v>
                </c:pt>
                <c:pt idx="975">
                  <c:v>15.2866</c:v>
                </c:pt>
                <c:pt idx="976">
                  <c:v>15.2866</c:v>
                </c:pt>
                <c:pt idx="977">
                  <c:v>15.2866</c:v>
                </c:pt>
                <c:pt idx="978">
                  <c:v>14.954000000000001</c:v>
                </c:pt>
                <c:pt idx="979">
                  <c:v>14.9831</c:v>
                </c:pt>
                <c:pt idx="980">
                  <c:v>15.0389</c:v>
                </c:pt>
                <c:pt idx="981">
                  <c:v>15.013199999999999</c:v>
                </c:pt>
                <c:pt idx="982">
                  <c:v>14.849</c:v>
                </c:pt>
                <c:pt idx="983">
                  <c:v>14.849</c:v>
                </c:pt>
                <c:pt idx="984">
                  <c:v>14.849</c:v>
                </c:pt>
                <c:pt idx="985">
                  <c:v>14.9597</c:v>
                </c:pt>
                <c:pt idx="986">
                  <c:v>15.141299999999999</c:v>
                </c:pt>
                <c:pt idx="987">
                  <c:v>15.2255</c:v>
                </c:pt>
                <c:pt idx="988">
                  <c:v>15.261699999999999</c:v>
                </c:pt>
                <c:pt idx="989">
                  <c:v>15.299300000000001</c:v>
                </c:pt>
                <c:pt idx="990">
                  <c:v>15.299300000000001</c:v>
                </c:pt>
                <c:pt idx="991">
                  <c:v>15.299300000000001</c:v>
                </c:pt>
                <c:pt idx="992">
                  <c:v>15.3055</c:v>
                </c:pt>
                <c:pt idx="993">
                  <c:v>15.426500000000001</c:v>
                </c:pt>
                <c:pt idx="994">
                  <c:v>15.3338</c:v>
                </c:pt>
                <c:pt idx="995">
                  <c:v>15.308299999999999</c:v>
                </c:pt>
                <c:pt idx="996">
                  <c:v>15.272</c:v>
                </c:pt>
                <c:pt idx="997">
                  <c:v>15.272</c:v>
                </c:pt>
                <c:pt idx="998">
                  <c:v>15.272</c:v>
                </c:pt>
                <c:pt idx="999">
                  <c:v>15.260899999999999</c:v>
                </c:pt>
                <c:pt idx="1000">
                  <c:v>15.277100000000001</c:v>
                </c:pt>
                <c:pt idx="1001">
                  <c:v>15.127800000000001</c:v>
                </c:pt>
                <c:pt idx="1002">
                  <c:v>15.1967</c:v>
                </c:pt>
                <c:pt idx="1003">
                  <c:v>15.0815</c:v>
                </c:pt>
                <c:pt idx="1004">
                  <c:v>15.080500000000001</c:v>
                </c:pt>
                <c:pt idx="1005">
                  <c:v>15.080500000000001</c:v>
                </c:pt>
                <c:pt idx="1006">
                  <c:v>14.9596</c:v>
                </c:pt>
                <c:pt idx="1007">
                  <c:v>14.6874</c:v>
                </c:pt>
                <c:pt idx="1008">
                  <c:v>14.7668</c:v>
                </c:pt>
                <c:pt idx="1009">
                  <c:v>14.703799999999999</c:v>
                </c:pt>
                <c:pt idx="1010">
                  <c:v>14.807499999999999</c:v>
                </c:pt>
                <c:pt idx="1011">
                  <c:v>14.807499999999999</c:v>
                </c:pt>
                <c:pt idx="1012">
                  <c:v>14.807499999999999</c:v>
                </c:pt>
                <c:pt idx="1013">
                  <c:v>14.861000000000001</c:v>
                </c:pt>
                <c:pt idx="1014">
                  <c:v>14.7681</c:v>
                </c:pt>
                <c:pt idx="1015">
                  <c:v>14.0548</c:v>
                </c:pt>
                <c:pt idx="1016">
                  <c:v>13.645899999999999</c:v>
                </c:pt>
                <c:pt idx="1017">
                  <c:v>13.9247</c:v>
                </c:pt>
                <c:pt idx="1018">
                  <c:v>13.9346</c:v>
                </c:pt>
                <c:pt idx="1019">
                  <c:v>13.9346</c:v>
                </c:pt>
                <c:pt idx="1020">
                  <c:v>13.3878</c:v>
                </c:pt>
                <c:pt idx="1021">
                  <c:v>13.6381</c:v>
                </c:pt>
                <c:pt idx="1022">
                  <c:v>13.8575</c:v>
                </c:pt>
                <c:pt idx="1023">
                  <c:v>13.7751</c:v>
                </c:pt>
                <c:pt idx="1024">
                  <c:v>13.9498</c:v>
                </c:pt>
                <c:pt idx="1025">
                  <c:v>13.9498</c:v>
                </c:pt>
                <c:pt idx="1026">
                  <c:v>13.9498</c:v>
                </c:pt>
                <c:pt idx="1027">
                  <c:v>14.025399999999999</c:v>
                </c:pt>
                <c:pt idx="1028">
                  <c:v>14.0275</c:v>
                </c:pt>
                <c:pt idx="1029">
                  <c:v>14.050800000000001</c:v>
                </c:pt>
                <c:pt idx="1030">
                  <c:v>13.972899999999999</c:v>
                </c:pt>
                <c:pt idx="1031">
                  <c:v>14.322900000000001</c:v>
                </c:pt>
                <c:pt idx="1032">
                  <c:v>14.323600000000001</c:v>
                </c:pt>
                <c:pt idx="1033">
                  <c:v>14.323600000000001</c:v>
                </c:pt>
                <c:pt idx="1034">
                  <c:v>14.431100000000001</c:v>
                </c:pt>
                <c:pt idx="1035">
                  <c:v>14.5562</c:v>
                </c:pt>
                <c:pt idx="1036">
                  <c:v>14.687900000000001</c:v>
                </c:pt>
                <c:pt idx="1037">
                  <c:v>14.673400000000001</c:v>
                </c:pt>
                <c:pt idx="1038">
                  <c:v>14.7029</c:v>
                </c:pt>
                <c:pt idx="1039">
                  <c:v>14.7029</c:v>
                </c:pt>
                <c:pt idx="1040">
                  <c:v>14.7029</c:v>
                </c:pt>
                <c:pt idx="1041">
                  <c:v>14.6431</c:v>
                </c:pt>
                <c:pt idx="1042">
                  <c:v>14.649699999999999</c:v>
                </c:pt>
                <c:pt idx="1043">
                  <c:v>14.667299999999999</c:v>
                </c:pt>
                <c:pt idx="1044">
                  <c:v>14.6739</c:v>
                </c:pt>
                <c:pt idx="1045">
                  <c:v>14.720599999999999</c:v>
                </c:pt>
                <c:pt idx="1046">
                  <c:v>14.720599999999999</c:v>
                </c:pt>
                <c:pt idx="1047">
                  <c:v>14.720599999999999</c:v>
                </c:pt>
                <c:pt idx="1048">
                  <c:v>14.720599999999999</c:v>
                </c:pt>
                <c:pt idx="1049">
                  <c:v>14.720599999999999</c:v>
                </c:pt>
                <c:pt idx="1050">
                  <c:v>14.6287</c:v>
                </c:pt>
                <c:pt idx="1051">
                  <c:v>14.541700000000001</c:v>
                </c:pt>
                <c:pt idx="1052">
                  <c:v>14.6076</c:v>
                </c:pt>
                <c:pt idx="1053">
                  <c:v>14.6076</c:v>
                </c:pt>
                <c:pt idx="1054">
                  <c:v>14.6076</c:v>
                </c:pt>
                <c:pt idx="1055">
                  <c:v>14.536</c:v>
                </c:pt>
                <c:pt idx="1056">
                  <c:v>14.3926</c:v>
                </c:pt>
                <c:pt idx="1057">
                  <c:v>14.370200000000001</c:v>
                </c:pt>
                <c:pt idx="1058">
                  <c:v>14.4055</c:v>
                </c:pt>
                <c:pt idx="1059">
                  <c:v>14.3523</c:v>
                </c:pt>
                <c:pt idx="1060">
                  <c:v>14.3523</c:v>
                </c:pt>
                <c:pt idx="1061">
                  <c:v>14.3523</c:v>
                </c:pt>
                <c:pt idx="1062">
                  <c:v>14.2095</c:v>
                </c:pt>
                <c:pt idx="1063">
                  <c:v>14.4353</c:v>
                </c:pt>
                <c:pt idx="1064">
                  <c:v>14.503500000000001</c:v>
                </c:pt>
                <c:pt idx="1065">
                  <c:v>14.576599999999999</c:v>
                </c:pt>
                <c:pt idx="1066">
                  <c:v>14.5854</c:v>
                </c:pt>
                <c:pt idx="1067">
                  <c:v>14.5854</c:v>
                </c:pt>
                <c:pt idx="1068">
                  <c:v>14.5854</c:v>
                </c:pt>
                <c:pt idx="1069">
                  <c:v>14.544</c:v>
                </c:pt>
                <c:pt idx="1070">
                  <c:v>14.641500000000001</c:v>
                </c:pt>
                <c:pt idx="1071">
                  <c:v>14.761799999999999</c:v>
                </c:pt>
                <c:pt idx="1072">
                  <c:v>14.8078</c:v>
                </c:pt>
                <c:pt idx="1073">
                  <c:v>14.8012</c:v>
                </c:pt>
                <c:pt idx="1074">
                  <c:v>15.0709</c:v>
                </c:pt>
                <c:pt idx="1075">
                  <c:v>15.0709</c:v>
                </c:pt>
                <c:pt idx="1076">
                  <c:v>15.036099999999999</c:v>
                </c:pt>
                <c:pt idx="1077">
                  <c:v>15.085900000000001</c:v>
                </c:pt>
                <c:pt idx="1078">
                  <c:v>15.035</c:v>
                </c:pt>
                <c:pt idx="1079">
                  <c:v>14.9213</c:v>
                </c:pt>
                <c:pt idx="1080">
                  <c:v>14.8337</c:v>
                </c:pt>
                <c:pt idx="1081">
                  <c:v>14.8337</c:v>
                </c:pt>
                <c:pt idx="1082">
                  <c:v>14.8337</c:v>
                </c:pt>
                <c:pt idx="1083">
                  <c:v>14.825900000000001</c:v>
                </c:pt>
                <c:pt idx="1084">
                  <c:v>14.8498</c:v>
                </c:pt>
                <c:pt idx="1085">
                  <c:v>14.965</c:v>
                </c:pt>
                <c:pt idx="1086">
                  <c:v>15.0177</c:v>
                </c:pt>
                <c:pt idx="1087">
                  <c:v>15.041399999999999</c:v>
                </c:pt>
                <c:pt idx="1088">
                  <c:v>15.041399999999999</c:v>
                </c:pt>
                <c:pt idx="1089">
                  <c:v>15.041399999999999</c:v>
                </c:pt>
                <c:pt idx="1090">
                  <c:v>15.0175</c:v>
                </c:pt>
                <c:pt idx="1091">
                  <c:v>14.956</c:v>
                </c:pt>
                <c:pt idx="1092">
                  <c:v>14.9374</c:v>
                </c:pt>
                <c:pt idx="1093">
                  <c:v>15.019600000000001</c:v>
                </c:pt>
                <c:pt idx="1094">
                  <c:v>15.007199999999999</c:v>
                </c:pt>
                <c:pt idx="1095">
                  <c:v>15.007199999999999</c:v>
                </c:pt>
                <c:pt idx="1096">
                  <c:v>15.007199999999999</c:v>
                </c:pt>
                <c:pt idx="1097">
                  <c:v>14.9407</c:v>
                </c:pt>
                <c:pt idx="1098">
                  <c:v>14.8254</c:v>
                </c:pt>
                <c:pt idx="1099">
                  <c:v>14.837199999999999</c:v>
                </c:pt>
                <c:pt idx="1100">
                  <c:v>14.6797</c:v>
                </c:pt>
                <c:pt idx="1101">
                  <c:v>14.625</c:v>
                </c:pt>
                <c:pt idx="1102">
                  <c:v>14.625</c:v>
                </c:pt>
                <c:pt idx="1103">
                  <c:v>14.625</c:v>
                </c:pt>
                <c:pt idx="1104">
                  <c:v>14.648899999999999</c:v>
                </c:pt>
                <c:pt idx="1105">
                  <c:v>14.730700000000001</c:v>
                </c:pt>
                <c:pt idx="1106">
                  <c:v>13.4931</c:v>
                </c:pt>
                <c:pt idx="1107">
                  <c:v>14.1076</c:v>
                </c:pt>
                <c:pt idx="1108">
                  <c:v>14.0006</c:v>
                </c:pt>
                <c:pt idx="1109">
                  <c:v>14.0006</c:v>
                </c:pt>
                <c:pt idx="1110">
                  <c:v>14.0006</c:v>
                </c:pt>
                <c:pt idx="1111">
                  <c:v>13.8865</c:v>
                </c:pt>
                <c:pt idx="1112">
                  <c:v>13.900600000000001</c:v>
                </c:pt>
                <c:pt idx="1113">
                  <c:v>14.0738</c:v>
                </c:pt>
                <c:pt idx="1114">
                  <c:v>14.056699999999999</c:v>
                </c:pt>
                <c:pt idx="1115">
                  <c:v>13.9765</c:v>
                </c:pt>
                <c:pt idx="1116">
                  <c:v>13.9765</c:v>
                </c:pt>
                <c:pt idx="1117">
                  <c:v>13.9765</c:v>
                </c:pt>
                <c:pt idx="1118">
                  <c:v>13.951499999999999</c:v>
                </c:pt>
                <c:pt idx="1119">
                  <c:v>13.8902</c:v>
                </c:pt>
                <c:pt idx="1120">
                  <c:v>13.9038</c:v>
                </c:pt>
                <c:pt idx="1121">
                  <c:v>13.745900000000001</c:v>
                </c:pt>
                <c:pt idx="1122">
                  <c:v>13.597200000000001</c:v>
                </c:pt>
                <c:pt idx="1123">
                  <c:v>13.597200000000001</c:v>
                </c:pt>
                <c:pt idx="1124">
                  <c:v>13.597200000000001</c:v>
                </c:pt>
                <c:pt idx="1125">
                  <c:v>13.581099999999999</c:v>
                </c:pt>
                <c:pt idx="1126">
                  <c:v>13.4475</c:v>
                </c:pt>
                <c:pt idx="1127">
                  <c:v>13.5746</c:v>
                </c:pt>
                <c:pt idx="1128">
                  <c:v>13.706099999999999</c:v>
                </c:pt>
                <c:pt idx="1129">
                  <c:v>13.7036</c:v>
                </c:pt>
                <c:pt idx="1130">
                  <c:v>13.7036</c:v>
                </c:pt>
                <c:pt idx="1131">
                  <c:v>13.7036</c:v>
                </c:pt>
                <c:pt idx="1132">
                  <c:v>13.777200000000001</c:v>
                </c:pt>
                <c:pt idx="1133">
                  <c:v>13.860099999999999</c:v>
                </c:pt>
                <c:pt idx="1134">
                  <c:v>13.8583</c:v>
                </c:pt>
                <c:pt idx="1135">
                  <c:v>13.8599</c:v>
                </c:pt>
                <c:pt idx="1136">
                  <c:v>13.953099999999999</c:v>
                </c:pt>
                <c:pt idx="1137">
                  <c:v>13.953099999999999</c:v>
                </c:pt>
                <c:pt idx="1138">
                  <c:v>13.953099999999999</c:v>
                </c:pt>
                <c:pt idx="1139">
                  <c:v>13.9621</c:v>
                </c:pt>
                <c:pt idx="1140">
                  <c:v>13.9467</c:v>
                </c:pt>
                <c:pt idx="1141">
                  <c:v>13.8416</c:v>
                </c:pt>
                <c:pt idx="1142">
                  <c:v>14.1442</c:v>
                </c:pt>
                <c:pt idx="1143">
                  <c:v>14.173400000000001</c:v>
                </c:pt>
                <c:pt idx="1144">
                  <c:v>14.173400000000001</c:v>
                </c:pt>
                <c:pt idx="1145">
                  <c:v>14.173400000000001</c:v>
                </c:pt>
                <c:pt idx="1146">
                  <c:v>14.214600000000001</c:v>
                </c:pt>
                <c:pt idx="1147">
                  <c:v>14.194900000000001</c:v>
                </c:pt>
                <c:pt idx="1148">
                  <c:v>14.1591</c:v>
                </c:pt>
                <c:pt idx="1149">
                  <c:v>14.142200000000001</c:v>
                </c:pt>
                <c:pt idx="1150">
                  <c:v>14.088900000000001</c:v>
                </c:pt>
                <c:pt idx="1151">
                  <c:v>14.088900000000001</c:v>
                </c:pt>
                <c:pt idx="1152">
                  <c:v>14.088900000000001</c:v>
                </c:pt>
                <c:pt idx="1153">
                  <c:v>14.102499999999999</c:v>
                </c:pt>
                <c:pt idx="1154">
                  <c:v>14.0794</c:v>
                </c:pt>
                <c:pt idx="1155">
                  <c:v>14.1272</c:v>
                </c:pt>
                <c:pt idx="1156">
                  <c:v>14.0007</c:v>
                </c:pt>
                <c:pt idx="1157">
                  <c:v>14.032299999999999</c:v>
                </c:pt>
                <c:pt idx="1158">
                  <c:v>14.032299999999999</c:v>
                </c:pt>
                <c:pt idx="1159">
                  <c:v>14.032299999999999</c:v>
                </c:pt>
                <c:pt idx="1160">
                  <c:v>14.090999999999999</c:v>
                </c:pt>
                <c:pt idx="1161">
                  <c:v>14.0642</c:v>
                </c:pt>
                <c:pt idx="1162">
                  <c:v>14.216900000000001</c:v>
                </c:pt>
                <c:pt idx="1163">
                  <c:v>14.203799999999999</c:v>
                </c:pt>
                <c:pt idx="1164">
                  <c:v>14.229100000000001</c:v>
                </c:pt>
                <c:pt idx="1165">
                  <c:v>14.229100000000001</c:v>
                </c:pt>
                <c:pt idx="1166">
                  <c:v>14.229100000000001</c:v>
                </c:pt>
                <c:pt idx="1167">
                  <c:v>14.1943</c:v>
                </c:pt>
                <c:pt idx="1168">
                  <c:v>14.1358</c:v>
                </c:pt>
                <c:pt idx="1169">
                  <c:v>14.1358</c:v>
                </c:pt>
                <c:pt idx="1170">
                  <c:v>14.1685</c:v>
                </c:pt>
                <c:pt idx="1171">
                  <c:v>13.9998</c:v>
                </c:pt>
                <c:pt idx="1172">
                  <c:v>13.9998</c:v>
                </c:pt>
                <c:pt idx="1173">
                  <c:v>13.9998</c:v>
                </c:pt>
                <c:pt idx="1174">
                  <c:v>13.9079</c:v>
                </c:pt>
                <c:pt idx="1175">
                  <c:v>13.9146</c:v>
                </c:pt>
                <c:pt idx="1176">
                  <c:v>13.96</c:v>
                </c:pt>
                <c:pt idx="1177">
                  <c:v>13.901400000000001</c:v>
                </c:pt>
                <c:pt idx="1178">
                  <c:v>13.7308</c:v>
                </c:pt>
                <c:pt idx="1179">
                  <c:v>13.7308</c:v>
                </c:pt>
                <c:pt idx="1180">
                  <c:v>13.7308</c:v>
                </c:pt>
                <c:pt idx="1181">
                  <c:v>13.788500000000001</c:v>
                </c:pt>
                <c:pt idx="1182">
                  <c:v>13.715</c:v>
                </c:pt>
                <c:pt idx="1183">
                  <c:v>13.7944</c:v>
                </c:pt>
                <c:pt idx="1184">
                  <c:v>13.863300000000001</c:v>
                </c:pt>
                <c:pt idx="1185">
                  <c:v>13.9335</c:v>
                </c:pt>
                <c:pt idx="1186">
                  <c:v>13.9331</c:v>
                </c:pt>
                <c:pt idx="1187">
                  <c:v>13.9331</c:v>
                </c:pt>
                <c:pt idx="1188">
                  <c:v>13.952</c:v>
                </c:pt>
                <c:pt idx="1189">
                  <c:v>13.910500000000001</c:v>
                </c:pt>
                <c:pt idx="1190">
                  <c:v>13.878500000000001</c:v>
                </c:pt>
                <c:pt idx="1191">
                  <c:v>14.111700000000001</c:v>
                </c:pt>
                <c:pt idx="1192">
                  <c:v>13.912599999999999</c:v>
                </c:pt>
                <c:pt idx="1193">
                  <c:v>12.352399999999999</c:v>
                </c:pt>
                <c:pt idx="1194">
                  <c:v>12.358499999999999</c:v>
                </c:pt>
                <c:pt idx="1195">
                  <c:v>12.3927</c:v>
                </c:pt>
                <c:pt idx="1196">
                  <c:v>12.394299999999999</c:v>
                </c:pt>
                <c:pt idx="1197">
                  <c:v>12.394299999999999</c:v>
                </c:pt>
                <c:pt idx="1198">
                  <c:v>12.3939</c:v>
                </c:pt>
                <c:pt idx="1199">
                  <c:v>12.3939</c:v>
                </c:pt>
                <c:pt idx="1200">
                  <c:v>12.3939</c:v>
                </c:pt>
                <c:pt idx="1201">
                  <c:v>12.3985</c:v>
                </c:pt>
                <c:pt idx="1202">
                  <c:v>12.4213</c:v>
                </c:pt>
                <c:pt idx="1203">
                  <c:v>12.535500000000001</c:v>
                </c:pt>
                <c:pt idx="1204">
                  <c:v>12.581</c:v>
                </c:pt>
                <c:pt idx="1205">
                  <c:v>12.806100000000001</c:v>
                </c:pt>
                <c:pt idx="1206">
                  <c:v>12.8423</c:v>
                </c:pt>
                <c:pt idx="1207">
                  <c:v>12.8423</c:v>
                </c:pt>
                <c:pt idx="1208">
                  <c:v>12.8423</c:v>
                </c:pt>
                <c:pt idx="1209">
                  <c:v>12.722200000000001</c:v>
                </c:pt>
                <c:pt idx="1210">
                  <c:v>12.7744</c:v>
                </c:pt>
                <c:pt idx="1211">
                  <c:v>12.758900000000001</c:v>
                </c:pt>
                <c:pt idx="1212">
                  <c:v>12.8001</c:v>
                </c:pt>
                <c:pt idx="1213">
                  <c:v>12.857799999999999</c:v>
                </c:pt>
                <c:pt idx="1214">
                  <c:v>12.857799999999999</c:v>
                </c:pt>
                <c:pt idx="1215">
                  <c:v>12.857799999999999</c:v>
                </c:pt>
                <c:pt idx="1216">
                  <c:v>12.824299999999999</c:v>
                </c:pt>
                <c:pt idx="1217">
                  <c:v>12.8789</c:v>
                </c:pt>
                <c:pt idx="1218">
                  <c:v>12.984</c:v>
                </c:pt>
                <c:pt idx="1219">
                  <c:v>13.028600000000001</c:v>
                </c:pt>
                <c:pt idx="1220">
                  <c:v>13.067600000000001</c:v>
                </c:pt>
                <c:pt idx="1221">
                  <c:v>13.067600000000001</c:v>
                </c:pt>
                <c:pt idx="1222">
                  <c:v>13.067600000000001</c:v>
                </c:pt>
                <c:pt idx="1223">
                  <c:v>13.1471</c:v>
                </c:pt>
                <c:pt idx="1224">
                  <c:v>13.132999999999999</c:v>
                </c:pt>
                <c:pt idx="1225">
                  <c:v>13.131</c:v>
                </c:pt>
                <c:pt idx="1226">
                  <c:v>13.1805</c:v>
                </c:pt>
                <c:pt idx="1227">
                  <c:v>13.1624</c:v>
                </c:pt>
                <c:pt idx="1228">
                  <c:v>13.1625</c:v>
                </c:pt>
                <c:pt idx="1229">
                  <c:v>13.188700000000001</c:v>
                </c:pt>
                <c:pt idx="1230">
                  <c:v>13.2264</c:v>
                </c:pt>
                <c:pt idx="1231">
                  <c:v>13.252000000000001</c:v>
                </c:pt>
                <c:pt idx="1232">
                  <c:v>13.180199999999999</c:v>
                </c:pt>
                <c:pt idx="1233">
                  <c:v>13.316700000000001</c:v>
                </c:pt>
                <c:pt idx="1234">
                  <c:v>13.396599999999999</c:v>
                </c:pt>
                <c:pt idx="1235">
                  <c:v>13.396599999999999</c:v>
                </c:pt>
                <c:pt idx="1236">
                  <c:v>13.396599999999999</c:v>
                </c:pt>
                <c:pt idx="1237">
                  <c:v>13.442500000000001</c:v>
                </c:pt>
                <c:pt idx="1238">
                  <c:v>13.4651</c:v>
                </c:pt>
                <c:pt idx="1239">
                  <c:v>13.484500000000001</c:v>
                </c:pt>
                <c:pt idx="1240">
                  <c:v>13.4025</c:v>
                </c:pt>
                <c:pt idx="1241">
                  <c:v>13.401199999999999</c:v>
                </c:pt>
                <c:pt idx="1242">
                  <c:v>13.401199999999999</c:v>
                </c:pt>
                <c:pt idx="1243">
                  <c:v>13.401199999999999</c:v>
                </c:pt>
                <c:pt idx="1244">
                  <c:v>13.5036</c:v>
                </c:pt>
                <c:pt idx="1245">
                  <c:v>13.4506</c:v>
                </c:pt>
                <c:pt idx="1246">
                  <c:v>13.3865</c:v>
                </c:pt>
                <c:pt idx="1247">
                  <c:v>13.389099999999999</c:v>
                </c:pt>
                <c:pt idx="1248">
                  <c:v>13.3688</c:v>
                </c:pt>
                <c:pt idx="1249">
                  <c:v>13.3688</c:v>
                </c:pt>
                <c:pt idx="1250">
                  <c:v>13.3688</c:v>
                </c:pt>
                <c:pt idx="1251">
                  <c:v>13.454800000000001</c:v>
                </c:pt>
                <c:pt idx="1252">
                  <c:v>13.4709</c:v>
                </c:pt>
                <c:pt idx="1253">
                  <c:v>13.414</c:v>
                </c:pt>
                <c:pt idx="1254">
                  <c:v>13.392300000000001</c:v>
                </c:pt>
                <c:pt idx="1255">
                  <c:v>13.3195</c:v>
                </c:pt>
                <c:pt idx="1256">
                  <c:v>13.3207</c:v>
                </c:pt>
                <c:pt idx="1257">
                  <c:v>13.320499999999999</c:v>
                </c:pt>
                <c:pt idx="1258">
                  <c:v>13.2044</c:v>
                </c:pt>
                <c:pt idx="1259">
                  <c:v>13.317399999999999</c:v>
                </c:pt>
                <c:pt idx="1260">
                  <c:v>13.3218</c:v>
                </c:pt>
                <c:pt idx="1261">
                  <c:v>12.4323</c:v>
                </c:pt>
                <c:pt idx="1262">
                  <c:v>12.2515</c:v>
                </c:pt>
                <c:pt idx="1263">
                  <c:v>12.2515</c:v>
                </c:pt>
                <c:pt idx="1264">
                  <c:v>12.2515</c:v>
                </c:pt>
                <c:pt idx="1265">
                  <c:v>12.2515</c:v>
                </c:pt>
                <c:pt idx="1266">
                  <c:v>11.4634</c:v>
                </c:pt>
                <c:pt idx="1267">
                  <c:v>11.0745</c:v>
                </c:pt>
                <c:pt idx="1268">
                  <c:v>11.823700000000001</c:v>
                </c:pt>
                <c:pt idx="1269">
                  <c:v>12.3714</c:v>
                </c:pt>
                <c:pt idx="1270">
                  <c:v>12.3714</c:v>
                </c:pt>
                <c:pt idx="1271">
                  <c:v>12.3714</c:v>
                </c:pt>
                <c:pt idx="1272">
                  <c:v>12.563499999999999</c:v>
                </c:pt>
                <c:pt idx="1273">
                  <c:v>12.4254</c:v>
                </c:pt>
                <c:pt idx="1274">
                  <c:v>12.2484</c:v>
                </c:pt>
                <c:pt idx="1275">
                  <c:v>12.3187</c:v>
                </c:pt>
                <c:pt idx="1276">
                  <c:v>12.3376</c:v>
                </c:pt>
                <c:pt idx="1277">
                  <c:v>12.3376</c:v>
                </c:pt>
                <c:pt idx="1278">
                  <c:v>12.3376</c:v>
                </c:pt>
                <c:pt idx="1279">
                  <c:v>12.2157</c:v>
                </c:pt>
                <c:pt idx="1280">
                  <c:v>12.115399999999999</c:v>
                </c:pt>
                <c:pt idx="1281">
                  <c:v>12.255800000000001</c:v>
                </c:pt>
                <c:pt idx="1282">
                  <c:v>12.380800000000001</c:v>
                </c:pt>
                <c:pt idx="1283">
                  <c:v>12.440300000000001</c:v>
                </c:pt>
                <c:pt idx="1284">
                  <c:v>12.440300000000001</c:v>
                </c:pt>
                <c:pt idx="1285">
                  <c:v>12.440300000000001</c:v>
                </c:pt>
                <c:pt idx="1286">
                  <c:v>12.415800000000001</c:v>
                </c:pt>
                <c:pt idx="1287">
                  <c:v>12.167400000000001</c:v>
                </c:pt>
                <c:pt idx="1288">
                  <c:v>12.1844</c:v>
                </c:pt>
                <c:pt idx="1289">
                  <c:v>12.2193</c:v>
                </c:pt>
                <c:pt idx="1290">
                  <c:v>12.2255</c:v>
                </c:pt>
                <c:pt idx="1291">
                  <c:v>12.2255</c:v>
                </c:pt>
                <c:pt idx="1292">
                  <c:v>12.2255</c:v>
                </c:pt>
                <c:pt idx="1293">
                  <c:v>12.3515</c:v>
                </c:pt>
                <c:pt idx="1294">
                  <c:v>12.4086</c:v>
                </c:pt>
                <c:pt idx="1295">
                  <c:v>12.492699999999999</c:v>
                </c:pt>
                <c:pt idx="1296">
                  <c:v>12.6868</c:v>
                </c:pt>
                <c:pt idx="1297">
                  <c:v>12.661799999999999</c:v>
                </c:pt>
                <c:pt idx="1298">
                  <c:v>12.661799999999999</c:v>
                </c:pt>
                <c:pt idx="1299">
                  <c:v>12.661799999999999</c:v>
                </c:pt>
                <c:pt idx="1300">
                  <c:v>12.821300000000001</c:v>
                </c:pt>
                <c:pt idx="1301">
                  <c:v>12.9229</c:v>
                </c:pt>
                <c:pt idx="1302">
                  <c:v>13.085800000000001</c:v>
                </c:pt>
                <c:pt idx="1303">
                  <c:v>13.120799999999999</c:v>
                </c:pt>
                <c:pt idx="1304">
                  <c:v>13.002800000000001</c:v>
                </c:pt>
                <c:pt idx="1305">
                  <c:v>13.002800000000001</c:v>
                </c:pt>
                <c:pt idx="1306">
                  <c:v>13.002800000000001</c:v>
                </c:pt>
                <c:pt idx="1307">
                  <c:v>12.9518</c:v>
                </c:pt>
                <c:pt idx="1308">
                  <c:v>13.1403</c:v>
                </c:pt>
                <c:pt idx="1309">
                  <c:v>13.2173</c:v>
                </c:pt>
                <c:pt idx="1310">
                  <c:v>13.125299999999999</c:v>
                </c:pt>
                <c:pt idx="1311">
                  <c:v>13.131500000000001</c:v>
                </c:pt>
                <c:pt idx="1312">
                  <c:v>13.131500000000001</c:v>
                </c:pt>
                <c:pt idx="1313">
                  <c:v>13.131500000000001</c:v>
                </c:pt>
                <c:pt idx="1314">
                  <c:v>13.3118</c:v>
                </c:pt>
                <c:pt idx="1315">
                  <c:v>13.3847</c:v>
                </c:pt>
                <c:pt idx="1316">
                  <c:v>13.4053</c:v>
                </c:pt>
                <c:pt idx="1317">
                  <c:v>13.405200000000001</c:v>
                </c:pt>
                <c:pt idx="1318">
                  <c:v>13.3127</c:v>
                </c:pt>
                <c:pt idx="1319">
                  <c:v>13.3127</c:v>
                </c:pt>
                <c:pt idx="1320">
                  <c:v>13.3127</c:v>
                </c:pt>
                <c:pt idx="1321">
                  <c:v>13.349600000000001</c:v>
                </c:pt>
                <c:pt idx="1322">
                  <c:v>13.459</c:v>
                </c:pt>
                <c:pt idx="1323">
                  <c:v>13.443899999999999</c:v>
                </c:pt>
                <c:pt idx="1324">
                  <c:v>13.407500000000001</c:v>
                </c:pt>
                <c:pt idx="1325">
                  <c:v>13.2857</c:v>
                </c:pt>
                <c:pt idx="1326">
                  <c:v>13.2857</c:v>
                </c:pt>
                <c:pt idx="1327">
                  <c:v>13.2857</c:v>
                </c:pt>
                <c:pt idx="1328">
                  <c:v>13.092700000000001</c:v>
                </c:pt>
                <c:pt idx="1329">
                  <c:v>13.1492</c:v>
                </c:pt>
                <c:pt idx="1330">
                  <c:v>13.1389</c:v>
                </c:pt>
                <c:pt idx="1331">
                  <c:v>13.216699999999999</c:v>
                </c:pt>
                <c:pt idx="1332">
                  <c:v>13.1418</c:v>
                </c:pt>
                <c:pt idx="1333">
                  <c:v>13.1418</c:v>
                </c:pt>
                <c:pt idx="1334">
                  <c:v>13.1418</c:v>
                </c:pt>
                <c:pt idx="1335">
                  <c:v>13.367800000000001</c:v>
                </c:pt>
                <c:pt idx="1336">
                  <c:v>13.4635</c:v>
                </c:pt>
                <c:pt idx="1337">
                  <c:v>13.4549</c:v>
                </c:pt>
                <c:pt idx="1338">
                  <c:v>13.5068</c:v>
                </c:pt>
                <c:pt idx="1339">
                  <c:v>13.479900000000001</c:v>
                </c:pt>
                <c:pt idx="1340">
                  <c:v>13.479900000000001</c:v>
                </c:pt>
                <c:pt idx="1341">
                  <c:v>13.479900000000001</c:v>
                </c:pt>
                <c:pt idx="1342">
                  <c:v>13.568099999999999</c:v>
                </c:pt>
                <c:pt idx="1343">
                  <c:v>13.654</c:v>
                </c:pt>
                <c:pt idx="1344">
                  <c:v>13.6538</c:v>
                </c:pt>
                <c:pt idx="1345">
                  <c:v>13.643000000000001</c:v>
                </c:pt>
                <c:pt idx="1346">
                  <c:v>13.7006</c:v>
                </c:pt>
                <c:pt idx="1347">
                  <c:v>13.7006</c:v>
                </c:pt>
                <c:pt idx="1348">
                  <c:v>13.7006</c:v>
                </c:pt>
                <c:pt idx="1349">
                  <c:v>13.7469</c:v>
                </c:pt>
                <c:pt idx="1350">
                  <c:v>13.7645</c:v>
                </c:pt>
                <c:pt idx="1351">
                  <c:v>13.832000000000001</c:v>
                </c:pt>
                <c:pt idx="1352">
                  <c:v>13.8057</c:v>
                </c:pt>
                <c:pt idx="1353">
                  <c:v>13.8558</c:v>
                </c:pt>
                <c:pt idx="1354">
                  <c:v>13.8558</c:v>
                </c:pt>
                <c:pt idx="1355">
                  <c:v>13.8558</c:v>
                </c:pt>
                <c:pt idx="1356">
                  <c:v>14.006500000000001</c:v>
                </c:pt>
                <c:pt idx="1357">
                  <c:v>14.1404</c:v>
                </c:pt>
                <c:pt idx="1358">
                  <c:v>14.2988</c:v>
                </c:pt>
                <c:pt idx="1359">
                  <c:v>14.4419</c:v>
                </c:pt>
                <c:pt idx="1360">
                  <c:v>14.562900000000001</c:v>
                </c:pt>
                <c:pt idx="1361">
                  <c:v>14.562900000000001</c:v>
                </c:pt>
                <c:pt idx="1362">
                  <c:v>14.562900000000001</c:v>
                </c:pt>
                <c:pt idx="1363">
                  <c:v>14.689399999999999</c:v>
                </c:pt>
                <c:pt idx="1364">
                  <c:v>14.591799999999999</c:v>
                </c:pt>
                <c:pt idx="1365">
                  <c:v>14.7399</c:v>
                </c:pt>
                <c:pt idx="1366">
                  <c:v>14.8851</c:v>
                </c:pt>
                <c:pt idx="1367">
                  <c:v>14.957700000000001</c:v>
                </c:pt>
                <c:pt idx="1368">
                  <c:v>14.957700000000001</c:v>
                </c:pt>
                <c:pt idx="1369">
                  <c:v>14.957700000000001</c:v>
                </c:pt>
                <c:pt idx="1370">
                  <c:v>14.835599999999999</c:v>
                </c:pt>
                <c:pt idx="1371">
                  <c:v>15.0802</c:v>
                </c:pt>
                <c:pt idx="1372">
                  <c:v>15.107900000000001</c:v>
                </c:pt>
                <c:pt idx="1373">
                  <c:v>15.194900000000001</c:v>
                </c:pt>
                <c:pt idx="1374">
                  <c:v>15.2959</c:v>
                </c:pt>
                <c:pt idx="1375">
                  <c:v>15.2959</c:v>
                </c:pt>
                <c:pt idx="1376">
                  <c:v>15.2959</c:v>
                </c:pt>
                <c:pt idx="1377">
                  <c:v>15.5585</c:v>
                </c:pt>
                <c:pt idx="1378">
                  <c:v>14.9191</c:v>
                </c:pt>
                <c:pt idx="1379">
                  <c:v>14.2828</c:v>
                </c:pt>
                <c:pt idx="1380">
                  <c:v>14.4815</c:v>
                </c:pt>
                <c:pt idx="1381">
                  <c:v>14.419700000000001</c:v>
                </c:pt>
                <c:pt idx="1382">
                  <c:v>14.419700000000001</c:v>
                </c:pt>
                <c:pt idx="1383">
                  <c:v>14.419700000000001</c:v>
                </c:pt>
                <c:pt idx="1384">
                  <c:v>14.7441</c:v>
                </c:pt>
                <c:pt idx="1385">
                  <c:v>14.927099999999999</c:v>
                </c:pt>
                <c:pt idx="1386">
                  <c:v>15.183299999999999</c:v>
                </c:pt>
                <c:pt idx="1387">
                  <c:v>15.2614</c:v>
                </c:pt>
                <c:pt idx="1388">
                  <c:v>15.291700000000001</c:v>
                </c:pt>
                <c:pt idx="1389">
                  <c:v>15.291700000000001</c:v>
                </c:pt>
                <c:pt idx="1390">
                  <c:v>15.291700000000001</c:v>
                </c:pt>
                <c:pt idx="1391">
                  <c:v>15.406599999999999</c:v>
                </c:pt>
                <c:pt idx="1392">
                  <c:v>15.5166</c:v>
                </c:pt>
                <c:pt idx="1393">
                  <c:v>15.555400000000001</c:v>
                </c:pt>
                <c:pt idx="1394">
                  <c:v>15.837899999999999</c:v>
                </c:pt>
                <c:pt idx="1395">
                  <c:v>15.735900000000001</c:v>
                </c:pt>
                <c:pt idx="1396">
                  <c:v>15.736000000000001</c:v>
                </c:pt>
                <c:pt idx="1397">
                  <c:v>15.736000000000001</c:v>
                </c:pt>
                <c:pt idx="1398">
                  <c:v>15.7979</c:v>
                </c:pt>
                <c:pt idx="1399">
                  <c:v>15.9703</c:v>
                </c:pt>
                <c:pt idx="1400">
                  <c:v>16.0685</c:v>
                </c:pt>
                <c:pt idx="1401">
                  <c:v>16.2957</c:v>
                </c:pt>
                <c:pt idx="1402">
                  <c:v>15.8911</c:v>
                </c:pt>
                <c:pt idx="1403">
                  <c:v>15.8911</c:v>
                </c:pt>
                <c:pt idx="1404">
                  <c:v>15.8911</c:v>
                </c:pt>
                <c:pt idx="1405">
                  <c:v>15.590299999999999</c:v>
                </c:pt>
                <c:pt idx="1406">
                  <c:v>16.1084</c:v>
                </c:pt>
                <c:pt idx="1407">
                  <c:v>16.158300000000001</c:v>
                </c:pt>
                <c:pt idx="1408">
                  <c:v>16.238399999999999</c:v>
                </c:pt>
                <c:pt idx="1409">
                  <c:v>16.262499999999999</c:v>
                </c:pt>
                <c:pt idx="1410">
                  <c:v>16.262799999999999</c:v>
                </c:pt>
                <c:pt idx="1411">
                  <c:v>16.263500000000001</c:v>
                </c:pt>
                <c:pt idx="1412">
                  <c:v>16.264099999999999</c:v>
                </c:pt>
                <c:pt idx="1413">
                  <c:v>16.264099999999999</c:v>
                </c:pt>
                <c:pt idx="1414">
                  <c:v>16.2577</c:v>
                </c:pt>
                <c:pt idx="1415">
                  <c:v>16.402799999999999</c:v>
                </c:pt>
                <c:pt idx="1416">
                  <c:v>16.119299999999999</c:v>
                </c:pt>
                <c:pt idx="1417">
                  <c:v>16.119299999999999</c:v>
                </c:pt>
                <c:pt idx="1418">
                  <c:v>16.119299999999999</c:v>
                </c:pt>
                <c:pt idx="1419">
                  <c:v>15.711399999999999</c:v>
                </c:pt>
                <c:pt idx="1420">
                  <c:v>15.835100000000001</c:v>
                </c:pt>
                <c:pt idx="1421">
                  <c:v>15.8926</c:v>
                </c:pt>
                <c:pt idx="1422">
                  <c:v>16.032699999999998</c:v>
                </c:pt>
                <c:pt idx="1423">
                  <c:v>16.124700000000001</c:v>
                </c:pt>
                <c:pt idx="1424">
                  <c:v>16.124700000000001</c:v>
                </c:pt>
                <c:pt idx="1425">
                  <c:v>16.124700000000001</c:v>
                </c:pt>
                <c:pt idx="1426">
                  <c:v>16.295300000000001</c:v>
                </c:pt>
                <c:pt idx="1427">
                  <c:v>16.256599999999999</c:v>
                </c:pt>
                <c:pt idx="1428">
                  <c:v>16.160499999999999</c:v>
                </c:pt>
                <c:pt idx="1429">
                  <c:v>16.104500000000002</c:v>
                </c:pt>
                <c:pt idx="1430">
                  <c:v>16.0411</c:v>
                </c:pt>
                <c:pt idx="1431">
                  <c:v>16.0411</c:v>
                </c:pt>
                <c:pt idx="1432">
                  <c:v>16.0411</c:v>
                </c:pt>
                <c:pt idx="1433">
                  <c:v>15.807399999999999</c:v>
                </c:pt>
                <c:pt idx="1434">
                  <c:v>15.815200000000001</c:v>
                </c:pt>
                <c:pt idx="1435">
                  <c:v>16.029900000000001</c:v>
                </c:pt>
                <c:pt idx="1436">
                  <c:v>16.113399999999999</c:v>
                </c:pt>
                <c:pt idx="1437">
                  <c:v>16.061199999999999</c:v>
                </c:pt>
                <c:pt idx="1438">
                  <c:v>16.061199999999999</c:v>
                </c:pt>
                <c:pt idx="1439">
                  <c:v>16.061199999999999</c:v>
                </c:pt>
                <c:pt idx="1440">
                  <c:v>16.117100000000001</c:v>
                </c:pt>
                <c:pt idx="1441">
                  <c:v>16.070900000000002</c:v>
                </c:pt>
                <c:pt idx="1442">
                  <c:v>16.103300000000001</c:v>
                </c:pt>
                <c:pt idx="1443">
                  <c:v>15.984</c:v>
                </c:pt>
                <c:pt idx="1444">
                  <c:v>15.917299999999999</c:v>
                </c:pt>
                <c:pt idx="1445">
                  <c:v>15.917299999999999</c:v>
                </c:pt>
                <c:pt idx="1446">
                  <c:v>15.917299999999999</c:v>
                </c:pt>
                <c:pt idx="1447">
                  <c:v>16.3978</c:v>
                </c:pt>
                <c:pt idx="1448">
                  <c:v>16.299099999999999</c:v>
                </c:pt>
                <c:pt idx="1449">
                  <c:v>16.420300000000001</c:v>
                </c:pt>
                <c:pt idx="1450">
                  <c:v>16.6006</c:v>
                </c:pt>
                <c:pt idx="1451">
                  <c:v>16.901199999999999</c:v>
                </c:pt>
                <c:pt idx="1452">
                  <c:v>16.901199999999999</c:v>
                </c:pt>
                <c:pt idx="1453">
                  <c:v>16.901199999999999</c:v>
                </c:pt>
                <c:pt idx="1454">
                  <c:v>17.071100000000001</c:v>
                </c:pt>
                <c:pt idx="1455">
                  <c:v>17.0318</c:v>
                </c:pt>
                <c:pt idx="1456">
                  <c:v>17.001799999999999</c:v>
                </c:pt>
                <c:pt idx="1457">
                  <c:v>17.087800000000001</c:v>
                </c:pt>
                <c:pt idx="1458">
                  <c:v>16.742999999999999</c:v>
                </c:pt>
                <c:pt idx="1459">
                  <c:v>16.742999999999999</c:v>
                </c:pt>
                <c:pt idx="1460">
                  <c:v>16.742999999999999</c:v>
                </c:pt>
                <c:pt idx="1461">
                  <c:v>15.826499999999999</c:v>
                </c:pt>
                <c:pt idx="1462">
                  <c:v>16.087599999999998</c:v>
                </c:pt>
                <c:pt idx="1463">
                  <c:v>16.2334</c:v>
                </c:pt>
                <c:pt idx="1464">
                  <c:v>16.316199999999998</c:v>
                </c:pt>
                <c:pt idx="1465">
                  <c:v>16.278600000000001</c:v>
                </c:pt>
                <c:pt idx="1466">
                  <c:v>16.278600000000001</c:v>
                </c:pt>
                <c:pt idx="1467">
                  <c:v>16.278600000000001</c:v>
                </c:pt>
                <c:pt idx="1468">
                  <c:v>15.9823</c:v>
                </c:pt>
                <c:pt idx="1469">
                  <c:v>16.252700000000001</c:v>
                </c:pt>
                <c:pt idx="1470">
                  <c:v>16.304300000000001</c:v>
                </c:pt>
                <c:pt idx="1471">
                  <c:v>16.146999999999998</c:v>
                </c:pt>
                <c:pt idx="1472">
                  <c:v>16.1433</c:v>
                </c:pt>
                <c:pt idx="1473">
                  <c:v>16.1434</c:v>
                </c:pt>
                <c:pt idx="1474">
                  <c:v>16.1434</c:v>
                </c:pt>
                <c:pt idx="1475">
                  <c:v>15.920400000000001</c:v>
                </c:pt>
                <c:pt idx="1476">
                  <c:v>16.264299999999999</c:v>
                </c:pt>
                <c:pt idx="1477">
                  <c:v>16.292999999999999</c:v>
                </c:pt>
                <c:pt idx="1478">
                  <c:v>16.1724</c:v>
                </c:pt>
                <c:pt idx="1479">
                  <c:v>15.7437</c:v>
                </c:pt>
                <c:pt idx="1480">
                  <c:v>15.7437</c:v>
                </c:pt>
                <c:pt idx="1481">
                  <c:v>15.7437</c:v>
                </c:pt>
                <c:pt idx="1482">
                  <c:v>15.561</c:v>
                </c:pt>
                <c:pt idx="1483">
                  <c:v>15.6897</c:v>
                </c:pt>
                <c:pt idx="1484">
                  <c:v>16.066199999999998</c:v>
                </c:pt>
                <c:pt idx="1485">
                  <c:v>16.062100000000001</c:v>
                </c:pt>
                <c:pt idx="1486">
                  <c:v>16.101700000000001</c:v>
                </c:pt>
                <c:pt idx="1487">
                  <c:v>16.101600000000001</c:v>
                </c:pt>
                <c:pt idx="1488">
                  <c:v>16.101600000000001</c:v>
                </c:pt>
                <c:pt idx="1489">
                  <c:v>16.2883</c:v>
                </c:pt>
                <c:pt idx="1490">
                  <c:v>16.342500000000001</c:v>
                </c:pt>
                <c:pt idx="1491">
                  <c:v>16.2392</c:v>
                </c:pt>
                <c:pt idx="1492">
                  <c:v>16.3081</c:v>
                </c:pt>
                <c:pt idx="1493">
                  <c:v>16.297599999999999</c:v>
                </c:pt>
                <c:pt idx="1494">
                  <c:v>16.297599999999999</c:v>
                </c:pt>
                <c:pt idx="1495">
                  <c:v>16.297599999999999</c:v>
                </c:pt>
                <c:pt idx="1496">
                  <c:v>16.426200000000001</c:v>
                </c:pt>
                <c:pt idx="1497">
                  <c:v>16.351099999999999</c:v>
                </c:pt>
                <c:pt idx="1498">
                  <c:v>16.548100000000002</c:v>
                </c:pt>
                <c:pt idx="1499">
                  <c:v>16.5871</c:v>
                </c:pt>
                <c:pt idx="1500">
                  <c:v>16.652799999999999</c:v>
                </c:pt>
                <c:pt idx="1501">
                  <c:v>16.652799999999999</c:v>
                </c:pt>
                <c:pt idx="1502">
                  <c:v>16.652799999999999</c:v>
                </c:pt>
                <c:pt idx="1503">
                  <c:v>16.7578</c:v>
                </c:pt>
                <c:pt idx="1504">
                  <c:v>16.909400000000002</c:v>
                </c:pt>
                <c:pt idx="1505">
                  <c:v>17.0549</c:v>
                </c:pt>
                <c:pt idx="1506">
                  <c:v>17.108799999999999</c:v>
                </c:pt>
                <c:pt idx="1507">
                  <c:v>17.148900000000001</c:v>
                </c:pt>
                <c:pt idx="1508">
                  <c:v>17.148900000000001</c:v>
                </c:pt>
                <c:pt idx="1509">
                  <c:v>17.148900000000001</c:v>
                </c:pt>
                <c:pt idx="1510">
                  <c:v>17.2712</c:v>
                </c:pt>
                <c:pt idx="1511">
                  <c:v>17.206499999999998</c:v>
                </c:pt>
                <c:pt idx="1512">
                  <c:v>16.928899999999999</c:v>
                </c:pt>
                <c:pt idx="1513">
                  <c:v>16.731200000000001</c:v>
                </c:pt>
                <c:pt idx="1514">
                  <c:v>16.219000000000001</c:v>
                </c:pt>
                <c:pt idx="1515">
                  <c:v>16.219000000000001</c:v>
                </c:pt>
                <c:pt idx="1516">
                  <c:v>16.219000000000001</c:v>
                </c:pt>
                <c:pt idx="1517">
                  <c:v>16.2103</c:v>
                </c:pt>
                <c:pt idx="1518">
                  <c:v>16.536999999999999</c:v>
                </c:pt>
                <c:pt idx="1519">
                  <c:v>16.482600000000001</c:v>
                </c:pt>
                <c:pt idx="1520">
                  <c:v>16.5153</c:v>
                </c:pt>
                <c:pt idx="1521">
                  <c:v>16.784500000000001</c:v>
                </c:pt>
                <c:pt idx="1522">
                  <c:v>16.784500000000001</c:v>
                </c:pt>
                <c:pt idx="1523">
                  <c:v>16.784500000000001</c:v>
                </c:pt>
                <c:pt idx="1524">
                  <c:v>17.244599999999998</c:v>
                </c:pt>
                <c:pt idx="1525">
                  <c:v>17.4526</c:v>
                </c:pt>
                <c:pt idx="1526">
                  <c:v>17.557700000000001</c:v>
                </c:pt>
                <c:pt idx="1527">
                  <c:v>17.164000000000001</c:v>
                </c:pt>
                <c:pt idx="1528">
                  <c:v>17.035499999999999</c:v>
                </c:pt>
                <c:pt idx="1529">
                  <c:v>17.035499999999999</c:v>
                </c:pt>
                <c:pt idx="1530">
                  <c:v>17.035499999999999</c:v>
                </c:pt>
                <c:pt idx="1531">
                  <c:v>17.2821</c:v>
                </c:pt>
                <c:pt idx="1532">
                  <c:v>17.4009</c:v>
                </c:pt>
                <c:pt idx="1533">
                  <c:v>17.574100000000001</c:v>
                </c:pt>
                <c:pt idx="1534">
                  <c:v>17.574100000000001</c:v>
                </c:pt>
                <c:pt idx="1535">
                  <c:v>17.574100000000001</c:v>
                </c:pt>
                <c:pt idx="1536">
                  <c:v>17.574100000000001</c:v>
                </c:pt>
                <c:pt idx="1537">
                  <c:v>17.574100000000001</c:v>
                </c:pt>
                <c:pt idx="1538">
                  <c:v>17.6126</c:v>
                </c:pt>
                <c:pt idx="1539">
                  <c:v>17.8871</c:v>
                </c:pt>
                <c:pt idx="1540">
                  <c:v>18.333300000000001</c:v>
                </c:pt>
                <c:pt idx="1541">
                  <c:v>18.274000000000001</c:v>
                </c:pt>
                <c:pt idx="1542">
                  <c:v>18.396000000000001</c:v>
                </c:pt>
                <c:pt idx="1543">
                  <c:v>18.396000000000001</c:v>
                </c:pt>
                <c:pt idx="1544">
                  <c:v>18.396000000000001</c:v>
                </c:pt>
                <c:pt idx="1545">
                  <c:v>18.488900000000001</c:v>
                </c:pt>
                <c:pt idx="1546">
                  <c:v>18.741</c:v>
                </c:pt>
                <c:pt idx="1547">
                  <c:v>18.657399999999999</c:v>
                </c:pt>
                <c:pt idx="1548">
                  <c:v>18.365500000000001</c:v>
                </c:pt>
                <c:pt idx="1549">
                  <c:v>18.506599999999999</c:v>
                </c:pt>
                <c:pt idx="1550">
                  <c:v>18.506599999999999</c:v>
                </c:pt>
                <c:pt idx="1551">
                  <c:v>18.506599999999999</c:v>
                </c:pt>
                <c:pt idx="1552">
                  <c:v>18.679400000000001</c:v>
                </c:pt>
                <c:pt idx="1553">
                  <c:v>18.655799999999999</c:v>
                </c:pt>
                <c:pt idx="1554">
                  <c:v>18.568899999999999</c:v>
                </c:pt>
                <c:pt idx="1555">
                  <c:v>18.542200000000001</c:v>
                </c:pt>
                <c:pt idx="1556">
                  <c:v>18.424600000000002</c:v>
                </c:pt>
                <c:pt idx="1557">
                  <c:v>18.424600000000002</c:v>
                </c:pt>
                <c:pt idx="1558">
                  <c:v>18.424600000000002</c:v>
                </c:pt>
                <c:pt idx="1559">
                  <c:v>18.156400000000001</c:v>
                </c:pt>
                <c:pt idx="1560">
                  <c:v>18.0426</c:v>
                </c:pt>
                <c:pt idx="1561">
                  <c:v>17.7712</c:v>
                </c:pt>
                <c:pt idx="1562">
                  <c:v>17.892499999999998</c:v>
                </c:pt>
                <c:pt idx="1563">
                  <c:v>15.364000000000001</c:v>
                </c:pt>
                <c:pt idx="1564">
                  <c:v>15.305400000000001</c:v>
                </c:pt>
                <c:pt idx="1565">
                  <c:v>15.305400000000001</c:v>
                </c:pt>
                <c:pt idx="1566">
                  <c:v>15.1433</c:v>
                </c:pt>
                <c:pt idx="1567">
                  <c:v>15.2029</c:v>
                </c:pt>
                <c:pt idx="1568">
                  <c:v>15.027900000000001</c:v>
                </c:pt>
                <c:pt idx="1569">
                  <c:v>14.9635</c:v>
                </c:pt>
                <c:pt idx="1570">
                  <c:v>14.7363</c:v>
                </c:pt>
                <c:pt idx="1571">
                  <c:v>14.7363</c:v>
                </c:pt>
                <c:pt idx="1572">
                  <c:v>14.7363</c:v>
                </c:pt>
                <c:pt idx="1573">
                  <c:v>14.730700000000001</c:v>
                </c:pt>
                <c:pt idx="1574">
                  <c:v>14.7204</c:v>
                </c:pt>
                <c:pt idx="1575">
                  <c:v>15.079700000000001</c:v>
                </c:pt>
                <c:pt idx="1576">
                  <c:v>15.224500000000001</c:v>
                </c:pt>
                <c:pt idx="1577">
                  <c:v>15.3088</c:v>
                </c:pt>
                <c:pt idx="1578">
                  <c:v>15.3088</c:v>
                </c:pt>
                <c:pt idx="1579">
                  <c:v>15.3088</c:v>
                </c:pt>
                <c:pt idx="1580">
                  <c:v>15.3088</c:v>
                </c:pt>
                <c:pt idx="1581">
                  <c:v>15.3088</c:v>
                </c:pt>
                <c:pt idx="1582">
                  <c:v>15.3088</c:v>
                </c:pt>
                <c:pt idx="1583">
                  <c:v>15.3088</c:v>
                </c:pt>
                <c:pt idx="1584">
                  <c:v>15.3088</c:v>
                </c:pt>
                <c:pt idx="1585">
                  <c:v>15.3088</c:v>
                </c:pt>
                <c:pt idx="1586">
                  <c:v>15.3088</c:v>
                </c:pt>
                <c:pt idx="1587">
                  <c:v>15.6113</c:v>
                </c:pt>
                <c:pt idx="1588">
                  <c:v>15.674099999999999</c:v>
                </c:pt>
                <c:pt idx="1589">
                  <c:v>15.617800000000001</c:v>
                </c:pt>
                <c:pt idx="1590">
                  <c:v>15.774900000000001</c:v>
                </c:pt>
                <c:pt idx="1591">
                  <c:v>15.7807</c:v>
                </c:pt>
                <c:pt idx="1592">
                  <c:v>15.780799999999999</c:v>
                </c:pt>
                <c:pt idx="1593">
                  <c:v>15.780799999999999</c:v>
                </c:pt>
                <c:pt idx="1594">
                  <c:v>15.494</c:v>
                </c:pt>
                <c:pt idx="1595">
                  <c:v>15.217499999999999</c:v>
                </c:pt>
                <c:pt idx="1596">
                  <c:v>15.260300000000001</c:v>
                </c:pt>
                <c:pt idx="1597">
                  <c:v>15.178599999999999</c:v>
                </c:pt>
                <c:pt idx="1598">
                  <c:v>14.8371</c:v>
                </c:pt>
                <c:pt idx="1599">
                  <c:v>14.8371</c:v>
                </c:pt>
                <c:pt idx="1600">
                  <c:v>14.8371</c:v>
                </c:pt>
                <c:pt idx="1601">
                  <c:v>13.871499999999999</c:v>
                </c:pt>
                <c:pt idx="1602">
                  <c:v>14.0724</c:v>
                </c:pt>
                <c:pt idx="1603">
                  <c:v>14.5062</c:v>
                </c:pt>
                <c:pt idx="1604">
                  <c:v>14.350300000000001</c:v>
                </c:pt>
                <c:pt idx="1605">
                  <c:v>14.2385</c:v>
                </c:pt>
                <c:pt idx="1606">
                  <c:v>14.2385</c:v>
                </c:pt>
                <c:pt idx="1607">
                  <c:v>14.2384</c:v>
                </c:pt>
                <c:pt idx="1608">
                  <c:v>14.2134</c:v>
                </c:pt>
                <c:pt idx="1609">
                  <c:v>14.357699999999999</c:v>
                </c:pt>
                <c:pt idx="1610">
                  <c:v>14.387499999999999</c:v>
                </c:pt>
                <c:pt idx="1611">
                  <c:v>14.265000000000001</c:v>
                </c:pt>
                <c:pt idx="1612">
                  <c:v>13.834899999999999</c:v>
                </c:pt>
                <c:pt idx="1613">
                  <c:v>13.835100000000001</c:v>
                </c:pt>
                <c:pt idx="1614">
                  <c:v>13.835100000000001</c:v>
                </c:pt>
                <c:pt idx="1615">
                  <c:v>13.3597</c:v>
                </c:pt>
                <c:pt idx="1616">
                  <c:v>13.558</c:v>
                </c:pt>
                <c:pt idx="1617">
                  <c:v>13.925800000000001</c:v>
                </c:pt>
                <c:pt idx="1618">
                  <c:v>13.815300000000001</c:v>
                </c:pt>
                <c:pt idx="1619">
                  <c:v>14.054</c:v>
                </c:pt>
                <c:pt idx="1620">
                  <c:v>14.0558</c:v>
                </c:pt>
                <c:pt idx="1621">
                  <c:v>14.055999999999999</c:v>
                </c:pt>
                <c:pt idx="1622">
                  <c:v>13.974399999999999</c:v>
                </c:pt>
                <c:pt idx="1623">
                  <c:v>14.0816</c:v>
                </c:pt>
                <c:pt idx="1624">
                  <c:v>14.322100000000001</c:v>
                </c:pt>
                <c:pt idx="1625">
                  <c:v>14.2539</c:v>
                </c:pt>
                <c:pt idx="1626">
                  <c:v>14.163399999999999</c:v>
                </c:pt>
                <c:pt idx="1627">
                  <c:v>14.163399999999999</c:v>
                </c:pt>
                <c:pt idx="1628">
                  <c:v>14.163399999999999</c:v>
                </c:pt>
                <c:pt idx="1629">
                  <c:v>14.087300000000001</c:v>
                </c:pt>
                <c:pt idx="1630">
                  <c:v>14.1084</c:v>
                </c:pt>
                <c:pt idx="1631">
                  <c:v>14.7729</c:v>
                </c:pt>
                <c:pt idx="1632">
                  <c:v>14.6058</c:v>
                </c:pt>
                <c:pt idx="1633">
                  <c:v>14.7173</c:v>
                </c:pt>
                <c:pt idx="1634">
                  <c:v>14.7173</c:v>
                </c:pt>
                <c:pt idx="1635">
                  <c:v>14.7173</c:v>
                </c:pt>
                <c:pt idx="1636">
                  <c:v>14.7926</c:v>
                </c:pt>
                <c:pt idx="1637">
                  <c:v>14.933</c:v>
                </c:pt>
                <c:pt idx="1638">
                  <c:v>15.1433</c:v>
                </c:pt>
                <c:pt idx="1639">
                  <c:v>15.3048</c:v>
                </c:pt>
                <c:pt idx="1640">
                  <c:v>15.282500000000001</c:v>
                </c:pt>
                <c:pt idx="1641">
                  <c:v>15.2826</c:v>
                </c:pt>
                <c:pt idx="1642">
                  <c:v>15.2826</c:v>
                </c:pt>
                <c:pt idx="1643">
                  <c:v>15.4503</c:v>
                </c:pt>
                <c:pt idx="1644">
                  <c:v>15.4199</c:v>
                </c:pt>
                <c:pt idx="1645">
                  <c:v>15.620200000000001</c:v>
                </c:pt>
                <c:pt idx="1646">
                  <c:v>15.7301</c:v>
                </c:pt>
                <c:pt idx="1647">
                  <c:v>15.586499999999999</c:v>
                </c:pt>
                <c:pt idx="1648">
                  <c:v>15.586499999999999</c:v>
                </c:pt>
                <c:pt idx="1649">
                  <c:v>15.586499999999999</c:v>
                </c:pt>
                <c:pt idx="1650">
                  <c:v>15.586499999999999</c:v>
                </c:pt>
                <c:pt idx="1651">
                  <c:v>15.7761</c:v>
                </c:pt>
                <c:pt idx="1652">
                  <c:v>15.2857</c:v>
                </c:pt>
                <c:pt idx="1653">
                  <c:v>15.2888</c:v>
                </c:pt>
                <c:pt idx="1654">
                  <c:v>15.2888</c:v>
                </c:pt>
                <c:pt idx="1655">
                  <c:v>15.2888</c:v>
                </c:pt>
                <c:pt idx="1656">
                  <c:v>15.2888</c:v>
                </c:pt>
                <c:pt idx="1657">
                  <c:v>15.309699999999999</c:v>
                </c:pt>
                <c:pt idx="1658">
                  <c:v>15.4815</c:v>
                </c:pt>
                <c:pt idx="1659">
                  <c:v>15.601699999999999</c:v>
                </c:pt>
                <c:pt idx="1660">
                  <c:v>15.7499</c:v>
                </c:pt>
                <c:pt idx="1661">
                  <c:v>15.8024</c:v>
                </c:pt>
                <c:pt idx="1662">
                  <c:v>15.8024</c:v>
                </c:pt>
                <c:pt idx="1663">
                  <c:v>15.8024</c:v>
                </c:pt>
                <c:pt idx="1664">
                  <c:v>15.638400000000001</c:v>
                </c:pt>
                <c:pt idx="1665">
                  <c:v>15.684799999999999</c:v>
                </c:pt>
                <c:pt idx="1666">
                  <c:v>15.6623</c:v>
                </c:pt>
                <c:pt idx="1667">
                  <c:v>15.8858</c:v>
                </c:pt>
                <c:pt idx="1668">
                  <c:v>15.853999999999999</c:v>
                </c:pt>
                <c:pt idx="1669">
                  <c:v>15.853999999999999</c:v>
                </c:pt>
                <c:pt idx="1670">
                  <c:v>15.8543</c:v>
                </c:pt>
                <c:pt idx="1671">
                  <c:v>15.906599999999999</c:v>
                </c:pt>
                <c:pt idx="1672">
                  <c:v>15.818899999999999</c:v>
                </c:pt>
                <c:pt idx="1673">
                  <c:v>15.821400000000001</c:v>
                </c:pt>
                <c:pt idx="1674">
                  <c:v>15.686299999999999</c:v>
                </c:pt>
                <c:pt idx="1675">
                  <c:v>15.5229</c:v>
                </c:pt>
                <c:pt idx="1676">
                  <c:v>15.5229</c:v>
                </c:pt>
                <c:pt idx="1677">
                  <c:v>15.5229</c:v>
                </c:pt>
                <c:pt idx="1678">
                  <c:v>15.596500000000001</c:v>
                </c:pt>
                <c:pt idx="1679">
                  <c:v>15.5623</c:v>
                </c:pt>
                <c:pt idx="1680">
                  <c:v>15.4818</c:v>
                </c:pt>
                <c:pt idx="1681">
                  <c:v>15.392899999999999</c:v>
                </c:pt>
                <c:pt idx="1682">
                  <c:v>15.391400000000001</c:v>
                </c:pt>
                <c:pt idx="1683">
                  <c:v>15.391400000000001</c:v>
                </c:pt>
                <c:pt idx="1684">
                  <c:v>15.391400000000001</c:v>
                </c:pt>
                <c:pt idx="1685">
                  <c:v>15.2349</c:v>
                </c:pt>
                <c:pt idx="1686">
                  <c:v>15.085699999999999</c:v>
                </c:pt>
                <c:pt idx="1687">
                  <c:v>15.0228</c:v>
                </c:pt>
                <c:pt idx="1688">
                  <c:v>15.1264</c:v>
                </c:pt>
                <c:pt idx="1689">
                  <c:v>15.187099999999999</c:v>
                </c:pt>
                <c:pt idx="1690">
                  <c:v>15.187099999999999</c:v>
                </c:pt>
                <c:pt idx="1691">
                  <c:v>15.187099999999999</c:v>
                </c:pt>
                <c:pt idx="1692">
                  <c:v>14.787599999999999</c:v>
                </c:pt>
                <c:pt idx="1693">
                  <c:v>14.808400000000001</c:v>
                </c:pt>
                <c:pt idx="1694">
                  <c:v>14.8965</c:v>
                </c:pt>
                <c:pt idx="1695">
                  <c:v>14.8544</c:v>
                </c:pt>
                <c:pt idx="1696">
                  <c:v>14.796900000000001</c:v>
                </c:pt>
                <c:pt idx="1697">
                  <c:v>14.796900000000001</c:v>
                </c:pt>
                <c:pt idx="1698">
                  <c:v>14.796900000000001</c:v>
                </c:pt>
                <c:pt idx="1699">
                  <c:v>14.860200000000001</c:v>
                </c:pt>
                <c:pt idx="1700">
                  <c:v>14.9314</c:v>
                </c:pt>
                <c:pt idx="1701">
                  <c:v>14.9171</c:v>
                </c:pt>
                <c:pt idx="1702">
                  <c:v>15.1175</c:v>
                </c:pt>
                <c:pt idx="1703">
                  <c:v>15.0684</c:v>
                </c:pt>
                <c:pt idx="1704">
                  <c:v>15.0684</c:v>
                </c:pt>
                <c:pt idx="1705">
                  <c:v>15.0684</c:v>
                </c:pt>
                <c:pt idx="1706">
                  <c:v>15.344099999999999</c:v>
                </c:pt>
                <c:pt idx="1707">
                  <c:v>15.434200000000001</c:v>
                </c:pt>
                <c:pt idx="1708">
                  <c:v>15.5083</c:v>
                </c:pt>
                <c:pt idx="1709">
                  <c:v>15.3849</c:v>
                </c:pt>
                <c:pt idx="1710">
                  <c:v>15.4579</c:v>
                </c:pt>
                <c:pt idx="1711">
                  <c:v>15.4579</c:v>
                </c:pt>
                <c:pt idx="1712">
                  <c:v>15.4579</c:v>
                </c:pt>
                <c:pt idx="1713">
                  <c:v>15.318199999999999</c:v>
                </c:pt>
                <c:pt idx="1714">
                  <c:v>15.3598</c:v>
                </c:pt>
                <c:pt idx="1715">
                  <c:v>15.4193</c:v>
                </c:pt>
                <c:pt idx="1716">
                  <c:v>15.4122</c:v>
                </c:pt>
                <c:pt idx="1717">
                  <c:v>15.376899999999999</c:v>
                </c:pt>
                <c:pt idx="1718">
                  <c:v>15.376899999999999</c:v>
                </c:pt>
                <c:pt idx="1719">
                  <c:v>15.376899999999999</c:v>
                </c:pt>
                <c:pt idx="1720">
                  <c:v>15.282299999999999</c:v>
                </c:pt>
                <c:pt idx="1721">
                  <c:v>15.3217</c:v>
                </c:pt>
                <c:pt idx="1722">
                  <c:v>15.366899999999999</c:v>
                </c:pt>
                <c:pt idx="1723">
                  <c:v>15.2591</c:v>
                </c:pt>
                <c:pt idx="1724">
                  <c:v>15.156700000000001</c:v>
                </c:pt>
                <c:pt idx="1725">
                  <c:v>15.156700000000001</c:v>
                </c:pt>
                <c:pt idx="1726">
                  <c:v>15.156700000000001</c:v>
                </c:pt>
                <c:pt idx="1727">
                  <c:v>14.9262</c:v>
                </c:pt>
                <c:pt idx="1728">
                  <c:v>14.976699999999999</c:v>
                </c:pt>
                <c:pt idx="1729">
                  <c:v>14.7735</c:v>
                </c:pt>
                <c:pt idx="1730">
                  <c:v>14.956899999999999</c:v>
                </c:pt>
                <c:pt idx="1731">
                  <c:v>14.817299999999999</c:v>
                </c:pt>
                <c:pt idx="1732">
                  <c:v>14.817299999999999</c:v>
                </c:pt>
                <c:pt idx="1733">
                  <c:v>14.817299999999999</c:v>
                </c:pt>
                <c:pt idx="1734">
                  <c:v>14.452999999999999</c:v>
                </c:pt>
                <c:pt idx="1735">
                  <c:v>14.345700000000001</c:v>
                </c:pt>
                <c:pt idx="1736">
                  <c:v>13.8315</c:v>
                </c:pt>
                <c:pt idx="1737">
                  <c:v>14.087199999999999</c:v>
                </c:pt>
                <c:pt idx="1738">
                  <c:v>13.9772</c:v>
                </c:pt>
                <c:pt idx="1739">
                  <c:v>13.9772</c:v>
                </c:pt>
                <c:pt idx="1740">
                  <c:v>13.9772</c:v>
                </c:pt>
                <c:pt idx="1741">
                  <c:v>13.836</c:v>
                </c:pt>
                <c:pt idx="1742">
                  <c:v>13.9322</c:v>
                </c:pt>
                <c:pt idx="1743">
                  <c:v>14.132</c:v>
                </c:pt>
                <c:pt idx="1744">
                  <c:v>12.196899999999999</c:v>
                </c:pt>
                <c:pt idx="1745">
                  <c:v>12.6784</c:v>
                </c:pt>
                <c:pt idx="1746">
                  <c:v>12.7178</c:v>
                </c:pt>
                <c:pt idx="1747">
                  <c:v>12.7178</c:v>
                </c:pt>
                <c:pt idx="1748">
                  <c:v>12.916</c:v>
                </c:pt>
                <c:pt idx="1749">
                  <c:v>13.0214</c:v>
                </c:pt>
                <c:pt idx="1750">
                  <c:v>13.0158</c:v>
                </c:pt>
                <c:pt idx="1751">
                  <c:v>12.930199999999999</c:v>
                </c:pt>
                <c:pt idx="1752">
                  <c:v>12.9551</c:v>
                </c:pt>
                <c:pt idx="1753">
                  <c:v>12.9551</c:v>
                </c:pt>
                <c:pt idx="1754">
                  <c:v>12.9551</c:v>
                </c:pt>
                <c:pt idx="1755">
                  <c:v>13.0189</c:v>
                </c:pt>
                <c:pt idx="1756">
                  <c:v>12.994300000000001</c:v>
                </c:pt>
                <c:pt idx="1757">
                  <c:v>13.1401</c:v>
                </c:pt>
                <c:pt idx="1758">
                  <c:v>12.9383</c:v>
                </c:pt>
                <c:pt idx="1759">
                  <c:v>12.6717</c:v>
                </c:pt>
                <c:pt idx="1760">
                  <c:v>12.6717</c:v>
                </c:pt>
                <c:pt idx="1761">
                  <c:v>12.6717</c:v>
                </c:pt>
                <c:pt idx="1762">
                  <c:v>12.6577</c:v>
                </c:pt>
                <c:pt idx="1763">
                  <c:v>12.6915</c:v>
                </c:pt>
                <c:pt idx="1764">
                  <c:v>12.652699999999999</c:v>
                </c:pt>
                <c:pt idx="1765">
                  <c:v>12.708</c:v>
                </c:pt>
                <c:pt idx="1766">
                  <c:v>12.9625</c:v>
                </c:pt>
                <c:pt idx="1767">
                  <c:v>12.962899999999999</c:v>
                </c:pt>
                <c:pt idx="1768">
                  <c:v>12.962899999999999</c:v>
                </c:pt>
                <c:pt idx="1769">
                  <c:v>13.1145</c:v>
                </c:pt>
                <c:pt idx="1770">
                  <c:v>13.1343</c:v>
                </c:pt>
                <c:pt idx="1771">
                  <c:v>13.3529</c:v>
                </c:pt>
                <c:pt idx="1772">
                  <c:v>13.428000000000001</c:v>
                </c:pt>
                <c:pt idx="1773">
                  <c:v>13.4323</c:v>
                </c:pt>
                <c:pt idx="1774">
                  <c:v>13.4369</c:v>
                </c:pt>
                <c:pt idx="1775">
                  <c:v>13.436400000000001</c:v>
                </c:pt>
                <c:pt idx="1776">
                  <c:v>13.4352</c:v>
                </c:pt>
                <c:pt idx="1777">
                  <c:v>13.4352</c:v>
                </c:pt>
                <c:pt idx="1778">
                  <c:v>13.4352</c:v>
                </c:pt>
                <c:pt idx="1779">
                  <c:v>13.4048</c:v>
                </c:pt>
                <c:pt idx="1780">
                  <c:v>13.5908</c:v>
                </c:pt>
                <c:pt idx="1781">
                  <c:v>13.5908</c:v>
                </c:pt>
                <c:pt idx="1782">
                  <c:v>13.5908</c:v>
                </c:pt>
                <c:pt idx="1783">
                  <c:v>13.360200000000001</c:v>
                </c:pt>
                <c:pt idx="1784">
                  <c:v>13.425000000000001</c:v>
                </c:pt>
                <c:pt idx="1785">
                  <c:v>13.400600000000001</c:v>
                </c:pt>
                <c:pt idx="1786">
                  <c:v>13.4161</c:v>
                </c:pt>
                <c:pt idx="1787">
                  <c:v>13.166600000000001</c:v>
                </c:pt>
                <c:pt idx="1788">
                  <c:v>13.166600000000001</c:v>
                </c:pt>
                <c:pt idx="1789">
                  <c:v>13.166600000000001</c:v>
                </c:pt>
                <c:pt idx="1790">
                  <c:v>13.115399999999999</c:v>
                </c:pt>
                <c:pt idx="1791">
                  <c:v>13.2835</c:v>
                </c:pt>
                <c:pt idx="1792">
                  <c:v>13.2759</c:v>
                </c:pt>
                <c:pt idx="1793">
                  <c:v>13.3687</c:v>
                </c:pt>
                <c:pt idx="1794">
                  <c:v>13.316700000000001</c:v>
                </c:pt>
                <c:pt idx="1795">
                  <c:v>13.316700000000001</c:v>
                </c:pt>
                <c:pt idx="1796">
                  <c:v>13.316700000000001</c:v>
                </c:pt>
                <c:pt idx="1797">
                  <c:v>13.199400000000001</c:v>
                </c:pt>
                <c:pt idx="1798">
                  <c:v>13.326000000000001</c:v>
                </c:pt>
                <c:pt idx="1799">
                  <c:v>13.213900000000001</c:v>
                </c:pt>
                <c:pt idx="1800">
                  <c:v>13.0191</c:v>
                </c:pt>
                <c:pt idx="1801">
                  <c:v>13.092599999999999</c:v>
                </c:pt>
                <c:pt idx="1802">
                  <c:v>13.092599999999999</c:v>
                </c:pt>
                <c:pt idx="1803">
                  <c:v>13.092599999999999</c:v>
                </c:pt>
                <c:pt idx="1804">
                  <c:v>13.0601</c:v>
                </c:pt>
                <c:pt idx="1805">
                  <c:v>13.038500000000001</c:v>
                </c:pt>
                <c:pt idx="1806">
                  <c:v>12.9716</c:v>
                </c:pt>
                <c:pt idx="1807">
                  <c:v>12.8299</c:v>
                </c:pt>
                <c:pt idx="1808">
                  <c:v>12.744899999999999</c:v>
                </c:pt>
                <c:pt idx="1809">
                  <c:v>12.744899999999999</c:v>
                </c:pt>
                <c:pt idx="1810">
                  <c:v>12.744899999999999</c:v>
                </c:pt>
                <c:pt idx="1811">
                  <c:v>12.858499999999999</c:v>
                </c:pt>
                <c:pt idx="1812">
                  <c:v>12.9017</c:v>
                </c:pt>
                <c:pt idx="1813">
                  <c:v>12.8599</c:v>
                </c:pt>
                <c:pt idx="1814">
                  <c:v>12.754200000000001</c:v>
                </c:pt>
                <c:pt idx="1815">
                  <c:v>12.7257</c:v>
                </c:pt>
                <c:pt idx="1816">
                  <c:v>12.7257</c:v>
                </c:pt>
                <c:pt idx="1817">
                  <c:v>12.7257</c:v>
                </c:pt>
                <c:pt idx="1818">
                  <c:v>12.622199999999999</c:v>
                </c:pt>
                <c:pt idx="1819">
                  <c:v>12.610799999999999</c:v>
                </c:pt>
                <c:pt idx="1820">
                  <c:v>12.504099999999999</c:v>
                </c:pt>
                <c:pt idx="1821">
                  <c:v>12.456300000000001</c:v>
                </c:pt>
                <c:pt idx="1822">
                  <c:v>12.511699999999999</c:v>
                </c:pt>
                <c:pt idx="1823">
                  <c:v>12.511699999999999</c:v>
                </c:pt>
                <c:pt idx="1824">
                  <c:v>12.511699999999999</c:v>
                </c:pt>
                <c:pt idx="1825">
                  <c:v>12.393800000000001</c:v>
                </c:pt>
                <c:pt idx="1826">
                  <c:v>12.4095</c:v>
                </c:pt>
                <c:pt idx="1827">
                  <c:v>12.752000000000001</c:v>
                </c:pt>
                <c:pt idx="1828">
                  <c:v>12.752000000000001</c:v>
                </c:pt>
              </c:numCache>
            </c:numRef>
          </c:val>
          <c:smooth val="1"/>
          <c:extLst>
            <c:ext xmlns:c16="http://schemas.microsoft.com/office/drawing/2014/chart" uri="{C3380CC4-5D6E-409C-BE32-E72D297353CC}">
              <c16:uniqueId val="{00000000-81C4-4815-9680-5AA56E5DE3F5}"/>
            </c:ext>
          </c:extLst>
        </c:ser>
        <c:ser>
          <c:idx val="1"/>
          <c:order val="1"/>
          <c:tx>
            <c:strRef>
              <c:f>Source!$AX$1</c:f>
              <c:strCache>
                <c:ptCount val="1"/>
                <c:pt idx="0">
                  <c:v>-2SD</c:v>
                </c:pt>
              </c:strCache>
            </c:strRef>
          </c:tx>
          <c:spPr>
            <a:ln w="28575">
              <a:solidFill>
                <a:schemeClr val="tx1">
                  <a:lumMod val="50000"/>
                  <a:lumOff val="50000"/>
                </a:schemeClr>
              </a:solidFill>
              <a:prstDash val="solid"/>
            </a:ln>
          </c:spPr>
          <c:marker>
            <c:symbol val="none"/>
          </c:marker>
          <c:cat>
            <c:numRef>
              <c:f>Source!$AV$3:$AV$3656</c:f>
              <c:numCache>
                <c:formatCode>m/d/yyyy</c:formatCode>
                <c:ptCount val="3654"/>
                <c:pt idx="0">
                  <c:v>44489</c:v>
                </c:pt>
                <c:pt idx="1">
                  <c:v>44490</c:v>
                </c:pt>
                <c:pt idx="2">
                  <c:v>44491</c:v>
                </c:pt>
                <c:pt idx="3">
                  <c:v>44492</c:v>
                </c:pt>
                <c:pt idx="4">
                  <c:v>44493</c:v>
                </c:pt>
                <c:pt idx="5">
                  <c:v>44494</c:v>
                </c:pt>
                <c:pt idx="6">
                  <c:v>44495</c:v>
                </c:pt>
                <c:pt idx="7">
                  <c:v>44496</c:v>
                </c:pt>
                <c:pt idx="8">
                  <c:v>44497</c:v>
                </c:pt>
                <c:pt idx="9">
                  <c:v>44498</c:v>
                </c:pt>
                <c:pt idx="10">
                  <c:v>44499</c:v>
                </c:pt>
                <c:pt idx="11">
                  <c:v>44500</c:v>
                </c:pt>
                <c:pt idx="12">
                  <c:v>44501</c:v>
                </c:pt>
                <c:pt idx="13">
                  <c:v>44502</c:v>
                </c:pt>
                <c:pt idx="14">
                  <c:v>44503</c:v>
                </c:pt>
                <c:pt idx="15">
                  <c:v>44504</c:v>
                </c:pt>
                <c:pt idx="16">
                  <c:v>44505</c:v>
                </c:pt>
                <c:pt idx="17">
                  <c:v>44506</c:v>
                </c:pt>
                <c:pt idx="18">
                  <c:v>44507</c:v>
                </c:pt>
                <c:pt idx="19">
                  <c:v>44508</c:v>
                </c:pt>
                <c:pt idx="20">
                  <c:v>44509</c:v>
                </c:pt>
                <c:pt idx="21">
                  <c:v>44510</c:v>
                </c:pt>
                <c:pt idx="22">
                  <c:v>44511</c:v>
                </c:pt>
                <c:pt idx="23">
                  <c:v>44512</c:v>
                </c:pt>
                <c:pt idx="24">
                  <c:v>44513</c:v>
                </c:pt>
                <c:pt idx="25">
                  <c:v>44514</c:v>
                </c:pt>
                <c:pt idx="26">
                  <c:v>44515</c:v>
                </c:pt>
                <c:pt idx="27">
                  <c:v>44516</c:v>
                </c:pt>
                <c:pt idx="28">
                  <c:v>44517</c:v>
                </c:pt>
                <c:pt idx="29">
                  <c:v>44518</c:v>
                </c:pt>
                <c:pt idx="30">
                  <c:v>44519</c:v>
                </c:pt>
                <c:pt idx="31">
                  <c:v>44520</c:v>
                </c:pt>
                <c:pt idx="32">
                  <c:v>44521</c:v>
                </c:pt>
                <c:pt idx="33">
                  <c:v>44522</c:v>
                </c:pt>
                <c:pt idx="34">
                  <c:v>44523</c:v>
                </c:pt>
                <c:pt idx="35">
                  <c:v>44524</c:v>
                </c:pt>
                <c:pt idx="36">
                  <c:v>44525</c:v>
                </c:pt>
                <c:pt idx="37">
                  <c:v>44526</c:v>
                </c:pt>
                <c:pt idx="38">
                  <c:v>44527</c:v>
                </c:pt>
                <c:pt idx="39">
                  <c:v>44528</c:v>
                </c:pt>
                <c:pt idx="40">
                  <c:v>44529</c:v>
                </c:pt>
                <c:pt idx="41">
                  <c:v>44530</c:v>
                </c:pt>
                <c:pt idx="42">
                  <c:v>44531</c:v>
                </c:pt>
                <c:pt idx="43">
                  <c:v>44532</c:v>
                </c:pt>
                <c:pt idx="44">
                  <c:v>44533</c:v>
                </c:pt>
                <c:pt idx="45">
                  <c:v>44534</c:v>
                </c:pt>
                <c:pt idx="46">
                  <c:v>44535</c:v>
                </c:pt>
                <c:pt idx="47">
                  <c:v>44536</c:v>
                </c:pt>
                <c:pt idx="48">
                  <c:v>44537</c:v>
                </c:pt>
                <c:pt idx="49">
                  <c:v>44538</c:v>
                </c:pt>
                <c:pt idx="50">
                  <c:v>44539</c:v>
                </c:pt>
                <c:pt idx="51">
                  <c:v>44540</c:v>
                </c:pt>
                <c:pt idx="52">
                  <c:v>44541</c:v>
                </c:pt>
                <c:pt idx="53">
                  <c:v>44542</c:v>
                </c:pt>
                <c:pt idx="54">
                  <c:v>44543</c:v>
                </c:pt>
                <c:pt idx="55">
                  <c:v>44544</c:v>
                </c:pt>
                <c:pt idx="56">
                  <c:v>44545</c:v>
                </c:pt>
                <c:pt idx="57">
                  <c:v>44546</c:v>
                </c:pt>
                <c:pt idx="58">
                  <c:v>44547</c:v>
                </c:pt>
                <c:pt idx="59">
                  <c:v>44548</c:v>
                </c:pt>
                <c:pt idx="60">
                  <c:v>44549</c:v>
                </c:pt>
                <c:pt idx="61">
                  <c:v>44550</c:v>
                </c:pt>
                <c:pt idx="62">
                  <c:v>44551</c:v>
                </c:pt>
                <c:pt idx="63">
                  <c:v>44552</c:v>
                </c:pt>
                <c:pt idx="64">
                  <c:v>44553</c:v>
                </c:pt>
                <c:pt idx="65">
                  <c:v>44554</c:v>
                </c:pt>
                <c:pt idx="66">
                  <c:v>44555</c:v>
                </c:pt>
                <c:pt idx="67">
                  <c:v>44556</c:v>
                </c:pt>
                <c:pt idx="68">
                  <c:v>44557</c:v>
                </c:pt>
                <c:pt idx="69">
                  <c:v>44558</c:v>
                </c:pt>
                <c:pt idx="70">
                  <c:v>44559</c:v>
                </c:pt>
                <c:pt idx="71">
                  <c:v>44560</c:v>
                </c:pt>
                <c:pt idx="72">
                  <c:v>44561</c:v>
                </c:pt>
                <c:pt idx="73">
                  <c:v>44562</c:v>
                </c:pt>
                <c:pt idx="74">
                  <c:v>44563</c:v>
                </c:pt>
                <c:pt idx="75">
                  <c:v>44564</c:v>
                </c:pt>
                <c:pt idx="76">
                  <c:v>44565</c:v>
                </c:pt>
                <c:pt idx="77">
                  <c:v>44566</c:v>
                </c:pt>
                <c:pt idx="78">
                  <c:v>44567</c:v>
                </c:pt>
                <c:pt idx="79">
                  <c:v>44568</c:v>
                </c:pt>
                <c:pt idx="80">
                  <c:v>44569</c:v>
                </c:pt>
                <c:pt idx="81">
                  <c:v>44570</c:v>
                </c:pt>
                <c:pt idx="82">
                  <c:v>44571</c:v>
                </c:pt>
                <c:pt idx="83">
                  <c:v>44572</c:v>
                </c:pt>
                <c:pt idx="84">
                  <c:v>44573</c:v>
                </c:pt>
                <c:pt idx="85">
                  <c:v>44574</c:v>
                </c:pt>
                <c:pt idx="86">
                  <c:v>44575</c:v>
                </c:pt>
                <c:pt idx="87">
                  <c:v>44576</c:v>
                </c:pt>
                <c:pt idx="88">
                  <c:v>44577</c:v>
                </c:pt>
                <c:pt idx="89">
                  <c:v>44578</c:v>
                </c:pt>
                <c:pt idx="90">
                  <c:v>44579</c:v>
                </c:pt>
                <c:pt idx="91">
                  <c:v>44580</c:v>
                </c:pt>
                <c:pt idx="92">
                  <c:v>44581</c:v>
                </c:pt>
                <c:pt idx="93">
                  <c:v>44582</c:v>
                </c:pt>
                <c:pt idx="94">
                  <c:v>44583</c:v>
                </c:pt>
                <c:pt idx="95">
                  <c:v>44584</c:v>
                </c:pt>
                <c:pt idx="96">
                  <c:v>44585</c:v>
                </c:pt>
                <c:pt idx="97">
                  <c:v>44586</c:v>
                </c:pt>
                <c:pt idx="98">
                  <c:v>44587</c:v>
                </c:pt>
                <c:pt idx="99">
                  <c:v>44588</c:v>
                </c:pt>
                <c:pt idx="100">
                  <c:v>44589</c:v>
                </c:pt>
                <c:pt idx="101">
                  <c:v>44590</c:v>
                </c:pt>
                <c:pt idx="102">
                  <c:v>44591</c:v>
                </c:pt>
                <c:pt idx="103">
                  <c:v>44592</c:v>
                </c:pt>
                <c:pt idx="104">
                  <c:v>44593</c:v>
                </c:pt>
                <c:pt idx="105">
                  <c:v>44594</c:v>
                </c:pt>
                <c:pt idx="106">
                  <c:v>44595</c:v>
                </c:pt>
                <c:pt idx="107">
                  <c:v>44596</c:v>
                </c:pt>
                <c:pt idx="108">
                  <c:v>44597</c:v>
                </c:pt>
                <c:pt idx="109">
                  <c:v>44598</c:v>
                </c:pt>
                <c:pt idx="110">
                  <c:v>44599</c:v>
                </c:pt>
                <c:pt idx="111">
                  <c:v>44600</c:v>
                </c:pt>
                <c:pt idx="112">
                  <c:v>44601</c:v>
                </c:pt>
                <c:pt idx="113">
                  <c:v>44602</c:v>
                </c:pt>
                <c:pt idx="114">
                  <c:v>44603</c:v>
                </c:pt>
                <c:pt idx="115">
                  <c:v>44604</c:v>
                </c:pt>
                <c:pt idx="116">
                  <c:v>44605</c:v>
                </c:pt>
                <c:pt idx="117">
                  <c:v>44606</c:v>
                </c:pt>
                <c:pt idx="118">
                  <c:v>44607</c:v>
                </c:pt>
                <c:pt idx="119">
                  <c:v>44608</c:v>
                </c:pt>
                <c:pt idx="120">
                  <c:v>44609</c:v>
                </c:pt>
                <c:pt idx="121">
                  <c:v>44610</c:v>
                </c:pt>
                <c:pt idx="122">
                  <c:v>44611</c:v>
                </c:pt>
                <c:pt idx="123">
                  <c:v>44612</c:v>
                </c:pt>
                <c:pt idx="124">
                  <c:v>44613</c:v>
                </c:pt>
                <c:pt idx="125">
                  <c:v>44614</c:v>
                </c:pt>
                <c:pt idx="126">
                  <c:v>44615</c:v>
                </c:pt>
                <c:pt idx="127">
                  <c:v>44616</c:v>
                </c:pt>
                <c:pt idx="128">
                  <c:v>44617</c:v>
                </c:pt>
                <c:pt idx="129">
                  <c:v>44618</c:v>
                </c:pt>
                <c:pt idx="130">
                  <c:v>44619</c:v>
                </c:pt>
                <c:pt idx="131">
                  <c:v>44620</c:v>
                </c:pt>
                <c:pt idx="132">
                  <c:v>44621</c:v>
                </c:pt>
                <c:pt idx="133">
                  <c:v>44622</c:v>
                </c:pt>
                <c:pt idx="134">
                  <c:v>44623</c:v>
                </c:pt>
                <c:pt idx="135">
                  <c:v>44624</c:v>
                </c:pt>
                <c:pt idx="136">
                  <c:v>44625</c:v>
                </c:pt>
                <c:pt idx="137">
                  <c:v>44626</c:v>
                </c:pt>
                <c:pt idx="138">
                  <c:v>44627</c:v>
                </c:pt>
                <c:pt idx="139">
                  <c:v>44628</c:v>
                </c:pt>
                <c:pt idx="140">
                  <c:v>44629</c:v>
                </c:pt>
                <c:pt idx="141">
                  <c:v>44630</c:v>
                </c:pt>
                <c:pt idx="142">
                  <c:v>44631</c:v>
                </c:pt>
                <c:pt idx="143">
                  <c:v>44632</c:v>
                </c:pt>
                <c:pt idx="144">
                  <c:v>44633</c:v>
                </c:pt>
                <c:pt idx="145">
                  <c:v>44634</c:v>
                </c:pt>
                <c:pt idx="146">
                  <c:v>44635</c:v>
                </c:pt>
                <c:pt idx="147">
                  <c:v>44636</c:v>
                </c:pt>
                <c:pt idx="148">
                  <c:v>44637</c:v>
                </c:pt>
                <c:pt idx="149">
                  <c:v>44638</c:v>
                </c:pt>
                <c:pt idx="150">
                  <c:v>44639</c:v>
                </c:pt>
                <c:pt idx="151">
                  <c:v>44640</c:v>
                </c:pt>
                <c:pt idx="152">
                  <c:v>44641</c:v>
                </c:pt>
                <c:pt idx="153">
                  <c:v>44642</c:v>
                </c:pt>
                <c:pt idx="154">
                  <c:v>44643</c:v>
                </c:pt>
                <c:pt idx="155">
                  <c:v>44644</c:v>
                </c:pt>
                <c:pt idx="156">
                  <c:v>44645</c:v>
                </c:pt>
                <c:pt idx="157">
                  <c:v>44646</c:v>
                </c:pt>
                <c:pt idx="158">
                  <c:v>44647</c:v>
                </c:pt>
                <c:pt idx="159">
                  <c:v>44648</c:v>
                </c:pt>
                <c:pt idx="160">
                  <c:v>44649</c:v>
                </c:pt>
                <c:pt idx="161">
                  <c:v>44650</c:v>
                </c:pt>
                <c:pt idx="162">
                  <c:v>44651</c:v>
                </c:pt>
                <c:pt idx="163">
                  <c:v>44652</c:v>
                </c:pt>
                <c:pt idx="164">
                  <c:v>44653</c:v>
                </c:pt>
                <c:pt idx="165">
                  <c:v>44654</c:v>
                </c:pt>
                <c:pt idx="166">
                  <c:v>44655</c:v>
                </c:pt>
                <c:pt idx="167">
                  <c:v>44656</c:v>
                </c:pt>
                <c:pt idx="168">
                  <c:v>44657</c:v>
                </c:pt>
                <c:pt idx="169">
                  <c:v>44658</c:v>
                </c:pt>
                <c:pt idx="170">
                  <c:v>44659</c:v>
                </c:pt>
                <c:pt idx="171">
                  <c:v>44660</c:v>
                </c:pt>
                <c:pt idx="172">
                  <c:v>44661</c:v>
                </c:pt>
                <c:pt idx="173">
                  <c:v>44662</c:v>
                </c:pt>
                <c:pt idx="174">
                  <c:v>44663</c:v>
                </c:pt>
                <c:pt idx="175">
                  <c:v>44664</c:v>
                </c:pt>
                <c:pt idx="176">
                  <c:v>44665</c:v>
                </c:pt>
                <c:pt idx="177">
                  <c:v>44666</c:v>
                </c:pt>
                <c:pt idx="178">
                  <c:v>44667</c:v>
                </c:pt>
                <c:pt idx="179">
                  <c:v>44668</c:v>
                </c:pt>
                <c:pt idx="180">
                  <c:v>44669</c:v>
                </c:pt>
                <c:pt idx="181">
                  <c:v>44670</c:v>
                </c:pt>
                <c:pt idx="182">
                  <c:v>44671</c:v>
                </c:pt>
                <c:pt idx="183">
                  <c:v>44672</c:v>
                </c:pt>
                <c:pt idx="184">
                  <c:v>44673</c:v>
                </c:pt>
                <c:pt idx="185">
                  <c:v>44674</c:v>
                </c:pt>
                <c:pt idx="186">
                  <c:v>44675</c:v>
                </c:pt>
                <c:pt idx="187">
                  <c:v>44676</c:v>
                </c:pt>
                <c:pt idx="188">
                  <c:v>44677</c:v>
                </c:pt>
                <c:pt idx="189">
                  <c:v>44678</c:v>
                </c:pt>
                <c:pt idx="190">
                  <c:v>44679</c:v>
                </c:pt>
                <c:pt idx="191">
                  <c:v>44680</c:v>
                </c:pt>
                <c:pt idx="192">
                  <c:v>44681</c:v>
                </c:pt>
                <c:pt idx="193">
                  <c:v>44682</c:v>
                </c:pt>
                <c:pt idx="194">
                  <c:v>44683</c:v>
                </c:pt>
                <c:pt idx="195">
                  <c:v>44684</c:v>
                </c:pt>
                <c:pt idx="196">
                  <c:v>44685</c:v>
                </c:pt>
                <c:pt idx="197">
                  <c:v>44686</c:v>
                </c:pt>
                <c:pt idx="198">
                  <c:v>44687</c:v>
                </c:pt>
                <c:pt idx="199">
                  <c:v>44688</c:v>
                </c:pt>
                <c:pt idx="200">
                  <c:v>44689</c:v>
                </c:pt>
                <c:pt idx="201">
                  <c:v>44690</c:v>
                </c:pt>
                <c:pt idx="202">
                  <c:v>44691</c:v>
                </c:pt>
                <c:pt idx="203">
                  <c:v>44692</c:v>
                </c:pt>
                <c:pt idx="204">
                  <c:v>44693</c:v>
                </c:pt>
                <c:pt idx="205">
                  <c:v>44694</c:v>
                </c:pt>
                <c:pt idx="206">
                  <c:v>44695</c:v>
                </c:pt>
                <c:pt idx="207">
                  <c:v>44696</c:v>
                </c:pt>
                <c:pt idx="208">
                  <c:v>44697</c:v>
                </c:pt>
                <c:pt idx="209">
                  <c:v>44698</c:v>
                </c:pt>
                <c:pt idx="210">
                  <c:v>44699</c:v>
                </c:pt>
                <c:pt idx="211">
                  <c:v>44700</c:v>
                </c:pt>
                <c:pt idx="212">
                  <c:v>44701</c:v>
                </c:pt>
                <c:pt idx="213">
                  <c:v>44702</c:v>
                </c:pt>
                <c:pt idx="214">
                  <c:v>44703</c:v>
                </c:pt>
                <c:pt idx="215">
                  <c:v>44704</c:v>
                </c:pt>
                <c:pt idx="216">
                  <c:v>44705</c:v>
                </c:pt>
                <c:pt idx="217">
                  <c:v>44706</c:v>
                </c:pt>
                <c:pt idx="218">
                  <c:v>44707</c:v>
                </c:pt>
                <c:pt idx="219">
                  <c:v>44708</c:v>
                </c:pt>
                <c:pt idx="220">
                  <c:v>44709</c:v>
                </c:pt>
                <c:pt idx="221">
                  <c:v>44710</c:v>
                </c:pt>
                <c:pt idx="222">
                  <c:v>44711</c:v>
                </c:pt>
                <c:pt idx="223">
                  <c:v>44712</c:v>
                </c:pt>
                <c:pt idx="224">
                  <c:v>44713</c:v>
                </c:pt>
                <c:pt idx="225">
                  <c:v>44714</c:v>
                </c:pt>
                <c:pt idx="226">
                  <c:v>44715</c:v>
                </c:pt>
                <c:pt idx="227">
                  <c:v>44716</c:v>
                </c:pt>
                <c:pt idx="228">
                  <c:v>44717</c:v>
                </c:pt>
                <c:pt idx="229">
                  <c:v>44718</c:v>
                </c:pt>
                <c:pt idx="230">
                  <c:v>44719</c:v>
                </c:pt>
                <c:pt idx="231">
                  <c:v>44720</c:v>
                </c:pt>
                <c:pt idx="232">
                  <c:v>44721</c:v>
                </c:pt>
                <c:pt idx="233">
                  <c:v>44722</c:v>
                </c:pt>
                <c:pt idx="234">
                  <c:v>44723</c:v>
                </c:pt>
                <c:pt idx="235">
                  <c:v>44724</c:v>
                </c:pt>
                <c:pt idx="236">
                  <c:v>44725</c:v>
                </c:pt>
                <c:pt idx="237">
                  <c:v>44726</c:v>
                </c:pt>
                <c:pt idx="238">
                  <c:v>44727</c:v>
                </c:pt>
                <c:pt idx="239">
                  <c:v>44728</c:v>
                </c:pt>
                <c:pt idx="240">
                  <c:v>44729</c:v>
                </c:pt>
                <c:pt idx="241">
                  <c:v>44730</c:v>
                </c:pt>
                <c:pt idx="242">
                  <c:v>44731</c:v>
                </c:pt>
                <c:pt idx="243">
                  <c:v>44732</c:v>
                </c:pt>
                <c:pt idx="244">
                  <c:v>44733</c:v>
                </c:pt>
                <c:pt idx="245">
                  <c:v>44734</c:v>
                </c:pt>
                <c:pt idx="246">
                  <c:v>44735</c:v>
                </c:pt>
                <c:pt idx="247">
                  <c:v>44736</c:v>
                </c:pt>
                <c:pt idx="248">
                  <c:v>44737</c:v>
                </c:pt>
                <c:pt idx="249">
                  <c:v>44738</c:v>
                </c:pt>
                <c:pt idx="250">
                  <c:v>44739</c:v>
                </c:pt>
                <c:pt idx="251">
                  <c:v>44740</c:v>
                </c:pt>
                <c:pt idx="252">
                  <c:v>44741</c:v>
                </c:pt>
                <c:pt idx="253">
                  <c:v>44742</c:v>
                </c:pt>
                <c:pt idx="254">
                  <c:v>44743</c:v>
                </c:pt>
                <c:pt idx="255">
                  <c:v>44744</c:v>
                </c:pt>
                <c:pt idx="256">
                  <c:v>44745</c:v>
                </c:pt>
                <c:pt idx="257">
                  <c:v>44746</c:v>
                </c:pt>
                <c:pt idx="258">
                  <c:v>44747</c:v>
                </c:pt>
                <c:pt idx="259">
                  <c:v>44748</c:v>
                </c:pt>
                <c:pt idx="260">
                  <c:v>44749</c:v>
                </c:pt>
                <c:pt idx="261">
                  <c:v>44750</c:v>
                </c:pt>
                <c:pt idx="262">
                  <c:v>44751</c:v>
                </c:pt>
                <c:pt idx="263">
                  <c:v>44752</c:v>
                </c:pt>
                <c:pt idx="264">
                  <c:v>44753</c:v>
                </c:pt>
                <c:pt idx="265">
                  <c:v>44754</c:v>
                </c:pt>
                <c:pt idx="266">
                  <c:v>44755</c:v>
                </c:pt>
                <c:pt idx="267">
                  <c:v>44756</c:v>
                </c:pt>
                <c:pt idx="268">
                  <c:v>44757</c:v>
                </c:pt>
                <c:pt idx="269">
                  <c:v>44758</c:v>
                </c:pt>
                <c:pt idx="270">
                  <c:v>44759</c:v>
                </c:pt>
                <c:pt idx="271">
                  <c:v>44760</c:v>
                </c:pt>
                <c:pt idx="272">
                  <c:v>44761</c:v>
                </c:pt>
                <c:pt idx="273">
                  <c:v>44762</c:v>
                </c:pt>
                <c:pt idx="274">
                  <c:v>44763</c:v>
                </c:pt>
                <c:pt idx="275">
                  <c:v>44764</c:v>
                </c:pt>
                <c:pt idx="276">
                  <c:v>44765</c:v>
                </c:pt>
                <c:pt idx="277">
                  <c:v>44766</c:v>
                </c:pt>
                <c:pt idx="278">
                  <c:v>44767</c:v>
                </c:pt>
                <c:pt idx="279">
                  <c:v>44768</c:v>
                </c:pt>
                <c:pt idx="280">
                  <c:v>44769</c:v>
                </c:pt>
                <c:pt idx="281">
                  <c:v>44770</c:v>
                </c:pt>
                <c:pt idx="282">
                  <c:v>44771</c:v>
                </c:pt>
                <c:pt idx="283">
                  <c:v>44772</c:v>
                </c:pt>
                <c:pt idx="284">
                  <c:v>44773</c:v>
                </c:pt>
                <c:pt idx="285">
                  <c:v>44774</c:v>
                </c:pt>
                <c:pt idx="286">
                  <c:v>44775</c:v>
                </c:pt>
                <c:pt idx="287">
                  <c:v>44776</c:v>
                </c:pt>
                <c:pt idx="288">
                  <c:v>44777</c:v>
                </c:pt>
                <c:pt idx="289">
                  <c:v>44778</c:v>
                </c:pt>
                <c:pt idx="290">
                  <c:v>44779</c:v>
                </c:pt>
                <c:pt idx="291">
                  <c:v>44780</c:v>
                </c:pt>
                <c:pt idx="292">
                  <c:v>44781</c:v>
                </c:pt>
                <c:pt idx="293">
                  <c:v>44782</c:v>
                </c:pt>
                <c:pt idx="294">
                  <c:v>44783</c:v>
                </c:pt>
                <c:pt idx="295">
                  <c:v>44784</c:v>
                </c:pt>
                <c:pt idx="296">
                  <c:v>44785</c:v>
                </c:pt>
                <c:pt idx="297">
                  <c:v>44786</c:v>
                </c:pt>
                <c:pt idx="298">
                  <c:v>44787</c:v>
                </c:pt>
                <c:pt idx="299">
                  <c:v>44788</c:v>
                </c:pt>
                <c:pt idx="300">
                  <c:v>44789</c:v>
                </c:pt>
                <c:pt idx="301">
                  <c:v>44790</c:v>
                </c:pt>
                <c:pt idx="302">
                  <c:v>44791</c:v>
                </c:pt>
                <c:pt idx="303">
                  <c:v>44792</c:v>
                </c:pt>
                <c:pt idx="304">
                  <c:v>44793</c:v>
                </c:pt>
                <c:pt idx="305">
                  <c:v>44794</c:v>
                </c:pt>
                <c:pt idx="306">
                  <c:v>44795</c:v>
                </c:pt>
                <c:pt idx="307">
                  <c:v>44796</c:v>
                </c:pt>
                <c:pt idx="308">
                  <c:v>44797</c:v>
                </c:pt>
                <c:pt idx="309">
                  <c:v>44798</c:v>
                </c:pt>
                <c:pt idx="310">
                  <c:v>44799</c:v>
                </c:pt>
                <c:pt idx="311">
                  <c:v>44800</c:v>
                </c:pt>
                <c:pt idx="312">
                  <c:v>44801</c:v>
                </c:pt>
                <c:pt idx="313">
                  <c:v>44802</c:v>
                </c:pt>
                <c:pt idx="314">
                  <c:v>44803</c:v>
                </c:pt>
                <c:pt idx="315">
                  <c:v>44804</c:v>
                </c:pt>
                <c:pt idx="316">
                  <c:v>44805</c:v>
                </c:pt>
                <c:pt idx="317">
                  <c:v>44806</c:v>
                </c:pt>
                <c:pt idx="318">
                  <c:v>44807</c:v>
                </c:pt>
                <c:pt idx="319">
                  <c:v>44808</c:v>
                </c:pt>
                <c:pt idx="320">
                  <c:v>44809</c:v>
                </c:pt>
                <c:pt idx="321">
                  <c:v>44810</c:v>
                </c:pt>
                <c:pt idx="322">
                  <c:v>44811</c:v>
                </c:pt>
                <c:pt idx="323">
                  <c:v>44812</c:v>
                </c:pt>
                <c:pt idx="324">
                  <c:v>44813</c:v>
                </c:pt>
                <c:pt idx="325">
                  <c:v>44814</c:v>
                </c:pt>
                <c:pt idx="326">
                  <c:v>44815</c:v>
                </c:pt>
                <c:pt idx="327">
                  <c:v>44816</c:v>
                </c:pt>
                <c:pt idx="328">
                  <c:v>44817</c:v>
                </c:pt>
                <c:pt idx="329">
                  <c:v>44818</c:v>
                </c:pt>
                <c:pt idx="330">
                  <c:v>44819</c:v>
                </c:pt>
                <c:pt idx="331">
                  <c:v>44820</c:v>
                </c:pt>
                <c:pt idx="332">
                  <c:v>44821</c:v>
                </c:pt>
                <c:pt idx="333">
                  <c:v>44822</c:v>
                </c:pt>
                <c:pt idx="334">
                  <c:v>44823</c:v>
                </c:pt>
                <c:pt idx="335">
                  <c:v>44824</c:v>
                </c:pt>
                <c:pt idx="336">
                  <c:v>44825</c:v>
                </c:pt>
                <c:pt idx="337">
                  <c:v>44826</c:v>
                </c:pt>
                <c:pt idx="338">
                  <c:v>44827</c:v>
                </c:pt>
                <c:pt idx="339">
                  <c:v>44828</c:v>
                </c:pt>
                <c:pt idx="340">
                  <c:v>44829</c:v>
                </c:pt>
                <c:pt idx="341">
                  <c:v>44830</c:v>
                </c:pt>
                <c:pt idx="342">
                  <c:v>44831</c:v>
                </c:pt>
                <c:pt idx="343">
                  <c:v>44832</c:v>
                </c:pt>
                <c:pt idx="344">
                  <c:v>44833</c:v>
                </c:pt>
                <c:pt idx="345">
                  <c:v>44834</c:v>
                </c:pt>
                <c:pt idx="346">
                  <c:v>44835</c:v>
                </c:pt>
                <c:pt idx="347">
                  <c:v>44836</c:v>
                </c:pt>
                <c:pt idx="348">
                  <c:v>44837</c:v>
                </c:pt>
                <c:pt idx="349">
                  <c:v>44838</c:v>
                </c:pt>
                <c:pt idx="350">
                  <c:v>44839</c:v>
                </c:pt>
                <c:pt idx="351">
                  <c:v>44840</c:v>
                </c:pt>
                <c:pt idx="352">
                  <c:v>44841</c:v>
                </c:pt>
                <c:pt idx="353">
                  <c:v>44842</c:v>
                </c:pt>
                <c:pt idx="354">
                  <c:v>44843</c:v>
                </c:pt>
                <c:pt idx="355">
                  <c:v>44844</c:v>
                </c:pt>
                <c:pt idx="356">
                  <c:v>44845</c:v>
                </c:pt>
                <c:pt idx="357">
                  <c:v>44846</c:v>
                </c:pt>
                <c:pt idx="358">
                  <c:v>44847</c:v>
                </c:pt>
                <c:pt idx="359">
                  <c:v>44848</c:v>
                </c:pt>
                <c:pt idx="360">
                  <c:v>44849</c:v>
                </c:pt>
                <c:pt idx="361">
                  <c:v>44850</c:v>
                </c:pt>
                <c:pt idx="362">
                  <c:v>44851</c:v>
                </c:pt>
                <c:pt idx="363">
                  <c:v>44852</c:v>
                </c:pt>
                <c:pt idx="364">
                  <c:v>44853</c:v>
                </c:pt>
                <c:pt idx="365">
                  <c:v>44854</c:v>
                </c:pt>
                <c:pt idx="366">
                  <c:v>44855</c:v>
                </c:pt>
                <c:pt idx="367">
                  <c:v>44856</c:v>
                </c:pt>
                <c:pt idx="368">
                  <c:v>44857</c:v>
                </c:pt>
                <c:pt idx="369">
                  <c:v>44858</c:v>
                </c:pt>
                <c:pt idx="370">
                  <c:v>44859</c:v>
                </c:pt>
                <c:pt idx="371">
                  <c:v>44860</c:v>
                </c:pt>
                <c:pt idx="372">
                  <c:v>44861</c:v>
                </c:pt>
                <c:pt idx="373">
                  <c:v>44862</c:v>
                </c:pt>
                <c:pt idx="374">
                  <c:v>44863</c:v>
                </c:pt>
                <c:pt idx="375">
                  <c:v>44864</c:v>
                </c:pt>
                <c:pt idx="376">
                  <c:v>44865</c:v>
                </c:pt>
                <c:pt idx="377">
                  <c:v>44866</c:v>
                </c:pt>
                <c:pt idx="378">
                  <c:v>44867</c:v>
                </c:pt>
                <c:pt idx="379">
                  <c:v>44868</c:v>
                </c:pt>
                <c:pt idx="380">
                  <c:v>44869</c:v>
                </c:pt>
                <c:pt idx="381">
                  <c:v>44870</c:v>
                </c:pt>
                <c:pt idx="382">
                  <c:v>44871</c:v>
                </c:pt>
                <c:pt idx="383">
                  <c:v>44872</c:v>
                </c:pt>
                <c:pt idx="384">
                  <c:v>44873</c:v>
                </c:pt>
                <c:pt idx="385">
                  <c:v>44874</c:v>
                </c:pt>
                <c:pt idx="386">
                  <c:v>44875</c:v>
                </c:pt>
                <c:pt idx="387">
                  <c:v>44876</c:v>
                </c:pt>
                <c:pt idx="388">
                  <c:v>44877</c:v>
                </c:pt>
                <c:pt idx="389">
                  <c:v>44878</c:v>
                </c:pt>
                <c:pt idx="390">
                  <c:v>44879</c:v>
                </c:pt>
                <c:pt idx="391">
                  <c:v>44880</c:v>
                </c:pt>
                <c:pt idx="392">
                  <c:v>44881</c:v>
                </c:pt>
                <c:pt idx="393">
                  <c:v>44882</c:v>
                </c:pt>
                <c:pt idx="394">
                  <c:v>44883</c:v>
                </c:pt>
                <c:pt idx="395">
                  <c:v>44884</c:v>
                </c:pt>
                <c:pt idx="396">
                  <c:v>44885</c:v>
                </c:pt>
                <c:pt idx="397">
                  <c:v>44886</c:v>
                </c:pt>
                <c:pt idx="398">
                  <c:v>44887</c:v>
                </c:pt>
                <c:pt idx="399">
                  <c:v>44888</c:v>
                </c:pt>
                <c:pt idx="400">
                  <c:v>44889</c:v>
                </c:pt>
                <c:pt idx="401">
                  <c:v>44890</c:v>
                </c:pt>
                <c:pt idx="402">
                  <c:v>44891</c:v>
                </c:pt>
                <c:pt idx="403">
                  <c:v>44892</c:v>
                </c:pt>
                <c:pt idx="404">
                  <c:v>44893</c:v>
                </c:pt>
                <c:pt idx="405">
                  <c:v>44894</c:v>
                </c:pt>
                <c:pt idx="406">
                  <c:v>44895</c:v>
                </c:pt>
                <c:pt idx="407">
                  <c:v>44896</c:v>
                </c:pt>
                <c:pt idx="408">
                  <c:v>44897</c:v>
                </c:pt>
                <c:pt idx="409">
                  <c:v>44898</c:v>
                </c:pt>
                <c:pt idx="410">
                  <c:v>44899</c:v>
                </c:pt>
                <c:pt idx="411">
                  <c:v>44900</c:v>
                </c:pt>
                <c:pt idx="412">
                  <c:v>44901</c:v>
                </c:pt>
                <c:pt idx="413">
                  <c:v>44902</c:v>
                </c:pt>
                <c:pt idx="414">
                  <c:v>44903</c:v>
                </c:pt>
                <c:pt idx="415">
                  <c:v>44904</c:v>
                </c:pt>
                <c:pt idx="416">
                  <c:v>44905</c:v>
                </c:pt>
                <c:pt idx="417">
                  <c:v>44906</c:v>
                </c:pt>
                <c:pt idx="418">
                  <c:v>44907</c:v>
                </c:pt>
                <c:pt idx="419">
                  <c:v>44908</c:v>
                </c:pt>
                <c:pt idx="420">
                  <c:v>44909</c:v>
                </c:pt>
                <c:pt idx="421">
                  <c:v>44910</c:v>
                </c:pt>
                <c:pt idx="422">
                  <c:v>44911</c:v>
                </c:pt>
                <c:pt idx="423">
                  <c:v>44912</c:v>
                </c:pt>
                <c:pt idx="424">
                  <c:v>44913</c:v>
                </c:pt>
                <c:pt idx="425">
                  <c:v>44914</c:v>
                </c:pt>
                <c:pt idx="426">
                  <c:v>44915</c:v>
                </c:pt>
                <c:pt idx="427">
                  <c:v>44916</c:v>
                </c:pt>
                <c:pt idx="428">
                  <c:v>44917</c:v>
                </c:pt>
                <c:pt idx="429">
                  <c:v>44918</c:v>
                </c:pt>
                <c:pt idx="430">
                  <c:v>44919</c:v>
                </c:pt>
                <c:pt idx="431">
                  <c:v>44920</c:v>
                </c:pt>
                <c:pt idx="432">
                  <c:v>44921</c:v>
                </c:pt>
                <c:pt idx="433">
                  <c:v>44922</c:v>
                </c:pt>
                <c:pt idx="434">
                  <c:v>44923</c:v>
                </c:pt>
                <c:pt idx="435">
                  <c:v>44924</c:v>
                </c:pt>
                <c:pt idx="436">
                  <c:v>44925</c:v>
                </c:pt>
                <c:pt idx="437">
                  <c:v>44926</c:v>
                </c:pt>
                <c:pt idx="438">
                  <c:v>44927</c:v>
                </c:pt>
                <c:pt idx="439">
                  <c:v>44928</c:v>
                </c:pt>
                <c:pt idx="440">
                  <c:v>44929</c:v>
                </c:pt>
                <c:pt idx="441">
                  <c:v>44930</c:v>
                </c:pt>
                <c:pt idx="442">
                  <c:v>44931</c:v>
                </c:pt>
                <c:pt idx="443">
                  <c:v>44932</c:v>
                </c:pt>
                <c:pt idx="444">
                  <c:v>44933</c:v>
                </c:pt>
                <c:pt idx="445">
                  <c:v>44934</c:v>
                </c:pt>
                <c:pt idx="446">
                  <c:v>44935</c:v>
                </c:pt>
                <c:pt idx="447">
                  <c:v>44936</c:v>
                </c:pt>
                <c:pt idx="448">
                  <c:v>44937</c:v>
                </c:pt>
                <c:pt idx="449">
                  <c:v>44938</c:v>
                </c:pt>
                <c:pt idx="450">
                  <c:v>44939</c:v>
                </c:pt>
                <c:pt idx="451">
                  <c:v>44940</c:v>
                </c:pt>
                <c:pt idx="452">
                  <c:v>44941</c:v>
                </c:pt>
                <c:pt idx="453">
                  <c:v>44942</c:v>
                </c:pt>
                <c:pt idx="454">
                  <c:v>44943</c:v>
                </c:pt>
                <c:pt idx="455">
                  <c:v>44944</c:v>
                </c:pt>
                <c:pt idx="456">
                  <c:v>44945</c:v>
                </c:pt>
                <c:pt idx="457">
                  <c:v>44946</c:v>
                </c:pt>
                <c:pt idx="458">
                  <c:v>44947</c:v>
                </c:pt>
                <c:pt idx="459">
                  <c:v>44948</c:v>
                </c:pt>
                <c:pt idx="460">
                  <c:v>44949</c:v>
                </c:pt>
                <c:pt idx="461">
                  <c:v>44950</c:v>
                </c:pt>
                <c:pt idx="462">
                  <c:v>44951</c:v>
                </c:pt>
                <c:pt idx="463">
                  <c:v>44952</c:v>
                </c:pt>
                <c:pt idx="464">
                  <c:v>44953</c:v>
                </c:pt>
                <c:pt idx="465">
                  <c:v>44954</c:v>
                </c:pt>
                <c:pt idx="466">
                  <c:v>44955</c:v>
                </c:pt>
                <c:pt idx="467">
                  <c:v>44956</c:v>
                </c:pt>
                <c:pt idx="468">
                  <c:v>44957</c:v>
                </c:pt>
                <c:pt idx="469">
                  <c:v>44958</c:v>
                </c:pt>
                <c:pt idx="470">
                  <c:v>44959</c:v>
                </c:pt>
                <c:pt idx="471">
                  <c:v>44960</c:v>
                </c:pt>
                <c:pt idx="472">
                  <c:v>44961</c:v>
                </c:pt>
                <c:pt idx="473">
                  <c:v>44962</c:v>
                </c:pt>
                <c:pt idx="474">
                  <c:v>44963</c:v>
                </c:pt>
                <c:pt idx="475">
                  <c:v>44964</c:v>
                </c:pt>
                <c:pt idx="476">
                  <c:v>44965</c:v>
                </c:pt>
                <c:pt idx="477">
                  <c:v>44966</c:v>
                </c:pt>
                <c:pt idx="478">
                  <c:v>44967</c:v>
                </c:pt>
                <c:pt idx="479">
                  <c:v>44968</c:v>
                </c:pt>
                <c:pt idx="480">
                  <c:v>44969</c:v>
                </c:pt>
                <c:pt idx="481">
                  <c:v>44970</c:v>
                </c:pt>
                <c:pt idx="482">
                  <c:v>44971</c:v>
                </c:pt>
                <c:pt idx="483">
                  <c:v>44972</c:v>
                </c:pt>
                <c:pt idx="484">
                  <c:v>44973</c:v>
                </c:pt>
                <c:pt idx="485">
                  <c:v>44974</c:v>
                </c:pt>
                <c:pt idx="486">
                  <c:v>44975</c:v>
                </c:pt>
                <c:pt idx="487">
                  <c:v>44976</c:v>
                </c:pt>
                <c:pt idx="488">
                  <c:v>44977</c:v>
                </c:pt>
                <c:pt idx="489">
                  <c:v>44978</c:v>
                </c:pt>
                <c:pt idx="490">
                  <c:v>44979</c:v>
                </c:pt>
                <c:pt idx="491">
                  <c:v>44980</c:v>
                </c:pt>
                <c:pt idx="492">
                  <c:v>44981</c:v>
                </c:pt>
                <c:pt idx="493">
                  <c:v>44982</c:v>
                </c:pt>
                <c:pt idx="494">
                  <c:v>44983</c:v>
                </c:pt>
                <c:pt idx="495">
                  <c:v>44984</c:v>
                </c:pt>
                <c:pt idx="496">
                  <c:v>44985</c:v>
                </c:pt>
                <c:pt idx="497">
                  <c:v>44986</c:v>
                </c:pt>
                <c:pt idx="498">
                  <c:v>44987</c:v>
                </c:pt>
                <c:pt idx="499">
                  <c:v>44988</c:v>
                </c:pt>
                <c:pt idx="500">
                  <c:v>44989</c:v>
                </c:pt>
                <c:pt idx="501">
                  <c:v>44990</c:v>
                </c:pt>
                <c:pt idx="502">
                  <c:v>44991</c:v>
                </c:pt>
                <c:pt idx="503">
                  <c:v>44992</c:v>
                </c:pt>
                <c:pt idx="504">
                  <c:v>44993</c:v>
                </c:pt>
                <c:pt idx="505">
                  <c:v>44994</c:v>
                </c:pt>
                <c:pt idx="506">
                  <c:v>44995</c:v>
                </c:pt>
                <c:pt idx="507">
                  <c:v>44996</c:v>
                </c:pt>
                <c:pt idx="508">
                  <c:v>44997</c:v>
                </c:pt>
                <c:pt idx="509">
                  <c:v>44998</c:v>
                </c:pt>
                <c:pt idx="510">
                  <c:v>44999</c:v>
                </c:pt>
                <c:pt idx="511">
                  <c:v>45000</c:v>
                </c:pt>
                <c:pt idx="512">
                  <c:v>45001</c:v>
                </c:pt>
                <c:pt idx="513">
                  <c:v>45002</c:v>
                </c:pt>
                <c:pt idx="514">
                  <c:v>45003</c:v>
                </c:pt>
                <c:pt idx="515">
                  <c:v>45004</c:v>
                </c:pt>
                <c:pt idx="516">
                  <c:v>45005</c:v>
                </c:pt>
                <c:pt idx="517">
                  <c:v>45006</c:v>
                </c:pt>
                <c:pt idx="518">
                  <c:v>45007</c:v>
                </c:pt>
                <c:pt idx="519">
                  <c:v>45008</c:v>
                </c:pt>
                <c:pt idx="520">
                  <c:v>45009</c:v>
                </c:pt>
                <c:pt idx="521">
                  <c:v>45010</c:v>
                </c:pt>
                <c:pt idx="522">
                  <c:v>45011</c:v>
                </c:pt>
                <c:pt idx="523">
                  <c:v>45012</c:v>
                </c:pt>
                <c:pt idx="524">
                  <c:v>45013</c:v>
                </c:pt>
                <c:pt idx="525">
                  <c:v>45014</c:v>
                </c:pt>
                <c:pt idx="526">
                  <c:v>45015</c:v>
                </c:pt>
                <c:pt idx="527">
                  <c:v>45016</c:v>
                </c:pt>
                <c:pt idx="528">
                  <c:v>45017</c:v>
                </c:pt>
                <c:pt idx="529">
                  <c:v>45018</c:v>
                </c:pt>
                <c:pt idx="530">
                  <c:v>45019</c:v>
                </c:pt>
                <c:pt idx="531">
                  <c:v>45020</c:v>
                </c:pt>
                <c:pt idx="532">
                  <c:v>45021</c:v>
                </c:pt>
                <c:pt idx="533">
                  <c:v>45022</c:v>
                </c:pt>
                <c:pt idx="534">
                  <c:v>45023</c:v>
                </c:pt>
                <c:pt idx="535">
                  <c:v>45024</c:v>
                </c:pt>
                <c:pt idx="536">
                  <c:v>45025</c:v>
                </c:pt>
                <c:pt idx="537">
                  <c:v>45026</c:v>
                </c:pt>
                <c:pt idx="538">
                  <c:v>45027</c:v>
                </c:pt>
                <c:pt idx="539">
                  <c:v>45028</c:v>
                </c:pt>
                <c:pt idx="540">
                  <c:v>45029</c:v>
                </c:pt>
                <c:pt idx="541">
                  <c:v>45030</c:v>
                </c:pt>
                <c:pt idx="542">
                  <c:v>45031</c:v>
                </c:pt>
                <c:pt idx="543">
                  <c:v>45032</c:v>
                </c:pt>
                <c:pt idx="544">
                  <c:v>45033</c:v>
                </c:pt>
                <c:pt idx="545">
                  <c:v>45034</c:v>
                </c:pt>
                <c:pt idx="546">
                  <c:v>45035</c:v>
                </c:pt>
                <c:pt idx="547">
                  <c:v>45036</c:v>
                </c:pt>
                <c:pt idx="548">
                  <c:v>45037</c:v>
                </c:pt>
                <c:pt idx="549">
                  <c:v>45038</c:v>
                </c:pt>
                <c:pt idx="550">
                  <c:v>45039</c:v>
                </c:pt>
                <c:pt idx="551">
                  <c:v>45040</c:v>
                </c:pt>
                <c:pt idx="552">
                  <c:v>45041</c:v>
                </c:pt>
                <c:pt idx="553">
                  <c:v>45042</c:v>
                </c:pt>
                <c:pt idx="554">
                  <c:v>45043</c:v>
                </c:pt>
                <c:pt idx="555">
                  <c:v>45044</c:v>
                </c:pt>
                <c:pt idx="556">
                  <c:v>45045</c:v>
                </c:pt>
                <c:pt idx="557">
                  <c:v>45046</c:v>
                </c:pt>
                <c:pt idx="558">
                  <c:v>45047</c:v>
                </c:pt>
                <c:pt idx="559">
                  <c:v>45048</c:v>
                </c:pt>
                <c:pt idx="560">
                  <c:v>45049</c:v>
                </c:pt>
                <c:pt idx="561">
                  <c:v>45050</c:v>
                </c:pt>
                <c:pt idx="562">
                  <c:v>45051</c:v>
                </c:pt>
                <c:pt idx="563">
                  <c:v>45052</c:v>
                </c:pt>
                <c:pt idx="564">
                  <c:v>45053</c:v>
                </c:pt>
                <c:pt idx="565">
                  <c:v>45054</c:v>
                </c:pt>
                <c:pt idx="566">
                  <c:v>45055</c:v>
                </c:pt>
                <c:pt idx="567">
                  <c:v>45056</c:v>
                </c:pt>
                <c:pt idx="568">
                  <c:v>45057</c:v>
                </c:pt>
                <c:pt idx="569">
                  <c:v>45058</c:v>
                </c:pt>
                <c:pt idx="570">
                  <c:v>45059</c:v>
                </c:pt>
                <c:pt idx="571">
                  <c:v>45060</c:v>
                </c:pt>
                <c:pt idx="572">
                  <c:v>45061</c:v>
                </c:pt>
                <c:pt idx="573">
                  <c:v>45062</c:v>
                </c:pt>
                <c:pt idx="574">
                  <c:v>45063</c:v>
                </c:pt>
                <c:pt idx="575">
                  <c:v>45064</c:v>
                </c:pt>
                <c:pt idx="576">
                  <c:v>45065</c:v>
                </c:pt>
                <c:pt idx="577">
                  <c:v>45066</c:v>
                </c:pt>
                <c:pt idx="578">
                  <c:v>45067</c:v>
                </c:pt>
                <c:pt idx="579">
                  <c:v>45068</c:v>
                </c:pt>
                <c:pt idx="580">
                  <c:v>45069</c:v>
                </c:pt>
                <c:pt idx="581">
                  <c:v>45070</c:v>
                </c:pt>
                <c:pt idx="582">
                  <c:v>45071</c:v>
                </c:pt>
                <c:pt idx="583">
                  <c:v>45072</c:v>
                </c:pt>
                <c:pt idx="584">
                  <c:v>45073</c:v>
                </c:pt>
                <c:pt idx="585">
                  <c:v>45074</c:v>
                </c:pt>
                <c:pt idx="586">
                  <c:v>45075</c:v>
                </c:pt>
                <c:pt idx="587">
                  <c:v>45076</c:v>
                </c:pt>
                <c:pt idx="588">
                  <c:v>45077</c:v>
                </c:pt>
                <c:pt idx="589">
                  <c:v>45078</c:v>
                </c:pt>
                <c:pt idx="590">
                  <c:v>45079</c:v>
                </c:pt>
                <c:pt idx="591">
                  <c:v>45080</c:v>
                </c:pt>
                <c:pt idx="592">
                  <c:v>45081</c:v>
                </c:pt>
                <c:pt idx="593">
                  <c:v>45082</c:v>
                </c:pt>
                <c:pt idx="594">
                  <c:v>45083</c:v>
                </c:pt>
                <c:pt idx="595">
                  <c:v>45084</c:v>
                </c:pt>
                <c:pt idx="596">
                  <c:v>45085</c:v>
                </c:pt>
                <c:pt idx="597">
                  <c:v>45086</c:v>
                </c:pt>
                <c:pt idx="598">
                  <c:v>45087</c:v>
                </c:pt>
                <c:pt idx="599">
                  <c:v>45088</c:v>
                </c:pt>
                <c:pt idx="600">
                  <c:v>45089</c:v>
                </c:pt>
                <c:pt idx="601">
                  <c:v>45090</c:v>
                </c:pt>
                <c:pt idx="602">
                  <c:v>45091</c:v>
                </c:pt>
                <c:pt idx="603">
                  <c:v>45092</c:v>
                </c:pt>
                <c:pt idx="604">
                  <c:v>45093</c:v>
                </c:pt>
                <c:pt idx="605">
                  <c:v>45094</c:v>
                </c:pt>
                <c:pt idx="606">
                  <c:v>45095</c:v>
                </c:pt>
                <c:pt idx="607">
                  <c:v>45096</c:v>
                </c:pt>
                <c:pt idx="608">
                  <c:v>45097</c:v>
                </c:pt>
                <c:pt idx="609">
                  <c:v>45098</c:v>
                </c:pt>
                <c:pt idx="610">
                  <c:v>45099</c:v>
                </c:pt>
                <c:pt idx="611">
                  <c:v>45100</c:v>
                </c:pt>
                <c:pt idx="612">
                  <c:v>45101</c:v>
                </c:pt>
                <c:pt idx="613">
                  <c:v>45102</c:v>
                </c:pt>
                <c:pt idx="614">
                  <c:v>45103</c:v>
                </c:pt>
                <c:pt idx="615">
                  <c:v>45104</c:v>
                </c:pt>
                <c:pt idx="616">
                  <c:v>45105</c:v>
                </c:pt>
                <c:pt idx="617">
                  <c:v>45106</c:v>
                </c:pt>
                <c:pt idx="618">
                  <c:v>45107</c:v>
                </c:pt>
                <c:pt idx="619">
                  <c:v>45108</c:v>
                </c:pt>
                <c:pt idx="620">
                  <c:v>45109</c:v>
                </c:pt>
                <c:pt idx="621">
                  <c:v>45110</c:v>
                </c:pt>
                <c:pt idx="622">
                  <c:v>45111</c:v>
                </c:pt>
                <c:pt idx="623">
                  <c:v>45112</c:v>
                </c:pt>
                <c:pt idx="624">
                  <c:v>45113</c:v>
                </c:pt>
                <c:pt idx="625">
                  <c:v>45114</c:v>
                </c:pt>
                <c:pt idx="626">
                  <c:v>45115</c:v>
                </c:pt>
                <c:pt idx="627">
                  <c:v>45116</c:v>
                </c:pt>
                <c:pt idx="628">
                  <c:v>45117</c:v>
                </c:pt>
                <c:pt idx="629">
                  <c:v>45118</c:v>
                </c:pt>
                <c:pt idx="630">
                  <c:v>45119</c:v>
                </c:pt>
                <c:pt idx="631">
                  <c:v>45120</c:v>
                </c:pt>
                <c:pt idx="632">
                  <c:v>45121</c:v>
                </c:pt>
                <c:pt idx="633">
                  <c:v>45122</c:v>
                </c:pt>
                <c:pt idx="634">
                  <c:v>45123</c:v>
                </c:pt>
                <c:pt idx="635">
                  <c:v>45124</c:v>
                </c:pt>
                <c:pt idx="636">
                  <c:v>45125</c:v>
                </c:pt>
                <c:pt idx="637">
                  <c:v>45126</c:v>
                </c:pt>
                <c:pt idx="638">
                  <c:v>45127</c:v>
                </c:pt>
                <c:pt idx="639">
                  <c:v>45128</c:v>
                </c:pt>
                <c:pt idx="640">
                  <c:v>45129</c:v>
                </c:pt>
                <c:pt idx="641">
                  <c:v>45130</c:v>
                </c:pt>
                <c:pt idx="642">
                  <c:v>45131</c:v>
                </c:pt>
                <c:pt idx="643">
                  <c:v>45132</c:v>
                </c:pt>
                <c:pt idx="644">
                  <c:v>45133</c:v>
                </c:pt>
                <c:pt idx="645">
                  <c:v>45134</c:v>
                </c:pt>
                <c:pt idx="646">
                  <c:v>45135</c:v>
                </c:pt>
                <c:pt idx="647">
                  <c:v>45136</c:v>
                </c:pt>
                <c:pt idx="648">
                  <c:v>45137</c:v>
                </c:pt>
                <c:pt idx="649">
                  <c:v>45138</c:v>
                </c:pt>
                <c:pt idx="650">
                  <c:v>45139</c:v>
                </c:pt>
                <c:pt idx="651">
                  <c:v>45140</c:v>
                </c:pt>
                <c:pt idx="652">
                  <c:v>45141</c:v>
                </c:pt>
                <c:pt idx="653">
                  <c:v>45142</c:v>
                </c:pt>
                <c:pt idx="654">
                  <c:v>45143</c:v>
                </c:pt>
                <c:pt idx="655">
                  <c:v>45144</c:v>
                </c:pt>
                <c:pt idx="656">
                  <c:v>45145</c:v>
                </c:pt>
                <c:pt idx="657">
                  <c:v>45146</c:v>
                </c:pt>
                <c:pt idx="658">
                  <c:v>45147</c:v>
                </c:pt>
                <c:pt idx="659">
                  <c:v>45148</c:v>
                </c:pt>
                <c:pt idx="660">
                  <c:v>45149</c:v>
                </c:pt>
                <c:pt idx="661">
                  <c:v>45150</c:v>
                </c:pt>
                <c:pt idx="662">
                  <c:v>45151</c:v>
                </c:pt>
                <c:pt idx="663">
                  <c:v>45152</c:v>
                </c:pt>
                <c:pt idx="664">
                  <c:v>45153</c:v>
                </c:pt>
                <c:pt idx="665">
                  <c:v>45154</c:v>
                </c:pt>
                <c:pt idx="666">
                  <c:v>45155</c:v>
                </c:pt>
                <c:pt idx="667">
                  <c:v>45156</c:v>
                </c:pt>
                <c:pt idx="668">
                  <c:v>45157</c:v>
                </c:pt>
                <c:pt idx="669">
                  <c:v>45158</c:v>
                </c:pt>
                <c:pt idx="670">
                  <c:v>45159</c:v>
                </c:pt>
                <c:pt idx="671">
                  <c:v>45160</c:v>
                </c:pt>
                <c:pt idx="672">
                  <c:v>45161</c:v>
                </c:pt>
                <c:pt idx="673">
                  <c:v>45162</c:v>
                </c:pt>
                <c:pt idx="674">
                  <c:v>45163</c:v>
                </c:pt>
                <c:pt idx="675">
                  <c:v>45164</c:v>
                </c:pt>
                <c:pt idx="676">
                  <c:v>45165</c:v>
                </c:pt>
                <c:pt idx="677">
                  <c:v>45166</c:v>
                </c:pt>
                <c:pt idx="678">
                  <c:v>45167</c:v>
                </c:pt>
                <c:pt idx="679">
                  <c:v>45168</c:v>
                </c:pt>
                <c:pt idx="680">
                  <c:v>45169</c:v>
                </c:pt>
                <c:pt idx="681">
                  <c:v>45170</c:v>
                </c:pt>
                <c:pt idx="682">
                  <c:v>45171</c:v>
                </c:pt>
                <c:pt idx="683">
                  <c:v>45172</c:v>
                </c:pt>
                <c:pt idx="684">
                  <c:v>45173</c:v>
                </c:pt>
                <c:pt idx="685">
                  <c:v>45174</c:v>
                </c:pt>
                <c:pt idx="686">
                  <c:v>45175</c:v>
                </c:pt>
                <c:pt idx="687">
                  <c:v>45176</c:v>
                </c:pt>
                <c:pt idx="688">
                  <c:v>45177</c:v>
                </c:pt>
                <c:pt idx="689">
                  <c:v>45178</c:v>
                </c:pt>
                <c:pt idx="690">
                  <c:v>45179</c:v>
                </c:pt>
                <c:pt idx="691">
                  <c:v>45180</c:v>
                </c:pt>
                <c:pt idx="692">
                  <c:v>45181</c:v>
                </c:pt>
                <c:pt idx="693">
                  <c:v>45182</c:v>
                </c:pt>
                <c:pt idx="694">
                  <c:v>45183</c:v>
                </c:pt>
                <c:pt idx="695">
                  <c:v>45184</c:v>
                </c:pt>
                <c:pt idx="696">
                  <c:v>45185</c:v>
                </c:pt>
                <c:pt idx="697">
                  <c:v>45186</c:v>
                </c:pt>
                <c:pt idx="698">
                  <c:v>45187</c:v>
                </c:pt>
                <c:pt idx="699">
                  <c:v>45188</c:v>
                </c:pt>
                <c:pt idx="700">
                  <c:v>45189</c:v>
                </c:pt>
                <c:pt idx="701">
                  <c:v>45190</c:v>
                </c:pt>
                <c:pt idx="702">
                  <c:v>45191</c:v>
                </c:pt>
                <c:pt idx="703">
                  <c:v>45192</c:v>
                </c:pt>
                <c:pt idx="704">
                  <c:v>45193</c:v>
                </c:pt>
                <c:pt idx="705">
                  <c:v>45194</c:v>
                </c:pt>
                <c:pt idx="706">
                  <c:v>45195</c:v>
                </c:pt>
                <c:pt idx="707">
                  <c:v>45196</c:v>
                </c:pt>
                <c:pt idx="708">
                  <c:v>45197</c:v>
                </c:pt>
                <c:pt idx="709">
                  <c:v>45198</c:v>
                </c:pt>
                <c:pt idx="710">
                  <c:v>45199</c:v>
                </c:pt>
                <c:pt idx="711">
                  <c:v>45200</c:v>
                </c:pt>
                <c:pt idx="712">
                  <c:v>45201</c:v>
                </c:pt>
                <c:pt idx="713">
                  <c:v>45202</c:v>
                </c:pt>
                <c:pt idx="714">
                  <c:v>45203</c:v>
                </c:pt>
                <c:pt idx="715">
                  <c:v>45204</c:v>
                </c:pt>
                <c:pt idx="716">
                  <c:v>45205</c:v>
                </c:pt>
                <c:pt idx="717">
                  <c:v>45206</c:v>
                </c:pt>
                <c:pt idx="718">
                  <c:v>45207</c:v>
                </c:pt>
                <c:pt idx="719">
                  <c:v>45208</c:v>
                </c:pt>
                <c:pt idx="720">
                  <c:v>45209</c:v>
                </c:pt>
                <c:pt idx="721">
                  <c:v>45210</c:v>
                </c:pt>
                <c:pt idx="722">
                  <c:v>45211</c:v>
                </c:pt>
                <c:pt idx="723">
                  <c:v>45212</c:v>
                </c:pt>
                <c:pt idx="724">
                  <c:v>45213</c:v>
                </c:pt>
                <c:pt idx="725">
                  <c:v>45214</c:v>
                </c:pt>
                <c:pt idx="726">
                  <c:v>45215</c:v>
                </c:pt>
                <c:pt idx="727">
                  <c:v>45216</c:v>
                </c:pt>
                <c:pt idx="728">
                  <c:v>45217</c:v>
                </c:pt>
                <c:pt idx="729">
                  <c:v>45218</c:v>
                </c:pt>
                <c:pt idx="730">
                  <c:v>45219</c:v>
                </c:pt>
                <c:pt idx="731">
                  <c:v>45220</c:v>
                </c:pt>
                <c:pt idx="732">
                  <c:v>45221</c:v>
                </c:pt>
                <c:pt idx="733">
                  <c:v>45222</c:v>
                </c:pt>
                <c:pt idx="734">
                  <c:v>45223</c:v>
                </c:pt>
                <c:pt idx="735">
                  <c:v>45224</c:v>
                </c:pt>
                <c:pt idx="736">
                  <c:v>45225</c:v>
                </c:pt>
                <c:pt idx="737">
                  <c:v>45226</c:v>
                </c:pt>
                <c:pt idx="738">
                  <c:v>45227</c:v>
                </c:pt>
                <c:pt idx="739">
                  <c:v>45228</c:v>
                </c:pt>
                <c:pt idx="740">
                  <c:v>45229</c:v>
                </c:pt>
                <c:pt idx="741">
                  <c:v>45230</c:v>
                </c:pt>
                <c:pt idx="742">
                  <c:v>45231</c:v>
                </c:pt>
                <c:pt idx="743">
                  <c:v>45232</c:v>
                </c:pt>
                <c:pt idx="744">
                  <c:v>45233</c:v>
                </c:pt>
                <c:pt idx="745">
                  <c:v>45234</c:v>
                </c:pt>
                <c:pt idx="746">
                  <c:v>45235</c:v>
                </c:pt>
                <c:pt idx="747">
                  <c:v>45236</c:v>
                </c:pt>
                <c:pt idx="748">
                  <c:v>45237</c:v>
                </c:pt>
                <c:pt idx="749">
                  <c:v>45238</c:v>
                </c:pt>
                <c:pt idx="750">
                  <c:v>45239</c:v>
                </c:pt>
                <c:pt idx="751">
                  <c:v>45240</c:v>
                </c:pt>
                <c:pt idx="752">
                  <c:v>45241</c:v>
                </c:pt>
                <c:pt idx="753">
                  <c:v>45242</c:v>
                </c:pt>
                <c:pt idx="754">
                  <c:v>45243</c:v>
                </c:pt>
                <c:pt idx="755">
                  <c:v>45244</c:v>
                </c:pt>
                <c:pt idx="756">
                  <c:v>45245</c:v>
                </c:pt>
                <c:pt idx="757">
                  <c:v>45246</c:v>
                </c:pt>
                <c:pt idx="758">
                  <c:v>45247</c:v>
                </c:pt>
                <c:pt idx="759">
                  <c:v>45248</c:v>
                </c:pt>
                <c:pt idx="760">
                  <c:v>45249</c:v>
                </c:pt>
                <c:pt idx="761">
                  <c:v>45250</c:v>
                </c:pt>
                <c:pt idx="762">
                  <c:v>45251</c:v>
                </c:pt>
                <c:pt idx="763">
                  <c:v>45252</c:v>
                </c:pt>
                <c:pt idx="764">
                  <c:v>45253</c:v>
                </c:pt>
                <c:pt idx="765">
                  <c:v>45254</c:v>
                </c:pt>
                <c:pt idx="766">
                  <c:v>45255</c:v>
                </c:pt>
                <c:pt idx="767">
                  <c:v>45256</c:v>
                </c:pt>
                <c:pt idx="768">
                  <c:v>45257</c:v>
                </c:pt>
                <c:pt idx="769">
                  <c:v>45258</c:v>
                </c:pt>
                <c:pt idx="770">
                  <c:v>45259</c:v>
                </c:pt>
                <c:pt idx="771">
                  <c:v>45260</c:v>
                </c:pt>
                <c:pt idx="772">
                  <c:v>45261</c:v>
                </c:pt>
                <c:pt idx="773">
                  <c:v>45262</c:v>
                </c:pt>
                <c:pt idx="774">
                  <c:v>45263</c:v>
                </c:pt>
                <c:pt idx="775">
                  <c:v>45264</c:v>
                </c:pt>
                <c:pt idx="776">
                  <c:v>45265</c:v>
                </c:pt>
                <c:pt idx="777">
                  <c:v>45266</c:v>
                </c:pt>
                <c:pt idx="778">
                  <c:v>45267</c:v>
                </c:pt>
                <c:pt idx="779">
                  <c:v>45268</c:v>
                </c:pt>
                <c:pt idx="780">
                  <c:v>45269</c:v>
                </c:pt>
                <c:pt idx="781">
                  <c:v>45270</c:v>
                </c:pt>
                <c:pt idx="782">
                  <c:v>45271</c:v>
                </c:pt>
                <c:pt idx="783">
                  <c:v>45272</c:v>
                </c:pt>
                <c:pt idx="784">
                  <c:v>45273</c:v>
                </c:pt>
                <c:pt idx="785">
                  <c:v>45274</c:v>
                </c:pt>
                <c:pt idx="786">
                  <c:v>45275</c:v>
                </c:pt>
                <c:pt idx="787">
                  <c:v>45276</c:v>
                </c:pt>
                <c:pt idx="788">
                  <c:v>45277</c:v>
                </c:pt>
                <c:pt idx="789">
                  <c:v>45278</c:v>
                </c:pt>
                <c:pt idx="790">
                  <c:v>45279</c:v>
                </c:pt>
                <c:pt idx="791">
                  <c:v>45280</c:v>
                </c:pt>
                <c:pt idx="792">
                  <c:v>45281</c:v>
                </c:pt>
                <c:pt idx="793">
                  <c:v>45282</c:v>
                </c:pt>
                <c:pt idx="794">
                  <c:v>45283</c:v>
                </c:pt>
                <c:pt idx="795">
                  <c:v>45284</c:v>
                </c:pt>
                <c:pt idx="796">
                  <c:v>45285</c:v>
                </c:pt>
                <c:pt idx="797">
                  <c:v>45286</c:v>
                </c:pt>
                <c:pt idx="798">
                  <c:v>45287</c:v>
                </c:pt>
                <c:pt idx="799">
                  <c:v>45288</c:v>
                </c:pt>
                <c:pt idx="800">
                  <c:v>45289</c:v>
                </c:pt>
                <c:pt idx="801">
                  <c:v>45290</c:v>
                </c:pt>
                <c:pt idx="802">
                  <c:v>45291</c:v>
                </c:pt>
                <c:pt idx="803">
                  <c:v>45292</c:v>
                </c:pt>
                <c:pt idx="804">
                  <c:v>45293</c:v>
                </c:pt>
                <c:pt idx="805">
                  <c:v>45294</c:v>
                </c:pt>
                <c:pt idx="806">
                  <c:v>45295</c:v>
                </c:pt>
                <c:pt idx="807">
                  <c:v>45296</c:v>
                </c:pt>
                <c:pt idx="808">
                  <c:v>45297</c:v>
                </c:pt>
                <c:pt idx="809">
                  <c:v>45298</c:v>
                </c:pt>
                <c:pt idx="810">
                  <c:v>45299</c:v>
                </c:pt>
                <c:pt idx="811">
                  <c:v>45300</c:v>
                </c:pt>
                <c:pt idx="812">
                  <c:v>45301</c:v>
                </c:pt>
                <c:pt idx="813">
                  <c:v>45302</c:v>
                </c:pt>
                <c:pt idx="814">
                  <c:v>45303</c:v>
                </c:pt>
                <c:pt idx="815">
                  <c:v>45304</c:v>
                </c:pt>
                <c:pt idx="816">
                  <c:v>45305</c:v>
                </c:pt>
                <c:pt idx="817">
                  <c:v>45306</c:v>
                </c:pt>
                <c:pt idx="818">
                  <c:v>45307</c:v>
                </c:pt>
                <c:pt idx="819">
                  <c:v>45308</c:v>
                </c:pt>
                <c:pt idx="820">
                  <c:v>45309</c:v>
                </c:pt>
                <c:pt idx="821">
                  <c:v>45310</c:v>
                </c:pt>
                <c:pt idx="822">
                  <c:v>45311</c:v>
                </c:pt>
                <c:pt idx="823">
                  <c:v>45312</c:v>
                </c:pt>
                <c:pt idx="824">
                  <c:v>45313</c:v>
                </c:pt>
                <c:pt idx="825">
                  <c:v>45314</c:v>
                </c:pt>
                <c:pt idx="826">
                  <c:v>45315</c:v>
                </c:pt>
                <c:pt idx="827">
                  <c:v>45316</c:v>
                </c:pt>
                <c:pt idx="828">
                  <c:v>45317</c:v>
                </c:pt>
                <c:pt idx="829">
                  <c:v>45318</c:v>
                </c:pt>
                <c:pt idx="830">
                  <c:v>45319</c:v>
                </c:pt>
                <c:pt idx="831">
                  <c:v>45320</c:v>
                </c:pt>
                <c:pt idx="832">
                  <c:v>45321</c:v>
                </c:pt>
                <c:pt idx="833">
                  <c:v>45322</c:v>
                </c:pt>
                <c:pt idx="834">
                  <c:v>45323</c:v>
                </c:pt>
                <c:pt idx="835">
                  <c:v>45324</c:v>
                </c:pt>
                <c:pt idx="836">
                  <c:v>45325</c:v>
                </c:pt>
                <c:pt idx="837">
                  <c:v>45326</c:v>
                </c:pt>
                <c:pt idx="838">
                  <c:v>45327</c:v>
                </c:pt>
                <c:pt idx="839">
                  <c:v>45328</c:v>
                </c:pt>
                <c:pt idx="840">
                  <c:v>45329</c:v>
                </c:pt>
                <c:pt idx="841">
                  <c:v>45330</c:v>
                </c:pt>
                <c:pt idx="842">
                  <c:v>45331</c:v>
                </c:pt>
                <c:pt idx="843">
                  <c:v>45332</c:v>
                </c:pt>
                <c:pt idx="844">
                  <c:v>45333</c:v>
                </c:pt>
                <c:pt idx="845">
                  <c:v>45334</c:v>
                </c:pt>
                <c:pt idx="846">
                  <c:v>45335</c:v>
                </c:pt>
                <c:pt idx="847">
                  <c:v>45336</c:v>
                </c:pt>
                <c:pt idx="848">
                  <c:v>45337</c:v>
                </c:pt>
                <c:pt idx="849">
                  <c:v>45338</c:v>
                </c:pt>
                <c:pt idx="850">
                  <c:v>45339</c:v>
                </c:pt>
                <c:pt idx="851">
                  <c:v>45340</c:v>
                </c:pt>
                <c:pt idx="852">
                  <c:v>45341</c:v>
                </c:pt>
                <c:pt idx="853">
                  <c:v>45342</c:v>
                </c:pt>
                <c:pt idx="854">
                  <c:v>45343</c:v>
                </c:pt>
                <c:pt idx="855">
                  <c:v>45344</c:v>
                </c:pt>
                <c:pt idx="856">
                  <c:v>45345</c:v>
                </c:pt>
                <c:pt idx="857">
                  <c:v>45346</c:v>
                </c:pt>
                <c:pt idx="858">
                  <c:v>45347</c:v>
                </c:pt>
                <c:pt idx="859">
                  <c:v>45348</c:v>
                </c:pt>
                <c:pt idx="860">
                  <c:v>45349</c:v>
                </c:pt>
                <c:pt idx="861">
                  <c:v>45350</c:v>
                </c:pt>
                <c:pt idx="862">
                  <c:v>45351</c:v>
                </c:pt>
                <c:pt idx="863">
                  <c:v>45352</c:v>
                </c:pt>
                <c:pt idx="864">
                  <c:v>45353</c:v>
                </c:pt>
                <c:pt idx="865">
                  <c:v>45354</c:v>
                </c:pt>
                <c:pt idx="866">
                  <c:v>45355</c:v>
                </c:pt>
                <c:pt idx="867">
                  <c:v>45356</c:v>
                </c:pt>
                <c:pt idx="868">
                  <c:v>45357</c:v>
                </c:pt>
                <c:pt idx="869">
                  <c:v>45358</c:v>
                </c:pt>
                <c:pt idx="870">
                  <c:v>45359</c:v>
                </c:pt>
                <c:pt idx="871">
                  <c:v>45360</c:v>
                </c:pt>
                <c:pt idx="872">
                  <c:v>45361</c:v>
                </c:pt>
                <c:pt idx="873">
                  <c:v>45362</c:v>
                </c:pt>
                <c:pt idx="874">
                  <c:v>45363</c:v>
                </c:pt>
                <c:pt idx="875">
                  <c:v>45364</c:v>
                </c:pt>
                <c:pt idx="876">
                  <c:v>45365</c:v>
                </c:pt>
                <c:pt idx="877">
                  <c:v>45366</c:v>
                </c:pt>
                <c:pt idx="878">
                  <c:v>45367</c:v>
                </c:pt>
                <c:pt idx="879">
                  <c:v>45368</c:v>
                </c:pt>
                <c:pt idx="880">
                  <c:v>45369</c:v>
                </c:pt>
                <c:pt idx="881">
                  <c:v>45370</c:v>
                </c:pt>
                <c:pt idx="882">
                  <c:v>45371</c:v>
                </c:pt>
                <c:pt idx="883">
                  <c:v>45372</c:v>
                </c:pt>
                <c:pt idx="884">
                  <c:v>45373</c:v>
                </c:pt>
                <c:pt idx="885">
                  <c:v>45374</c:v>
                </c:pt>
                <c:pt idx="886">
                  <c:v>45375</c:v>
                </c:pt>
                <c:pt idx="887">
                  <c:v>45376</c:v>
                </c:pt>
                <c:pt idx="888">
                  <c:v>45377</c:v>
                </c:pt>
                <c:pt idx="889">
                  <c:v>45378</c:v>
                </c:pt>
                <c:pt idx="890">
                  <c:v>45379</c:v>
                </c:pt>
                <c:pt idx="891">
                  <c:v>45380</c:v>
                </c:pt>
                <c:pt idx="892">
                  <c:v>45381</c:v>
                </c:pt>
                <c:pt idx="893">
                  <c:v>45382</c:v>
                </c:pt>
                <c:pt idx="894">
                  <c:v>45383</c:v>
                </c:pt>
                <c:pt idx="895">
                  <c:v>45384</c:v>
                </c:pt>
                <c:pt idx="896">
                  <c:v>45385</c:v>
                </c:pt>
                <c:pt idx="897">
                  <c:v>45386</c:v>
                </c:pt>
                <c:pt idx="898">
                  <c:v>45387</c:v>
                </c:pt>
                <c:pt idx="899">
                  <c:v>45388</c:v>
                </c:pt>
                <c:pt idx="900">
                  <c:v>45389</c:v>
                </c:pt>
                <c:pt idx="901">
                  <c:v>45390</c:v>
                </c:pt>
                <c:pt idx="902">
                  <c:v>45391</c:v>
                </c:pt>
                <c:pt idx="903">
                  <c:v>45392</c:v>
                </c:pt>
                <c:pt idx="904">
                  <c:v>45393</c:v>
                </c:pt>
                <c:pt idx="905">
                  <c:v>45394</c:v>
                </c:pt>
                <c:pt idx="906">
                  <c:v>45395</c:v>
                </c:pt>
                <c:pt idx="907">
                  <c:v>45396</c:v>
                </c:pt>
                <c:pt idx="908">
                  <c:v>45397</c:v>
                </c:pt>
                <c:pt idx="909">
                  <c:v>45398</c:v>
                </c:pt>
                <c:pt idx="910">
                  <c:v>45399</c:v>
                </c:pt>
                <c:pt idx="911">
                  <c:v>45400</c:v>
                </c:pt>
                <c:pt idx="912">
                  <c:v>45401</c:v>
                </c:pt>
                <c:pt idx="913">
                  <c:v>45402</c:v>
                </c:pt>
                <c:pt idx="914">
                  <c:v>45403</c:v>
                </c:pt>
                <c:pt idx="915">
                  <c:v>45404</c:v>
                </c:pt>
                <c:pt idx="916">
                  <c:v>45405</c:v>
                </c:pt>
                <c:pt idx="917">
                  <c:v>45406</c:v>
                </c:pt>
                <c:pt idx="918">
                  <c:v>45407</c:v>
                </c:pt>
                <c:pt idx="919">
                  <c:v>45408</c:v>
                </c:pt>
                <c:pt idx="920">
                  <c:v>45409</c:v>
                </c:pt>
                <c:pt idx="921">
                  <c:v>45410</c:v>
                </c:pt>
                <c:pt idx="922">
                  <c:v>45411</c:v>
                </c:pt>
                <c:pt idx="923">
                  <c:v>45412</c:v>
                </c:pt>
                <c:pt idx="924">
                  <c:v>45413</c:v>
                </c:pt>
                <c:pt idx="925">
                  <c:v>45414</c:v>
                </c:pt>
                <c:pt idx="926">
                  <c:v>45415</c:v>
                </c:pt>
                <c:pt idx="927">
                  <c:v>45416</c:v>
                </c:pt>
                <c:pt idx="928">
                  <c:v>45417</c:v>
                </c:pt>
                <c:pt idx="929">
                  <c:v>45418</c:v>
                </c:pt>
                <c:pt idx="930">
                  <c:v>45419</c:v>
                </c:pt>
                <c:pt idx="931">
                  <c:v>45420</c:v>
                </c:pt>
                <c:pt idx="932">
                  <c:v>45421</c:v>
                </c:pt>
                <c:pt idx="933">
                  <c:v>45422</c:v>
                </c:pt>
                <c:pt idx="934">
                  <c:v>45423</c:v>
                </c:pt>
                <c:pt idx="935">
                  <c:v>45424</c:v>
                </c:pt>
                <c:pt idx="936">
                  <c:v>45425</c:v>
                </c:pt>
                <c:pt idx="937">
                  <c:v>45426</c:v>
                </c:pt>
                <c:pt idx="938">
                  <c:v>45427</c:v>
                </c:pt>
                <c:pt idx="939">
                  <c:v>45428</c:v>
                </c:pt>
                <c:pt idx="940">
                  <c:v>45429</c:v>
                </c:pt>
                <c:pt idx="941">
                  <c:v>45430</c:v>
                </c:pt>
                <c:pt idx="942">
                  <c:v>45431</c:v>
                </c:pt>
                <c:pt idx="943">
                  <c:v>45432</c:v>
                </c:pt>
                <c:pt idx="944">
                  <c:v>45433</c:v>
                </c:pt>
                <c:pt idx="945">
                  <c:v>45434</c:v>
                </c:pt>
                <c:pt idx="946">
                  <c:v>45435</c:v>
                </c:pt>
                <c:pt idx="947">
                  <c:v>45436</c:v>
                </c:pt>
                <c:pt idx="948">
                  <c:v>45437</c:v>
                </c:pt>
                <c:pt idx="949">
                  <c:v>45438</c:v>
                </c:pt>
                <c:pt idx="950">
                  <c:v>45439</c:v>
                </c:pt>
                <c:pt idx="951">
                  <c:v>45440</c:v>
                </c:pt>
                <c:pt idx="952">
                  <c:v>45441</c:v>
                </c:pt>
                <c:pt idx="953">
                  <c:v>45442</c:v>
                </c:pt>
                <c:pt idx="954">
                  <c:v>45443</c:v>
                </c:pt>
                <c:pt idx="955">
                  <c:v>45444</c:v>
                </c:pt>
                <c:pt idx="956">
                  <c:v>45445</c:v>
                </c:pt>
                <c:pt idx="957">
                  <c:v>45446</c:v>
                </c:pt>
                <c:pt idx="958">
                  <c:v>45447</c:v>
                </c:pt>
                <c:pt idx="959">
                  <c:v>45448</c:v>
                </c:pt>
                <c:pt idx="960">
                  <c:v>45449</c:v>
                </c:pt>
                <c:pt idx="961">
                  <c:v>45450</c:v>
                </c:pt>
                <c:pt idx="962">
                  <c:v>45451</c:v>
                </c:pt>
                <c:pt idx="963">
                  <c:v>45452</c:v>
                </c:pt>
                <c:pt idx="964">
                  <c:v>45453</c:v>
                </c:pt>
                <c:pt idx="965">
                  <c:v>45454</c:v>
                </c:pt>
                <c:pt idx="966">
                  <c:v>45455</c:v>
                </c:pt>
                <c:pt idx="967">
                  <c:v>45456</c:v>
                </c:pt>
                <c:pt idx="968">
                  <c:v>45457</c:v>
                </c:pt>
                <c:pt idx="969">
                  <c:v>45458</c:v>
                </c:pt>
                <c:pt idx="970">
                  <c:v>45459</c:v>
                </c:pt>
                <c:pt idx="971">
                  <c:v>45460</c:v>
                </c:pt>
                <c:pt idx="972">
                  <c:v>45461</c:v>
                </c:pt>
                <c:pt idx="973">
                  <c:v>45462</c:v>
                </c:pt>
                <c:pt idx="974">
                  <c:v>45463</c:v>
                </c:pt>
                <c:pt idx="975">
                  <c:v>45464</c:v>
                </c:pt>
                <c:pt idx="976">
                  <c:v>45465</c:v>
                </c:pt>
                <c:pt idx="977">
                  <c:v>45466</c:v>
                </c:pt>
                <c:pt idx="978">
                  <c:v>45467</c:v>
                </c:pt>
                <c:pt idx="979">
                  <c:v>45468</c:v>
                </c:pt>
                <c:pt idx="980">
                  <c:v>45469</c:v>
                </c:pt>
                <c:pt idx="981">
                  <c:v>45470</c:v>
                </c:pt>
                <c:pt idx="982">
                  <c:v>45471</c:v>
                </c:pt>
                <c:pt idx="983">
                  <c:v>45472</c:v>
                </c:pt>
                <c:pt idx="984">
                  <c:v>45473</c:v>
                </c:pt>
                <c:pt idx="985">
                  <c:v>45474</c:v>
                </c:pt>
                <c:pt idx="986">
                  <c:v>45475</c:v>
                </c:pt>
                <c:pt idx="987">
                  <c:v>45476</c:v>
                </c:pt>
                <c:pt idx="988">
                  <c:v>45477</c:v>
                </c:pt>
                <c:pt idx="989">
                  <c:v>45478</c:v>
                </c:pt>
                <c:pt idx="990">
                  <c:v>45479</c:v>
                </c:pt>
                <c:pt idx="991">
                  <c:v>45480</c:v>
                </c:pt>
                <c:pt idx="992">
                  <c:v>45481</c:v>
                </c:pt>
                <c:pt idx="993">
                  <c:v>45482</c:v>
                </c:pt>
                <c:pt idx="994">
                  <c:v>45483</c:v>
                </c:pt>
                <c:pt idx="995">
                  <c:v>45484</c:v>
                </c:pt>
                <c:pt idx="996">
                  <c:v>45485</c:v>
                </c:pt>
                <c:pt idx="997">
                  <c:v>45486</c:v>
                </c:pt>
                <c:pt idx="998">
                  <c:v>45487</c:v>
                </c:pt>
                <c:pt idx="999">
                  <c:v>45488</c:v>
                </c:pt>
                <c:pt idx="1000">
                  <c:v>45489</c:v>
                </c:pt>
                <c:pt idx="1001">
                  <c:v>45490</c:v>
                </c:pt>
                <c:pt idx="1002">
                  <c:v>45491</c:v>
                </c:pt>
                <c:pt idx="1003">
                  <c:v>45492</c:v>
                </c:pt>
                <c:pt idx="1004">
                  <c:v>45493</c:v>
                </c:pt>
                <c:pt idx="1005">
                  <c:v>45494</c:v>
                </c:pt>
                <c:pt idx="1006">
                  <c:v>45495</c:v>
                </c:pt>
                <c:pt idx="1007">
                  <c:v>45496</c:v>
                </c:pt>
                <c:pt idx="1008">
                  <c:v>45497</c:v>
                </c:pt>
                <c:pt idx="1009">
                  <c:v>45498</c:v>
                </c:pt>
                <c:pt idx="1010">
                  <c:v>45499</c:v>
                </c:pt>
                <c:pt idx="1011">
                  <c:v>45500</c:v>
                </c:pt>
                <c:pt idx="1012">
                  <c:v>45501</c:v>
                </c:pt>
                <c:pt idx="1013">
                  <c:v>45502</c:v>
                </c:pt>
                <c:pt idx="1014">
                  <c:v>45503</c:v>
                </c:pt>
                <c:pt idx="1015">
                  <c:v>45504</c:v>
                </c:pt>
                <c:pt idx="1016">
                  <c:v>45505</c:v>
                </c:pt>
                <c:pt idx="1017">
                  <c:v>45506</c:v>
                </c:pt>
                <c:pt idx="1018">
                  <c:v>45507</c:v>
                </c:pt>
                <c:pt idx="1019">
                  <c:v>45508</c:v>
                </c:pt>
                <c:pt idx="1020">
                  <c:v>45509</c:v>
                </c:pt>
                <c:pt idx="1021">
                  <c:v>45510</c:v>
                </c:pt>
                <c:pt idx="1022">
                  <c:v>45511</c:v>
                </c:pt>
                <c:pt idx="1023">
                  <c:v>45512</c:v>
                </c:pt>
                <c:pt idx="1024">
                  <c:v>45513</c:v>
                </c:pt>
                <c:pt idx="1025">
                  <c:v>45514</c:v>
                </c:pt>
                <c:pt idx="1026">
                  <c:v>45515</c:v>
                </c:pt>
                <c:pt idx="1027">
                  <c:v>45516</c:v>
                </c:pt>
                <c:pt idx="1028">
                  <c:v>45517</c:v>
                </c:pt>
                <c:pt idx="1029">
                  <c:v>45518</c:v>
                </c:pt>
                <c:pt idx="1030">
                  <c:v>45519</c:v>
                </c:pt>
                <c:pt idx="1031">
                  <c:v>45520</c:v>
                </c:pt>
                <c:pt idx="1032">
                  <c:v>45521</c:v>
                </c:pt>
                <c:pt idx="1033">
                  <c:v>45522</c:v>
                </c:pt>
                <c:pt idx="1034">
                  <c:v>45523</c:v>
                </c:pt>
                <c:pt idx="1035">
                  <c:v>45524</c:v>
                </c:pt>
                <c:pt idx="1036">
                  <c:v>45525</c:v>
                </c:pt>
                <c:pt idx="1037">
                  <c:v>45526</c:v>
                </c:pt>
                <c:pt idx="1038">
                  <c:v>45527</c:v>
                </c:pt>
                <c:pt idx="1039">
                  <c:v>45528</c:v>
                </c:pt>
                <c:pt idx="1040">
                  <c:v>45529</c:v>
                </c:pt>
                <c:pt idx="1041">
                  <c:v>45530</c:v>
                </c:pt>
                <c:pt idx="1042">
                  <c:v>45531</c:v>
                </c:pt>
                <c:pt idx="1043">
                  <c:v>45532</c:v>
                </c:pt>
                <c:pt idx="1044">
                  <c:v>45533</c:v>
                </c:pt>
                <c:pt idx="1045">
                  <c:v>45534</c:v>
                </c:pt>
                <c:pt idx="1046">
                  <c:v>45535</c:v>
                </c:pt>
                <c:pt idx="1047">
                  <c:v>45536</c:v>
                </c:pt>
                <c:pt idx="1048">
                  <c:v>45537</c:v>
                </c:pt>
                <c:pt idx="1049">
                  <c:v>45538</c:v>
                </c:pt>
                <c:pt idx="1050">
                  <c:v>45539</c:v>
                </c:pt>
                <c:pt idx="1051">
                  <c:v>45540</c:v>
                </c:pt>
                <c:pt idx="1052">
                  <c:v>45541</c:v>
                </c:pt>
                <c:pt idx="1053">
                  <c:v>45542</c:v>
                </c:pt>
                <c:pt idx="1054">
                  <c:v>45543</c:v>
                </c:pt>
                <c:pt idx="1055">
                  <c:v>45544</c:v>
                </c:pt>
                <c:pt idx="1056">
                  <c:v>45545</c:v>
                </c:pt>
                <c:pt idx="1057">
                  <c:v>45546</c:v>
                </c:pt>
                <c:pt idx="1058">
                  <c:v>45547</c:v>
                </c:pt>
                <c:pt idx="1059">
                  <c:v>45548</c:v>
                </c:pt>
                <c:pt idx="1060">
                  <c:v>45549</c:v>
                </c:pt>
                <c:pt idx="1061">
                  <c:v>45550</c:v>
                </c:pt>
                <c:pt idx="1062">
                  <c:v>45551</c:v>
                </c:pt>
                <c:pt idx="1063">
                  <c:v>45552</c:v>
                </c:pt>
                <c:pt idx="1064">
                  <c:v>45553</c:v>
                </c:pt>
                <c:pt idx="1065">
                  <c:v>45554</c:v>
                </c:pt>
                <c:pt idx="1066">
                  <c:v>45555</c:v>
                </c:pt>
                <c:pt idx="1067">
                  <c:v>45556</c:v>
                </c:pt>
                <c:pt idx="1068">
                  <c:v>45557</c:v>
                </c:pt>
                <c:pt idx="1069">
                  <c:v>45558</c:v>
                </c:pt>
                <c:pt idx="1070">
                  <c:v>45559</c:v>
                </c:pt>
                <c:pt idx="1071">
                  <c:v>45560</c:v>
                </c:pt>
                <c:pt idx="1072">
                  <c:v>45561</c:v>
                </c:pt>
                <c:pt idx="1073">
                  <c:v>45562</c:v>
                </c:pt>
                <c:pt idx="1074">
                  <c:v>45563</c:v>
                </c:pt>
                <c:pt idx="1075">
                  <c:v>45564</c:v>
                </c:pt>
                <c:pt idx="1076">
                  <c:v>45565</c:v>
                </c:pt>
                <c:pt idx="1077">
                  <c:v>45566</c:v>
                </c:pt>
                <c:pt idx="1078">
                  <c:v>45567</c:v>
                </c:pt>
                <c:pt idx="1079">
                  <c:v>45568</c:v>
                </c:pt>
                <c:pt idx="1080">
                  <c:v>45569</c:v>
                </c:pt>
                <c:pt idx="1081">
                  <c:v>45570</c:v>
                </c:pt>
                <c:pt idx="1082">
                  <c:v>45571</c:v>
                </c:pt>
                <c:pt idx="1083">
                  <c:v>45572</c:v>
                </c:pt>
                <c:pt idx="1084">
                  <c:v>45573</c:v>
                </c:pt>
                <c:pt idx="1085">
                  <c:v>45574</c:v>
                </c:pt>
                <c:pt idx="1086">
                  <c:v>45575</c:v>
                </c:pt>
                <c:pt idx="1087">
                  <c:v>45576</c:v>
                </c:pt>
                <c:pt idx="1088">
                  <c:v>45577</c:v>
                </c:pt>
                <c:pt idx="1089">
                  <c:v>45578</c:v>
                </c:pt>
                <c:pt idx="1090">
                  <c:v>45579</c:v>
                </c:pt>
                <c:pt idx="1091">
                  <c:v>45580</c:v>
                </c:pt>
                <c:pt idx="1092">
                  <c:v>45581</c:v>
                </c:pt>
                <c:pt idx="1093">
                  <c:v>45582</c:v>
                </c:pt>
                <c:pt idx="1094">
                  <c:v>45583</c:v>
                </c:pt>
                <c:pt idx="1095">
                  <c:v>45584</c:v>
                </c:pt>
                <c:pt idx="1096">
                  <c:v>45585</c:v>
                </c:pt>
                <c:pt idx="1097">
                  <c:v>45586</c:v>
                </c:pt>
                <c:pt idx="1098">
                  <c:v>45587</c:v>
                </c:pt>
                <c:pt idx="1099">
                  <c:v>45588</c:v>
                </c:pt>
                <c:pt idx="1100">
                  <c:v>45589</c:v>
                </c:pt>
                <c:pt idx="1101">
                  <c:v>45590</c:v>
                </c:pt>
                <c:pt idx="1102">
                  <c:v>45591</c:v>
                </c:pt>
                <c:pt idx="1103">
                  <c:v>45592</c:v>
                </c:pt>
                <c:pt idx="1104">
                  <c:v>45593</c:v>
                </c:pt>
                <c:pt idx="1105">
                  <c:v>45594</c:v>
                </c:pt>
                <c:pt idx="1106">
                  <c:v>45595</c:v>
                </c:pt>
                <c:pt idx="1107">
                  <c:v>45596</c:v>
                </c:pt>
                <c:pt idx="1108">
                  <c:v>45597</c:v>
                </c:pt>
                <c:pt idx="1109">
                  <c:v>45598</c:v>
                </c:pt>
                <c:pt idx="1110">
                  <c:v>45599</c:v>
                </c:pt>
                <c:pt idx="1111">
                  <c:v>45600</c:v>
                </c:pt>
                <c:pt idx="1112">
                  <c:v>45601</c:v>
                </c:pt>
                <c:pt idx="1113">
                  <c:v>45602</c:v>
                </c:pt>
                <c:pt idx="1114">
                  <c:v>45603</c:v>
                </c:pt>
                <c:pt idx="1115">
                  <c:v>45604</c:v>
                </c:pt>
                <c:pt idx="1116">
                  <c:v>45605</c:v>
                </c:pt>
                <c:pt idx="1117">
                  <c:v>45606</c:v>
                </c:pt>
                <c:pt idx="1118">
                  <c:v>45607</c:v>
                </c:pt>
                <c:pt idx="1119">
                  <c:v>45608</c:v>
                </c:pt>
                <c:pt idx="1120">
                  <c:v>45609</c:v>
                </c:pt>
                <c:pt idx="1121">
                  <c:v>45610</c:v>
                </c:pt>
                <c:pt idx="1122">
                  <c:v>45611</c:v>
                </c:pt>
                <c:pt idx="1123">
                  <c:v>45612</c:v>
                </c:pt>
                <c:pt idx="1124">
                  <c:v>45613</c:v>
                </c:pt>
                <c:pt idx="1125">
                  <c:v>45614</c:v>
                </c:pt>
                <c:pt idx="1126">
                  <c:v>45615</c:v>
                </c:pt>
                <c:pt idx="1127">
                  <c:v>45616</c:v>
                </c:pt>
                <c:pt idx="1128">
                  <c:v>45617</c:v>
                </c:pt>
                <c:pt idx="1129">
                  <c:v>45618</c:v>
                </c:pt>
                <c:pt idx="1130">
                  <c:v>45619</c:v>
                </c:pt>
                <c:pt idx="1131">
                  <c:v>45620</c:v>
                </c:pt>
                <c:pt idx="1132">
                  <c:v>45621</c:v>
                </c:pt>
                <c:pt idx="1133">
                  <c:v>45622</c:v>
                </c:pt>
                <c:pt idx="1134">
                  <c:v>45623</c:v>
                </c:pt>
                <c:pt idx="1135">
                  <c:v>45624</c:v>
                </c:pt>
                <c:pt idx="1136">
                  <c:v>45625</c:v>
                </c:pt>
                <c:pt idx="1137">
                  <c:v>45626</c:v>
                </c:pt>
                <c:pt idx="1138">
                  <c:v>45627</c:v>
                </c:pt>
                <c:pt idx="1139">
                  <c:v>45628</c:v>
                </c:pt>
                <c:pt idx="1140">
                  <c:v>45629</c:v>
                </c:pt>
                <c:pt idx="1141">
                  <c:v>45630</c:v>
                </c:pt>
                <c:pt idx="1142">
                  <c:v>45631</c:v>
                </c:pt>
                <c:pt idx="1143">
                  <c:v>45632</c:v>
                </c:pt>
                <c:pt idx="1144">
                  <c:v>45633</c:v>
                </c:pt>
                <c:pt idx="1145">
                  <c:v>45634</c:v>
                </c:pt>
                <c:pt idx="1146">
                  <c:v>45635</c:v>
                </c:pt>
                <c:pt idx="1147">
                  <c:v>45636</c:v>
                </c:pt>
                <c:pt idx="1148">
                  <c:v>45637</c:v>
                </c:pt>
                <c:pt idx="1149">
                  <c:v>45638</c:v>
                </c:pt>
                <c:pt idx="1150">
                  <c:v>45639</c:v>
                </c:pt>
                <c:pt idx="1151">
                  <c:v>45640</c:v>
                </c:pt>
                <c:pt idx="1152">
                  <c:v>45641</c:v>
                </c:pt>
                <c:pt idx="1153">
                  <c:v>45642</c:v>
                </c:pt>
                <c:pt idx="1154">
                  <c:v>45643</c:v>
                </c:pt>
                <c:pt idx="1155">
                  <c:v>45644</c:v>
                </c:pt>
                <c:pt idx="1156">
                  <c:v>45645</c:v>
                </c:pt>
                <c:pt idx="1157">
                  <c:v>45646</c:v>
                </c:pt>
                <c:pt idx="1158">
                  <c:v>45647</c:v>
                </c:pt>
                <c:pt idx="1159">
                  <c:v>45648</c:v>
                </c:pt>
                <c:pt idx="1160">
                  <c:v>45649</c:v>
                </c:pt>
                <c:pt idx="1161">
                  <c:v>45650</c:v>
                </c:pt>
                <c:pt idx="1162">
                  <c:v>45651</c:v>
                </c:pt>
                <c:pt idx="1163">
                  <c:v>45652</c:v>
                </c:pt>
                <c:pt idx="1164">
                  <c:v>45653</c:v>
                </c:pt>
                <c:pt idx="1165">
                  <c:v>45654</c:v>
                </c:pt>
                <c:pt idx="1166">
                  <c:v>45655</c:v>
                </c:pt>
                <c:pt idx="1167">
                  <c:v>45656</c:v>
                </c:pt>
                <c:pt idx="1168">
                  <c:v>45657</c:v>
                </c:pt>
                <c:pt idx="1169">
                  <c:v>45658</c:v>
                </c:pt>
                <c:pt idx="1170">
                  <c:v>45659</c:v>
                </c:pt>
                <c:pt idx="1171">
                  <c:v>45660</c:v>
                </c:pt>
                <c:pt idx="1172">
                  <c:v>45661</c:v>
                </c:pt>
                <c:pt idx="1173">
                  <c:v>45662</c:v>
                </c:pt>
                <c:pt idx="1174">
                  <c:v>45663</c:v>
                </c:pt>
                <c:pt idx="1175">
                  <c:v>45664</c:v>
                </c:pt>
                <c:pt idx="1176">
                  <c:v>45665</c:v>
                </c:pt>
                <c:pt idx="1177">
                  <c:v>45666</c:v>
                </c:pt>
                <c:pt idx="1178">
                  <c:v>45667</c:v>
                </c:pt>
                <c:pt idx="1179">
                  <c:v>45668</c:v>
                </c:pt>
                <c:pt idx="1180">
                  <c:v>45669</c:v>
                </c:pt>
                <c:pt idx="1181">
                  <c:v>45670</c:v>
                </c:pt>
                <c:pt idx="1182">
                  <c:v>45671</c:v>
                </c:pt>
                <c:pt idx="1183">
                  <c:v>45672</c:v>
                </c:pt>
                <c:pt idx="1184">
                  <c:v>45673</c:v>
                </c:pt>
                <c:pt idx="1185">
                  <c:v>45674</c:v>
                </c:pt>
                <c:pt idx="1186">
                  <c:v>45675</c:v>
                </c:pt>
                <c:pt idx="1187">
                  <c:v>45676</c:v>
                </c:pt>
                <c:pt idx="1188">
                  <c:v>45677</c:v>
                </c:pt>
                <c:pt idx="1189">
                  <c:v>45678</c:v>
                </c:pt>
                <c:pt idx="1190">
                  <c:v>45679</c:v>
                </c:pt>
                <c:pt idx="1191">
                  <c:v>45680</c:v>
                </c:pt>
                <c:pt idx="1192">
                  <c:v>45681</c:v>
                </c:pt>
                <c:pt idx="1193">
                  <c:v>45682</c:v>
                </c:pt>
                <c:pt idx="1194">
                  <c:v>45683</c:v>
                </c:pt>
                <c:pt idx="1195">
                  <c:v>45684</c:v>
                </c:pt>
                <c:pt idx="1196">
                  <c:v>45685</c:v>
                </c:pt>
                <c:pt idx="1197">
                  <c:v>45686</c:v>
                </c:pt>
                <c:pt idx="1198">
                  <c:v>45687</c:v>
                </c:pt>
                <c:pt idx="1199">
                  <c:v>45688</c:v>
                </c:pt>
                <c:pt idx="1200">
                  <c:v>45689</c:v>
                </c:pt>
                <c:pt idx="1201">
                  <c:v>45690</c:v>
                </c:pt>
                <c:pt idx="1202">
                  <c:v>45691</c:v>
                </c:pt>
                <c:pt idx="1203">
                  <c:v>45692</c:v>
                </c:pt>
                <c:pt idx="1204">
                  <c:v>45693</c:v>
                </c:pt>
                <c:pt idx="1205">
                  <c:v>45694</c:v>
                </c:pt>
                <c:pt idx="1206">
                  <c:v>45695</c:v>
                </c:pt>
                <c:pt idx="1207">
                  <c:v>45696</c:v>
                </c:pt>
                <c:pt idx="1208">
                  <c:v>45697</c:v>
                </c:pt>
                <c:pt idx="1209">
                  <c:v>45698</c:v>
                </c:pt>
                <c:pt idx="1210">
                  <c:v>45699</c:v>
                </c:pt>
                <c:pt idx="1211">
                  <c:v>45700</c:v>
                </c:pt>
                <c:pt idx="1212">
                  <c:v>45701</c:v>
                </c:pt>
                <c:pt idx="1213">
                  <c:v>45702</c:v>
                </c:pt>
                <c:pt idx="1214">
                  <c:v>45703</c:v>
                </c:pt>
                <c:pt idx="1215">
                  <c:v>45704</c:v>
                </c:pt>
                <c:pt idx="1216">
                  <c:v>45705</c:v>
                </c:pt>
                <c:pt idx="1217">
                  <c:v>45706</c:v>
                </c:pt>
                <c:pt idx="1218">
                  <c:v>45707</c:v>
                </c:pt>
                <c:pt idx="1219">
                  <c:v>45708</c:v>
                </c:pt>
                <c:pt idx="1220">
                  <c:v>45709</c:v>
                </c:pt>
                <c:pt idx="1221">
                  <c:v>45710</c:v>
                </c:pt>
                <c:pt idx="1222">
                  <c:v>45711</c:v>
                </c:pt>
                <c:pt idx="1223">
                  <c:v>45712</c:v>
                </c:pt>
                <c:pt idx="1224">
                  <c:v>45713</c:v>
                </c:pt>
                <c:pt idx="1225">
                  <c:v>45714</c:v>
                </c:pt>
                <c:pt idx="1226">
                  <c:v>45715</c:v>
                </c:pt>
                <c:pt idx="1227">
                  <c:v>45716</c:v>
                </c:pt>
                <c:pt idx="1228">
                  <c:v>45717</c:v>
                </c:pt>
                <c:pt idx="1229">
                  <c:v>45718</c:v>
                </c:pt>
                <c:pt idx="1230">
                  <c:v>45719</c:v>
                </c:pt>
                <c:pt idx="1231">
                  <c:v>45720</c:v>
                </c:pt>
                <c:pt idx="1232">
                  <c:v>45721</c:v>
                </c:pt>
                <c:pt idx="1233">
                  <c:v>45722</c:v>
                </c:pt>
                <c:pt idx="1234">
                  <c:v>45723</c:v>
                </c:pt>
                <c:pt idx="1235">
                  <c:v>45724</c:v>
                </c:pt>
                <c:pt idx="1236">
                  <c:v>45725</c:v>
                </c:pt>
                <c:pt idx="1237">
                  <c:v>45726</c:v>
                </c:pt>
                <c:pt idx="1238">
                  <c:v>45727</c:v>
                </c:pt>
                <c:pt idx="1239">
                  <c:v>45728</c:v>
                </c:pt>
                <c:pt idx="1240">
                  <c:v>45729</c:v>
                </c:pt>
                <c:pt idx="1241">
                  <c:v>45730</c:v>
                </c:pt>
                <c:pt idx="1242">
                  <c:v>45731</c:v>
                </c:pt>
                <c:pt idx="1243">
                  <c:v>45732</c:v>
                </c:pt>
                <c:pt idx="1244">
                  <c:v>45733</c:v>
                </c:pt>
                <c:pt idx="1245">
                  <c:v>45734</c:v>
                </c:pt>
                <c:pt idx="1246">
                  <c:v>45735</c:v>
                </c:pt>
                <c:pt idx="1247">
                  <c:v>45736</c:v>
                </c:pt>
                <c:pt idx="1248">
                  <c:v>45737</c:v>
                </c:pt>
                <c:pt idx="1249">
                  <c:v>45738</c:v>
                </c:pt>
                <c:pt idx="1250">
                  <c:v>45739</c:v>
                </c:pt>
                <c:pt idx="1251">
                  <c:v>45740</c:v>
                </c:pt>
                <c:pt idx="1252">
                  <c:v>45741</c:v>
                </c:pt>
                <c:pt idx="1253">
                  <c:v>45742</c:v>
                </c:pt>
                <c:pt idx="1254">
                  <c:v>45743</c:v>
                </c:pt>
                <c:pt idx="1255">
                  <c:v>45744</c:v>
                </c:pt>
                <c:pt idx="1256">
                  <c:v>45745</c:v>
                </c:pt>
                <c:pt idx="1257">
                  <c:v>45746</c:v>
                </c:pt>
                <c:pt idx="1258">
                  <c:v>45747</c:v>
                </c:pt>
                <c:pt idx="1259">
                  <c:v>45748</c:v>
                </c:pt>
                <c:pt idx="1260">
                  <c:v>45749</c:v>
                </c:pt>
                <c:pt idx="1261">
                  <c:v>45750</c:v>
                </c:pt>
                <c:pt idx="1262">
                  <c:v>45751</c:v>
                </c:pt>
                <c:pt idx="1263">
                  <c:v>45752</c:v>
                </c:pt>
                <c:pt idx="1264">
                  <c:v>45753</c:v>
                </c:pt>
                <c:pt idx="1265">
                  <c:v>45754</c:v>
                </c:pt>
                <c:pt idx="1266">
                  <c:v>45755</c:v>
                </c:pt>
                <c:pt idx="1267">
                  <c:v>45756</c:v>
                </c:pt>
                <c:pt idx="1268">
                  <c:v>45757</c:v>
                </c:pt>
                <c:pt idx="1269">
                  <c:v>45758</c:v>
                </c:pt>
                <c:pt idx="1270">
                  <c:v>45759</c:v>
                </c:pt>
                <c:pt idx="1271">
                  <c:v>45760</c:v>
                </c:pt>
                <c:pt idx="1272">
                  <c:v>45761</c:v>
                </c:pt>
                <c:pt idx="1273">
                  <c:v>45762</c:v>
                </c:pt>
                <c:pt idx="1274">
                  <c:v>45763</c:v>
                </c:pt>
                <c:pt idx="1275">
                  <c:v>45764</c:v>
                </c:pt>
                <c:pt idx="1276">
                  <c:v>45765</c:v>
                </c:pt>
                <c:pt idx="1277">
                  <c:v>45766</c:v>
                </c:pt>
                <c:pt idx="1278">
                  <c:v>45767</c:v>
                </c:pt>
                <c:pt idx="1279">
                  <c:v>45768</c:v>
                </c:pt>
                <c:pt idx="1280">
                  <c:v>45769</c:v>
                </c:pt>
                <c:pt idx="1281">
                  <c:v>45770</c:v>
                </c:pt>
                <c:pt idx="1282">
                  <c:v>45771</c:v>
                </c:pt>
                <c:pt idx="1283">
                  <c:v>45772</c:v>
                </c:pt>
                <c:pt idx="1284">
                  <c:v>45773</c:v>
                </c:pt>
                <c:pt idx="1285">
                  <c:v>45774</c:v>
                </c:pt>
                <c:pt idx="1286">
                  <c:v>45775</c:v>
                </c:pt>
                <c:pt idx="1287">
                  <c:v>45776</c:v>
                </c:pt>
                <c:pt idx="1288">
                  <c:v>45777</c:v>
                </c:pt>
                <c:pt idx="1289">
                  <c:v>45778</c:v>
                </c:pt>
                <c:pt idx="1290">
                  <c:v>45779</c:v>
                </c:pt>
                <c:pt idx="1291">
                  <c:v>45780</c:v>
                </c:pt>
                <c:pt idx="1292">
                  <c:v>45781</c:v>
                </c:pt>
                <c:pt idx="1293">
                  <c:v>45782</c:v>
                </c:pt>
                <c:pt idx="1294">
                  <c:v>45783</c:v>
                </c:pt>
                <c:pt idx="1295">
                  <c:v>45784</c:v>
                </c:pt>
                <c:pt idx="1296">
                  <c:v>45785</c:v>
                </c:pt>
                <c:pt idx="1297">
                  <c:v>45786</c:v>
                </c:pt>
                <c:pt idx="1298">
                  <c:v>45787</c:v>
                </c:pt>
                <c:pt idx="1299">
                  <c:v>45788</c:v>
                </c:pt>
                <c:pt idx="1300">
                  <c:v>45789</c:v>
                </c:pt>
                <c:pt idx="1301">
                  <c:v>45790</c:v>
                </c:pt>
                <c:pt idx="1302">
                  <c:v>45791</c:v>
                </c:pt>
                <c:pt idx="1303">
                  <c:v>45792</c:v>
                </c:pt>
                <c:pt idx="1304">
                  <c:v>45793</c:v>
                </c:pt>
                <c:pt idx="1305">
                  <c:v>45794</c:v>
                </c:pt>
                <c:pt idx="1306">
                  <c:v>45795</c:v>
                </c:pt>
                <c:pt idx="1307">
                  <c:v>45796</c:v>
                </c:pt>
                <c:pt idx="1308">
                  <c:v>45797</c:v>
                </c:pt>
                <c:pt idx="1309">
                  <c:v>45798</c:v>
                </c:pt>
                <c:pt idx="1310">
                  <c:v>45799</c:v>
                </c:pt>
                <c:pt idx="1311">
                  <c:v>45800</c:v>
                </c:pt>
                <c:pt idx="1312">
                  <c:v>45801</c:v>
                </c:pt>
                <c:pt idx="1313">
                  <c:v>45802</c:v>
                </c:pt>
                <c:pt idx="1314">
                  <c:v>45803</c:v>
                </c:pt>
                <c:pt idx="1315">
                  <c:v>45804</c:v>
                </c:pt>
                <c:pt idx="1316">
                  <c:v>45805</c:v>
                </c:pt>
                <c:pt idx="1317">
                  <c:v>45806</c:v>
                </c:pt>
                <c:pt idx="1318">
                  <c:v>45807</c:v>
                </c:pt>
                <c:pt idx="1319">
                  <c:v>45808</c:v>
                </c:pt>
                <c:pt idx="1320">
                  <c:v>45809</c:v>
                </c:pt>
                <c:pt idx="1321">
                  <c:v>45810</c:v>
                </c:pt>
                <c:pt idx="1322">
                  <c:v>45811</c:v>
                </c:pt>
                <c:pt idx="1323">
                  <c:v>45812</c:v>
                </c:pt>
                <c:pt idx="1324">
                  <c:v>45813</c:v>
                </c:pt>
                <c:pt idx="1325">
                  <c:v>45814</c:v>
                </c:pt>
                <c:pt idx="1326">
                  <c:v>45815</c:v>
                </c:pt>
                <c:pt idx="1327">
                  <c:v>45816</c:v>
                </c:pt>
                <c:pt idx="1328">
                  <c:v>45817</c:v>
                </c:pt>
                <c:pt idx="1329">
                  <c:v>45818</c:v>
                </c:pt>
                <c:pt idx="1330">
                  <c:v>45819</c:v>
                </c:pt>
                <c:pt idx="1331">
                  <c:v>45820</c:v>
                </c:pt>
                <c:pt idx="1332">
                  <c:v>45821</c:v>
                </c:pt>
                <c:pt idx="1333">
                  <c:v>45822</c:v>
                </c:pt>
                <c:pt idx="1334">
                  <c:v>45823</c:v>
                </c:pt>
                <c:pt idx="1335">
                  <c:v>45824</c:v>
                </c:pt>
                <c:pt idx="1336">
                  <c:v>45825</c:v>
                </c:pt>
                <c:pt idx="1337">
                  <c:v>45826</c:v>
                </c:pt>
                <c:pt idx="1338">
                  <c:v>45827</c:v>
                </c:pt>
                <c:pt idx="1339">
                  <c:v>45828</c:v>
                </c:pt>
                <c:pt idx="1340">
                  <c:v>45829</c:v>
                </c:pt>
                <c:pt idx="1341">
                  <c:v>45830</c:v>
                </c:pt>
                <c:pt idx="1342">
                  <c:v>45831</c:v>
                </c:pt>
                <c:pt idx="1343">
                  <c:v>45832</c:v>
                </c:pt>
                <c:pt idx="1344">
                  <c:v>45833</c:v>
                </c:pt>
                <c:pt idx="1345">
                  <c:v>45834</c:v>
                </c:pt>
                <c:pt idx="1346">
                  <c:v>45835</c:v>
                </c:pt>
                <c:pt idx="1347">
                  <c:v>45836</c:v>
                </c:pt>
                <c:pt idx="1348">
                  <c:v>45837</c:v>
                </c:pt>
                <c:pt idx="1349">
                  <c:v>45838</c:v>
                </c:pt>
                <c:pt idx="1350">
                  <c:v>45839</c:v>
                </c:pt>
                <c:pt idx="1351">
                  <c:v>45840</c:v>
                </c:pt>
                <c:pt idx="1352">
                  <c:v>45841</c:v>
                </c:pt>
                <c:pt idx="1353">
                  <c:v>45842</c:v>
                </c:pt>
                <c:pt idx="1354">
                  <c:v>45843</c:v>
                </c:pt>
                <c:pt idx="1355">
                  <c:v>45844</c:v>
                </c:pt>
                <c:pt idx="1356">
                  <c:v>45845</c:v>
                </c:pt>
                <c:pt idx="1357">
                  <c:v>45846</c:v>
                </c:pt>
                <c:pt idx="1358">
                  <c:v>45847</c:v>
                </c:pt>
                <c:pt idx="1359">
                  <c:v>45848</c:v>
                </c:pt>
                <c:pt idx="1360">
                  <c:v>45849</c:v>
                </c:pt>
                <c:pt idx="1361">
                  <c:v>45850</c:v>
                </c:pt>
                <c:pt idx="1362">
                  <c:v>45851</c:v>
                </c:pt>
                <c:pt idx="1363">
                  <c:v>45852</c:v>
                </c:pt>
                <c:pt idx="1364">
                  <c:v>45853</c:v>
                </c:pt>
                <c:pt idx="1365">
                  <c:v>45854</c:v>
                </c:pt>
                <c:pt idx="1366">
                  <c:v>45855</c:v>
                </c:pt>
                <c:pt idx="1367">
                  <c:v>45856</c:v>
                </c:pt>
                <c:pt idx="1368">
                  <c:v>45857</c:v>
                </c:pt>
                <c:pt idx="1369">
                  <c:v>45858</c:v>
                </c:pt>
                <c:pt idx="1370">
                  <c:v>45859</c:v>
                </c:pt>
                <c:pt idx="1371">
                  <c:v>45860</c:v>
                </c:pt>
                <c:pt idx="1372">
                  <c:v>45861</c:v>
                </c:pt>
                <c:pt idx="1373">
                  <c:v>45862</c:v>
                </c:pt>
                <c:pt idx="1374">
                  <c:v>45863</c:v>
                </c:pt>
                <c:pt idx="1375">
                  <c:v>45864</c:v>
                </c:pt>
                <c:pt idx="1376">
                  <c:v>45865</c:v>
                </c:pt>
                <c:pt idx="1377">
                  <c:v>45866</c:v>
                </c:pt>
                <c:pt idx="1378">
                  <c:v>45867</c:v>
                </c:pt>
                <c:pt idx="1379">
                  <c:v>45868</c:v>
                </c:pt>
                <c:pt idx="1380">
                  <c:v>45869</c:v>
                </c:pt>
                <c:pt idx="1381">
                  <c:v>45870</c:v>
                </c:pt>
                <c:pt idx="1382">
                  <c:v>45871</c:v>
                </c:pt>
                <c:pt idx="1383">
                  <c:v>45872</c:v>
                </c:pt>
                <c:pt idx="1384">
                  <c:v>45873</c:v>
                </c:pt>
                <c:pt idx="1385">
                  <c:v>45874</c:v>
                </c:pt>
                <c:pt idx="1386">
                  <c:v>45875</c:v>
                </c:pt>
                <c:pt idx="1387">
                  <c:v>45876</c:v>
                </c:pt>
                <c:pt idx="1388">
                  <c:v>45877</c:v>
                </c:pt>
                <c:pt idx="1389">
                  <c:v>45878</c:v>
                </c:pt>
                <c:pt idx="1390">
                  <c:v>45879</c:v>
                </c:pt>
                <c:pt idx="1391">
                  <c:v>45880</c:v>
                </c:pt>
                <c:pt idx="1392">
                  <c:v>45881</c:v>
                </c:pt>
                <c:pt idx="1393">
                  <c:v>45882</c:v>
                </c:pt>
                <c:pt idx="1394">
                  <c:v>45883</c:v>
                </c:pt>
                <c:pt idx="1395">
                  <c:v>45884</c:v>
                </c:pt>
                <c:pt idx="1396">
                  <c:v>45885</c:v>
                </c:pt>
                <c:pt idx="1397">
                  <c:v>45886</c:v>
                </c:pt>
                <c:pt idx="1398">
                  <c:v>45887</c:v>
                </c:pt>
                <c:pt idx="1399">
                  <c:v>45888</c:v>
                </c:pt>
                <c:pt idx="1400">
                  <c:v>45889</c:v>
                </c:pt>
                <c:pt idx="1401">
                  <c:v>45890</c:v>
                </c:pt>
                <c:pt idx="1402">
                  <c:v>45891</c:v>
                </c:pt>
                <c:pt idx="1403">
                  <c:v>45892</c:v>
                </c:pt>
                <c:pt idx="1404">
                  <c:v>45893</c:v>
                </c:pt>
                <c:pt idx="1405">
                  <c:v>45894</c:v>
                </c:pt>
                <c:pt idx="1406">
                  <c:v>45895</c:v>
                </c:pt>
                <c:pt idx="1407">
                  <c:v>45896</c:v>
                </c:pt>
                <c:pt idx="1408">
                  <c:v>45897</c:v>
                </c:pt>
                <c:pt idx="1409">
                  <c:v>45898</c:v>
                </c:pt>
                <c:pt idx="1410">
                  <c:v>45899</c:v>
                </c:pt>
                <c:pt idx="1411">
                  <c:v>45900</c:v>
                </c:pt>
                <c:pt idx="1412">
                  <c:v>45901</c:v>
                </c:pt>
                <c:pt idx="1413">
                  <c:v>45902</c:v>
                </c:pt>
                <c:pt idx="1414">
                  <c:v>45903</c:v>
                </c:pt>
                <c:pt idx="1415">
                  <c:v>45904</c:v>
                </c:pt>
                <c:pt idx="1416">
                  <c:v>45905</c:v>
                </c:pt>
                <c:pt idx="1417">
                  <c:v>45906</c:v>
                </c:pt>
                <c:pt idx="1418">
                  <c:v>45907</c:v>
                </c:pt>
                <c:pt idx="1419">
                  <c:v>45908</c:v>
                </c:pt>
                <c:pt idx="1420">
                  <c:v>45909</c:v>
                </c:pt>
                <c:pt idx="1421">
                  <c:v>45910</c:v>
                </c:pt>
                <c:pt idx="1422">
                  <c:v>45911</c:v>
                </c:pt>
                <c:pt idx="1423">
                  <c:v>45912</c:v>
                </c:pt>
                <c:pt idx="1424">
                  <c:v>45913</c:v>
                </c:pt>
                <c:pt idx="1425">
                  <c:v>45914</c:v>
                </c:pt>
                <c:pt idx="1426">
                  <c:v>45915</c:v>
                </c:pt>
                <c:pt idx="1427">
                  <c:v>45916</c:v>
                </c:pt>
                <c:pt idx="1428">
                  <c:v>45917</c:v>
                </c:pt>
                <c:pt idx="1429">
                  <c:v>45918</c:v>
                </c:pt>
                <c:pt idx="1430">
                  <c:v>45919</c:v>
                </c:pt>
                <c:pt idx="1431">
                  <c:v>45920</c:v>
                </c:pt>
                <c:pt idx="1432">
                  <c:v>45921</c:v>
                </c:pt>
                <c:pt idx="1433">
                  <c:v>45922</c:v>
                </c:pt>
                <c:pt idx="1434">
                  <c:v>45923</c:v>
                </c:pt>
                <c:pt idx="1435">
                  <c:v>45924</c:v>
                </c:pt>
                <c:pt idx="1436">
                  <c:v>45925</c:v>
                </c:pt>
                <c:pt idx="1437">
                  <c:v>45926</c:v>
                </c:pt>
                <c:pt idx="1438">
                  <c:v>45927</c:v>
                </c:pt>
                <c:pt idx="1439">
                  <c:v>45928</c:v>
                </c:pt>
                <c:pt idx="1440">
                  <c:v>45929</c:v>
                </c:pt>
                <c:pt idx="1441">
                  <c:v>45930</c:v>
                </c:pt>
                <c:pt idx="1442">
                  <c:v>45931</c:v>
                </c:pt>
                <c:pt idx="1443">
                  <c:v>45932</c:v>
                </c:pt>
                <c:pt idx="1444">
                  <c:v>45933</c:v>
                </c:pt>
                <c:pt idx="1445">
                  <c:v>45934</c:v>
                </c:pt>
                <c:pt idx="1446">
                  <c:v>45935</c:v>
                </c:pt>
                <c:pt idx="1447">
                  <c:v>45936</c:v>
                </c:pt>
                <c:pt idx="1448">
                  <c:v>45937</c:v>
                </c:pt>
                <c:pt idx="1449">
                  <c:v>45938</c:v>
                </c:pt>
                <c:pt idx="1450">
                  <c:v>45939</c:v>
                </c:pt>
                <c:pt idx="1451">
                  <c:v>45940</c:v>
                </c:pt>
                <c:pt idx="1452">
                  <c:v>45941</c:v>
                </c:pt>
                <c:pt idx="1453">
                  <c:v>45942</c:v>
                </c:pt>
                <c:pt idx="1454">
                  <c:v>45943</c:v>
                </c:pt>
                <c:pt idx="1455">
                  <c:v>45944</c:v>
                </c:pt>
                <c:pt idx="1456">
                  <c:v>45945</c:v>
                </c:pt>
                <c:pt idx="1457">
                  <c:v>45946</c:v>
                </c:pt>
                <c:pt idx="1458">
                  <c:v>45947</c:v>
                </c:pt>
                <c:pt idx="1459">
                  <c:v>45948</c:v>
                </c:pt>
                <c:pt idx="1460">
                  <c:v>45949</c:v>
                </c:pt>
                <c:pt idx="1461">
                  <c:v>45950</c:v>
                </c:pt>
                <c:pt idx="1462">
                  <c:v>45951</c:v>
                </c:pt>
                <c:pt idx="1463">
                  <c:v>45952</c:v>
                </c:pt>
                <c:pt idx="1464">
                  <c:v>45953</c:v>
                </c:pt>
                <c:pt idx="1465">
                  <c:v>45954</c:v>
                </c:pt>
                <c:pt idx="1466">
                  <c:v>45955</c:v>
                </c:pt>
                <c:pt idx="1467">
                  <c:v>45956</c:v>
                </c:pt>
                <c:pt idx="1468">
                  <c:v>45957</c:v>
                </c:pt>
                <c:pt idx="1469">
                  <c:v>45958</c:v>
                </c:pt>
                <c:pt idx="1470">
                  <c:v>45959</c:v>
                </c:pt>
                <c:pt idx="1471">
                  <c:v>45960</c:v>
                </c:pt>
                <c:pt idx="1472">
                  <c:v>45961</c:v>
                </c:pt>
                <c:pt idx="1473">
                  <c:v>45962</c:v>
                </c:pt>
                <c:pt idx="1474">
                  <c:v>45963</c:v>
                </c:pt>
                <c:pt idx="1475">
                  <c:v>45964</c:v>
                </c:pt>
                <c:pt idx="1476">
                  <c:v>45965</c:v>
                </c:pt>
                <c:pt idx="1477">
                  <c:v>45966</c:v>
                </c:pt>
                <c:pt idx="1478">
                  <c:v>45967</c:v>
                </c:pt>
                <c:pt idx="1479">
                  <c:v>45968</c:v>
                </c:pt>
                <c:pt idx="1480">
                  <c:v>45969</c:v>
                </c:pt>
                <c:pt idx="1481">
                  <c:v>45970</c:v>
                </c:pt>
                <c:pt idx="1482">
                  <c:v>45971</c:v>
                </c:pt>
                <c:pt idx="1483">
                  <c:v>45972</c:v>
                </c:pt>
                <c:pt idx="1484">
                  <c:v>45973</c:v>
                </c:pt>
                <c:pt idx="1485">
                  <c:v>45974</c:v>
                </c:pt>
                <c:pt idx="1486">
                  <c:v>45975</c:v>
                </c:pt>
                <c:pt idx="1487">
                  <c:v>45976</c:v>
                </c:pt>
                <c:pt idx="1488">
                  <c:v>45977</c:v>
                </c:pt>
                <c:pt idx="1489">
                  <c:v>45978</c:v>
                </c:pt>
                <c:pt idx="1490">
                  <c:v>45979</c:v>
                </c:pt>
                <c:pt idx="1491">
                  <c:v>45980</c:v>
                </c:pt>
                <c:pt idx="1492">
                  <c:v>45981</c:v>
                </c:pt>
                <c:pt idx="1493">
                  <c:v>45982</c:v>
                </c:pt>
                <c:pt idx="1494">
                  <c:v>45983</c:v>
                </c:pt>
                <c:pt idx="1495">
                  <c:v>45984</c:v>
                </c:pt>
                <c:pt idx="1496">
                  <c:v>45985</c:v>
                </c:pt>
                <c:pt idx="1497">
                  <c:v>45986</c:v>
                </c:pt>
                <c:pt idx="1498">
                  <c:v>45987</c:v>
                </c:pt>
                <c:pt idx="1499">
                  <c:v>45988</c:v>
                </c:pt>
                <c:pt idx="1500">
                  <c:v>45989</c:v>
                </c:pt>
                <c:pt idx="1501">
                  <c:v>45990</c:v>
                </c:pt>
                <c:pt idx="1502">
                  <c:v>45991</c:v>
                </c:pt>
                <c:pt idx="1503">
                  <c:v>45992</c:v>
                </c:pt>
                <c:pt idx="1504">
                  <c:v>45993</c:v>
                </c:pt>
                <c:pt idx="1505">
                  <c:v>45994</c:v>
                </c:pt>
                <c:pt idx="1506">
                  <c:v>45995</c:v>
                </c:pt>
                <c:pt idx="1507">
                  <c:v>45996</c:v>
                </c:pt>
                <c:pt idx="1508">
                  <c:v>45997</c:v>
                </c:pt>
                <c:pt idx="1509">
                  <c:v>45998</c:v>
                </c:pt>
                <c:pt idx="1510">
                  <c:v>45999</c:v>
                </c:pt>
                <c:pt idx="1511">
                  <c:v>46000</c:v>
                </c:pt>
                <c:pt idx="1512">
                  <c:v>46001</c:v>
                </c:pt>
                <c:pt idx="1513">
                  <c:v>46002</c:v>
                </c:pt>
                <c:pt idx="1514">
                  <c:v>46003</c:v>
                </c:pt>
                <c:pt idx="1515">
                  <c:v>46004</c:v>
                </c:pt>
                <c:pt idx="1516">
                  <c:v>46005</c:v>
                </c:pt>
                <c:pt idx="1517">
                  <c:v>46006</c:v>
                </c:pt>
                <c:pt idx="1518">
                  <c:v>46007</c:v>
                </c:pt>
                <c:pt idx="1519">
                  <c:v>46008</c:v>
                </c:pt>
                <c:pt idx="1520">
                  <c:v>46009</c:v>
                </c:pt>
                <c:pt idx="1521">
                  <c:v>46010</c:v>
                </c:pt>
                <c:pt idx="1522">
                  <c:v>46011</c:v>
                </c:pt>
                <c:pt idx="1523">
                  <c:v>46012</c:v>
                </c:pt>
                <c:pt idx="1524">
                  <c:v>46013</c:v>
                </c:pt>
                <c:pt idx="1525">
                  <c:v>46014</c:v>
                </c:pt>
                <c:pt idx="1526">
                  <c:v>46015</c:v>
                </c:pt>
                <c:pt idx="1527">
                  <c:v>46016</c:v>
                </c:pt>
                <c:pt idx="1528">
                  <c:v>46017</c:v>
                </c:pt>
                <c:pt idx="1529">
                  <c:v>46018</c:v>
                </c:pt>
                <c:pt idx="1530">
                  <c:v>46019</c:v>
                </c:pt>
                <c:pt idx="1531">
                  <c:v>46020</c:v>
                </c:pt>
                <c:pt idx="1532">
                  <c:v>46021</c:v>
                </c:pt>
                <c:pt idx="1533">
                  <c:v>46022</c:v>
                </c:pt>
                <c:pt idx="1534">
                  <c:v>46023</c:v>
                </c:pt>
                <c:pt idx="1535">
                  <c:v>46024</c:v>
                </c:pt>
                <c:pt idx="1536">
                  <c:v>46025</c:v>
                </c:pt>
                <c:pt idx="1537">
                  <c:v>46026</c:v>
                </c:pt>
                <c:pt idx="1538">
                  <c:v>46027</c:v>
                </c:pt>
                <c:pt idx="1539">
                  <c:v>46028</c:v>
                </c:pt>
                <c:pt idx="1540">
                  <c:v>46029</c:v>
                </c:pt>
                <c:pt idx="1541">
                  <c:v>46030</c:v>
                </c:pt>
                <c:pt idx="1542">
                  <c:v>46031</c:v>
                </c:pt>
                <c:pt idx="1543">
                  <c:v>46032</c:v>
                </c:pt>
                <c:pt idx="1544">
                  <c:v>46033</c:v>
                </c:pt>
                <c:pt idx="1545">
                  <c:v>46034</c:v>
                </c:pt>
                <c:pt idx="1546">
                  <c:v>46035</c:v>
                </c:pt>
                <c:pt idx="1547">
                  <c:v>46036</c:v>
                </c:pt>
                <c:pt idx="1548">
                  <c:v>46037</c:v>
                </c:pt>
                <c:pt idx="1549">
                  <c:v>46038</c:v>
                </c:pt>
                <c:pt idx="1550">
                  <c:v>46039</c:v>
                </c:pt>
                <c:pt idx="1551">
                  <c:v>46040</c:v>
                </c:pt>
                <c:pt idx="1552">
                  <c:v>46041</c:v>
                </c:pt>
                <c:pt idx="1553">
                  <c:v>46042</c:v>
                </c:pt>
                <c:pt idx="1554">
                  <c:v>46043</c:v>
                </c:pt>
                <c:pt idx="1555">
                  <c:v>46044</c:v>
                </c:pt>
                <c:pt idx="1556">
                  <c:v>46045</c:v>
                </c:pt>
                <c:pt idx="1557">
                  <c:v>46046</c:v>
                </c:pt>
                <c:pt idx="1558">
                  <c:v>46047</c:v>
                </c:pt>
                <c:pt idx="1559">
                  <c:v>46048</c:v>
                </c:pt>
                <c:pt idx="1560">
                  <c:v>46049</c:v>
                </c:pt>
                <c:pt idx="1561">
                  <c:v>46050</c:v>
                </c:pt>
                <c:pt idx="1562">
                  <c:v>46051</c:v>
                </c:pt>
                <c:pt idx="1563">
                  <c:v>46052</c:v>
                </c:pt>
                <c:pt idx="1564">
                  <c:v>46053</c:v>
                </c:pt>
                <c:pt idx="1565">
                  <c:v>46054</c:v>
                </c:pt>
                <c:pt idx="1566">
                  <c:v>46055</c:v>
                </c:pt>
                <c:pt idx="1567">
                  <c:v>46056</c:v>
                </c:pt>
                <c:pt idx="1568">
                  <c:v>46057</c:v>
                </c:pt>
                <c:pt idx="1569">
                  <c:v>46058</c:v>
                </c:pt>
                <c:pt idx="1570">
                  <c:v>46059</c:v>
                </c:pt>
                <c:pt idx="1571">
                  <c:v>46060</c:v>
                </c:pt>
                <c:pt idx="1572">
                  <c:v>46061</c:v>
                </c:pt>
                <c:pt idx="1573">
                  <c:v>46062</c:v>
                </c:pt>
                <c:pt idx="1574">
                  <c:v>46063</c:v>
                </c:pt>
                <c:pt idx="1575">
                  <c:v>46064</c:v>
                </c:pt>
                <c:pt idx="1576">
                  <c:v>46065</c:v>
                </c:pt>
                <c:pt idx="1577">
                  <c:v>46066</c:v>
                </c:pt>
                <c:pt idx="1578">
                  <c:v>46067</c:v>
                </c:pt>
                <c:pt idx="1579">
                  <c:v>46068</c:v>
                </c:pt>
                <c:pt idx="1580">
                  <c:v>46069</c:v>
                </c:pt>
                <c:pt idx="1581">
                  <c:v>46070</c:v>
                </c:pt>
                <c:pt idx="1582">
                  <c:v>46071</c:v>
                </c:pt>
                <c:pt idx="1583">
                  <c:v>46072</c:v>
                </c:pt>
                <c:pt idx="1584">
                  <c:v>46073</c:v>
                </c:pt>
                <c:pt idx="1585">
                  <c:v>46074</c:v>
                </c:pt>
                <c:pt idx="1586">
                  <c:v>46075</c:v>
                </c:pt>
                <c:pt idx="1587">
                  <c:v>46076</c:v>
                </c:pt>
                <c:pt idx="1588">
                  <c:v>46077</c:v>
                </c:pt>
                <c:pt idx="1589">
                  <c:v>46078</c:v>
                </c:pt>
                <c:pt idx="1590">
                  <c:v>46079</c:v>
                </c:pt>
                <c:pt idx="1591">
                  <c:v>46080</c:v>
                </c:pt>
                <c:pt idx="1592">
                  <c:v>46081</c:v>
                </c:pt>
                <c:pt idx="1593">
                  <c:v>46082</c:v>
                </c:pt>
                <c:pt idx="1594">
                  <c:v>46083</c:v>
                </c:pt>
                <c:pt idx="1595">
                  <c:v>46084</c:v>
                </c:pt>
                <c:pt idx="1596">
                  <c:v>46085</c:v>
                </c:pt>
                <c:pt idx="1597">
                  <c:v>46086</c:v>
                </c:pt>
                <c:pt idx="1598">
                  <c:v>46087</c:v>
                </c:pt>
                <c:pt idx="1599">
                  <c:v>46088</c:v>
                </c:pt>
                <c:pt idx="1600">
                  <c:v>46089</c:v>
                </c:pt>
                <c:pt idx="1601">
                  <c:v>46090</c:v>
                </c:pt>
                <c:pt idx="1602">
                  <c:v>46091</c:v>
                </c:pt>
                <c:pt idx="1603">
                  <c:v>46092</c:v>
                </c:pt>
                <c:pt idx="1604">
                  <c:v>46093</c:v>
                </c:pt>
                <c:pt idx="1605">
                  <c:v>46094</c:v>
                </c:pt>
                <c:pt idx="1606">
                  <c:v>46095</c:v>
                </c:pt>
                <c:pt idx="1607">
                  <c:v>46096</c:v>
                </c:pt>
                <c:pt idx="1608">
                  <c:v>46097</c:v>
                </c:pt>
                <c:pt idx="1609">
                  <c:v>46098</c:v>
                </c:pt>
                <c:pt idx="1610">
                  <c:v>46099</c:v>
                </c:pt>
                <c:pt idx="1611">
                  <c:v>46100</c:v>
                </c:pt>
                <c:pt idx="1612">
                  <c:v>46101</c:v>
                </c:pt>
                <c:pt idx="1613">
                  <c:v>46102</c:v>
                </c:pt>
                <c:pt idx="1614">
                  <c:v>46103</c:v>
                </c:pt>
                <c:pt idx="1615">
                  <c:v>46104</c:v>
                </c:pt>
                <c:pt idx="1616">
                  <c:v>46105</c:v>
                </c:pt>
                <c:pt idx="1617">
                  <c:v>46106</c:v>
                </c:pt>
                <c:pt idx="1618">
                  <c:v>46107</c:v>
                </c:pt>
                <c:pt idx="1619">
                  <c:v>46108</c:v>
                </c:pt>
                <c:pt idx="1620">
                  <c:v>46109</c:v>
                </c:pt>
                <c:pt idx="1621">
                  <c:v>46110</c:v>
                </c:pt>
                <c:pt idx="1622">
                  <c:v>46111</c:v>
                </c:pt>
                <c:pt idx="1623">
                  <c:v>46112</c:v>
                </c:pt>
                <c:pt idx="1624">
                  <c:v>46113</c:v>
                </c:pt>
                <c:pt idx="1625">
                  <c:v>46114</c:v>
                </c:pt>
                <c:pt idx="1626">
                  <c:v>46115</c:v>
                </c:pt>
                <c:pt idx="1627">
                  <c:v>46116</c:v>
                </c:pt>
                <c:pt idx="1628">
                  <c:v>46117</c:v>
                </c:pt>
                <c:pt idx="1629">
                  <c:v>46118</c:v>
                </c:pt>
                <c:pt idx="1630">
                  <c:v>46119</c:v>
                </c:pt>
                <c:pt idx="1631">
                  <c:v>46120</c:v>
                </c:pt>
                <c:pt idx="1632">
                  <c:v>46121</c:v>
                </c:pt>
                <c:pt idx="1633">
                  <c:v>46122</c:v>
                </c:pt>
                <c:pt idx="1634">
                  <c:v>46123</c:v>
                </c:pt>
                <c:pt idx="1635">
                  <c:v>46124</c:v>
                </c:pt>
                <c:pt idx="1636">
                  <c:v>46125</c:v>
                </c:pt>
                <c:pt idx="1637">
                  <c:v>46126</c:v>
                </c:pt>
                <c:pt idx="1638">
                  <c:v>46127</c:v>
                </c:pt>
                <c:pt idx="1639">
                  <c:v>46128</c:v>
                </c:pt>
                <c:pt idx="1640">
                  <c:v>46129</c:v>
                </c:pt>
                <c:pt idx="1641">
                  <c:v>46130</c:v>
                </c:pt>
                <c:pt idx="1642">
                  <c:v>46131</c:v>
                </c:pt>
                <c:pt idx="1643">
                  <c:v>46132</c:v>
                </c:pt>
                <c:pt idx="1644">
                  <c:v>46133</c:v>
                </c:pt>
                <c:pt idx="1645">
                  <c:v>46134</c:v>
                </c:pt>
                <c:pt idx="1646">
                  <c:v>46135</c:v>
                </c:pt>
                <c:pt idx="1647">
                  <c:v>46136</c:v>
                </c:pt>
                <c:pt idx="1648">
                  <c:v>46137</c:v>
                </c:pt>
                <c:pt idx="1649">
                  <c:v>46138</c:v>
                </c:pt>
                <c:pt idx="1650">
                  <c:v>46139</c:v>
                </c:pt>
                <c:pt idx="1651">
                  <c:v>46140</c:v>
                </c:pt>
                <c:pt idx="1652">
                  <c:v>46141</c:v>
                </c:pt>
                <c:pt idx="1653">
                  <c:v>46142</c:v>
                </c:pt>
                <c:pt idx="1654">
                  <c:v>46143</c:v>
                </c:pt>
                <c:pt idx="1655">
                  <c:v>46144</c:v>
                </c:pt>
                <c:pt idx="1656">
                  <c:v>46145</c:v>
                </c:pt>
                <c:pt idx="1657">
                  <c:v>46146</c:v>
                </c:pt>
                <c:pt idx="1658">
                  <c:v>46147</c:v>
                </c:pt>
                <c:pt idx="1659">
                  <c:v>46148</c:v>
                </c:pt>
                <c:pt idx="1660">
                  <c:v>46149</c:v>
                </c:pt>
                <c:pt idx="1661">
                  <c:v>46150</c:v>
                </c:pt>
                <c:pt idx="1662">
                  <c:v>46151</c:v>
                </c:pt>
                <c:pt idx="1663">
                  <c:v>46152</c:v>
                </c:pt>
                <c:pt idx="1664">
                  <c:v>46153</c:v>
                </c:pt>
                <c:pt idx="1665">
                  <c:v>46154</c:v>
                </c:pt>
                <c:pt idx="1666">
                  <c:v>46155</c:v>
                </c:pt>
                <c:pt idx="1667">
                  <c:v>46156</c:v>
                </c:pt>
                <c:pt idx="1668">
                  <c:v>46157</c:v>
                </c:pt>
                <c:pt idx="1669">
                  <c:v>46158</c:v>
                </c:pt>
                <c:pt idx="1670">
                  <c:v>46159</c:v>
                </c:pt>
                <c:pt idx="1671">
                  <c:v>46160</c:v>
                </c:pt>
                <c:pt idx="1672">
                  <c:v>46161</c:v>
                </c:pt>
                <c:pt idx="1673">
                  <c:v>46162</c:v>
                </c:pt>
                <c:pt idx="1674">
                  <c:v>46163</c:v>
                </c:pt>
                <c:pt idx="1675">
                  <c:v>46164</c:v>
                </c:pt>
                <c:pt idx="1676">
                  <c:v>46165</c:v>
                </c:pt>
                <c:pt idx="1677">
                  <c:v>46166</c:v>
                </c:pt>
                <c:pt idx="1678">
                  <c:v>46167</c:v>
                </c:pt>
                <c:pt idx="1679">
                  <c:v>46168</c:v>
                </c:pt>
                <c:pt idx="1680">
                  <c:v>46169</c:v>
                </c:pt>
                <c:pt idx="1681">
                  <c:v>46170</c:v>
                </c:pt>
                <c:pt idx="1682">
                  <c:v>46171</c:v>
                </c:pt>
                <c:pt idx="1683">
                  <c:v>46172</c:v>
                </c:pt>
                <c:pt idx="1684">
                  <c:v>46173</c:v>
                </c:pt>
                <c:pt idx="1685">
                  <c:v>46174</c:v>
                </c:pt>
                <c:pt idx="1686">
                  <c:v>46175</c:v>
                </c:pt>
                <c:pt idx="1687">
                  <c:v>46176</c:v>
                </c:pt>
                <c:pt idx="1688">
                  <c:v>46177</c:v>
                </c:pt>
                <c:pt idx="1689">
                  <c:v>46178</c:v>
                </c:pt>
                <c:pt idx="1690">
                  <c:v>46179</c:v>
                </c:pt>
                <c:pt idx="1691">
                  <c:v>46180</c:v>
                </c:pt>
                <c:pt idx="1692">
                  <c:v>46181</c:v>
                </c:pt>
                <c:pt idx="1693">
                  <c:v>46182</c:v>
                </c:pt>
                <c:pt idx="1694">
                  <c:v>46183</c:v>
                </c:pt>
                <c:pt idx="1695">
                  <c:v>46184</c:v>
                </c:pt>
                <c:pt idx="1696">
                  <c:v>46185</c:v>
                </c:pt>
                <c:pt idx="1697">
                  <c:v>46186</c:v>
                </c:pt>
                <c:pt idx="1698">
                  <c:v>46187</c:v>
                </c:pt>
                <c:pt idx="1699">
                  <c:v>46188</c:v>
                </c:pt>
                <c:pt idx="1700">
                  <c:v>46189</c:v>
                </c:pt>
                <c:pt idx="1701">
                  <c:v>46190</c:v>
                </c:pt>
                <c:pt idx="1702">
                  <c:v>46191</c:v>
                </c:pt>
                <c:pt idx="1703">
                  <c:v>46192</c:v>
                </c:pt>
                <c:pt idx="1704">
                  <c:v>46193</c:v>
                </c:pt>
                <c:pt idx="1705">
                  <c:v>46194</c:v>
                </c:pt>
                <c:pt idx="1706">
                  <c:v>46195</c:v>
                </c:pt>
                <c:pt idx="1707">
                  <c:v>46196</c:v>
                </c:pt>
                <c:pt idx="1708">
                  <c:v>46197</c:v>
                </c:pt>
                <c:pt idx="1709">
                  <c:v>46198</c:v>
                </c:pt>
                <c:pt idx="1710">
                  <c:v>46199</c:v>
                </c:pt>
                <c:pt idx="1711">
                  <c:v>46200</c:v>
                </c:pt>
                <c:pt idx="1712">
                  <c:v>46201</c:v>
                </c:pt>
                <c:pt idx="1713">
                  <c:v>46202</c:v>
                </c:pt>
                <c:pt idx="1714">
                  <c:v>46203</c:v>
                </c:pt>
                <c:pt idx="1715">
                  <c:v>46204</c:v>
                </c:pt>
                <c:pt idx="1716">
                  <c:v>46205</c:v>
                </c:pt>
                <c:pt idx="1717">
                  <c:v>46206</c:v>
                </c:pt>
                <c:pt idx="1718">
                  <c:v>46207</c:v>
                </c:pt>
                <c:pt idx="1719">
                  <c:v>46208</c:v>
                </c:pt>
                <c:pt idx="1720">
                  <c:v>46209</c:v>
                </c:pt>
                <c:pt idx="1721">
                  <c:v>46210</c:v>
                </c:pt>
                <c:pt idx="1722">
                  <c:v>46211</c:v>
                </c:pt>
                <c:pt idx="1723">
                  <c:v>46212</c:v>
                </c:pt>
                <c:pt idx="1724">
                  <c:v>46213</c:v>
                </c:pt>
                <c:pt idx="1725">
                  <c:v>46214</c:v>
                </c:pt>
                <c:pt idx="1726">
                  <c:v>46215</c:v>
                </c:pt>
                <c:pt idx="1727">
                  <c:v>46216</c:v>
                </c:pt>
                <c:pt idx="1728">
                  <c:v>46217</c:v>
                </c:pt>
                <c:pt idx="1729">
                  <c:v>46218</c:v>
                </c:pt>
                <c:pt idx="1730">
                  <c:v>46219</c:v>
                </c:pt>
                <c:pt idx="1731">
                  <c:v>46220</c:v>
                </c:pt>
                <c:pt idx="1732">
                  <c:v>46221</c:v>
                </c:pt>
                <c:pt idx="1733">
                  <c:v>46222</c:v>
                </c:pt>
                <c:pt idx="1734">
                  <c:v>46223</c:v>
                </c:pt>
                <c:pt idx="1735">
                  <c:v>46224</c:v>
                </c:pt>
                <c:pt idx="1736">
                  <c:v>46225</c:v>
                </c:pt>
                <c:pt idx="1737">
                  <c:v>46226</c:v>
                </c:pt>
                <c:pt idx="1738">
                  <c:v>46227</c:v>
                </c:pt>
                <c:pt idx="1739">
                  <c:v>46228</c:v>
                </c:pt>
                <c:pt idx="1740">
                  <c:v>46229</c:v>
                </c:pt>
                <c:pt idx="1741">
                  <c:v>46230</c:v>
                </c:pt>
                <c:pt idx="1742">
                  <c:v>46231</c:v>
                </c:pt>
                <c:pt idx="1743">
                  <c:v>46232</c:v>
                </c:pt>
                <c:pt idx="1744">
                  <c:v>46233</c:v>
                </c:pt>
                <c:pt idx="1745">
                  <c:v>46234</c:v>
                </c:pt>
                <c:pt idx="1746">
                  <c:v>46235</c:v>
                </c:pt>
                <c:pt idx="1747">
                  <c:v>46236</c:v>
                </c:pt>
                <c:pt idx="1748">
                  <c:v>46237</c:v>
                </c:pt>
                <c:pt idx="1749">
                  <c:v>46238</c:v>
                </c:pt>
                <c:pt idx="1750">
                  <c:v>46239</c:v>
                </c:pt>
                <c:pt idx="1751">
                  <c:v>46240</c:v>
                </c:pt>
                <c:pt idx="1752">
                  <c:v>46241</c:v>
                </c:pt>
                <c:pt idx="1753">
                  <c:v>46242</c:v>
                </c:pt>
                <c:pt idx="1754">
                  <c:v>46243</c:v>
                </c:pt>
                <c:pt idx="1755">
                  <c:v>46244</c:v>
                </c:pt>
                <c:pt idx="1756">
                  <c:v>46245</c:v>
                </c:pt>
                <c:pt idx="1757">
                  <c:v>46246</c:v>
                </c:pt>
                <c:pt idx="1758">
                  <c:v>46247</c:v>
                </c:pt>
                <c:pt idx="1759">
                  <c:v>46248</c:v>
                </c:pt>
                <c:pt idx="1760">
                  <c:v>46249</c:v>
                </c:pt>
                <c:pt idx="1761">
                  <c:v>46250</c:v>
                </c:pt>
                <c:pt idx="1762">
                  <c:v>46251</c:v>
                </c:pt>
                <c:pt idx="1763">
                  <c:v>46252</c:v>
                </c:pt>
                <c:pt idx="1764">
                  <c:v>46253</c:v>
                </c:pt>
                <c:pt idx="1765">
                  <c:v>46254</c:v>
                </c:pt>
                <c:pt idx="1766">
                  <c:v>46255</c:v>
                </c:pt>
                <c:pt idx="1767">
                  <c:v>46256</c:v>
                </c:pt>
                <c:pt idx="1768">
                  <c:v>46257</c:v>
                </c:pt>
                <c:pt idx="1769">
                  <c:v>46258</c:v>
                </c:pt>
                <c:pt idx="1770">
                  <c:v>46259</c:v>
                </c:pt>
                <c:pt idx="1771">
                  <c:v>46260</c:v>
                </c:pt>
                <c:pt idx="1772">
                  <c:v>46261</c:v>
                </c:pt>
                <c:pt idx="1773">
                  <c:v>46262</c:v>
                </c:pt>
                <c:pt idx="1774">
                  <c:v>46263</c:v>
                </c:pt>
                <c:pt idx="1775">
                  <c:v>46264</c:v>
                </c:pt>
                <c:pt idx="1776">
                  <c:v>46265</c:v>
                </c:pt>
                <c:pt idx="1777">
                  <c:v>46266</c:v>
                </c:pt>
                <c:pt idx="1778">
                  <c:v>46267</c:v>
                </c:pt>
                <c:pt idx="1779">
                  <c:v>46268</c:v>
                </c:pt>
                <c:pt idx="1780">
                  <c:v>46269</c:v>
                </c:pt>
                <c:pt idx="1781">
                  <c:v>46270</c:v>
                </c:pt>
                <c:pt idx="1782">
                  <c:v>46271</c:v>
                </c:pt>
                <c:pt idx="1783">
                  <c:v>46272</c:v>
                </c:pt>
                <c:pt idx="1784">
                  <c:v>46273</c:v>
                </c:pt>
                <c:pt idx="1785">
                  <c:v>46274</c:v>
                </c:pt>
                <c:pt idx="1786">
                  <c:v>46275</c:v>
                </c:pt>
                <c:pt idx="1787">
                  <c:v>46276</c:v>
                </c:pt>
                <c:pt idx="1788">
                  <c:v>46277</c:v>
                </c:pt>
                <c:pt idx="1789">
                  <c:v>46278</c:v>
                </c:pt>
                <c:pt idx="1790">
                  <c:v>46279</c:v>
                </c:pt>
                <c:pt idx="1791">
                  <c:v>46280</c:v>
                </c:pt>
                <c:pt idx="1792">
                  <c:v>46281</c:v>
                </c:pt>
                <c:pt idx="1793">
                  <c:v>46282</c:v>
                </c:pt>
                <c:pt idx="1794">
                  <c:v>46283</c:v>
                </c:pt>
                <c:pt idx="1795">
                  <c:v>46284</c:v>
                </c:pt>
                <c:pt idx="1796">
                  <c:v>46285</c:v>
                </c:pt>
                <c:pt idx="1797">
                  <c:v>46286</c:v>
                </c:pt>
                <c:pt idx="1798">
                  <c:v>46287</c:v>
                </c:pt>
                <c:pt idx="1799">
                  <c:v>46288</c:v>
                </c:pt>
                <c:pt idx="1800">
                  <c:v>46289</c:v>
                </c:pt>
                <c:pt idx="1801">
                  <c:v>46290</c:v>
                </c:pt>
                <c:pt idx="1802">
                  <c:v>46291</c:v>
                </c:pt>
                <c:pt idx="1803">
                  <c:v>46292</c:v>
                </c:pt>
                <c:pt idx="1804">
                  <c:v>46293</c:v>
                </c:pt>
                <c:pt idx="1805">
                  <c:v>46294</c:v>
                </c:pt>
                <c:pt idx="1806">
                  <c:v>46295</c:v>
                </c:pt>
                <c:pt idx="1807">
                  <c:v>46296</c:v>
                </c:pt>
                <c:pt idx="1808">
                  <c:v>46297</c:v>
                </c:pt>
                <c:pt idx="1809">
                  <c:v>46298</c:v>
                </c:pt>
                <c:pt idx="1810">
                  <c:v>46299</c:v>
                </c:pt>
                <c:pt idx="1811">
                  <c:v>46300</c:v>
                </c:pt>
                <c:pt idx="1812">
                  <c:v>46301</c:v>
                </c:pt>
                <c:pt idx="1813">
                  <c:v>46302</c:v>
                </c:pt>
                <c:pt idx="1814">
                  <c:v>46303</c:v>
                </c:pt>
                <c:pt idx="1815">
                  <c:v>46304</c:v>
                </c:pt>
                <c:pt idx="1816">
                  <c:v>46305</c:v>
                </c:pt>
                <c:pt idx="1817">
                  <c:v>46306</c:v>
                </c:pt>
                <c:pt idx="1818">
                  <c:v>46307</c:v>
                </c:pt>
                <c:pt idx="1819">
                  <c:v>46308</c:v>
                </c:pt>
                <c:pt idx="1820">
                  <c:v>46309</c:v>
                </c:pt>
                <c:pt idx="1821">
                  <c:v>46310</c:v>
                </c:pt>
                <c:pt idx="1822">
                  <c:v>46311</c:v>
                </c:pt>
                <c:pt idx="1823">
                  <c:v>46312</c:v>
                </c:pt>
                <c:pt idx="1824">
                  <c:v>46313</c:v>
                </c:pt>
                <c:pt idx="1825">
                  <c:v>46314</c:v>
                </c:pt>
                <c:pt idx="1826">
                  <c:v>46315</c:v>
                </c:pt>
                <c:pt idx="1827">
                  <c:v>46316</c:v>
                </c:pt>
                <c:pt idx="1828">
                  <c:v>46317</c:v>
                </c:pt>
              </c:numCache>
            </c:numRef>
          </c:cat>
          <c:val>
            <c:numRef>
              <c:f>Source!$AX$3:$AX$3656</c:f>
              <c:numCache>
                <c:formatCode>General</c:formatCode>
                <c:ptCount val="3654"/>
                <c:pt idx="0">
                  <c:v>10.850709912625156</c:v>
                </c:pt>
                <c:pt idx="1">
                  <c:v>10.850709912625156</c:v>
                </c:pt>
                <c:pt idx="2">
                  <c:v>10.850709912625156</c:v>
                </c:pt>
                <c:pt idx="3">
                  <c:v>10.850709912625156</c:v>
                </c:pt>
                <c:pt idx="4">
                  <c:v>10.850709912625156</c:v>
                </c:pt>
                <c:pt idx="5">
                  <c:v>10.850709912625156</c:v>
                </c:pt>
                <c:pt idx="6">
                  <c:v>10.850709912625156</c:v>
                </c:pt>
                <c:pt idx="7">
                  <c:v>10.850709912625156</c:v>
                </c:pt>
                <c:pt idx="8">
                  <c:v>10.850709912625156</c:v>
                </c:pt>
                <c:pt idx="9">
                  <c:v>10.850709912625156</c:v>
                </c:pt>
                <c:pt idx="10">
                  <c:v>10.850709912625156</c:v>
                </c:pt>
                <c:pt idx="11">
                  <c:v>10.850709912625156</c:v>
                </c:pt>
                <c:pt idx="12">
                  <c:v>10.850709912625156</c:v>
                </c:pt>
                <c:pt idx="13">
                  <c:v>10.850709912625156</c:v>
                </c:pt>
                <c:pt idx="14">
                  <c:v>10.850709912625156</c:v>
                </c:pt>
                <c:pt idx="15">
                  <c:v>10.850709912625156</c:v>
                </c:pt>
                <c:pt idx="16">
                  <c:v>10.850709912625156</c:v>
                </c:pt>
                <c:pt idx="17">
                  <c:v>10.850709912625156</c:v>
                </c:pt>
                <c:pt idx="18">
                  <c:v>10.850709912625156</c:v>
                </c:pt>
                <c:pt idx="19">
                  <c:v>10.850709912625156</c:v>
                </c:pt>
                <c:pt idx="20">
                  <c:v>10.850709912625156</c:v>
                </c:pt>
                <c:pt idx="21">
                  <c:v>10.850709912625156</c:v>
                </c:pt>
                <c:pt idx="22">
                  <c:v>10.850709912625156</c:v>
                </c:pt>
                <c:pt idx="23">
                  <c:v>10.850709912625156</c:v>
                </c:pt>
                <c:pt idx="24">
                  <c:v>10.850709912625156</c:v>
                </c:pt>
                <c:pt idx="25">
                  <c:v>10.850709912625156</c:v>
                </c:pt>
                <c:pt idx="26">
                  <c:v>10.850709912625156</c:v>
                </c:pt>
                <c:pt idx="27">
                  <c:v>10.850709912625156</c:v>
                </c:pt>
                <c:pt idx="28">
                  <c:v>10.850709912625156</c:v>
                </c:pt>
                <c:pt idx="29">
                  <c:v>10.850709912625156</c:v>
                </c:pt>
                <c:pt idx="30">
                  <c:v>10.850709912625156</c:v>
                </c:pt>
                <c:pt idx="31">
                  <c:v>10.850709912625156</c:v>
                </c:pt>
                <c:pt idx="32">
                  <c:v>10.850709912625156</c:v>
                </c:pt>
                <c:pt idx="33">
                  <c:v>10.850709912625156</c:v>
                </c:pt>
                <c:pt idx="34">
                  <c:v>10.850709912625156</c:v>
                </c:pt>
                <c:pt idx="35">
                  <c:v>10.850709912625156</c:v>
                </c:pt>
                <c:pt idx="36">
                  <c:v>10.850709912625156</c:v>
                </c:pt>
                <c:pt idx="37">
                  <c:v>10.850709912625156</c:v>
                </c:pt>
                <c:pt idx="38">
                  <c:v>10.850709912625156</c:v>
                </c:pt>
                <c:pt idx="39">
                  <c:v>10.850709912625156</c:v>
                </c:pt>
                <c:pt idx="40">
                  <c:v>10.850709912625156</c:v>
                </c:pt>
                <c:pt idx="41">
                  <c:v>10.850709912625156</c:v>
                </c:pt>
                <c:pt idx="42">
                  <c:v>10.850709912625156</c:v>
                </c:pt>
                <c:pt idx="43">
                  <c:v>10.850709912625156</c:v>
                </c:pt>
                <c:pt idx="44">
                  <c:v>10.850709912625156</c:v>
                </c:pt>
                <c:pt idx="45">
                  <c:v>10.850709912625156</c:v>
                </c:pt>
                <c:pt idx="46">
                  <c:v>10.850709912625156</c:v>
                </c:pt>
                <c:pt idx="47">
                  <c:v>10.850709912625156</c:v>
                </c:pt>
                <c:pt idx="48">
                  <c:v>10.850709912625156</c:v>
                </c:pt>
                <c:pt idx="49">
                  <c:v>10.850709912625156</c:v>
                </c:pt>
                <c:pt idx="50">
                  <c:v>10.850709912625156</c:v>
                </c:pt>
                <c:pt idx="51">
                  <c:v>10.850709912625156</c:v>
                </c:pt>
                <c:pt idx="52">
                  <c:v>10.850709912625156</c:v>
                </c:pt>
                <c:pt idx="53">
                  <c:v>10.850709912625156</c:v>
                </c:pt>
                <c:pt idx="54">
                  <c:v>10.850709912625156</c:v>
                </c:pt>
                <c:pt idx="55">
                  <c:v>10.850709912625156</c:v>
                </c:pt>
                <c:pt idx="56">
                  <c:v>10.850709912625156</c:v>
                </c:pt>
                <c:pt idx="57">
                  <c:v>10.850709912625156</c:v>
                </c:pt>
                <c:pt idx="58">
                  <c:v>10.850709912625156</c:v>
                </c:pt>
                <c:pt idx="59">
                  <c:v>10.850709912625156</c:v>
                </c:pt>
                <c:pt idx="60">
                  <c:v>10.850709912625156</c:v>
                </c:pt>
                <c:pt idx="61">
                  <c:v>10.850709912625156</c:v>
                </c:pt>
                <c:pt idx="62">
                  <c:v>10.850709912625156</c:v>
                </c:pt>
                <c:pt idx="63">
                  <c:v>10.850709912625156</c:v>
                </c:pt>
                <c:pt idx="64">
                  <c:v>10.850709912625156</c:v>
                </c:pt>
                <c:pt idx="65">
                  <c:v>10.850709912625156</c:v>
                </c:pt>
                <c:pt idx="66">
                  <c:v>10.850709912625156</c:v>
                </c:pt>
                <c:pt idx="67">
                  <c:v>10.850709912625156</c:v>
                </c:pt>
                <c:pt idx="68">
                  <c:v>10.850709912625156</c:v>
                </c:pt>
                <c:pt idx="69">
                  <c:v>10.850709912625156</c:v>
                </c:pt>
                <c:pt idx="70">
                  <c:v>10.850709912625156</c:v>
                </c:pt>
                <c:pt idx="71">
                  <c:v>10.850709912625156</c:v>
                </c:pt>
                <c:pt idx="72">
                  <c:v>10.850709912625156</c:v>
                </c:pt>
                <c:pt idx="73">
                  <c:v>10.850709912625156</c:v>
                </c:pt>
                <c:pt idx="74">
                  <c:v>10.850709912625156</c:v>
                </c:pt>
                <c:pt idx="75">
                  <c:v>10.850709912625156</c:v>
                </c:pt>
                <c:pt idx="76">
                  <c:v>10.850709912625156</c:v>
                </c:pt>
                <c:pt idx="77">
                  <c:v>10.850709912625156</c:v>
                </c:pt>
                <c:pt idx="78">
                  <c:v>10.850709912625156</c:v>
                </c:pt>
                <c:pt idx="79">
                  <c:v>10.850709912625156</c:v>
                </c:pt>
                <c:pt idx="80">
                  <c:v>10.850709912625156</c:v>
                </c:pt>
                <c:pt idx="81">
                  <c:v>10.850709912625156</c:v>
                </c:pt>
                <c:pt idx="82">
                  <c:v>10.850709912625156</c:v>
                </c:pt>
                <c:pt idx="83">
                  <c:v>10.850709912625156</c:v>
                </c:pt>
                <c:pt idx="84">
                  <c:v>10.850709912625156</c:v>
                </c:pt>
                <c:pt idx="85">
                  <c:v>10.850709912625156</c:v>
                </c:pt>
                <c:pt idx="86">
                  <c:v>10.850709912625156</c:v>
                </c:pt>
                <c:pt idx="87">
                  <c:v>10.850709912625156</c:v>
                </c:pt>
                <c:pt idx="88">
                  <c:v>10.850709912625156</c:v>
                </c:pt>
                <c:pt idx="89">
                  <c:v>10.850709912625156</c:v>
                </c:pt>
                <c:pt idx="90">
                  <c:v>10.850709912625156</c:v>
                </c:pt>
                <c:pt idx="91">
                  <c:v>10.850709912625156</c:v>
                </c:pt>
                <c:pt idx="92">
                  <c:v>10.850709912625156</c:v>
                </c:pt>
                <c:pt idx="93">
                  <c:v>10.850709912625156</c:v>
                </c:pt>
                <c:pt idx="94">
                  <c:v>10.850709912625156</c:v>
                </c:pt>
                <c:pt idx="95">
                  <c:v>10.850709912625156</c:v>
                </c:pt>
                <c:pt idx="96">
                  <c:v>10.850709912625156</c:v>
                </c:pt>
                <c:pt idx="97">
                  <c:v>10.850709912625156</c:v>
                </c:pt>
                <c:pt idx="98">
                  <c:v>10.850709912625156</c:v>
                </c:pt>
                <c:pt idx="99">
                  <c:v>10.850709912625156</c:v>
                </c:pt>
                <c:pt idx="100">
                  <c:v>10.850709912625156</c:v>
                </c:pt>
                <c:pt idx="101">
                  <c:v>10.850709912625156</c:v>
                </c:pt>
                <c:pt idx="102">
                  <c:v>10.850709912625156</c:v>
                </c:pt>
                <c:pt idx="103">
                  <c:v>10.850709912625156</c:v>
                </c:pt>
                <c:pt idx="104">
                  <c:v>10.850709912625156</c:v>
                </c:pt>
                <c:pt idx="105">
                  <c:v>10.850709912625156</c:v>
                </c:pt>
                <c:pt idx="106">
                  <c:v>10.850709912625156</c:v>
                </c:pt>
                <c:pt idx="107">
                  <c:v>10.850709912625156</c:v>
                </c:pt>
                <c:pt idx="108">
                  <c:v>10.850709912625156</c:v>
                </c:pt>
                <c:pt idx="109">
                  <c:v>10.850709912625156</c:v>
                </c:pt>
                <c:pt idx="110">
                  <c:v>10.850709912625156</c:v>
                </c:pt>
                <c:pt idx="111">
                  <c:v>10.850709912625156</c:v>
                </c:pt>
                <c:pt idx="112">
                  <c:v>10.850709912625156</c:v>
                </c:pt>
                <c:pt idx="113">
                  <c:v>10.850709912625156</c:v>
                </c:pt>
                <c:pt idx="114">
                  <c:v>10.850709912625156</c:v>
                </c:pt>
                <c:pt idx="115">
                  <c:v>10.850709912625156</c:v>
                </c:pt>
                <c:pt idx="116">
                  <c:v>10.850709912625156</c:v>
                </c:pt>
                <c:pt idx="117">
                  <c:v>10.850709912625156</c:v>
                </c:pt>
                <c:pt idx="118">
                  <c:v>10.850709912625156</c:v>
                </c:pt>
                <c:pt idx="119">
                  <c:v>10.850709912625156</c:v>
                </c:pt>
                <c:pt idx="120">
                  <c:v>10.850709912625156</c:v>
                </c:pt>
                <c:pt idx="121">
                  <c:v>10.850709912625156</c:v>
                </c:pt>
                <c:pt idx="122">
                  <c:v>10.850709912625156</c:v>
                </c:pt>
                <c:pt idx="123">
                  <c:v>10.850709912625156</c:v>
                </c:pt>
                <c:pt idx="124">
                  <c:v>10.850709912625156</c:v>
                </c:pt>
                <c:pt idx="125">
                  <c:v>10.850709912625156</c:v>
                </c:pt>
                <c:pt idx="126">
                  <c:v>10.850709912625156</c:v>
                </c:pt>
                <c:pt idx="127">
                  <c:v>10.850709912625156</c:v>
                </c:pt>
                <c:pt idx="128">
                  <c:v>10.850709912625156</c:v>
                </c:pt>
                <c:pt idx="129">
                  <c:v>10.850709912625156</c:v>
                </c:pt>
                <c:pt idx="130">
                  <c:v>10.850709912625156</c:v>
                </c:pt>
                <c:pt idx="131">
                  <c:v>10.850709912625156</c:v>
                </c:pt>
                <c:pt idx="132">
                  <c:v>10.850709912625156</c:v>
                </c:pt>
                <c:pt idx="133">
                  <c:v>10.850709912625156</c:v>
                </c:pt>
                <c:pt idx="134">
                  <c:v>10.850709912625156</c:v>
                </c:pt>
                <c:pt idx="135">
                  <c:v>10.850709912625156</c:v>
                </c:pt>
                <c:pt idx="136">
                  <c:v>10.850709912625156</c:v>
                </c:pt>
                <c:pt idx="137">
                  <c:v>10.850709912625156</c:v>
                </c:pt>
                <c:pt idx="138">
                  <c:v>10.850709912625156</c:v>
                </c:pt>
                <c:pt idx="139">
                  <c:v>10.850709912625156</c:v>
                </c:pt>
                <c:pt idx="140">
                  <c:v>10.850709912625156</c:v>
                </c:pt>
                <c:pt idx="141">
                  <c:v>10.850709912625156</c:v>
                </c:pt>
                <c:pt idx="142">
                  <c:v>10.850709912625156</c:v>
                </c:pt>
                <c:pt idx="143">
                  <c:v>10.850709912625156</c:v>
                </c:pt>
                <c:pt idx="144">
                  <c:v>10.850709912625156</c:v>
                </c:pt>
                <c:pt idx="145">
                  <c:v>10.850709912625156</c:v>
                </c:pt>
                <c:pt idx="146">
                  <c:v>10.850709912625156</c:v>
                </c:pt>
                <c:pt idx="147">
                  <c:v>10.850709912625156</c:v>
                </c:pt>
                <c:pt idx="148">
                  <c:v>10.850709912625156</c:v>
                </c:pt>
                <c:pt idx="149">
                  <c:v>10.850709912625156</c:v>
                </c:pt>
                <c:pt idx="150">
                  <c:v>10.850709912625156</c:v>
                </c:pt>
                <c:pt idx="151">
                  <c:v>10.850709912625156</c:v>
                </c:pt>
                <c:pt idx="152">
                  <c:v>10.850709912625156</c:v>
                </c:pt>
                <c:pt idx="153">
                  <c:v>10.850709912625156</c:v>
                </c:pt>
                <c:pt idx="154">
                  <c:v>10.850709912625156</c:v>
                </c:pt>
                <c:pt idx="155">
                  <c:v>10.850709912625156</c:v>
                </c:pt>
                <c:pt idx="156">
                  <c:v>10.850709912625156</c:v>
                </c:pt>
                <c:pt idx="157">
                  <c:v>10.850709912625156</c:v>
                </c:pt>
                <c:pt idx="158">
                  <c:v>10.850709912625156</c:v>
                </c:pt>
                <c:pt idx="159">
                  <c:v>10.850709912625156</c:v>
                </c:pt>
                <c:pt idx="160">
                  <c:v>10.850709912625156</c:v>
                </c:pt>
                <c:pt idx="161">
                  <c:v>10.850709912625156</c:v>
                </c:pt>
                <c:pt idx="162">
                  <c:v>10.850709912625156</c:v>
                </c:pt>
                <c:pt idx="163">
                  <c:v>10.850709912625156</c:v>
                </c:pt>
                <c:pt idx="164">
                  <c:v>10.850709912625156</c:v>
                </c:pt>
                <c:pt idx="165">
                  <c:v>10.850709912625156</c:v>
                </c:pt>
                <c:pt idx="166">
                  <c:v>10.850709912625156</c:v>
                </c:pt>
                <c:pt idx="167">
                  <c:v>10.850709912625156</c:v>
                </c:pt>
                <c:pt idx="168">
                  <c:v>10.850709912625156</c:v>
                </c:pt>
                <c:pt idx="169">
                  <c:v>10.850709912625156</c:v>
                </c:pt>
                <c:pt idx="170">
                  <c:v>10.850709912625156</c:v>
                </c:pt>
                <c:pt idx="171">
                  <c:v>10.850709912625156</c:v>
                </c:pt>
                <c:pt idx="172">
                  <c:v>10.850709912625156</c:v>
                </c:pt>
                <c:pt idx="173">
                  <c:v>10.850709912625156</c:v>
                </c:pt>
                <c:pt idx="174">
                  <c:v>10.850709912625156</c:v>
                </c:pt>
                <c:pt idx="175">
                  <c:v>10.850709912625156</c:v>
                </c:pt>
                <c:pt idx="176">
                  <c:v>10.850709912625156</c:v>
                </c:pt>
                <c:pt idx="177">
                  <c:v>10.850709912625156</c:v>
                </c:pt>
                <c:pt idx="178">
                  <c:v>10.850709912625156</c:v>
                </c:pt>
                <c:pt idx="179">
                  <c:v>10.850709912625156</c:v>
                </c:pt>
                <c:pt idx="180">
                  <c:v>10.850709912625156</c:v>
                </c:pt>
                <c:pt idx="181">
                  <c:v>10.850709912625156</c:v>
                </c:pt>
                <c:pt idx="182">
                  <c:v>10.850709912625156</c:v>
                </c:pt>
                <c:pt idx="183">
                  <c:v>10.850709912625156</c:v>
                </c:pt>
                <c:pt idx="184">
                  <c:v>10.850709912625156</c:v>
                </c:pt>
                <c:pt idx="185">
                  <c:v>10.850709912625156</c:v>
                </c:pt>
                <c:pt idx="186">
                  <c:v>10.850709912625156</c:v>
                </c:pt>
                <c:pt idx="187">
                  <c:v>10.850709912625156</c:v>
                </c:pt>
                <c:pt idx="188">
                  <c:v>10.850709912625156</c:v>
                </c:pt>
                <c:pt idx="189">
                  <c:v>10.850709912625156</c:v>
                </c:pt>
                <c:pt idx="190">
                  <c:v>10.850709912625156</c:v>
                </c:pt>
                <c:pt idx="191">
                  <c:v>10.850709912625156</c:v>
                </c:pt>
                <c:pt idx="192">
                  <c:v>10.850709912625156</c:v>
                </c:pt>
                <c:pt idx="193">
                  <c:v>10.850709912625156</c:v>
                </c:pt>
                <c:pt idx="194">
                  <c:v>10.850709912625156</c:v>
                </c:pt>
                <c:pt idx="195">
                  <c:v>10.850709912625156</c:v>
                </c:pt>
                <c:pt idx="196">
                  <c:v>10.850709912625156</c:v>
                </c:pt>
                <c:pt idx="197">
                  <c:v>10.850709912625156</c:v>
                </c:pt>
                <c:pt idx="198">
                  <c:v>10.850709912625156</c:v>
                </c:pt>
                <c:pt idx="199">
                  <c:v>10.850709912625156</c:v>
                </c:pt>
                <c:pt idx="200">
                  <c:v>10.850709912625156</c:v>
                </c:pt>
                <c:pt idx="201">
                  <c:v>10.850709912625156</c:v>
                </c:pt>
                <c:pt idx="202">
                  <c:v>10.850709912625156</c:v>
                </c:pt>
                <c:pt idx="203">
                  <c:v>10.850709912625156</c:v>
                </c:pt>
                <c:pt idx="204">
                  <c:v>10.850709912625156</c:v>
                </c:pt>
                <c:pt idx="205">
                  <c:v>10.850709912625156</c:v>
                </c:pt>
                <c:pt idx="206">
                  <c:v>10.850709912625156</c:v>
                </c:pt>
                <c:pt idx="207">
                  <c:v>10.850709912625156</c:v>
                </c:pt>
                <c:pt idx="208">
                  <c:v>10.850709912625156</c:v>
                </c:pt>
                <c:pt idx="209">
                  <c:v>10.850709912625156</c:v>
                </c:pt>
                <c:pt idx="210">
                  <c:v>10.850709912625156</c:v>
                </c:pt>
                <c:pt idx="211">
                  <c:v>10.850709912625156</c:v>
                </c:pt>
                <c:pt idx="212">
                  <c:v>10.850709912625156</c:v>
                </c:pt>
                <c:pt idx="213">
                  <c:v>10.850709912625156</c:v>
                </c:pt>
                <c:pt idx="214">
                  <c:v>10.850709912625156</c:v>
                </c:pt>
                <c:pt idx="215">
                  <c:v>10.850709912625156</c:v>
                </c:pt>
                <c:pt idx="216">
                  <c:v>10.850709912625156</c:v>
                </c:pt>
                <c:pt idx="217">
                  <c:v>10.850709912625156</c:v>
                </c:pt>
                <c:pt idx="218">
                  <c:v>10.850709912625156</c:v>
                </c:pt>
                <c:pt idx="219">
                  <c:v>10.850709912625156</c:v>
                </c:pt>
                <c:pt idx="220">
                  <c:v>10.850709912625156</c:v>
                </c:pt>
                <c:pt idx="221">
                  <c:v>10.850709912625156</c:v>
                </c:pt>
                <c:pt idx="222">
                  <c:v>10.850709912625156</c:v>
                </c:pt>
                <c:pt idx="223">
                  <c:v>10.850709912625156</c:v>
                </c:pt>
                <c:pt idx="224">
                  <c:v>10.850709912625156</c:v>
                </c:pt>
                <c:pt idx="225">
                  <c:v>10.850709912625156</c:v>
                </c:pt>
                <c:pt idx="226">
                  <c:v>10.850709912625156</c:v>
                </c:pt>
                <c:pt idx="227">
                  <c:v>10.850709912625156</c:v>
                </c:pt>
                <c:pt idx="228">
                  <c:v>10.850709912625156</c:v>
                </c:pt>
                <c:pt idx="229">
                  <c:v>10.850709912625156</c:v>
                </c:pt>
                <c:pt idx="230">
                  <c:v>10.850709912625156</c:v>
                </c:pt>
                <c:pt idx="231">
                  <c:v>10.850709912625156</c:v>
                </c:pt>
                <c:pt idx="232">
                  <c:v>10.850709912625156</c:v>
                </c:pt>
                <c:pt idx="233">
                  <c:v>10.850709912625156</c:v>
                </c:pt>
                <c:pt idx="234">
                  <c:v>10.850709912625156</c:v>
                </c:pt>
                <c:pt idx="235">
                  <c:v>10.850709912625156</c:v>
                </c:pt>
                <c:pt idx="236">
                  <c:v>10.850709912625156</c:v>
                </c:pt>
                <c:pt idx="237">
                  <c:v>10.850709912625156</c:v>
                </c:pt>
                <c:pt idx="238">
                  <c:v>10.850709912625156</c:v>
                </c:pt>
                <c:pt idx="239">
                  <c:v>10.850709912625156</c:v>
                </c:pt>
                <c:pt idx="240">
                  <c:v>10.850709912625156</c:v>
                </c:pt>
                <c:pt idx="241">
                  <c:v>10.850709912625156</c:v>
                </c:pt>
                <c:pt idx="242">
                  <c:v>10.850709912625156</c:v>
                </c:pt>
                <c:pt idx="243">
                  <c:v>10.850709912625156</c:v>
                </c:pt>
                <c:pt idx="244">
                  <c:v>10.850709912625156</c:v>
                </c:pt>
                <c:pt idx="245">
                  <c:v>10.850709912625156</c:v>
                </c:pt>
                <c:pt idx="246">
                  <c:v>10.850709912625156</c:v>
                </c:pt>
                <c:pt idx="247">
                  <c:v>10.850709912625156</c:v>
                </c:pt>
                <c:pt idx="248">
                  <c:v>10.850709912625156</c:v>
                </c:pt>
                <c:pt idx="249">
                  <c:v>10.850709912625156</c:v>
                </c:pt>
                <c:pt idx="250">
                  <c:v>10.850709912625156</c:v>
                </c:pt>
                <c:pt idx="251">
                  <c:v>10.850709912625156</c:v>
                </c:pt>
                <c:pt idx="252">
                  <c:v>10.850709912625156</c:v>
                </c:pt>
                <c:pt idx="253">
                  <c:v>10.850709912625156</c:v>
                </c:pt>
                <c:pt idx="254">
                  <c:v>10.850709912625156</c:v>
                </c:pt>
                <c:pt idx="255">
                  <c:v>10.850709912625156</c:v>
                </c:pt>
                <c:pt idx="256">
                  <c:v>10.850709912625156</c:v>
                </c:pt>
                <c:pt idx="257">
                  <c:v>10.850709912625156</c:v>
                </c:pt>
                <c:pt idx="258">
                  <c:v>10.850709912625156</c:v>
                </c:pt>
                <c:pt idx="259">
                  <c:v>10.850709912625156</c:v>
                </c:pt>
                <c:pt idx="260">
                  <c:v>10.850709912625156</c:v>
                </c:pt>
                <c:pt idx="261">
                  <c:v>10.850709912625156</c:v>
                </c:pt>
                <c:pt idx="262">
                  <c:v>10.850709912625156</c:v>
                </c:pt>
                <c:pt idx="263">
                  <c:v>10.850709912625156</c:v>
                </c:pt>
                <c:pt idx="264">
                  <c:v>10.850709912625156</c:v>
                </c:pt>
                <c:pt idx="265">
                  <c:v>10.850709912625156</c:v>
                </c:pt>
                <c:pt idx="266">
                  <c:v>10.850709912625156</c:v>
                </c:pt>
                <c:pt idx="267">
                  <c:v>10.850709912625156</c:v>
                </c:pt>
                <c:pt idx="268">
                  <c:v>10.850709912625156</c:v>
                </c:pt>
                <c:pt idx="269">
                  <c:v>10.850709912625156</c:v>
                </c:pt>
                <c:pt idx="270">
                  <c:v>10.850709912625156</c:v>
                </c:pt>
                <c:pt idx="271">
                  <c:v>10.850709912625156</c:v>
                </c:pt>
                <c:pt idx="272">
                  <c:v>10.850709912625156</c:v>
                </c:pt>
                <c:pt idx="273">
                  <c:v>10.850709912625156</c:v>
                </c:pt>
                <c:pt idx="274">
                  <c:v>10.850709912625156</c:v>
                </c:pt>
                <c:pt idx="275">
                  <c:v>10.850709912625156</c:v>
                </c:pt>
                <c:pt idx="276">
                  <c:v>10.850709912625156</c:v>
                </c:pt>
                <c:pt idx="277">
                  <c:v>10.850709912625156</c:v>
                </c:pt>
                <c:pt idx="278">
                  <c:v>10.850709912625156</c:v>
                </c:pt>
                <c:pt idx="279">
                  <c:v>10.850709912625156</c:v>
                </c:pt>
                <c:pt idx="280">
                  <c:v>10.850709912625156</c:v>
                </c:pt>
                <c:pt idx="281">
                  <c:v>10.850709912625156</c:v>
                </c:pt>
                <c:pt idx="282">
                  <c:v>10.850709912625156</c:v>
                </c:pt>
                <c:pt idx="283">
                  <c:v>10.850709912625156</c:v>
                </c:pt>
                <c:pt idx="284">
                  <c:v>10.850709912625156</c:v>
                </c:pt>
                <c:pt idx="285">
                  <c:v>10.850709912625156</c:v>
                </c:pt>
                <c:pt idx="286">
                  <c:v>10.850709912625156</c:v>
                </c:pt>
                <c:pt idx="287">
                  <c:v>10.850709912625156</c:v>
                </c:pt>
                <c:pt idx="288">
                  <c:v>10.850709912625156</c:v>
                </c:pt>
                <c:pt idx="289">
                  <c:v>10.850709912625156</c:v>
                </c:pt>
                <c:pt idx="290">
                  <c:v>10.850709912625156</c:v>
                </c:pt>
                <c:pt idx="291">
                  <c:v>10.850709912625156</c:v>
                </c:pt>
                <c:pt idx="292">
                  <c:v>10.850709912625156</c:v>
                </c:pt>
                <c:pt idx="293">
                  <c:v>10.850709912625156</c:v>
                </c:pt>
                <c:pt idx="294">
                  <c:v>10.850709912625156</c:v>
                </c:pt>
                <c:pt idx="295">
                  <c:v>10.850709912625156</c:v>
                </c:pt>
                <c:pt idx="296">
                  <c:v>10.850709912625156</c:v>
                </c:pt>
                <c:pt idx="297">
                  <c:v>10.850709912625156</c:v>
                </c:pt>
                <c:pt idx="298">
                  <c:v>10.850709912625156</c:v>
                </c:pt>
                <c:pt idx="299">
                  <c:v>10.850709912625156</c:v>
                </c:pt>
                <c:pt idx="300">
                  <c:v>10.850709912625156</c:v>
                </c:pt>
                <c:pt idx="301">
                  <c:v>10.850709912625156</c:v>
                </c:pt>
                <c:pt idx="302">
                  <c:v>10.850709912625156</c:v>
                </c:pt>
                <c:pt idx="303">
                  <c:v>10.850709912625156</c:v>
                </c:pt>
                <c:pt idx="304">
                  <c:v>10.850709912625156</c:v>
                </c:pt>
                <c:pt idx="305">
                  <c:v>10.850709912625156</c:v>
                </c:pt>
                <c:pt idx="306">
                  <c:v>10.850709912625156</c:v>
                </c:pt>
                <c:pt idx="307">
                  <c:v>10.850709912625156</c:v>
                </c:pt>
                <c:pt idx="308">
                  <c:v>10.850709912625156</c:v>
                </c:pt>
                <c:pt idx="309">
                  <c:v>10.850709912625156</c:v>
                </c:pt>
                <c:pt idx="310">
                  <c:v>10.850709912625156</c:v>
                </c:pt>
                <c:pt idx="311">
                  <c:v>10.850709912625156</c:v>
                </c:pt>
                <c:pt idx="312">
                  <c:v>10.850709912625156</c:v>
                </c:pt>
                <c:pt idx="313">
                  <c:v>10.850709912625156</c:v>
                </c:pt>
                <c:pt idx="314">
                  <c:v>10.850709912625156</c:v>
                </c:pt>
                <c:pt idx="315">
                  <c:v>10.850709912625156</c:v>
                </c:pt>
                <c:pt idx="316">
                  <c:v>10.850709912625156</c:v>
                </c:pt>
                <c:pt idx="317">
                  <c:v>10.850709912625156</c:v>
                </c:pt>
                <c:pt idx="318">
                  <c:v>10.850709912625156</c:v>
                </c:pt>
                <c:pt idx="319">
                  <c:v>10.850709912625156</c:v>
                </c:pt>
                <c:pt idx="320">
                  <c:v>10.850709912625156</c:v>
                </c:pt>
                <c:pt idx="321">
                  <c:v>10.850709912625156</c:v>
                </c:pt>
                <c:pt idx="322">
                  <c:v>10.850709912625156</c:v>
                </c:pt>
                <c:pt idx="323">
                  <c:v>10.850709912625156</c:v>
                </c:pt>
                <c:pt idx="324">
                  <c:v>10.850709912625156</c:v>
                </c:pt>
                <c:pt idx="325">
                  <c:v>10.850709912625156</c:v>
                </c:pt>
                <c:pt idx="326">
                  <c:v>10.850709912625156</c:v>
                </c:pt>
                <c:pt idx="327">
                  <c:v>10.850709912625156</c:v>
                </c:pt>
                <c:pt idx="328">
                  <c:v>10.850709912625156</c:v>
                </c:pt>
                <c:pt idx="329">
                  <c:v>10.850709912625156</c:v>
                </c:pt>
                <c:pt idx="330">
                  <c:v>10.850709912625156</c:v>
                </c:pt>
                <c:pt idx="331">
                  <c:v>10.850709912625156</c:v>
                </c:pt>
                <c:pt idx="332">
                  <c:v>10.850709912625156</c:v>
                </c:pt>
                <c:pt idx="333">
                  <c:v>10.850709912625156</c:v>
                </c:pt>
                <c:pt idx="334">
                  <c:v>10.850709912625156</c:v>
                </c:pt>
                <c:pt idx="335">
                  <c:v>10.850709912625156</c:v>
                </c:pt>
                <c:pt idx="336">
                  <c:v>10.850709912625156</c:v>
                </c:pt>
                <c:pt idx="337">
                  <c:v>10.850709912625156</c:v>
                </c:pt>
                <c:pt idx="338">
                  <c:v>10.850709912625156</c:v>
                </c:pt>
                <c:pt idx="339">
                  <c:v>10.850709912625156</c:v>
                </c:pt>
                <c:pt idx="340">
                  <c:v>10.850709912625156</c:v>
                </c:pt>
                <c:pt idx="341">
                  <c:v>10.850709912625156</c:v>
                </c:pt>
                <c:pt idx="342">
                  <c:v>10.850709912625156</c:v>
                </c:pt>
                <c:pt idx="343">
                  <c:v>10.850709912625156</c:v>
                </c:pt>
                <c:pt idx="344">
                  <c:v>10.850709912625156</c:v>
                </c:pt>
                <c:pt idx="345">
                  <c:v>10.850709912625156</c:v>
                </c:pt>
                <c:pt idx="346">
                  <c:v>10.850709912625156</c:v>
                </c:pt>
                <c:pt idx="347">
                  <c:v>10.850709912625156</c:v>
                </c:pt>
                <c:pt idx="348">
                  <c:v>10.850709912625156</c:v>
                </c:pt>
                <c:pt idx="349">
                  <c:v>10.850709912625156</c:v>
                </c:pt>
                <c:pt idx="350">
                  <c:v>10.850709912625156</c:v>
                </c:pt>
                <c:pt idx="351">
                  <c:v>10.850709912625156</c:v>
                </c:pt>
                <c:pt idx="352">
                  <c:v>10.850709912625156</c:v>
                </c:pt>
                <c:pt idx="353">
                  <c:v>10.850709912625156</c:v>
                </c:pt>
                <c:pt idx="354">
                  <c:v>10.850709912625156</c:v>
                </c:pt>
                <c:pt idx="355">
                  <c:v>10.850709912625156</c:v>
                </c:pt>
                <c:pt idx="356">
                  <c:v>10.850709912625156</c:v>
                </c:pt>
                <c:pt idx="357">
                  <c:v>10.850709912625156</c:v>
                </c:pt>
                <c:pt idx="358">
                  <c:v>10.850709912625156</c:v>
                </c:pt>
                <c:pt idx="359">
                  <c:v>10.850709912625156</c:v>
                </c:pt>
                <c:pt idx="360">
                  <c:v>10.850709912625156</c:v>
                </c:pt>
                <c:pt idx="361">
                  <c:v>10.850709912625156</c:v>
                </c:pt>
                <c:pt idx="362">
                  <c:v>10.850709912625156</c:v>
                </c:pt>
                <c:pt idx="363">
                  <c:v>10.850709912625156</c:v>
                </c:pt>
                <c:pt idx="364">
                  <c:v>10.850709912625156</c:v>
                </c:pt>
                <c:pt idx="365">
                  <c:v>10.850709912625156</c:v>
                </c:pt>
                <c:pt idx="366">
                  <c:v>10.850709912625156</c:v>
                </c:pt>
                <c:pt idx="367">
                  <c:v>10.850709912625156</c:v>
                </c:pt>
                <c:pt idx="368">
                  <c:v>10.850709912625156</c:v>
                </c:pt>
                <c:pt idx="369">
                  <c:v>10.850709912625156</c:v>
                </c:pt>
                <c:pt idx="370">
                  <c:v>10.850709912625156</c:v>
                </c:pt>
                <c:pt idx="371">
                  <c:v>10.850709912625156</c:v>
                </c:pt>
                <c:pt idx="372">
                  <c:v>10.850709912625156</c:v>
                </c:pt>
                <c:pt idx="373">
                  <c:v>10.850709912625156</c:v>
                </c:pt>
                <c:pt idx="374">
                  <c:v>10.850709912625156</c:v>
                </c:pt>
                <c:pt idx="375">
                  <c:v>10.850709912625156</c:v>
                </c:pt>
                <c:pt idx="376">
                  <c:v>10.850709912625156</c:v>
                </c:pt>
                <c:pt idx="377">
                  <c:v>10.850709912625156</c:v>
                </c:pt>
                <c:pt idx="378">
                  <c:v>10.850709912625156</c:v>
                </c:pt>
                <c:pt idx="379">
                  <c:v>10.850709912625156</c:v>
                </c:pt>
                <c:pt idx="380">
                  <c:v>10.850709912625156</c:v>
                </c:pt>
                <c:pt idx="381">
                  <c:v>10.850709912625156</c:v>
                </c:pt>
                <c:pt idx="382">
                  <c:v>10.850709912625156</c:v>
                </c:pt>
                <c:pt idx="383">
                  <c:v>10.850709912625156</c:v>
                </c:pt>
                <c:pt idx="384">
                  <c:v>10.850709912625156</c:v>
                </c:pt>
                <c:pt idx="385">
                  <c:v>10.850709912625156</c:v>
                </c:pt>
                <c:pt idx="386">
                  <c:v>10.850709912625156</c:v>
                </c:pt>
                <c:pt idx="387">
                  <c:v>10.850709912625156</c:v>
                </c:pt>
                <c:pt idx="388">
                  <c:v>10.850709912625156</c:v>
                </c:pt>
                <c:pt idx="389">
                  <c:v>10.850709912625156</c:v>
                </c:pt>
                <c:pt idx="390">
                  <c:v>10.850709912625156</c:v>
                </c:pt>
                <c:pt idx="391">
                  <c:v>10.850709912625156</c:v>
                </c:pt>
                <c:pt idx="392">
                  <c:v>10.850709912625156</c:v>
                </c:pt>
                <c:pt idx="393">
                  <c:v>10.850709912625156</c:v>
                </c:pt>
                <c:pt idx="394">
                  <c:v>10.850709912625156</c:v>
                </c:pt>
                <c:pt idx="395">
                  <c:v>10.850709912625156</c:v>
                </c:pt>
                <c:pt idx="396">
                  <c:v>10.850709912625156</c:v>
                </c:pt>
                <c:pt idx="397">
                  <c:v>10.850709912625156</c:v>
                </c:pt>
                <c:pt idx="398">
                  <c:v>10.850709912625156</c:v>
                </c:pt>
                <c:pt idx="399">
                  <c:v>10.850709912625156</c:v>
                </c:pt>
                <c:pt idx="400">
                  <c:v>10.850709912625156</c:v>
                </c:pt>
                <c:pt idx="401">
                  <c:v>10.850709912625156</c:v>
                </c:pt>
                <c:pt idx="402">
                  <c:v>10.850709912625156</c:v>
                </c:pt>
                <c:pt idx="403">
                  <c:v>10.850709912625156</c:v>
                </c:pt>
                <c:pt idx="404">
                  <c:v>10.850709912625156</c:v>
                </c:pt>
                <c:pt idx="405">
                  <c:v>10.850709912625156</c:v>
                </c:pt>
                <c:pt idx="406">
                  <c:v>10.850709912625156</c:v>
                </c:pt>
                <c:pt idx="407">
                  <c:v>10.850709912625156</c:v>
                </c:pt>
                <c:pt idx="408">
                  <c:v>10.850709912625156</c:v>
                </c:pt>
                <c:pt idx="409">
                  <c:v>10.850709912625156</c:v>
                </c:pt>
                <c:pt idx="410">
                  <c:v>10.850709912625156</c:v>
                </c:pt>
                <c:pt idx="411">
                  <c:v>10.850709912625156</c:v>
                </c:pt>
                <c:pt idx="412">
                  <c:v>10.850709912625156</c:v>
                </c:pt>
                <c:pt idx="413">
                  <c:v>10.850709912625156</c:v>
                </c:pt>
                <c:pt idx="414">
                  <c:v>10.850709912625156</c:v>
                </c:pt>
                <c:pt idx="415">
                  <c:v>10.850709912625156</c:v>
                </c:pt>
                <c:pt idx="416">
                  <c:v>10.850709912625156</c:v>
                </c:pt>
                <c:pt idx="417">
                  <c:v>10.850709912625156</c:v>
                </c:pt>
                <c:pt idx="418">
                  <c:v>10.850709912625156</c:v>
                </c:pt>
                <c:pt idx="419">
                  <c:v>10.850709912625156</c:v>
                </c:pt>
                <c:pt idx="420">
                  <c:v>10.850709912625156</c:v>
                </c:pt>
                <c:pt idx="421">
                  <c:v>10.850709912625156</c:v>
                </c:pt>
                <c:pt idx="422">
                  <c:v>10.850709912625156</c:v>
                </c:pt>
                <c:pt idx="423">
                  <c:v>10.850709912625156</c:v>
                </c:pt>
                <c:pt idx="424">
                  <c:v>10.850709912625156</c:v>
                </c:pt>
                <c:pt idx="425">
                  <c:v>10.850709912625156</c:v>
                </c:pt>
                <c:pt idx="426">
                  <c:v>10.850709912625156</c:v>
                </c:pt>
                <c:pt idx="427">
                  <c:v>10.850709912625156</c:v>
                </c:pt>
                <c:pt idx="428">
                  <c:v>10.850709912625156</c:v>
                </c:pt>
                <c:pt idx="429">
                  <c:v>10.850709912625156</c:v>
                </c:pt>
                <c:pt idx="430">
                  <c:v>10.850709912625156</c:v>
                </c:pt>
                <c:pt idx="431">
                  <c:v>10.850709912625156</c:v>
                </c:pt>
                <c:pt idx="432">
                  <c:v>10.850709912625156</c:v>
                </c:pt>
                <c:pt idx="433">
                  <c:v>10.850709912625156</c:v>
                </c:pt>
                <c:pt idx="434">
                  <c:v>10.850709912625156</c:v>
                </c:pt>
                <c:pt idx="435">
                  <c:v>10.850709912625156</c:v>
                </c:pt>
                <c:pt idx="436">
                  <c:v>10.850709912625156</c:v>
                </c:pt>
                <c:pt idx="437">
                  <c:v>10.850709912625156</c:v>
                </c:pt>
                <c:pt idx="438">
                  <c:v>10.850709912625156</c:v>
                </c:pt>
                <c:pt idx="439">
                  <c:v>10.850709912625156</c:v>
                </c:pt>
                <c:pt idx="440">
                  <c:v>10.850709912625156</c:v>
                </c:pt>
                <c:pt idx="441">
                  <c:v>10.850709912625156</c:v>
                </c:pt>
                <c:pt idx="442">
                  <c:v>10.850709912625156</c:v>
                </c:pt>
                <c:pt idx="443">
                  <c:v>10.850709912625156</c:v>
                </c:pt>
                <c:pt idx="444">
                  <c:v>10.850709912625156</c:v>
                </c:pt>
                <c:pt idx="445">
                  <c:v>10.850709912625156</c:v>
                </c:pt>
                <c:pt idx="446">
                  <c:v>10.850709912625156</c:v>
                </c:pt>
                <c:pt idx="447">
                  <c:v>10.850709912625156</c:v>
                </c:pt>
                <c:pt idx="448">
                  <c:v>10.850709912625156</c:v>
                </c:pt>
                <c:pt idx="449">
                  <c:v>10.850709912625156</c:v>
                </c:pt>
                <c:pt idx="450">
                  <c:v>10.850709912625156</c:v>
                </c:pt>
                <c:pt idx="451">
                  <c:v>10.850709912625156</c:v>
                </c:pt>
                <c:pt idx="452">
                  <c:v>10.850709912625156</c:v>
                </c:pt>
                <c:pt idx="453">
                  <c:v>10.850709912625156</c:v>
                </c:pt>
                <c:pt idx="454">
                  <c:v>10.850709912625156</c:v>
                </c:pt>
                <c:pt idx="455">
                  <c:v>10.850709912625156</c:v>
                </c:pt>
                <c:pt idx="456">
                  <c:v>10.850709912625156</c:v>
                </c:pt>
                <c:pt idx="457">
                  <c:v>10.850709912625156</c:v>
                </c:pt>
                <c:pt idx="458">
                  <c:v>10.850709912625156</c:v>
                </c:pt>
                <c:pt idx="459">
                  <c:v>10.850709912625156</c:v>
                </c:pt>
                <c:pt idx="460">
                  <c:v>10.850709912625156</c:v>
                </c:pt>
                <c:pt idx="461">
                  <c:v>10.850709912625156</c:v>
                </c:pt>
                <c:pt idx="462">
                  <c:v>10.850709912625156</c:v>
                </c:pt>
                <c:pt idx="463">
                  <c:v>10.850709912625156</c:v>
                </c:pt>
                <c:pt idx="464">
                  <c:v>10.850709912625156</c:v>
                </c:pt>
                <c:pt idx="465">
                  <c:v>10.850709912625156</c:v>
                </c:pt>
                <c:pt idx="466">
                  <c:v>10.850709912625156</c:v>
                </c:pt>
                <c:pt idx="467">
                  <c:v>10.850709912625156</c:v>
                </c:pt>
                <c:pt idx="468">
                  <c:v>10.850709912625156</c:v>
                </c:pt>
                <c:pt idx="469">
                  <c:v>10.850709912625156</c:v>
                </c:pt>
                <c:pt idx="470">
                  <c:v>10.850709912625156</c:v>
                </c:pt>
                <c:pt idx="471">
                  <c:v>10.850709912625156</c:v>
                </c:pt>
                <c:pt idx="472">
                  <c:v>10.850709912625156</c:v>
                </c:pt>
                <c:pt idx="473">
                  <c:v>10.850709912625156</c:v>
                </c:pt>
                <c:pt idx="474">
                  <c:v>10.850709912625156</c:v>
                </c:pt>
                <c:pt idx="475">
                  <c:v>10.850709912625156</c:v>
                </c:pt>
                <c:pt idx="476">
                  <c:v>10.850709912625156</c:v>
                </c:pt>
                <c:pt idx="477">
                  <c:v>10.850709912625156</c:v>
                </c:pt>
                <c:pt idx="478">
                  <c:v>10.850709912625156</c:v>
                </c:pt>
                <c:pt idx="479">
                  <c:v>10.850709912625156</c:v>
                </c:pt>
                <c:pt idx="480">
                  <c:v>10.850709912625156</c:v>
                </c:pt>
                <c:pt idx="481">
                  <c:v>10.850709912625156</c:v>
                </c:pt>
                <c:pt idx="482">
                  <c:v>10.850709912625156</c:v>
                </c:pt>
                <c:pt idx="483">
                  <c:v>10.850709912625156</c:v>
                </c:pt>
                <c:pt idx="484">
                  <c:v>10.850709912625156</c:v>
                </c:pt>
                <c:pt idx="485">
                  <c:v>10.850709912625156</c:v>
                </c:pt>
                <c:pt idx="486">
                  <c:v>10.850709912625156</c:v>
                </c:pt>
                <c:pt idx="487">
                  <c:v>10.850709912625156</c:v>
                </c:pt>
                <c:pt idx="488">
                  <c:v>10.850709912625156</c:v>
                </c:pt>
                <c:pt idx="489">
                  <c:v>10.850709912625156</c:v>
                </c:pt>
                <c:pt idx="490">
                  <c:v>10.850709912625156</c:v>
                </c:pt>
                <c:pt idx="491">
                  <c:v>10.850709912625156</c:v>
                </c:pt>
                <c:pt idx="492">
                  <c:v>10.850709912625156</c:v>
                </c:pt>
                <c:pt idx="493">
                  <c:v>10.850709912625156</c:v>
                </c:pt>
                <c:pt idx="494">
                  <c:v>10.850709912625156</c:v>
                </c:pt>
                <c:pt idx="495">
                  <c:v>10.850709912625156</c:v>
                </c:pt>
                <c:pt idx="496">
                  <c:v>10.850709912625156</c:v>
                </c:pt>
                <c:pt idx="497">
                  <c:v>10.850709912625156</c:v>
                </c:pt>
                <c:pt idx="498">
                  <c:v>10.850709912625156</c:v>
                </c:pt>
                <c:pt idx="499">
                  <c:v>10.850709912625156</c:v>
                </c:pt>
                <c:pt idx="500">
                  <c:v>10.850709912625156</c:v>
                </c:pt>
                <c:pt idx="501">
                  <c:v>10.850709912625156</c:v>
                </c:pt>
                <c:pt idx="502">
                  <c:v>10.850709912625156</c:v>
                </c:pt>
                <c:pt idx="503">
                  <c:v>10.850709912625156</c:v>
                </c:pt>
                <c:pt idx="504">
                  <c:v>10.850709912625156</c:v>
                </c:pt>
                <c:pt idx="505">
                  <c:v>10.850709912625156</c:v>
                </c:pt>
                <c:pt idx="506">
                  <c:v>10.850709912625156</c:v>
                </c:pt>
                <c:pt idx="507">
                  <c:v>10.850709912625156</c:v>
                </c:pt>
                <c:pt idx="508">
                  <c:v>10.850709912625156</c:v>
                </c:pt>
                <c:pt idx="509">
                  <c:v>10.850709912625156</c:v>
                </c:pt>
                <c:pt idx="510">
                  <c:v>10.850709912625156</c:v>
                </c:pt>
                <c:pt idx="511">
                  <c:v>10.850709912625156</c:v>
                </c:pt>
                <c:pt idx="512">
                  <c:v>10.850709912625156</c:v>
                </c:pt>
                <c:pt idx="513">
                  <c:v>10.850709912625156</c:v>
                </c:pt>
                <c:pt idx="514">
                  <c:v>10.850709912625156</c:v>
                </c:pt>
                <c:pt idx="515">
                  <c:v>10.850709912625156</c:v>
                </c:pt>
                <c:pt idx="516">
                  <c:v>10.850709912625156</c:v>
                </c:pt>
                <c:pt idx="517">
                  <c:v>10.850709912625156</c:v>
                </c:pt>
                <c:pt idx="518">
                  <c:v>10.850709912625156</c:v>
                </c:pt>
                <c:pt idx="519">
                  <c:v>10.850709912625156</c:v>
                </c:pt>
                <c:pt idx="520">
                  <c:v>10.850709912625156</c:v>
                </c:pt>
                <c:pt idx="521">
                  <c:v>10.850709912625156</c:v>
                </c:pt>
                <c:pt idx="522">
                  <c:v>10.850709912625156</c:v>
                </c:pt>
                <c:pt idx="523">
                  <c:v>10.850709912625156</c:v>
                </c:pt>
                <c:pt idx="524">
                  <c:v>10.850709912625156</c:v>
                </c:pt>
                <c:pt idx="525">
                  <c:v>10.850709912625156</c:v>
                </c:pt>
                <c:pt idx="526">
                  <c:v>10.850709912625156</c:v>
                </c:pt>
                <c:pt idx="527">
                  <c:v>10.850709912625156</c:v>
                </c:pt>
                <c:pt idx="528">
                  <c:v>10.850709912625156</c:v>
                </c:pt>
                <c:pt idx="529">
                  <c:v>10.850709912625156</c:v>
                </c:pt>
                <c:pt idx="530">
                  <c:v>10.850709912625156</c:v>
                </c:pt>
                <c:pt idx="531">
                  <c:v>10.850709912625156</c:v>
                </c:pt>
                <c:pt idx="532">
                  <c:v>10.850709912625156</c:v>
                </c:pt>
                <c:pt idx="533">
                  <c:v>10.850709912625156</c:v>
                </c:pt>
                <c:pt idx="534">
                  <c:v>10.850709912625156</c:v>
                </c:pt>
                <c:pt idx="535">
                  <c:v>10.850709912625156</c:v>
                </c:pt>
                <c:pt idx="536">
                  <c:v>10.850709912625156</c:v>
                </c:pt>
                <c:pt idx="537">
                  <c:v>10.850709912625156</c:v>
                </c:pt>
                <c:pt idx="538">
                  <c:v>10.850709912625156</c:v>
                </c:pt>
                <c:pt idx="539">
                  <c:v>10.850709912625156</c:v>
                </c:pt>
                <c:pt idx="540">
                  <c:v>10.850709912625156</c:v>
                </c:pt>
                <c:pt idx="541">
                  <c:v>10.850709912625156</c:v>
                </c:pt>
                <c:pt idx="542">
                  <c:v>10.850709912625156</c:v>
                </c:pt>
                <c:pt idx="543">
                  <c:v>10.850709912625156</c:v>
                </c:pt>
                <c:pt idx="544">
                  <c:v>10.850709912625156</c:v>
                </c:pt>
                <c:pt idx="545">
                  <c:v>10.850709912625156</c:v>
                </c:pt>
                <c:pt idx="546">
                  <c:v>10.850709912625156</c:v>
                </c:pt>
                <c:pt idx="547">
                  <c:v>10.850709912625156</c:v>
                </c:pt>
                <c:pt idx="548">
                  <c:v>10.850709912625156</c:v>
                </c:pt>
                <c:pt idx="549">
                  <c:v>10.850709912625156</c:v>
                </c:pt>
                <c:pt idx="550">
                  <c:v>10.850709912625156</c:v>
                </c:pt>
                <c:pt idx="551">
                  <c:v>10.850709912625156</c:v>
                </c:pt>
                <c:pt idx="552">
                  <c:v>10.850709912625156</c:v>
                </c:pt>
                <c:pt idx="553">
                  <c:v>10.850709912625156</c:v>
                </c:pt>
                <c:pt idx="554">
                  <c:v>10.850709912625156</c:v>
                </c:pt>
                <c:pt idx="555">
                  <c:v>10.850709912625156</c:v>
                </c:pt>
                <c:pt idx="556">
                  <c:v>10.850709912625156</c:v>
                </c:pt>
                <c:pt idx="557">
                  <c:v>10.850709912625156</c:v>
                </c:pt>
                <c:pt idx="558">
                  <c:v>10.850709912625156</c:v>
                </c:pt>
                <c:pt idx="559">
                  <c:v>10.850709912625156</c:v>
                </c:pt>
                <c:pt idx="560">
                  <c:v>10.850709912625156</c:v>
                </c:pt>
                <c:pt idx="561">
                  <c:v>10.850709912625156</c:v>
                </c:pt>
                <c:pt idx="562">
                  <c:v>10.850709912625156</c:v>
                </c:pt>
                <c:pt idx="563">
                  <c:v>10.850709912625156</c:v>
                </c:pt>
                <c:pt idx="564">
                  <c:v>10.850709912625156</c:v>
                </c:pt>
                <c:pt idx="565">
                  <c:v>10.850709912625156</c:v>
                </c:pt>
                <c:pt idx="566">
                  <c:v>10.850709912625156</c:v>
                </c:pt>
                <c:pt idx="567">
                  <c:v>10.850709912625156</c:v>
                </c:pt>
                <c:pt idx="568">
                  <c:v>10.850709912625156</c:v>
                </c:pt>
                <c:pt idx="569">
                  <c:v>10.850709912625156</c:v>
                </c:pt>
                <c:pt idx="570">
                  <c:v>10.850709912625156</c:v>
                </c:pt>
                <c:pt idx="571">
                  <c:v>10.850709912625156</c:v>
                </c:pt>
                <c:pt idx="572">
                  <c:v>10.850709912625156</c:v>
                </c:pt>
                <c:pt idx="573">
                  <c:v>10.850709912625156</c:v>
                </c:pt>
                <c:pt idx="574">
                  <c:v>10.850709912625156</c:v>
                </c:pt>
                <c:pt idx="575">
                  <c:v>10.850709912625156</c:v>
                </c:pt>
                <c:pt idx="576">
                  <c:v>10.850709912625156</c:v>
                </c:pt>
                <c:pt idx="577">
                  <c:v>10.850709912625156</c:v>
                </c:pt>
                <c:pt idx="578">
                  <c:v>10.850709912625156</c:v>
                </c:pt>
                <c:pt idx="579">
                  <c:v>10.850709912625156</c:v>
                </c:pt>
                <c:pt idx="580">
                  <c:v>10.850709912625156</c:v>
                </c:pt>
                <c:pt idx="581">
                  <c:v>10.850709912625156</c:v>
                </c:pt>
                <c:pt idx="582">
                  <c:v>10.850709912625156</c:v>
                </c:pt>
                <c:pt idx="583">
                  <c:v>10.850709912625156</c:v>
                </c:pt>
                <c:pt idx="584">
                  <c:v>10.850709912625156</c:v>
                </c:pt>
                <c:pt idx="585">
                  <c:v>10.850709912625156</c:v>
                </c:pt>
                <c:pt idx="586">
                  <c:v>10.850709912625156</c:v>
                </c:pt>
                <c:pt idx="587">
                  <c:v>10.850709912625156</c:v>
                </c:pt>
                <c:pt idx="588">
                  <c:v>10.850709912625156</c:v>
                </c:pt>
                <c:pt idx="589">
                  <c:v>10.850709912625156</c:v>
                </c:pt>
                <c:pt idx="590">
                  <c:v>10.850709912625156</c:v>
                </c:pt>
                <c:pt idx="591">
                  <c:v>10.850709912625156</c:v>
                </c:pt>
                <c:pt idx="592">
                  <c:v>10.850709912625156</c:v>
                </c:pt>
                <c:pt idx="593">
                  <c:v>10.850709912625156</c:v>
                </c:pt>
                <c:pt idx="594">
                  <c:v>10.850709912625156</c:v>
                </c:pt>
                <c:pt idx="595">
                  <c:v>10.850709912625156</c:v>
                </c:pt>
                <c:pt idx="596">
                  <c:v>10.850709912625156</c:v>
                </c:pt>
                <c:pt idx="597">
                  <c:v>10.850709912625156</c:v>
                </c:pt>
                <c:pt idx="598">
                  <c:v>10.850709912625156</c:v>
                </c:pt>
                <c:pt idx="599">
                  <c:v>10.850709912625156</c:v>
                </c:pt>
                <c:pt idx="600">
                  <c:v>10.850709912625156</c:v>
                </c:pt>
                <c:pt idx="601">
                  <c:v>10.850709912625156</c:v>
                </c:pt>
                <c:pt idx="602">
                  <c:v>10.850709912625156</c:v>
                </c:pt>
                <c:pt idx="603">
                  <c:v>10.850709912625156</c:v>
                </c:pt>
                <c:pt idx="604">
                  <c:v>10.850709912625156</c:v>
                </c:pt>
                <c:pt idx="605">
                  <c:v>10.850709912625156</c:v>
                </c:pt>
                <c:pt idx="606">
                  <c:v>10.850709912625156</c:v>
                </c:pt>
                <c:pt idx="607">
                  <c:v>10.850709912625156</c:v>
                </c:pt>
                <c:pt idx="608">
                  <c:v>10.850709912625156</c:v>
                </c:pt>
                <c:pt idx="609">
                  <c:v>10.850709912625156</c:v>
                </c:pt>
                <c:pt idx="610">
                  <c:v>10.850709912625156</c:v>
                </c:pt>
                <c:pt idx="611">
                  <c:v>10.850709912625156</c:v>
                </c:pt>
                <c:pt idx="612">
                  <c:v>10.850709912625156</c:v>
                </c:pt>
                <c:pt idx="613">
                  <c:v>10.850709912625156</c:v>
                </c:pt>
                <c:pt idx="614">
                  <c:v>10.850709912625156</c:v>
                </c:pt>
                <c:pt idx="615">
                  <c:v>10.850709912625156</c:v>
                </c:pt>
                <c:pt idx="616">
                  <c:v>10.850709912625156</c:v>
                </c:pt>
                <c:pt idx="617">
                  <c:v>10.850709912625156</c:v>
                </c:pt>
                <c:pt idx="618">
                  <c:v>10.850709912625156</c:v>
                </c:pt>
                <c:pt idx="619">
                  <c:v>10.850709912625156</c:v>
                </c:pt>
                <c:pt idx="620">
                  <c:v>10.850709912625156</c:v>
                </c:pt>
                <c:pt idx="621">
                  <c:v>10.850709912625156</c:v>
                </c:pt>
                <c:pt idx="622">
                  <c:v>10.850709912625156</c:v>
                </c:pt>
                <c:pt idx="623">
                  <c:v>10.850709912625156</c:v>
                </c:pt>
                <c:pt idx="624">
                  <c:v>10.850709912625156</c:v>
                </c:pt>
                <c:pt idx="625">
                  <c:v>10.850709912625156</c:v>
                </c:pt>
                <c:pt idx="626">
                  <c:v>10.850709912625156</c:v>
                </c:pt>
                <c:pt idx="627">
                  <c:v>10.850709912625156</c:v>
                </c:pt>
                <c:pt idx="628">
                  <c:v>10.850709912625156</c:v>
                </c:pt>
                <c:pt idx="629">
                  <c:v>10.850709912625156</c:v>
                </c:pt>
                <c:pt idx="630">
                  <c:v>10.850709912625156</c:v>
                </c:pt>
                <c:pt idx="631">
                  <c:v>10.850709912625156</c:v>
                </c:pt>
                <c:pt idx="632">
                  <c:v>10.850709912625156</c:v>
                </c:pt>
                <c:pt idx="633">
                  <c:v>10.850709912625156</c:v>
                </c:pt>
                <c:pt idx="634">
                  <c:v>10.850709912625156</c:v>
                </c:pt>
                <c:pt idx="635">
                  <c:v>10.850709912625156</c:v>
                </c:pt>
                <c:pt idx="636">
                  <c:v>10.850709912625156</c:v>
                </c:pt>
                <c:pt idx="637">
                  <c:v>10.850709912625156</c:v>
                </c:pt>
                <c:pt idx="638">
                  <c:v>10.850709912625156</c:v>
                </c:pt>
                <c:pt idx="639">
                  <c:v>10.850709912625156</c:v>
                </c:pt>
                <c:pt idx="640">
                  <c:v>10.850709912625156</c:v>
                </c:pt>
                <c:pt idx="641">
                  <c:v>10.850709912625156</c:v>
                </c:pt>
                <c:pt idx="642">
                  <c:v>10.850709912625156</c:v>
                </c:pt>
                <c:pt idx="643">
                  <c:v>10.850709912625156</c:v>
                </c:pt>
                <c:pt idx="644">
                  <c:v>10.850709912625156</c:v>
                </c:pt>
                <c:pt idx="645">
                  <c:v>10.850709912625156</c:v>
                </c:pt>
                <c:pt idx="646">
                  <c:v>10.850709912625156</c:v>
                </c:pt>
                <c:pt idx="647">
                  <c:v>10.850709912625156</c:v>
                </c:pt>
                <c:pt idx="648">
                  <c:v>10.850709912625156</c:v>
                </c:pt>
                <c:pt idx="649">
                  <c:v>10.850709912625156</c:v>
                </c:pt>
                <c:pt idx="650">
                  <c:v>10.850709912625156</c:v>
                </c:pt>
                <c:pt idx="651">
                  <c:v>10.850709912625156</c:v>
                </c:pt>
                <c:pt idx="652">
                  <c:v>10.850709912625156</c:v>
                </c:pt>
                <c:pt idx="653">
                  <c:v>10.850709912625156</c:v>
                </c:pt>
                <c:pt idx="654">
                  <c:v>10.850709912625156</c:v>
                </c:pt>
                <c:pt idx="655">
                  <c:v>10.850709912625156</c:v>
                </c:pt>
                <c:pt idx="656">
                  <c:v>10.850709912625156</c:v>
                </c:pt>
                <c:pt idx="657">
                  <c:v>10.850709912625156</c:v>
                </c:pt>
                <c:pt idx="658">
                  <c:v>10.850709912625156</c:v>
                </c:pt>
                <c:pt idx="659">
                  <c:v>10.850709912625156</c:v>
                </c:pt>
                <c:pt idx="660">
                  <c:v>10.850709912625156</c:v>
                </c:pt>
                <c:pt idx="661">
                  <c:v>10.850709912625156</c:v>
                </c:pt>
                <c:pt idx="662">
                  <c:v>10.850709912625156</c:v>
                </c:pt>
                <c:pt idx="663">
                  <c:v>10.850709912625156</c:v>
                </c:pt>
                <c:pt idx="664">
                  <c:v>10.850709912625156</c:v>
                </c:pt>
                <c:pt idx="665">
                  <c:v>10.850709912625156</c:v>
                </c:pt>
                <c:pt idx="666">
                  <c:v>10.850709912625156</c:v>
                </c:pt>
                <c:pt idx="667">
                  <c:v>10.850709912625156</c:v>
                </c:pt>
                <c:pt idx="668">
                  <c:v>10.850709912625156</c:v>
                </c:pt>
                <c:pt idx="669">
                  <c:v>10.850709912625156</c:v>
                </c:pt>
                <c:pt idx="670">
                  <c:v>10.850709912625156</c:v>
                </c:pt>
                <c:pt idx="671">
                  <c:v>10.850709912625156</c:v>
                </c:pt>
                <c:pt idx="672">
                  <c:v>10.850709912625156</c:v>
                </c:pt>
                <c:pt idx="673">
                  <c:v>10.850709912625156</c:v>
                </c:pt>
                <c:pt idx="674">
                  <c:v>10.850709912625156</c:v>
                </c:pt>
                <c:pt idx="675">
                  <c:v>10.850709912625156</c:v>
                </c:pt>
                <c:pt idx="676">
                  <c:v>10.850709912625156</c:v>
                </c:pt>
                <c:pt idx="677">
                  <c:v>10.850709912625156</c:v>
                </c:pt>
                <c:pt idx="678">
                  <c:v>10.850709912625156</c:v>
                </c:pt>
                <c:pt idx="679">
                  <c:v>10.850709912625156</c:v>
                </c:pt>
                <c:pt idx="680">
                  <c:v>10.850709912625156</c:v>
                </c:pt>
                <c:pt idx="681">
                  <c:v>10.850709912625156</c:v>
                </c:pt>
                <c:pt idx="682">
                  <c:v>10.850709912625156</c:v>
                </c:pt>
                <c:pt idx="683">
                  <c:v>10.850709912625156</c:v>
                </c:pt>
                <c:pt idx="684">
                  <c:v>10.850709912625156</c:v>
                </c:pt>
                <c:pt idx="685">
                  <c:v>10.850709912625156</c:v>
                </c:pt>
                <c:pt idx="686">
                  <c:v>10.850709912625156</c:v>
                </c:pt>
                <c:pt idx="687">
                  <c:v>10.850709912625156</c:v>
                </c:pt>
                <c:pt idx="688">
                  <c:v>10.850709912625156</c:v>
                </c:pt>
                <c:pt idx="689">
                  <c:v>10.850709912625156</c:v>
                </c:pt>
                <c:pt idx="690">
                  <c:v>10.850709912625156</c:v>
                </c:pt>
                <c:pt idx="691">
                  <c:v>10.850709912625156</c:v>
                </c:pt>
                <c:pt idx="692">
                  <c:v>10.850709912625156</c:v>
                </c:pt>
                <c:pt idx="693">
                  <c:v>10.850709912625156</c:v>
                </c:pt>
                <c:pt idx="694">
                  <c:v>10.850709912625156</c:v>
                </c:pt>
                <c:pt idx="695">
                  <c:v>10.850709912625156</c:v>
                </c:pt>
                <c:pt idx="696">
                  <c:v>10.850709912625156</c:v>
                </c:pt>
                <c:pt idx="697">
                  <c:v>10.850709912625156</c:v>
                </c:pt>
                <c:pt idx="698">
                  <c:v>10.850709912625156</c:v>
                </c:pt>
                <c:pt idx="699">
                  <c:v>10.850709912625156</c:v>
                </c:pt>
                <c:pt idx="700">
                  <c:v>10.850709912625156</c:v>
                </c:pt>
                <c:pt idx="701">
                  <c:v>10.850709912625156</c:v>
                </c:pt>
                <c:pt idx="702">
                  <c:v>10.850709912625156</c:v>
                </c:pt>
                <c:pt idx="703">
                  <c:v>10.850709912625156</c:v>
                </c:pt>
                <c:pt idx="704">
                  <c:v>10.850709912625156</c:v>
                </c:pt>
                <c:pt idx="705">
                  <c:v>10.850709912625156</c:v>
                </c:pt>
                <c:pt idx="706">
                  <c:v>10.850709912625156</c:v>
                </c:pt>
                <c:pt idx="707">
                  <c:v>10.850709912625156</c:v>
                </c:pt>
                <c:pt idx="708">
                  <c:v>10.850709912625156</c:v>
                </c:pt>
                <c:pt idx="709">
                  <c:v>10.850709912625156</c:v>
                </c:pt>
                <c:pt idx="710">
                  <c:v>10.850709912625156</c:v>
                </c:pt>
                <c:pt idx="711">
                  <c:v>10.850709912625156</c:v>
                </c:pt>
                <c:pt idx="712">
                  <c:v>10.850709912625156</c:v>
                </c:pt>
                <c:pt idx="713">
                  <c:v>10.850709912625156</c:v>
                </c:pt>
                <c:pt idx="714">
                  <c:v>10.850709912625156</c:v>
                </c:pt>
                <c:pt idx="715">
                  <c:v>10.850709912625156</c:v>
                </c:pt>
                <c:pt idx="716">
                  <c:v>10.850709912625156</c:v>
                </c:pt>
                <c:pt idx="717">
                  <c:v>10.850709912625156</c:v>
                </c:pt>
                <c:pt idx="718">
                  <c:v>10.850709912625156</c:v>
                </c:pt>
                <c:pt idx="719">
                  <c:v>10.850709912625156</c:v>
                </c:pt>
                <c:pt idx="720">
                  <c:v>10.850709912625156</c:v>
                </c:pt>
                <c:pt idx="721">
                  <c:v>10.850709912625156</c:v>
                </c:pt>
                <c:pt idx="722">
                  <c:v>10.850709912625156</c:v>
                </c:pt>
                <c:pt idx="723">
                  <c:v>10.850709912625156</c:v>
                </c:pt>
                <c:pt idx="724">
                  <c:v>10.850709912625156</c:v>
                </c:pt>
                <c:pt idx="725">
                  <c:v>10.850709912625156</c:v>
                </c:pt>
                <c:pt idx="726">
                  <c:v>10.850709912625156</c:v>
                </c:pt>
                <c:pt idx="727">
                  <c:v>10.850709912625156</c:v>
                </c:pt>
                <c:pt idx="728">
                  <c:v>10.850709912625156</c:v>
                </c:pt>
                <c:pt idx="729">
                  <c:v>10.850709912625156</c:v>
                </c:pt>
                <c:pt idx="730">
                  <c:v>10.850709912625156</c:v>
                </c:pt>
                <c:pt idx="731">
                  <c:v>10.850709912625156</c:v>
                </c:pt>
                <c:pt idx="732">
                  <c:v>10.850709912625156</c:v>
                </c:pt>
                <c:pt idx="733">
                  <c:v>10.850709912625156</c:v>
                </c:pt>
                <c:pt idx="734">
                  <c:v>10.850709912625156</c:v>
                </c:pt>
                <c:pt idx="735">
                  <c:v>10.850709912625156</c:v>
                </c:pt>
                <c:pt idx="736">
                  <c:v>10.850709912625156</c:v>
                </c:pt>
                <c:pt idx="737">
                  <c:v>10.850709912625156</c:v>
                </c:pt>
                <c:pt idx="738">
                  <c:v>10.850709912625156</c:v>
                </c:pt>
                <c:pt idx="739">
                  <c:v>10.850709912625156</c:v>
                </c:pt>
                <c:pt idx="740">
                  <c:v>10.850709912625156</c:v>
                </c:pt>
                <c:pt idx="741">
                  <c:v>10.850709912625156</c:v>
                </c:pt>
                <c:pt idx="742">
                  <c:v>10.850709912625156</c:v>
                </c:pt>
                <c:pt idx="743">
                  <c:v>10.850709912625156</c:v>
                </c:pt>
                <c:pt idx="744">
                  <c:v>10.850709912625156</c:v>
                </c:pt>
                <c:pt idx="745">
                  <c:v>10.850709912625156</c:v>
                </c:pt>
                <c:pt idx="746">
                  <c:v>10.850709912625156</c:v>
                </c:pt>
                <c:pt idx="747">
                  <c:v>10.850709912625156</c:v>
                </c:pt>
                <c:pt idx="748">
                  <c:v>10.850709912625156</c:v>
                </c:pt>
                <c:pt idx="749">
                  <c:v>10.850709912625156</c:v>
                </c:pt>
                <c:pt idx="750">
                  <c:v>10.850709912625156</c:v>
                </c:pt>
                <c:pt idx="751">
                  <c:v>10.850709912625156</c:v>
                </c:pt>
                <c:pt idx="752">
                  <c:v>10.850709912625156</c:v>
                </c:pt>
                <c:pt idx="753">
                  <c:v>10.850709912625156</c:v>
                </c:pt>
                <c:pt idx="754">
                  <c:v>10.850709912625156</c:v>
                </c:pt>
                <c:pt idx="755">
                  <c:v>10.850709912625156</c:v>
                </c:pt>
                <c:pt idx="756">
                  <c:v>10.850709912625156</c:v>
                </c:pt>
                <c:pt idx="757">
                  <c:v>10.850709912625156</c:v>
                </c:pt>
                <c:pt idx="758">
                  <c:v>10.850709912625156</c:v>
                </c:pt>
                <c:pt idx="759">
                  <c:v>10.850709912625156</c:v>
                </c:pt>
                <c:pt idx="760">
                  <c:v>10.850709912625156</c:v>
                </c:pt>
                <c:pt idx="761">
                  <c:v>10.850709912625156</c:v>
                </c:pt>
                <c:pt idx="762">
                  <c:v>10.850709912625156</c:v>
                </c:pt>
                <c:pt idx="763">
                  <c:v>10.850709912625156</c:v>
                </c:pt>
                <c:pt idx="764">
                  <c:v>10.850709912625156</c:v>
                </c:pt>
                <c:pt idx="765">
                  <c:v>10.850709912625156</c:v>
                </c:pt>
                <c:pt idx="766">
                  <c:v>10.850709912625156</c:v>
                </c:pt>
                <c:pt idx="767">
                  <c:v>10.850709912625156</c:v>
                </c:pt>
                <c:pt idx="768">
                  <c:v>10.850709912625156</c:v>
                </c:pt>
                <c:pt idx="769">
                  <c:v>10.850709912625156</c:v>
                </c:pt>
                <c:pt idx="770">
                  <c:v>10.850709912625156</c:v>
                </c:pt>
                <c:pt idx="771">
                  <c:v>10.850709912625156</c:v>
                </c:pt>
                <c:pt idx="772">
                  <c:v>10.850709912625156</c:v>
                </c:pt>
                <c:pt idx="773">
                  <c:v>10.850709912625156</c:v>
                </c:pt>
                <c:pt idx="774">
                  <c:v>10.850709912625156</c:v>
                </c:pt>
                <c:pt idx="775">
                  <c:v>10.850709912625156</c:v>
                </c:pt>
                <c:pt idx="776">
                  <c:v>10.850709912625156</c:v>
                </c:pt>
                <c:pt idx="777">
                  <c:v>10.850709912625156</c:v>
                </c:pt>
                <c:pt idx="778">
                  <c:v>10.850709912625156</c:v>
                </c:pt>
                <c:pt idx="779">
                  <c:v>10.850709912625156</c:v>
                </c:pt>
                <c:pt idx="780">
                  <c:v>10.850709912625156</c:v>
                </c:pt>
                <c:pt idx="781">
                  <c:v>10.850709912625156</c:v>
                </c:pt>
                <c:pt idx="782">
                  <c:v>10.850709912625156</c:v>
                </c:pt>
                <c:pt idx="783">
                  <c:v>10.850709912625156</c:v>
                </c:pt>
                <c:pt idx="784">
                  <c:v>10.850709912625156</c:v>
                </c:pt>
                <c:pt idx="785">
                  <c:v>10.850709912625156</c:v>
                </c:pt>
                <c:pt idx="786">
                  <c:v>10.850709912625156</c:v>
                </c:pt>
                <c:pt idx="787">
                  <c:v>10.850709912625156</c:v>
                </c:pt>
                <c:pt idx="788">
                  <c:v>10.850709912625156</c:v>
                </c:pt>
                <c:pt idx="789">
                  <c:v>10.850709912625156</c:v>
                </c:pt>
                <c:pt idx="790">
                  <c:v>10.850709912625156</c:v>
                </c:pt>
                <c:pt idx="791">
                  <c:v>10.850709912625156</c:v>
                </c:pt>
                <c:pt idx="792">
                  <c:v>10.850709912625156</c:v>
                </c:pt>
                <c:pt idx="793">
                  <c:v>10.850709912625156</c:v>
                </c:pt>
                <c:pt idx="794">
                  <c:v>10.850709912625156</c:v>
                </c:pt>
                <c:pt idx="795">
                  <c:v>10.850709912625156</c:v>
                </c:pt>
                <c:pt idx="796">
                  <c:v>10.850709912625156</c:v>
                </c:pt>
                <c:pt idx="797">
                  <c:v>10.850709912625156</c:v>
                </c:pt>
                <c:pt idx="798">
                  <c:v>10.850709912625156</c:v>
                </c:pt>
                <c:pt idx="799">
                  <c:v>10.850709912625156</c:v>
                </c:pt>
                <c:pt idx="800">
                  <c:v>10.850709912625156</c:v>
                </c:pt>
                <c:pt idx="801">
                  <c:v>10.850709912625156</c:v>
                </c:pt>
                <c:pt idx="802">
                  <c:v>10.850709912625156</c:v>
                </c:pt>
                <c:pt idx="803">
                  <c:v>10.850709912625156</c:v>
                </c:pt>
                <c:pt idx="804">
                  <c:v>10.850709912625156</c:v>
                </c:pt>
                <c:pt idx="805">
                  <c:v>10.850709912625156</c:v>
                </c:pt>
                <c:pt idx="806">
                  <c:v>10.850709912625156</c:v>
                </c:pt>
                <c:pt idx="807">
                  <c:v>10.850709912625156</c:v>
                </c:pt>
                <c:pt idx="808">
                  <c:v>10.850709912625156</c:v>
                </c:pt>
                <c:pt idx="809">
                  <c:v>10.850709912625156</c:v>
                </c:pt>
                <c:pt idx="810">
                  <c:v>10.850709912625156</c:v>
                </c:pt>
                <c:pt idx="811">
                  <c:v>10.850709912625156</c:v>
                </c:pt>
                <c:pt idx="812">
                  <c:v>10.850709912625156</c:v>
                </c:pt>
                <c:pt idx="813">
                  <c:v>10.850709912625156</c:v>
                </c:pt>
                <c:pt idx="814">
                  <c:v>10.850709912625156</c:v>
                </c:pt>
                <c:pt idx="815">
                  <c:v>10.850709912625156</c:v>
                </c:pt>
                <c:pt idx="816">
                  <c:v>10.850709912625156</c:v>
                </c:pt>
                <c:pt idx="817">
                  <c:v>10.850709912625156</c:v>
                </c:pt>
                <c:pt idx="818">
                  <c:v>10.850709912625156</c:v>
                </c:pt>
                <c:pt idx="819">
                  <c:v>10.850709912625156</c:v>
                </c:pt>
                <c:pt idx="820">
                  <c:v>10.850709912625156</c:v>
                </c:pt>
                <c:pt idx="821">
                  <c:v>10.850709912625156</c:v>
                </c:pt>
                <c:pt idx="822">
                  <c:v>10.850709912625156</c:v>
                </c:pt>
                <c:pt idx="823">
                  <c:v>10.850709912625156</c:v>
                </c:pt>
                <c:pt idx="824">
                  <c:v>10.850709912625156</c:v>
                </c:pt>
                <c:pt idx="825">
                  <c:v>10.850709912625156</c:v>
                </c:pt>
                <c:pt idx="826">
                  <c:v>10.850709912625156</c:v>
                </c:pt>
                <c:pt idx="827">
                  <c:v>10.850709912625156</c:v>
                </c:pt>
                <c:pt idx="828">
                  <c:v>10.850709912625156</c:v>
                </c:pt>
                <c:pt idx="829">
                  <c:v>10.850709912625156</c:v>
                </c:pt>
                <c:pt idx="830">
                  <c:v>10.850709912625156</c:v>
                </c:pt>
                <c:pt idx="831">
                  <c:v>10.850709912625156</c:v>
                </c:pt>
                <c:pt idx="832">
                  <c:v>10.850709912625156</c:v>
                </c:pt>
                <c:pt idx="833">
                  <c:v>10.850709912625156</c:v>
                </c:pt>
                <c:pt idx="834">
                  <c:v>10.850709912625156</c:v>
                </c:pt>
                <c:pt idx="835">
                  <c:v>10.850709912625156</c:v>
                </c:pt>
                <c:pt idx="836">
                  <c:v>10.850709912625156</c:v>
                </c:pt>
                <c:pt idx="837">
                  <c:v>10.850709912625156</c:v>
                </c:pt>
                <c:pt idx="838">
                  <c:v>10.850709912625156</c:v>
                </c:pt>
                <c:pt idx="839">
                  <c:v>10.850709912625156</c:v>
                </c:pt>
                <c:pt idx="840">
                  <c:v>10.850709912625156</c:v>
                </c:pt>
                <c:pt idx="841">
                  <c:v>10.850709912625156</c:v>
                </c:pt>
                <c:pt idx="842">
                  <c:v>10.850709912625156</c:v>
                </c:pt>
                <c:pt idx="843">
                  <c:v>10.850709912625156</c:v>
                </c:pt>
                <c:pt idx="844">
                  <c:v>10.850709912625156</c:v>
                </c:pt>
                <c:pt idx="845">
                  <c:v>10.850709912625156</c:v>
                </c:pt>
                <c:pt idx="846">
                  <c:v>10.850709912625156</c:v>
                </c:pt>
                <c:pt idx="847">
                  <c:v>10.850709912625156</c:v>
                </c:pt>
                <c:pt idx="848">
                  <c:v>10.850709912625156</c:v>
                </c:pt>
                <c:pt idx="849">
                  <c:v>10.850709912625156</c:v>
                </c:pt>
                <c:pt idx="850">
                  <c:v>10.850709912625156</c:v>
                </c:pt>
                <c:pt idx="851">
                  <c:v>10.850709912625156</c:v>
                </c:pt>
                <c:pt idx="852">
                  <c:v>10.850709912625156</c:v>
                </c:pt>
                <c:pt idx="853">
                  <c:v>10.850709912625156</c:v>
                </c:pt>
                <c:pt idx="854">
                  <c:v>10.850709912625156</c:v>
                </c:pt>
                <c:pt idx="855">
                  <c:v>10.850709912625156</c:v>
                </c:pt>
                <c:pt idx="856">
                  <c:v>10.850709912625156</c:v>
                </c:pt>
                <c:pt idx="857">
                  <c:v>10.850709912625156</c:v>
                </c:pt>
                <c:pt idx="858">
                  <c:v>10.850709912625156</c:v>
                </c:pt>
                <c:pt idx="859">
                  <c:v>10.850709912625156</c:v>
                </c:pt>
                <c:pt idx="860">
                  <c:v>10.850709912625156</c:v>
                </c:pt>
                <c:pt idx="861">
                  <c:v>10.850709912625156</c:v>
                </c:pt>
                <c:pt idx="862">
                  <c:v>10.850709912625156</c:v>
                </c:pt>
                <c:pt idx="863">
                  <c:v>10.850709912625156</c:v>
                </c:pt>
                <c:pt idx="864">
                  <c:v>10.850709912625156</c:v>
                </c:pt>
                <c:pt idx="865">
                  <c:v>10.850709912625156</c:v>
                </c:pt>
                <c:pt idx="866">
                  <c:v>10.850709912625156</c:v>
                </c:pt>
                <c:pt idx="867">
                  <c:v>10.850709912625156</c:v>
                </c:pt>
                <c:pt idx="868">
                  <c:v>10.850709912625156</c:v>
                </c:pt>
                <c:pt idx="869">
                  <c:v>10.850709912625156</c:v>
                </c:pt>
                <c:pt idx="870">
                  <c:v>10.850709912625156</c:v>
                </c:pt>
                <c:pt idx="871">
                  <c:v>10.850709912625156</c:v>
                </c:pt>
                <c:pt idx="872">
                  <c:v>10.850709912625156</c:v>
                </c:pt>
                <c:pt idx="873">
                  <c:v>10.850709912625156</c:v>
                </c:pt>
                <c:pt idx="874">
                  <c:v>10.850709912625156</c:v>
                </c:pt>
                <c:pt idx="875">
                  <c:v>10.850709912625156</c:v>
                </c:pt>
                <c:pt idx="876">
                  <c:v>10.850709912625156</c:v>
                </c:pt>
                <c:pt idx="877">
                  <c:v>10.850709912625156</c:v>
                </c:pt>
                <c:pt idx="878">
                  <c:v>10.850709912625156</c:v>
                </c:pt>
                <c:pt idx="879">
                  <c:v>10.850709912625156</c:v>
                </c:pt>
                <c:pt idx="880">
                  <c:v>10.850709912625156</c:v>
                </c:pt>
                <c:pt idx="881">
                  <c:v>10.850709912625156</c:v>
                </c:pt>
                <c:pt idx="882">
                  <c:v>10.850709912625156</c:v>
                </c:pt>
                <c:pt idx="883">
                  <c:v>10.850709912625156</c:v>
                </c:pt>
                <c:pt idx="884">
                  <c:v>10.850709912625156</c:v>
                </c:pt>
                <c:pt idx="885">
                  <c:v>10.850709912625156</c:v>
                </c:pt>
                <c:pt idx="886">
                  <c:v>10.850709912625156</c:v>
                </c:pt>
                <c:pt idx="887">
                  <c:v>10.850709912625156</c:v>
                </c:pt>
                <c:pt idx="888">
                  <c:v>10.850709912625156</c:v>
                </c:pt>
                <c:pt idx="889">
                  <c:v>10.850709912625156</c:v>
                </c:pt>
                <c:pt idx="890">
                  <c:v>10.850709912625156</c:v>
                </c:pt>
                <c:pt idx="891">
                  <c:v>10.850709912625156</c:v>
                </c:pt>
                <c:pt idx="892">
                  <c:v>10.850709912625156</c:v>
                </c:pt>
                <c:pt idx="893">
                  <c:v>10.850709912625156</c:v>
                </c:pt>
                <c:pt idx="894">
                  <c:v>10.850709912625156</c:v>
                </c:pt>
                <c:pt idx="895">
                  <c:v>10.850709912625156</c:v>
                </c:pt>
                <c:pt idx="896">
                  <c:v>10.850709912625156</c:v>
                </c:pt>
                <c:pt idx="897">
                  <c:v>10.850709912625156</c:v>
                </c:pt>
                <c:pt idx="898">
                  <c:v>10.850709912625156</c:v>
                </c:pt>
                <c:pt idx="899">
                  <c:v>10.850709912625156</c:v>
                </c:pt>
                <c:pt idx="900">
                  <c:v>10.850709912625156</c:v>
                </c:pt>
                <c:pt idx="901">
                  <c:v>10.850709912625156</c:v>
                </c:pt>
                <c:pt idx="902">
                  <c:v>10.850709912625156</c:v>
                </c:pt>
                <c:pt idx="903">
                  <c:v>10.850709912625156</c:v>
                </c:pt>
                <c:pt idx="904">
                  <c:v>10.850709912625156</c:v>
                </c:pt>
                <c:pt idx="905">
                  <c:v>10.850709912625156</c:v>
                </c:pt>
                <c:pt idx="906">
                  <c:v>10.850709912625156</c:v>
                </c:pt>
                <c:pt idx="907">
                  <c:v>10.850709912625156</c:v>
                </c:pt>
                <c:pt idx="908">
                  <c:v>10.850709912625156</c:v>
                </c:pt>
                <c:pt idx="909">
                  <c:v>10.850709912625156</c:v>
                </c:pt>
                <c:pt idx="910">
                  <c:v>10.850709912625156</c:v>
                </c:pt>
                <c:pt idx="911">
                  <c:v>10.850709912625156</c:v>
                </c:pt>
                <c:pt idx="912">
                  <c:v>10.850709912625156</c:v>
                </c:pt>
                <c:pt idx="913">
                  <c:v>10.850709912625156</c:v>
                </c:pt>
                <c:pt idx="914">
                  <c:v>10.850709912625156</c:v>
                </c:pt>
                <c:pt idx="915">
                  <c:v>10.850709912625156</c:v>
                </c:pt>
                <c:pt idx="916">
                  <c:v>10.850709912625156</c:v>
                </c:pt>
                <c:pt idx="917">
                  <c:v>10.850709912625156</c:v>
                </c:pt>
                <c:pt idx="918">
                  <c:v>10.850709912625156</c:v>
                </c:pt>
                <c:pt idx="919">
                  <c:v>10.850709912625156</c:v>
                </c:pt>
                <c:pt idx="920">
                  <c:v>10.850709912625156</c:v>
                </c:pt>
                <c:pt idx="921">
                  <c:v>10.850709912625156</c:v>
                </c:pt>
                <c:pt idx="922">
                  <c:v>10.850709912625156</c:v>
                </c:pt>
                <c:pt idx="923">
                  <c:v>10.850709912625156</c:v>
                </c:pt>
                <c:pt idx="924">
                  <c:v>10.850709912625156</c:v>
                </c:pt>
                <c:pt idx="925">
                  <c:v>10.850709912625156</c:v>
                </c:pt>
                <c:pt idx="926">
                  <c:v>10.850709912625156</c:v>
                </c:pt>
                <c:pt idx="927">
                  <c:v>10.850709912625156</c:v>
                </c:pt>
                <c:pt idx="928">
                  <c:v>10.850709912625156</c:v>
                </c:pt>
                <c:pt idx="929">
                  <c:v>10.850709912625156</c:v>
                </c:pt>
                <c:pt idx="930">
                  <c:v>10.850709912625156</c:v>
                </c:pt>
                <c:pt idx="931">
                  <c:v>10.850709912625156</c:v>
                </c:pt>
                <c:pt idx="932">
                  <c:v>10.850709912625156</c:v>
                </c:pt>
                <c:pt idx="933">
                  <c:v>10.850709912625156</c:v>
                </c:pt>
                <c:pt idx="934">
                  <c:v>10.850709912625156</c:v>
                </c:pt>
                <c:pt idx="935">
                  <c:v>10.850709912625156</c:v>
                </c:pt>
                <c:pt idx="936">
                  <c:v>10.850709912625156</c:v>
                </c:pt>
                <c:pt idx="937">
                  <c:v>10.850709912625156</c:v>
                </c:pt>
                <c:pt idx="938">
                  <c:v>10.850709912625156</c:v>
                </c:pt>
                <c:pt idx="939">
                  <c:v>10.850709912625156</c:v>
                </c:pt>
                <c:pt idx="940">
                  <c:v>10.850709912625156</c:v>
                </c:pt>
                <c:pt idx="941">
                  <c:v>10.850709912625156</c:v>
                </c:pt>
                <c:pt idx="942">
                  <c:v>10.850709912625156</c:v>
                </c:pt>
                <c:pt idx="943">
                  <c:v>10.850709912625156</c:v>
                </c:pt>
                <c:pt idx="944">
                  <c:v>10.850709912625156</c:v>
                </c:pt>
                <c:pt idx="945">
                  <c:v>10.850709912625156</c:v>
                </c:pt>
                <c:pt idx="946">
                  <c:v>10.850709912625156</c:v>
                </c:pt>
                <c:pt idx="947">
                  <c:v>10.850709912625156</c:v>
                </c:pt>
                <c:pt idx="948">
                  <c:v>10.850709912625156</c:v>
                </c:pt>
                <c:pt idx="949">
                  <c:v>10.850709912625156</c:v>
                </c:pt>
                <c:pt idx="950">
                  <c:v>10.850709912625156</c:v>
                </c:pt>
                <c:pt idx="951">
                  <c:v>10.850709912625156</c:v>
                </c:pt>
                <c:pt idx="952">
                  <c:v>10.850709912625156</c:v>
                </c:pt>
                <c:pt idx="953">
                  <c:v>10.850709912625156</c:v>
                </c:pt>
                <c:pt idx="954">
                  <c:v>10.850709912625156</c:v>
                </c:pt>
                <c:pt idx="955">
                  <c:v>10.850709912625156</c:v>
                </c:pt>
                <c:pt idx="956">
                  <c:v>10.850709912625156</c:v>
                </c:pt>
                <c:pt idx="957">
                  <c:v>10.850709912625156</c:v>
                </c:pt>
                <c:pt idx="958">
                  <c:v>10.850709912625156</c:v>
                </c:pt>
                <c:pt idx="959">
                  <c:v>10.850709912625156</c:v>
                </c:pt>
                <c:pt idx="960">
                  <c:v>10.850709912625156</c:v>
                </c:pt>
                <c:pt idx="961">
                  <c:v>10.850709912625156</c:v>
                </c:pt>
                <c:pt idx="962">
                  <c:v>10.850709912625156</c:v>
                </c:pt>
                <c:pt idx="963">
                  <c:v>10.850709912625156</c:v>
                </c:pt>
                <c:pt idx="964">
                  <c:v>10.850709912625156</c:v>
                </c:pt>
                <c:pt idx="965">
                  <c:v>10.850709912625156</c:v>
                </c:pt>
                <c:pt idx="966">
                  <c:v>10.850709912625156</c:v>
                </c:pt>
                <c:pt idx="967">
                  <c:v>10.850709912625156</c:v>
                </c:pt>
                <c:pt idx="968">
                  <c:v>10.850709912625156</c:v>
                </c:pt>
                <c:pt idx="969">
                  <c:v>10.850709912625156</c:v>
                </c:pt>
                <c:pt idx="970">
                  <c:v>10.850709912625156</c:v>
                </c:pt>
                <c:pt idx="971">
                  <c:v>10.850709912625156</c:v>
                </c:pt>
                <c:pt idx="972">
                  <c:v>10.850709912625156</c:v>
                </c:pt>
                <c:pt idx="973">
                  <c:v>10.850709912625156</c:v>
                </c:pt>
                <c:pt idx="974">
                  <c:v>10.850709912625156</c:v>
                </c:pt>
                <c:pt idx="975">
                  <c:v>10.850709912625156</c:v>
                </c:pt>
                <c:pt idx="976">
                  <c:v>10.850709912625156</c:v>
                </c:pt>
                <c:pt idx="977">
                  <c:v>10.850709912625156</c:v>
                </c:pt>
                <c:pt idx="978">
                  <c:v>10.850709912625156</c:v>
                </c:pt>
                <c:pt idx="979">
                  <c:v>10.850709912625156</c:v>
                </c:pt>
                <c:pt idx="980">
                  <c:v>10.850709912625156</c:v>
                </c:pt>
                <c:pt idx="981">
                  <c:v>10.850709912625156</c:v>
                </c:pt>
                <c:pt idx="982">
                  <c:v>10.850709912625156</c:v>
                </c:pt>
                <c:pt idx="983">
                  <c:v>10.850709912625156</c:v>
                </c:pt>
                <c:pt idx="984">
                  <c:v>10.850709912625156</c:v>
                </c:pt>
                <c:pt idx="985">
                  <c:v>10.850709912625156</c:v>
                </c:pt>
                <c:pt idx="986">
                  <c:v>10.850709912625156</c:v>
                </c:pt>
                <c:pt idx="987">
                  <c:v>10.850709912625156</c:v>
                </c:pt>
                <c:pt idx="988">
                  <c:v>10.850709912625156</c:v>
                </c:pt>
                <c:pt idx="989">
                  <c:v>10.850709912625156</c:v>
                </c:pt>
                <c:pt idx="990">
                  <c:v>10.850709912625156</c:v>
                </c:pt>
                <c:pt idx="991">
                  <c:v>10.850709912625156</c:v>
                </c:pt>
                <c:pt idx="992">
                  <c:v>10.850709912625156</c:v>
                </c:pt>
                <c:pt idx="993">
                  <c:v>10.850709912625156</c:v>
                </c:pt>
                <c:pt idx="994">
                  <c:v>10.850709912625156</c:v>
                </c:pt>
                <c:pt idx="995">
                  <c:v>10.850709912625156</c:v>
                </c:pt>
                <c:pt idx="996">
                  <c:v>10.850709912625156</c:v>
                </c:pt>
                <c:pt idx="997">
                  <c:v>10.850709912625156</c:v>
                </c:pt>
                <c:pt idx="998">
                  <c:v>10.850709912625156</c:v>
                </c:pt>
                <c:pt idx="999">
                  <c:v>10.850709912625156</c:v>
                </c:pt>
                <c:pt idx="1000">
                  <c:v>10.850709912625156</c:v>
                </c:pt>
                <c:pt idx="1001">
                  <c:v>10.850709912625156</c:v>
                </c:pt>
                <c:pt idx="1002">
                  <c:v>10.850709912625156</c:v>
                </c:pt>
                <c:pt idx="1003">
                  <c:v>10.850709912625156</c:v>
                </c:pt>
                <c:pt idx="1004">
                  <c:v>10.850709912625156</c:v>
                </c:pt>
                <c:pt idx="1005">
                  <c:v>10.850709912625156</c:v>
                </c:pt>
                <c:pt idx="1006">
                  <c:v>10.850709912625156</c:v>
                </c:pt>
                <c:pt idx="1007">
                  <c:v>10.850709912625156</c:v>
                </c:pt>
                <c:pt idx="1008">
                  <c:v>10.850709912625156</c:v>
                </c:pt>
                <c:pt idx="1009">
                  <c:v>10.850709912625156</c:v>
                </c:pt>
                <c:pt idx="1010">
                  <c:v>10.850709912625156</c:v>
                </c:pt>
                <c:pt idx="1011">
                  <c:v>10.850709912625156</c:v>
                </c:pt>
                <c:pt idx="1012">
                  <c:v>10.850709912625156</c:v>
                </c:pt>
                <c:pt idx="1013">
                  <c:v>10.850709912625156</c:v>
                </c:pt>
                <c:pt idx="1014">
                  <c:v>10.850709912625156</c:v>
                </c:pt>
                <c:pt idx="1015">
                  <c:v>10.850709912625156</c:v>
                </c:pt>
                <c:pt idx="1016">
                  <c:v>10.850709912625156</c:v>
                </c:pt>
                <c:pt idx="1017">
                  <c:v>10.850709912625156</c:v>
                </c:pt>
                <c:pt idx="1018">
                  <c:v>10.850709912625156</c:v>
                </c:pt>
                <c:pt idx="1019">
                  <c:v>10.850709912625156</c:v>
                </c:pt>
                <c:pt idx="1020">
                  <c:v>10.850709912625156</c:v>
                </c:pt>
                <c:pt idx="1021">
                  <c:v>10.850709912625156</c:v>
                </c:pt>
                <c:pt idx="1022">
                  <c:v>10.850709912625156</c:v>
                </c:pt>
                <c:pt idx="1023">
                  <c:v>10.850709912625156</c:v>
                </c:pt>
                <c:pt idx="1024">
                  <c:v>10.850709912625156</c:v>
                </c:pt>
                <c:pt idx="1025">
                  <c:v>10.850709912625156</c:v>
                </c:pt>
                <c:pt idx="1026">
                  <c:v>10.850709912625156</c:v>
                </c:pt>
                <c:pt idx="1027">
                  <c:v>10.850709912625156</c:v>
                </c:pt>
                <c:pt idx="1028">
                  <c:v>10.850709912625156</c:v>
                </c:pt>
                <c:pt idx="1029">
                  <c:v>10.850709912625156</c:v>
                </c:pt>
                <c:pt idx="1030">
                  <c:v>10.850709912625156</c:v>
                </c:pt>
                <c:pt idx="1031">
                  <c:v>10.850709912625156</c:v>
                </c:pt>
                <c:pt idx="1032">
                  <c:v>10.850709912625156</c:v>
                </c:pt>
                <c:pt idx="1033">
                  <c:v>10.850709912625156</c:v>
                </c:pt>
                <c:pt idx="1034">
                  <c:v>10.850709912625156</c:v>
                </c:pt>
                <c:pt idx="1035">
                  <c:v>10.850709912625156</c:v>
                </c:pt>
                <c:pt idx="1036">
                  <c:v>10.850709912625156</c:v>
                </c:pt>
                <c:pt idx="1037">
                  <c:v>10.850709912625156</c:v>
                </c:pt>
                <c:pt idx="1038">
                  <c:v>10.850709912625156</c:v>
                </c:pt>
                <c:pt idx="1039">
                  <c:v>10.850709912625156</c:v>
                </c:pt>
                <c:pt idx="1040">
                  <c:v>10.850709912625156</c:v>
                </c:pt>
                <c:pt idx="1041">
                  <c:v>10.850709912625156</c:v>
                </c:pt>
                <c:pt idx="1042">
                  <c:v>10.850709912625156</c:v>
                </c:pt>
                <c:pt idx="1043">
                  <c:v>10.850709912625156</c:v>
                </c:pt>
                <c:pt idx="1044">
                  <c:v>10.850709912625156</c:v>
                </c:pt>
                <c:pt idx="1045">
                  <c:v>10.850709912625156</c:v>
                </c:pt>
                <c:pt idx="1046">
                  <c:v>10.850709912625156</c:v>
                </c:pt>
                <c:pt idx="1047">
                  <c:v>10.850709912625156</c:v>
                </c:pt>
                <c:pt idx="1048">
                  <c:v>10.850709912625156</c:v>
                </c:pt>
                <c:pt idx="1049">
                  <c:v>10.850709912625156</c:v>
                </c:pt>
                <c:pt idx="1050">
                  <c:v>10.850709912625156</c:v>
                </c:pt>
                <c:pt idx="1051">
                  <c:v>10.850709912625156</c:v>
                </c:pt>
                <c:pt idx="1052">
                  <c:v>10.850709912625156</c:v>
                </c:pt>
                <c:pt idx="1053">
                  <c:v>10.850709912625156</c:v>
                </c:pt>
                <c:pt idx="1054">
                  <c:v>10.850709912625156</c:v>
                </c:pt>
                <c:pt idx="1055">
                  <c:v>10.850709912625156</c:v>
                </c:pt>
                <c:pt idx="1056">
                  <c:v>10.850709912625156</c:v>
                </c:pt>
                <c:pt idx="1057">
                  <c:v>10.850709912625156</c:v>
                </c:pt>
                <c:pt idx="1058">
                  <c:v>10.850709912625156</c:v>
                </c:pt>
                <c:pt idx="1059">
                  <c:v>10.850709912625156</c:v>
                </c:pt>
                <c:pt idx="1060">
                  <c:v>10.850709912625156</c:v>
                </c:pt>
                <c:pt idx="1061">
                  <c:v>10.850709912625156</c:v>
                </c:pt>
                <c:pt idx="1062">
                  <c:v>10.850709912625156</c:v>
                </c:pt>
                <c:pt idx="1063">
                  <c:v>10.850709912625156</c:v>
                </c:pt>
                <c:pt idx="1064">
                  <c:v>10.850709912625156</c:v>
                </c:pt>
                <c:pt idx="1065">
                  <c:v>10.850709912625156</c:v>
                </c:pt>
                <c:pt idx="1066">
                  <c:v>10.850709912625156</c:v>
                </c:pt>
                <c:pt idx="1067">
                  <c:v>10.850709912625156</c:v>
                </c:pt>
                <c:pt idx="1068">
                  <c:v>10.850709912625156</c:v>
                </c:pt>
                <c:pt idx="1069">
                  <c:v>10.850709912625156</c:v>
                </c:pt>
                <c:pt idx="1070">
                  <c:v>10.850709912625156</c:v>
                </c:pt>
                <c:pt idx="1071">
                  <c:v>10.850709912625156</c:v>
                </c:pt>
                <c:pt idx="1072">
                  <c:v>10.850709912625156</c:v>
                </c:pt>
                <c:pt idx="1073">
                  <c:v>10.850709912625156</c:v>
                </c:pt>
                <c:pt idx="1074">
                  <c:v>10.850709912625156</c:v>
                </c:pt>
                <c:pt idx="1075">
                  <c:v>10.850709912625156</c:v>
                </c:pt>
                <c:pt idx="1076">
                  <c:v>10.850709912625156</c:v>
                </c:pt>
                <c:pt idx="1077">
                  <c:v>10.850709912625156</c:v>
                </c:pt>
                <c:pt idx="1078">
                  <c:v>10.850709912625156</c:v>
                </c:pt>
                <c:pt idx="1079">
                  <c:v>10.850709912625156</c:v>
                </c:pt>
                <c:pt idx="1080">
                  <c:v>10.850709912625156</c:v>
                </c:pt>
                <c:pt idx="1081">
                  <c:v>10.850709912625156</c:v>
                </c:pt>
                <c:pt idx="1082">
                  <c:v>10.850709912625156</c:v>
                </c:pt>
                <c:pt idx="1083">
                  <c:v>10.850709912625156</c:v>
                </c:pt>
                <c:pt idx="1084">
                  <c:v>10.850709912625156</c:v>
                </c:pt>
                <c:pt idx="1085">
                  <c:v>10.850709912625156</c:v>
                </c:pt>
                <c:pt idx="1086">
                  <c:v>10.850709912625156</c:v>
                </c:pt>
                <c:pt idx="1087">
                  <c:v>10.850709912625156</c:v>
                </c:pt>
                <c:pt idx="1088">
                  <c:v>10.850709912625156</c:v>
                </c:pt>
                <c:pt idx="1089">
                  <c:v>10.850709912625156</c:v>
                </c:pt>
                <c:pt idx="1090">
                  <c:v>10.850709912625156</c:v>
                </c:pt>
                <c:pt idx="1091">
                  <c:v>10.850709912625156</c:v>
                </c:pt>
                <c:pt idx="1092">
                  <c:v>10.850709912625156</c:v>
                </c:pt>
                <c:pt idx="1093">
                  <c:v>10.850709912625156</c:v>
                </c:pt>
                <c:pt idx="1094">
                  <c:v>10.850709912625156</c:v>
                </c:pt>
                <c:pt idx="1095">
                  <c:v>10.850709912625156</c:v>
                </c:pt>
                <c:pt idx="1096">
                  <c:v>10.850709912625156</c:v>
                </c:pt>
                <c:pt idx="1097">
                  <c:v>10.850709912625156</c:v>
                </c:pt>
                <c:pt idx="1098">
                  <c:v>10.850709912625156</c:v>
                </c:pt>
                <c:pt idx="1099">
                  <c:v>10.850709912625156</c:v>
                </c:pt>
                <c:pt idx="1100">
                  <c:v>10.850709912625156</c:v>
                </c:pt>
                <c:pt idx="1101">
                  <c:v>10.850709912625156</c:v>
                </c:pt>
                <c:pt idx="1102">
                  <c:v>10.850709912625156</c:v>
                </c:pt>
                <c:pt idx="1103">
                  <c:v>10.850709912625156</c:v>
                </c:pt>
                <c:pt idx="1104">
                  <c:v>10.850709912625156</c:v>
                </c:pt>
                <c:pt idx="1105">
                  <c:v>10.850709912625156</c:v>
                </c:pt>
                <c:pt idx="1106">
                  <c:v>10.850709912625156</c:v>
                </c:pt>
                <c:pt idx="1107">
                  <c:v>10.850709912625156</c:v>
                </c:pt>
                <c:pt idx="1108">
                  <c:v>10.850709912625156</c:v>
                </c:pt>
                <c:pt idx="1109">
                  <c:v>10.850709912625156</c:v>
                </c:pt>
                <c:pt idx="1110">
                  <c:v>10.850709912625156</c:v>
                </c:pt>
                <c:pt idx="1111">
                  <c:v>10.850709912625156</c:v>
                </c:pt>
                <c:pt idx="1112">
                  <c:v>10.850709912625156</c:v>
                </c:pt>
                <c:pt idx="1113">
                  <c:v>10.850709912625156</c:v>
                </c:pt>
                <c:pt idx="1114">
                  <c:v>10.850709912625156</c:v>
                </c:pt>
                <c:pt idx="1115">
                  <c:v>10.850709912625156</c:v>
                </c:pt>
                <c:pt idx="1116">
                  <c:v>10.850709912625156</c:v>
                </c:pt>
                <c:pt idx="1117">
                  <c:v>10.850709912625156</c:v>
                </c:pt>
                <c:pt idx="1118">
                  <c:v>10.850709912625156</c:v>
                </c:pt>
                <c:pt idx="1119">
                  <c:v>10.850709912625156</c:v>
                </c:pt>
                <c:pt idx="1120">
                  <c:v>10.850709912625156</c:v>
                </c:pt>
                <c:pt idx="1121">
                  <c:v>10.850709912625156</c:v>
                </c:pt>
                <c:pt idx="1122">
                  <c:v>10.850709912625156</c:v>
                </c:pt>
                <c:pt idx="1123">
                  <c:v>10.850709912625156</c:v>
                </c:pt>
                <c:pt idx="1124">
                  <c:v>10.850709912625156</c:v>
                </c:pt>
                <c:pt idx="1125">
                  <c:v>10.850709912625156</c:v>
                </c:pt>
                <c:pt idx="1126">
                  <c:v>10.850709912625156</c:v>
                </c:pt>
                <c:pt idx="1127">
                  <c:v>10.850709912625156</c:v>
                </c:pt>
                <c:pt idx="1128">
                  <c:v>10.850709912625156</c:v>
                </c:pt>
                <c:pt idx="1129">
                  <c:v>10.850709912625156</c:v>
                </c:pt>
                <c:pt idx="1130">
                  <c:v>10.850709912625156</c:v>
                </c:pt>
                <c:pt idx="1131">
                  <c:v>10.850709912625156</c:v>
                </c:pt>
                <c:pt idx="1132">
                  <c:v>10.850709912625156</c:v>
                </c:pt>
                <c:pt idx="1133">
                  <c:v>10.850709912625156</c:v>
                </c:pt>
                <c:pt idx="1134">
                  <c:v>10.850709912625156</c:v>
                </c:pt>
                <c:pt idx="1135">
                  <c:v>10.850709912625156</c:v>
                </c:pt>
                <c:pt idx="1136">
                  <c:v>10.850709912625156</c:v>
                </c:pt>
                <c:pt idx="1137">
                  <c:v>10.850709912625156</c:v>
                </c:pt>
                <c:pt idx="1138">
                  <c:v>10.850709912625156</c:v>
                </c:pt>
                <c:pt idx="1139">
                  <c:v>10.850709912625156</c:v>
                </c:pt>
                <c:pt idx="1140">
                  <c:v>10.850709912625156</c:v>
                </c:pt>
                <c:pt idx="1141">
                  <c:v>10.850709912625156</c:v>
                </c:pt>
                <c:pt idx="1142">
                  <c:v>10.850709912625156</c:v>
                </c:pt>
                <c:pt idx="1143">
                  <c:v>10.850709912625156</c:v>
                </c:pt>
                <c:pt idx="1144">
                  <c:v>10.850709912625156</c:v>
                </c:pt>
                <c:pt idx="1145">
                  <c:v>10.850709912625156</c:v>
                </c:pt>
                <c:pt idx="1146">
                  <c:v>10.850709912625156</c:v>
                </c:pt>
                <c:pt idx="1147">
                  <c:v>10.850709912625156</c:v>
                </c:pt>
                <c:pt idx="1148">
                  <c:v>10.850709912625156</c:v>
                </c:pt>
                <c:pt idx="1149">
                  <c:v>10.850709912625156</c:v>
                </c:pt>
                <c:pt idx="1150">
                  <c:v>10.850709912625156</c:v>
                </c:pt>
                <c:pt idx="1151">
                  <c:v>10.850709912625156</c:v>
                </c:pt>
                <c:pt idx="1152">
                  <c:v>10.850709912625156</c:v>
                </c:pt>
                <c:pt idx="1153">
                  <c:v>10.850709912625156</c:v>
                </c:pt>
                <c:pt idx="1154">
                  <c:v>10.850709912625156</c:v>
                </c:pt>
                <c:pt idx="1155">
                  <c:v>10.850709912625156</c:v>
                </c:pt>
                <c:pt idx="1156">
                  <c:v>10.850709912625156</c:v>
                </c:pt>
                <c:pt idx="1157">
                  <c:v>10.850709912625156</c:v>
                </c:pt>
                <c:pt idx="1158">
                  <c:v>10.850709912625156</c:v>
                </c:pt>
                <c:pt idx="1159">
                  <c:v>10.850709912625156</c:v>
                </c:pt>
                <c:pt idx="1160">
                  <c:v>10.850709912625156</c:v>
                </c:pt>
                <c:pt idx="1161">
                  <c:v>10.850709912625156</c:v>
                </c:pt>
                <c:pt idx="1162">
                  <c:v>10.850709912625156</c:v>
                </c:pt>
                <c:pt idx="1163">
                  <c:v>10.850709912625156</c:v>
                </c:pt>
                <c:pt idx="1164">
                  <c:v>10.850709912625156</c:v>
                </c:pt>
                <c:pt idx="1165">
                  <c:v>10.850709912625156</c:v>
                </c:pt>
                <c:pt idx="1166">
                  <c:v>10.850709912625156</c:v>
                </c:pt>
                <c:pt idx="1167">
                  <c:v>10.850709912625156</c:v>
                </c:pt>
                <c:pt idx="1168">
                  <c:v>10.850709912625156</c:v>
                </c:pt>
                <c:pt idx="1169">
                  <c:v>10.850709912625156</c:v>
                </c:pt>
                <c:pt idx="1170">
                  <c:v>10.850709912625156</c:v>
                </c:pt>
                <c:pt idx="1171">
                  <c:v>10.850709912625156</c:v>
                </c:pt>
                <c:pt idx="1172">
                  <c:v>10.850709912625156</c:v>
                </c:pt>
                <c:pt idx="1173">
                  <c:v>10.850709912625156</c:v>
                </c:pt>
                <c:pt idx="1174">
                  <c:v>10.850709912625156</c:v>
                </c:pt>
                <c:pt idx="1175">
                  <c:v>10.850709912625156</c:v>
                </c:pt>
                <c:pt idx="1176">
                  <c:v>10.850709912625156</c:v>
                </c:pt>
                <c:pt idx="1177">
                  <c:v>10.850709912625156</c:v>
                </c:pt>
                <c:pt idx="1178">
                  <c:v>10.850709912625156</c:v>
                </c:pt>
                <c:pt idx="1179">
                  <c:v>10.850709912625156</c:v>
                </c:pt>
                <c:pt idx="1180">
                  <c:v>10.850709912625156</c:v>
                </c:pt>
                <c:pt idx="1181">
                  <c:v>10.850709912625156</c:v>
                </c:pt>
                <c:pt idx="1182">
                  <c:v>10.850709912625156</c:v>
                </c:pt>
                <c:pt idx="1183">
                  <c:v>10.850709912625156</c:v>
                </c:pt>
                <c:pt idx="1184">
                  <c:v>10.850709912625156</c:v>
                </c:pt>
                <c:pt idx="1185">
                  <c:v>10.850709912625156</c:v>
                </c:pt>
                <c:pt idx="1186">
                  <c:v>10.850709912625156</c:v>
                </c:pt>
                <c:pt idx="1187">
                  <c:v>10.850709912625156</c:v>
                </c:pt>
                <c:pt idx="1188">
                  <c:v>10.850709912625156</c:v>
                </c:pt>
                <c:pt idx="1189">
                  <c:v>10.850709912625156</c:v>
                </c:pt>
                <c:pt idx="1190">
                  <c:v>10.850709912625156</c:v>
                </c:pt>
                <c:pt idx="1191">
                  <c:v>10.850709912625156</c:v>
                </c:pt>
                <c:pt idx="1192">
                  <c:v>10.850709912625156</c:v>
                </c:pt>
                <c:pt idx="1193">
                  <c:v>10.850709912625156</c:v>
                </c:pt>
                <c:pt idx="1194">
                  <c:v>10.850709912625156</c:v>
                </c:pt>
                <c:pt idx="1195">
                  <c:v>10.850709912625156</c:v>
                </c:pt>
                <c:pt idx="1196">
                  <c:v>10.850709912625156</c:v>
                </c:pt>
                <c:pt idx="1197">
                  <c:v>10.850709912625156</c:v>
                </c:pt>
                <c:pt idx="1198">
                  <c:v>10.850709912625156</c:v>
                </c:pt>
                <c:pt idx="1199">
                  <c:v>10.850709912625156</c:v>
                </c:pt>
                <c:pt idx="1200">
                  <c:v>10.850709912625156</c:v>
                </c:pt>
                <c:pt idx="1201">
                  <c:v>10.850709912625156</c:v>
                </c:pt>
                <c:pt idx="1202">
                  <c:v>10.850709912625156</c:v>
                </c:pt>
                <c:pt idx="1203">
                  <c:v>10.850709912625156</c:v>
                </c:pt>
                <c:pt idx="1204">
                  <c:v>10.850709912625156</c:v>
                </c:pt>
                <c:pt idx="1205">
                  <c:v>10.850709912625156</c:v>
                </c:pt>
                <c:pt idx="1206">
                  <c:v>10.850709912625156</c:v>
                </c:pt>
                <c:pt idx="1207">
                  <c:v>10.850709912625156</c:v>
                </c:pt>
                <c:pt idx="1208">
                  <c:v>10.850709912625156</c:v>
                </c:pt>
                <c:pt idx="1209">
                  <c:v>10.850709912625156</c:v>
                </c:pt>
                <c:pt idx="1210">
                  <c:v>10.850709912625156</c:v>
                </c:pt>
                <c:pt idx="1211">
                  <c:v>10.850709912625156</c:v>
                </c:pt>
                <c:pt idx="1212">
                  <c:v>10.850709912625156</c:v>
                </c:pt>
                <c:pt idx="1213">
                  <c:v>10.850709912625156</c:v>
                </c:pt>
                <c:pt idx="1214">
                  <c:v>10.850709912625156</c:v>
                </c:pt>
                <c:pt idx="1215">
                  <c:v>10.850709912625156</c:v>
                </c:pt>
                <c:pt idx="1216">
                  <c:v>10.850709912625156</c:v>
                </c:pt>
                <c:pt idx="1217">
                  <c:v>10.850709912625156</c:v>
                </c:pt>
                <c:pt idx="1218">
                  <c:v>10.850709912625156</c:v>
                </c:pt>
                <c:pt idx="1219">
                  <c:v>10.850709912625156</c:v>
                </c:pt>
                <c:pt idx="1220">
                  <c:v>10.850709912625156</c:v>
                </c:pt>
                <c:pt idx="1221">
                  <c:v>10.850709912625156</c:v>
                </c:pt>
                <c:pt idx="1222">
                  <c:v>10.850709912625156</c:v>
                </c:pt>
                <c:pt idx="1223">
                  <c:v>10.850709912625156</c:v>
                </c:pt>
                <c:pt idx="1224">
                  <c:v>10.850709912625156</c:v>
                </c:pt>
                <c:pt idx="1225">
                  <c:v>10.850709912625156</c:v>
                </c:pt>
                <c:pt idx="1226">
                  <c:v>10.850709912625156</c:v>
                </c:pt>
                <c:pt idx="1227">
                  <c:v>10.850709912625156</c:v>
                </c:pt>
                <c:pt idx="1228">
                  <c:v>10.850709912625156</c:v>
                </c:pt>
                <c:pt idx="1229">
                  <c:v>10.850709912625156</c:v>
                </c:pt>
                <c:pt idx="1230">
                  <c:v>10.850709912625156</c:v>
                </c:pt>
                <c:pt idx="1231">
                  <c:v>10.850709912625156</c:v>
                </c:pt>
                <c:pt idx="1232">
                  <c:v>10.850709912625156</c:v>
                </c:pt>
                <c:pt idx="1233">
                  <c:v>10.850709912625156</c:v>
                </c:pt>
                <c:pt idx="1234">
                  <c:v>10.850709912625156</c:v>
                </c:pt>
                <c:pt idx="1235">
                  <c:v>10.850709912625156</c:v>
                </c:pt>
                <c:pt idx="1236">
                  <c:v>10.850709912625156</c:v>
                </c:pt>
                <c:pt idx="1237">
                  <c:v>10.850709912625156</c:v>
                </c:pt>
                <c:pt idx="1238">
                  <c:v>10.850709912625156</c:v>
                </c:pt>
                <c:pt idx="1239">
                  <c:v>10.850709912625156</c:v>
                </c:pt>
                <c:pt idx="1240">
                  <c:v>10.850709912625156</c:v>
                </c:pt>
                <c:pt idx="1241">
                  <c:v>10.850709912625156</c:v>
                </c:pt>
                <c:pt idx="1242">
                  <c:v>10.850709912625156</c:v>
                </c:pt>
                <c:pt idx="1243">
                  <c:v>10.850709912625156</c:v>
                </c:pt>
                <c:pt idx="1244">
                  <c:v>10.850709912625156</c:v>
                </c:pt>
                <c:pt idx="1245">
                  <c:v>10.850709912625156</c:v>
                </c:pt>
                <c:pt idx="1246">
                  <c:v>10.850709912625156</c:v>
                </c:pt>
                <c:pt idx="1247">
                  <c:v>10.850709912625156</c:v>
                </c:pt>
                <c:pt idx="1248">
                  <c:v>10.850709912625156</c:v>
                </c:pt>
                <c:pt idx="1249">
                  <c:v>10.850709912625156</c:v>
                </c:pt>
                <c:pt idx="1250">
                  <c:v>10.850709912625156</c:v>
                </c:pt>
                <c:pt idx="1251">
                  <c:v>10.850709912625156</c:v>
                </c:pt>
                <c:pt idx="1252">
                  <c:v>10.850709912625156</c:v>
                </c:pt>
                <c:pt idx="1253">
                  <c:v>10.850709912625156</c:v>
                </c:pt>
                <c:pt idx="1254">
                  <c:v>10.850709912625156</c:v>
                </c:pt>
                <c:pt idx="1255">
                  <c:v>10.850709912625156</c:v>
                </c:pt>
                <c:pt idx="1256">
                  <c:v>10.850709912625156</c:v>
                </c:pt>
                <c:pt idx="1257">
                  <c:v>10.850709912625156</c:v>
                </c:pt>
                <c:pt idx="1258">
                  <c:v>10.850709912625156</c:v>
                </c:pt>
                <c:pt idx="1259">
                  <c:v>10.850709912625156</c:v>
                </c:pt>
                <c:pt idx="1260">
                  <c:v>10.850709912625156</c:v>
                </c:pt>
                <c:pt idx="1261">
                  <c:v>10.850709912625156</c:v>
                </c:pt>
                <c:pt idx="1262">
                  <c:v>10.850709912625156</c:v>
                </c:pt>
                <c:pt idx="1263">
                  <c:v>10.850709912625156</c:v>
                </c:pt>
                <c:pt idx="1264">
                  <c:v>10.850709912625156</c:v>
                </c:pt>
                <c:pt idx="1265">
                  <c:v>10.850709912625156</c:v>
                </c:pt>
                <c:pt idx="1266">
                  <c:v>10.850709912625156</c:v>
                </c:pt>
                <c:pt idx="1267">
                  <c:v>10.850709912625156</c:v>
                </c:pt>
                <c:pt idx="1268">
                  <c:v>10.850709912625156</c:v>
                </c:pt>
                <c:pt idx="1269">
                  <c:v>10.850709912625156</c:v>
                </c:pt>
                <c:pt idx="1270">
                  <c:v>10.850709912625156</c:v>
                </c:pt>
                <c:pt idx="1271">
                  <c:v>10.850709912625156</c:v>
                </c:pt>
                <c:pt idx="1272">
                  <c:v>10.850709912625156</c:v>
                </c:pt>
                <c:pt idx="1273">
                  <c:v>10.850709912625156</c:v>
                </c:pt>
                <c:pt idx="1274">
                  <c:v>10.850709912625156</c:v>
                </c:pt>
                <c:pt idx="1275">
                  <c:v>10.850709912625156</c:v>
                </c:pt>
                <c:pt idx="1276">
                  <c:v>10.850709912625156</c:v>
                </c:pt>
                <c:pt idx="1277">
                  <c:v>10.850709912625156</c:v>
                </c:pt>
                <c:pt idx="1278">
                  <c:v>10.850709912625156</c:v>
                </c:pt>
                <c:pt idx="1279">
                  <c:v>10.850709912625156</c:v>
                </c:pt>
                <c:pt idx="1280">
                  <c:v>10.850709912625156</c:v>
                </c:pt>
                <c:pt idx="1281">
                  <c:v>10.850709912625156</c:v>
                </c:pt>
                <c:pt idx="1282">
                  <c:v>10.850709912625156</c:v>
                </c:pt>
                <c:pt idx="1283">
                  <c:v>10.850709912625156</c:v>
                </c:pt>
                <c:pt idx="1284">
                  <c:v>10.850709912625156</c:v>
                </c:pt>
                <c:pt idx="1285">
                  <c:v>10.850709912625156</c:v>
                </c:pt>
                <c:pt idx="1286">
                  <c:v>10.850709912625156</c:v>
                </c:pt>
                <c:pt idx="1287">
                  <c:v>10.850709912625156</c:v>
                </c:pt>
                <c:pt idx="1288">
                  <c:v>10.850709912625156</c:v>
                </c:pt>
                <c:pt idx="1289">
                  <c:v>10.850709912625156</c:v>
                </c:pt>
                <c:pt idx="1290">
                  <c:v>10.850709912625156</c:v>
                </c:pt>
                <c:pt idx="1291">
                  <c:v>10.850709912625156</c:v>
                </c:pt>
                <c:pt idx="1292">
                  <c:v>10.850709912625156</c:v>
                </c:pt>
                <c:pt idx="1293">
                  <c:v>10.850709912625156</c:v>
                </c:pt>
                <c:pt idx="1294">
                  <c:v>10.850709912625156</c:v>
                </c:pt>
                <c:pt idx="1295">
                  <c:v>10.850709912625156</c:v>
                </c:pt>
                <c:pt idx="1296">
                  <c:v>10.850709912625156</c:v>
                </c:pt>
                <c:pt idx="1297">
                  <c:v>10.850709912625156</c:v>
                </c:pt>
                <c:pt idx="1298">
                  <c:v>10.850709912625156</c:v>
                </c:pt>
                <c:pt idx="1299">
                  <c:v>10.850709912625156</c:v>
                </c:pt>
                <c:pt idx="1300">
                  <c:v>10.850709912625156</c:v>
                </c:pt>
                <c:pt idx="1301">
                  <c:v>10.850709912625156</c:v>
                </c:pt>
                <c:pt idx="1302">
                  <c:v>10.850709912625156</c:v>
                </c:pt>
                <c:pt idx="1303">
                  <c:v>10.850709912625156</c:v>
                </c:pt>
                <c:pt idx="1304">
                  <c:v>10.850709912625156</c:v>
                </c:pt>
                <c:pt idx="1305">
                  <c:v>10.850709912625156</c:v>
                </c:pt>
                <c:pt idx="1306">
                  <c:v>10.850709912625156</c:v>
                </c:pt>
                <c:pt idx="1307">
                  <c:v>10.850709912625156</c:v>
                </c:pt>
                <c:pt idx="1308">
                  <c:v>10.850709912625156</c:v>
                </c:pt>
                <c:pt idx="1309">
                  <c:v>10.850709912625156</c:v>
                </c:pt>
                <c:pt idx="1310">
                  <c:v>10.850709912625156</c:v>
                </c:pt>
                <c:pt idx="1311">
                  <c:v>10.850709912625156</c:v>
                </c:pt>
                <c:pt idx="1312">
                  <c:v>10.850709912625156</c:v>
                </c:pt>
                <c:pt idx="1313">
                  <c:v>10.850709912625156</c:v>
                </c:pt>
                <c:pt idx="1314">
                  <c:v>10.850709912625156</c:v>
                </c:pt>
                <c:pt idx="1315">
                  <c:v>10.850709912625156</c:v>
                </c:pt>
                <c:pt idx="1316">
                  <c:v>10.850709912625156</c:v>
                </c:pt>
                <c:pt idx="1317">
                  <c:v>10.850709912625156</c:v>
                </c:pt>
                <c:pt idx="1318">
                  <c:v>10.850709912625156</c:v>
                </c:pt>
                <c:pt idx="1319">
                  <c:v>10.850709912625156</c:v>
                </c:pt>
                <c:pt idx="1320">
                  <c:v>10.850709912625156</c:v>
                </c:pt>
                <c:pt idx="1321">
                  <c:v>10.850709912625156</c:v>
                </c:pt>
                <c:pt idx="1322">
                  <c:v>10.850709912625156</c:v>
                </c:pt>
                <c:pt idx="1323">
                  <c:v>10.850709912625156</c:v>
                </c:pt>
                <c:pt idx="1324">
                  <c:v>10.850709912625156</c:v>
                </c:pt>
                <c:pt idx="1325">
                  <c:v>10.850709912625156</c:v>
                </c:pt>
                <c:pt idx="1326">
                  <c:v>10.850709912625156</c:v>
                </c:pt>
                <c:pt idx="1327">
                  <c:v>10.850709912625156</c:v>
                </c:pt>
                <c:pt idx="1328">
                  <c:v>10.850709912625156</c:v>
                </c:pt>
                <c:pt idx="1329">
                  <c:v>10.850709912625156</c:v>
                </c:pt>
                <c:pt idx="1330">
                  <c:v>10.850709912625156</c:v>
                </c:pt>
                <c:pt idx="1331">
                  <c:v>10.850709912625156</c:v>
                </c:pt>
                <c:pt idx="1332">
                  <c:v>10.850709912625156</c:v>
                </c:pt>
                <c:pt idx="1333">
                  <c:v>10.850709912625156</c:v>
                </c:pt>
                <c:pt idx="1334">
                  <c:v>10.850709912625156</c:v>
                </c:pt>
                <c:pt idx="1335">
                  <c:v>10.850709912625156</c:v>
                </c:pt>
                <c:pt idx="1336">
                  <c:v>10.850709912625156</c:v>
                </c:pt>
                <c:pt idx="1337">
                  <c:v>10.850709912625156</c:v>
                </c:pt>
                <c:pt idx="1338">
                  <c:v>10.850709912625156</c:v>
                </c:pt>
                <c:pt idx="1339">
                  <c:v>10.850709912625156</c:v>
                </c:pt>
                <c:pt idx="1340">
                  <c:v>10.850709912625156</c:v>
                </c:pt>
                <c:pt idx="1341">
                  <c:v>10.850709912625156</c:v>
                </c:pt>
                <c:pt idx="1342">
                  <c:v>10.850709912625156</c:v>
                </c:pt>
                <c:pt idx="1343">
                  <c:v>10.850709912625156</c:v>
                </c:pt>
                <c:pt idx="1344">
                  <c:v>10.850709912625156</c:v>
                </c:pt>
                <c:pt idx="1345">
                  <c:v>10.850709912625156</c:v>
                </c:pt>
                <c:pt idx="1346">
                  <c:v>10.850709912625156</c:v>
                </c:pt>
                <c:pt idx="1347">
                  <c:v>10.850709912625156</c:v>
                </c:pt>
                <c:pt idx="1348">
                  <c:v>10.850709912625156</c:v>
                </c:pt>
                <c:pt idx="1349">
                  <c:v>10.850709912625156</c:v>
                </c:pt>
                <c:pt idx="1350">
                  <c:v>10.850709912625156</c:v>
                </c:pt>
                <c:pt idx="1351">
                  <c:v>10.850709912625156</c:v>
                </c:pt>
                <c:pt idx="1352">
                  <c:v>10.850709912625156</c:v>
                </c:pt>
                <c:pt idx="1353">
                  <c:v>10.850709912625156</c:v>
                </c:pt>
                <c:pt idx="1354">
                  <c:v>10.850709912625156</c:v>
                </c:pt>
                <c:pt idx="1355">
                  <c:v>10.850709912625156</c:v>
                </c:pt>
                <c:pt idx="1356">
                  <c:v>10.850709912625156</c:v>
                </c:pt>
                <c:pt idx="1357">
                  <c:v>10.850709912625156</c:v>
                </c:pt>
                <c:pt idx="1358">
                  <c:v>10.850709912625156</c:v>
                </c:pt>
                <c:pt idx="1359">
                  <c:v>10.850709912625156</c:v>
                </c:pt>
                <c:pt idx="1360">
                  <c:v>10.850709912625156</c:v>
                </c:pt>
                <c:pt idx="1361">
                  <c:v>10.850709912625156</c:v>
                </c:pt>
                <c:pt idx="1362">
                  <c:v>10.850709912625156</c:v>
                </c:pt>
                <c:pt idx="1363">
                  <c:v>10.850709912625156</c:v>
                </c:pt>
                <c:pt idx="1364">
                  <c:v>10.850709912625156</c:v>
                </c:pt>
                <c:pt idx="1365">
                  <c:v>10.850709912625156</c:v>
                </c:pt>
                <c:pt idx="1366">
                  <c:v>10.850709912625156</c:v>
                </c:pt>
                <c:pt idx="1367">
                  <c:v>10.850709912625156</c:v>
                </c:pt>
                <c:pt idx="1368">
                  <c:v>10.850709912625156</c:v>
                </c:pt>
                <c:pt idx="1369">
                  <c:v>10.850709912625156</c:v>
                </c:pt>
                <c:pt idx="1370">
                  <c:v>10.850709912625156</c:v>
                </c:pt>
                <c:pt idx="1371">
                  <c:v>10.850709912625156</c:v>
                </c:pt>
                <c:pt idx="1372">
                  <c:v>10.850709912625156</c:v>
                </c:pt>
                <c:pt idx="1373">
                  <c:v>10.850709912625156</c:v>
                </c:pt>
                <c:pt idx="1374">
                  <c:v>10.850709912625156</c:v>
                </c:pt>
                <c:pt idx="1375">
                  <c:v>10.850709912625156</c:v>
                </c:pt>
                <c:pt idx="1376">
                  <c:v>10.850709912625156</c:v>
                </c:pt>
                <c:pt idx="1377">
                  <c:v>10.850709912625156</c:v>
                </c:pt>
                <c:pt idx="1378">
                  <c:v>10.850709912625156</c:v>
                </c:pt>
                <c:pt idx="1379">
                  <c:v>10.850709912625156</c:v>
                </c:pt>
                <c:pt idx="1380">
                  <c:v>10.850709912625156</c:v>
                </c:pt>
                <c:pt idx="1381">
                  <c:v>10.850709912625156</c:v>
                </c:pt>
                <c:pt idx="1382">
                  <c:v>10.850709912625156</c:v>
                </c:pt>
                <c:pt idx="1383">
                  <c:v>10.850709912625156</c:v>
                </c:pt>
                <c:pt idx="1384">
                  <c:v>10.850709912625156</c:v>
                </c:pt>
                <c:pt idx="1385">
                  <c:v>10.850709912625156</c:v>
                </c:pt>
                <c:pt idx="1386">
                  <c:v>10.850709912625156</c:v>
                </c:pt>
                <c:pt idx="1387">
                  <c:v>10.850709912625156</c:v>
                </c:pt>
                <c:pt idx="1388">
                  <c:v>10.850709912625156</c:v>
                </c:pt>
                <c:pt idx="1389">
                  <c:v>10.850709912625156</c:v>
                </c:pt>
                <c:pt idx="1390">
                  <c:v>10.850709912625156</c:v>
                </c:pt>
                <c:pt idx="1391">
                  <c:v>10.850709912625156</c:v>
                </c:pt>
                <c:pt idx="1392">
                  <c:v>10.850709912625156</c:v>
                </c:pt>
                <c:pt idx="1393">
                  <c:v>10.850709912625156</c:v>
                </c:pt>
                <c:pt idx="1394">
                  <c:v>10.850709912625156</c:v>
                </c:pt>
                <c:pt idx="1395">
                  <c:v>10.850709912625156</c:v>
                </c:pt>
                <c:pt idx="1396">
                  <c:v>10.850709912625156</c:v>
                </c:pt>
                <c:pt idx="1397">
                  <c:v>10.850709912625156</c:v>
                </c:pt>
                <c:pt idx="1398">
                  <c:v>10.850709912625156</c:v>
                </c:pt>
                <c:pt idx="1399">
                  <c:v>10.850709912625156</c:v>
                </c:pt>
                <c:pt idx="1400">
                  <c:v>10.850709912625156</c:v>
                </c:pt>
                <c:pt idx="1401">
                  <c:v>10.850709912625156</c:v>
                </c:pt>
                <c:pt idx="1402">
                  <c:v>10.850709912625156</c:v>
                </c:pt>
                <c:pt idx="1403">
                  <c:v>10.850709912625156</c:v>
                </c:pt>
                <c:pt idx="1404">
                  <c:v>10.850709912625156</c:v>
                </c:pt>
                <c:pt idx="1405">
                  <c:v>10.850709912625156</c:v>
                </c:pt>
                <c:pt idx="1406">
                  <c:v>10.850709912625156</c:v>
                </c:pt>
                <c:pt idx="1407">
                  <c:v>10.850709912625156</c:v>
                </c:pt>
                <c:pt idx="1408">
                  <c:v>10.850709912625156</c:v>
                </c:pt>
                <c:pt idx="1409">
                  <c:v>10.850709912625156</c:v>
                </c:pt>
                <c:pt idx="1410">
                  <c:v>10.850709912625156</c:v>
                </c:pt>
                <c:pt idx="1411">
                  <c:v>10.850709912625156</c:v>
                </c:pt>
                <c:pt idx="1412">
                  <c:v>10.850709912625156</c:v>
                </c:pt>
                <c:pt idx="1413">
                  <c:v>10.850709912625156</c:v>
                </c:pt>
                <c:pt idx="1414">
                  <c:v>10.850709912625156</c:v>
                </c:pt>
                <c:pt idx="1415">
                  <c:v>10.850709912625156</c:v>
                </c:pt>
                <c:pt idx="1416">
                  <c:v>10.850709912625156</c:v>
                </c:pt>
                <c:pt idx="1417">
                  <c:v>10.850709912625156</c:v>
                </c:pt>
                <c:pt idx="1418">
                  <c:v>10.850709912625156</c:v>
                </c:pt>
                <c:pt idx="1419">
                  <c:v>10.850709912625156</c:v>
                </c:pt>
                <c:pt idx="1420">
                  <c:v>10.850709912625156</c:v>
                </c:pt>
                <c:pt idx="1421">
                  <c:v>10.850709912625156</c:v>
                </c:pt>
                <c:pt idx="1422">
                  <c:v>10.850709912625156</c:v>
                </c:pt>
                <c:pt idx="1423">
                  <c:v>10.850709912625156</c:v>
                </c:pt>
                <c:pt idx="1424">
                  <c:v>10.850709912625156</c:v>
                </c:pt>
                <c:pt idx="1425">
                  <c:v>10.850709912625156</c:v>
                </c:pt>
                <c:pt idx="1426">
                  <c:v>10.850709912625156</c:v>
                </c:pt>
                <c:pt idx="1427">
                  <c:v>10.850709912625156</c:v>
                </c:pt>
                <c:pt idx="1428">
                  <c:v>10.850709912625156</c:v>
                </c:pt>
                <c:pt idx="1429">
                  <c:v>10.850709912625156</c:v>
                </c:pt>
                <c:pt idx="1430">
                  <c:v>10.850709912625156</c:v>
                </c:pt>
                <c:pt idx="1431">
                  <c:v>10.850709912625156</c:v>
                </c:pt>
                <c:pt idx="1432">
                  <c:v>10.850709912625156</c:v>
                </c:pt>
                <c:pt idx="1433">
                  <c:v>10.850709912625156</c:v>
                </c:pt>
                <c:pt idx="1434">
                  <c:v>10.850709912625156</c:v>
                </c:pt>
                <c:pt idx="1435">
                  <c:v>10.850709912625156</c:v>
                </c:pt>
                <c:pt idx="1436">
                  <c:v>10.850709912625156</c:v>
                </c:pt>
                <c:pt idx="1437">
                  <c:v>10.850709912625156</c:v>
                </c:pt>
                <c:pt idx="1438">
                  <c:v>10.850709912625156</c:v>
                </c:pt>
                <c:pt idx="1439">
                  <c:v>10.850709912625156</c:v>
                </c:pt>
                <c:pt idx="1440">
                  <c:v>10.850709912625156</c:v>
                </c:pt>
                <c:pt idx="1441">
                  <c:v>10.850709912625156</c:v>
                </c:pt>
                <c:pt idx="1442">
                  <c:v>10.850709912625156</c:v>
                </c:pt>
                <c:pt idx="1443">
                  <c:v>10.850709912625156</c:v>
                </c:pt>
                <c:pt idx="1444">
                  <c:v>10.850709912625156</c:v>
                </c:pt>
                <c:pt idx="1445">
                  <c:v>10.850709912625156</c:v>
                </c:pt>
                <c:pt idx="1446">
                  <c:v>10.850709912625156</c:v>
                </c:pt>
                <c:pt idx="1447">
                  <c:v>10.850709912625156</c:v>
                </c:pt>
                <c:pt idx="1448">
                  <c:v>10.850709912625156</c:v>
                </c:pt>
                <c:pt idx="1449">
                  <c:v>10.850709912625156</c:v>
                </c:pt>
                <c:pt idx="1450">
                  <c:v>10.850709912625156</c:v>
                </c:pt>
                <c:pt idx="1451">
                  <c:v>10.850709912625156</c:v>
                </c:pt>
                <c:pt idx="1452">
                  <c:v>10.850709912625156</c:v>
                </c:pt>
                <c:pt idx="1453">
                  <c:v>10.850709912625156</c:v>
                </c:pt>
                <c:pt idx="1454">
                  <c:v>10.850709912625156</c:v>
                </c:pt>
                <c:pt idx="1455">
                  <c:v>10.850709912625156</c:v>
                </c:pt>
                <c:pt idx="1456">
                  <c:v>10.850709912625156</c:v>
                </c:pt>
                <c:pt idx="1457">
                  <c:v>10.850709912625156</c:v>
                </c:pt>
                <c:pt idx="1458">
                  <c:v>10.850709912625156</c:v>
                </c:pt>
                <c:pt idx="1459">
                  <c:v>10.850709912625156</c:v>
                </c:pt>
                <c:pt idx="1460">
                  <c:v>10.850709912625156</c:v>
                </c:pt>
                <c:pt idx="1461">
                  <c:v>10.850709912625156</c:v>
                </c:pt>
                <c:pt idx="1462">
                  <c:v>10.850709912625156</c:v>
                </c:pt>
                <c:pt idx="1463">
                  <c:v>10.850709912625156</c:v>
                </c:pt>
                <c:pt idx="1464">
                  <c:v>10.850709912625156</c:v>
                </c:pt>
                <c:pt idx="1465">
                  <c:v>10.850709912625156</c:v>
                </c:pt>
                <c:pt idx="1466">
                  <c:v>10.850709912625156</c:v>
                </c:pt>
                <c:pt idx="1467">
                  <c:v>10.850709912625156</c:v>
                </c:pt>
                <c:pt idx="1468">
                  <c:v>10.850709912625156</c:v>
                </c:pt>
                <c:pt idx="1469">
                  <c:v>10.850709912625156</c:v>
                </c:pt>
                <c:pt idx="1470">
                  <c:v>10.850709912625156</c:v>
                </c:pt>
                <c:pt idx="1471">
                  <c:v>10.850709912625156</c:v>
                </c:pt>
                <c:pt idx="1472">
                  <c:v>10.850709912625156</c:v>
                </c:pt>
                <c:pt idx="1473">
                  <c:v>10.850709912625156</c:v>
                </c:pt>
                <c:pt idx="1474">
                  <c:v>10.850709912625156</c:v>
                </c:pt>
                <c:pt idx="1475">
                  <c:v>10.850709912625156</c:v>
                </c:pt>
                <c:pt idx="1476">
                  <c:v>10.850709912625156</c:v>
                </c:pt>
                <c:pt idx="1477">
                  <c:v>10.850709912625156</c:v>
                </c:pt>
                <c:pt idx="1478">
                  <c:v>10.850709912625156</c:v>
                </c:pt>
                <c:pt idx="1479">
                  <c:v>10.850709912625156</c:v>
                </c:pt>
                <c:pt idx="1480">
                  <c:v>10.850709912625156</c:v>
                </c:pt>
                <c:pt idx="1481">
                  <c:v>10.850709912625156</c:v>
                </c:pt>
                <c:pt idx="1482">
                  <c:v>10.850709912625156</c:v>
                </c:pt>
                <c:pt idx="1483">
                  <c:v>10.850709912625156</c:v>
                </c:pt>
                <c:pt idx="1484">
                  <c:v>10.850709912625156</c:v>
                </c:pt>
                <c:pt idx="1485">
                  <c:v>10.850709912625156</c:v>
                </c:pt>
                <c:pt idx="1486">
                  <c:v>10.850709912625156</c:v>
                </c:pt>
                <c:pt idx="1487">
                  <c:v>10.850709912625156</c:v>
                </c:pt>
                <c:pt idx="1488">
                  <c:v>10.850709912625156</c:v>
                </c:pt>
                <c:pt idx="1489">
                  <c:v>10.850709912625156</c:v>
                </c:pt>
                <c:pt idx="1490">
                  <c:v>10.850709912625156</c:v>
                </c:pt>
                <c:pt idx="1491">
                  <c:v>10.850709912625156</c:v>
                </c:pt>
                <c:pt idx="1492">
                  <c:v>10.850709912625156</c:v>
                </c:pt>
                <c:pt idx="1493">
                  <c:v>10.850709912625156</c:v>
                </c:pt>
                <c:pt idx="1494">
                  <c:v>10.850709912625156</c:v>
                </c:pt>
                <c:pt idx="1495">
                  <c:v>10.850709912625156</c:v>
                </c:pt>
                <c:pt idx="1496">
                  <c:v>10.850709912625156</c:v>
                </c:pt>
                <c:pt idx="1497">
                  <c:v>10.850709912625156</c:v>
                </c:pt>
                <c:pt idx="1498">
                  <c:v>10.850709912625156</c:v>
                </c:pt>
                <c:pt idx="1499">
                  <c:v>10.850709912625156</c:v>
                </c:pt>
                <c:pt idx="1500">
                  <c:v>10.850709912625156</c:v>
                </c:pt>
                <c:pt idx="1501">
                  <c:v>10.850709912625156</c:v>
                </c:pt>
                <c:pt idx="1502">
                  <c:v>10.850709912625156</c:v>
                </c:pt>
                <c:pt idx="1503">
                  <c:v>10.850709912625156</c:v>
                </c:pt>
                <c:pt idx="1504">
                  <c:v>10.850709912625156</c:v>
                </c:pt>
                <c:pt idx="1505">
                  <c:v>10.850709912625156</c:v>
                </c:pt>
                <c:pt idx="1506">
                  <c:v>10.850709912625156</c:v>
                </c:pt>
                <c:pt idx="1507">
                  <c:v>10.850709912625156</c:v>
                </c:pt>
                <c:pt idx="1508">
                  <c:v>10.850709912625156</c:v>
                </c:pt>
                <c:pt idx="1509">
                  <c:v>10.850709912625156</c:v>
                </c:pt>
                <c:pt idx="1510">
                  <c:v>10.850709912625156</c:v>
                </c:pt>
                <c:pt idx="1511">
                  <c:v>10.850709912625156</c:v>
                </c:pt>
                <c:pt idx="1512">
                  <c:v>10.850709912625156</c:v>
                </c:pt>
                <c:pt idx="1513">
                  <c:v>10.850709912625156</c:v>
                </c:pt>
                <c:pt idx="1514">
                  <c:v>10.850709912625156</c:v>
                </c:pt>
                <c:pt idx="1515">
                  <c:v>10.850709912625156</c:v>
                </c:pt>
                <c:pt idx="1516">
                  <c:v>10.850709912625156</c:v>
                </c:pt>
                <c:pt idx="1517">
                  <c:v>10.850709912625156</c:v>
                </c:pt>
                <c:pt idx="1518">
                  <c:v>10.850709912625156</c:v>
                </c:pt>
                <c:pt idx="1519">
                  <c:v>10.850709912625156</c:v>
                </c:pt>
                <c:pt idx="1520">
                  <c:v>10.850709912625156</c:v>
                </c:pt>
                <c:pt idx="1521">
                  <c:v>10.850709912625156</c:v>
                </c:pt>
                <c:pt idx="1522">
                  <c:v>10.850709912625156</c:v>
                </c:pt>
                <c:pt idx="1523">
                  <c:v>10.850709912625156</c:v>
                </c:pt>
                <c:pt idx="1524">
                  <c:v>10.850709912625156</c:v>
                </c:pt>
                <c:pt idx="1525">
                  <c:v>10.850709912625156</c:v>
                </c:pt>
                <c:pt idx="1526">
                  <c:v>10.850709912625156</c:v>
                </c:pt>
                <c:pt idx="1527">
                  <c:v>10.850709912625156</c:v>
                </c:pt>
                <c:pt idx="1528">
                  <c:v>10.850709912625156</c:v>
                </c:pt>
                <c:pt idx="1529">
                  <c:v>10.850709912625156</c:v>
                </c:pt>
                <c:pt idx="1530">
                  <c:v>10.850709912625156</c:v>
                </c:pt>
                <c:pt idx="1531">
                  <c:v>10.850709912625156</c:v>
                </c:pt>
                <c:pt idx="1532">
                  <c:v>10.850709912625156</c:v>
                </c:pt>
                <c:pt idx="1533">
                  <c:v>10.850709912625156</c:v>
                </c:pt>
                <c:pt idx="1534">
                  <c:v>10.850709912625156</c:v>
                </c:pt>
                <c:pt idx="1535">
                  <c:v>10.850709912625156</c:v>
                </c:pt>
                <c:pt idx="1536">
                  <c:v>10.850709912625156</c:v>
                </c:pt>
                <c:pt idx="1537">
                  <c:v>10.850709912625156</c:v>
                </c:pt>
                <c:pt idx="1538">
                  <c:v>10.850709912625156</c:v>
                </c:pt>
                <c:pt idx="1539">
                  <c:v>10.850709912625156</c:v>
                </c:pt>
                <c:pt idx="1540">
                  <c:v>10.850709912625156</c:v>
                </c:pt>
                <c:pt idx="1541">
                  <c:v>10.850709912625156</c:v>
                </c:pt>
                <c:pt idx="1542">
                  <c:v>10.850709912625156</c:v>
                </c:pt>
                <c:pt idx="1543">
                  <c:v>10.850709912625156</c:v>
                </c:pt>
                <c:pt idx="1544">
                  <c:v>10.850709912625156</c:v>
                </c:pt>
                <c:pt idx="1545">
                  <c:v>10.850709912625156</c:v>
                </c:pt>
                <c:pt idx="1546">
                  <c:v>10.850709912625156</c:v>
                </c:pt>
                <c:pt idx="1547">
                  <c:v>10.850709912625156</c:v>
                </c:pt>
                <c:pt idx="1548">
                  <c:v>10.850709912625156</c:v>
                </c:pt>
                <c:pt idx="1549">
                  <c:v>10.850709912625156</c:v>
                </c:pt>
                <c:pt idx="1550">
                  <c:v>10.850709912625156</c:v>
                </c:pt>
                <c:pt idx="1551">
                  <c:v>10.850709912625156</c:v>
                </c:pt>
                <c:pt idx="1552">
                  <c:v>10.850709912625156</c:v>
                </c:pt>
                <c:pt idx="1553">
                  <c:v>10.850709912625156</c:v>
                </c:pt>
                <c:pt idx="1554">
                  <c:v>10.850709912625156</c:v>
                </c:pt>
                <c:pt idx="1555">
                  <c:v>10.850709912625156</c:v>
                </c:pt>
                <c:pt idx="1556">
                  <c:v>10.850709912625156</c:v>
                </c:pt>
                <c:pt idx="1557">
                  <c:v>10.850709912625156</c:v>
                </c:pt>
                <c:pt idx="1558">
                  <c:v>10.850709912625156</c:v>
                </c:pt>
                <c:pt idx="1559">
                  <c:v>10.850709912625156</c:v>
                </c:pt>
                <c:pt idx="1560">
                  <c:v>10.850709912625156</c:v>
                </c:pt>
                <c:pt idx="1561">
                  <c:v>10.850709912625156</c:v>
                </c:pt>
                <c:pt idx="1562">
                  <c:v>10.850709912625156</c:v>
                </c:pt>
                <c:pt idx="1563">
                  <c:v>10.850709912625156</c:v>
                </c:pt>
                <c:pt idx="1564">
                  <c:v>10.850709912625156</c:v>
                </c:pt>
                <c:pt idx="1565">
                  <c:v>10.850709912625156</c:v>
                </c:pt>
                <c:pt idx="1566">
                  <c:v>10.850709912625156</c:v>
                </c:pt>
                <c:pt idx="1567">
                  <c:v>10.850709912625156</c:v>
                </c:pt>
                <c:pt idx="1568">
                  <c:v>10.850709912625156</c:v>
                </c:pt>
                <c:pt idx="1569">
                  <c:v>10.850709912625156</c:v>
                </c:pt>
                <c:pt idx="1570">
                  <c:v>10.850709912625156</c:v>
                </c:pt>
                <c:pt idx="1571">
                  <c:v>10.850709912625156</c:v>
                </c:pt>
                <c:pt idx="1572">
                  <c:v>10.850709912625156</c:v>
                </c:pt>
                <c:pt idx="1573">
                  <c:v>10.850709912625156</c:v>
                </c:pt>
                <c:pt idx="1574">
                  <c:v>10.850709912625156</c:v>
                </c:pt>
                <c:pt idx="1575">
                  <c:v>10.850709912625156</c:v>
                </c:pt>
                <c:pt idx="1576">
                  <c:v>10.850709912625156</c:v>
                </c:pt>
                <c:pt idx="1577">
                  <c:v>10.850709912625156</c:v>
                </c:pt>
                <c:pt idx="1578">
                  <c:v>10.850709912625156</c:v>
                </c:pt>
                <c:pt idx="1579">
                  <c:v>10.850709912625156</c:v>
                </c:pt>
                <c:pt idx="1580">
                  <c:v>10.850709912625156</c:v>
                </c:pt>
                <c:pt idx="1581">
                  <c:v>10.850709912625156</c:v>
                </c:pt>
                <c:pt idx="1582">
                  <c:v>10.850709912625156</c:v>
                </c:pt>
                <c:pt idx="1583">
                  <c:v>10.850709912625156</c:v>
                </c:pt>
                <c:pt idx="1584">
                  <c:v>10.850709912625156</c:v>
                </c:pt>
                <c:pt idx="1585">
                  <c:v>10.850709912625156</c:v>
                </c:pt>
                <c:pt idx="1586">
                  <c:v>10.850709912625156</c:v>
                </c:pt>
                <c:pt idx="1587">
                  <c:v>10.850709912625156</c:v>
                </c:pt>
                <c:pt idx="1588">
                  <c:v>10.850709912625156</c:v>
                </c:pt>
                <c:pt idx="1589">
                  <c:v>10.850709912625156</c:v>
                </c:pt>
                <c:pt idx="1590">
                  <c:v>10.850709912625156</c:v>
                </c:pt>
                <c:pt idx="1591">
                  <c:v>10.850709912625156</c:v>
                </c:pt>
                <c:pt idx="1592">
                  <c:v>10.850709912625156</c:v>
                </c:pt>
                <c:pt idx="1593">
                  <c:v>10.850709912625156</c:v>
                </c:pt>
                <c:pt idx="1594">
                  <c:v>10.850709912625156</c:v>
                </c:pt>
                <c:pt idx="1595">
                  <c:v>10.850709912625156</c:v>
                </c:pt>
                <c:pt idx="1596">
                  <c:v>10.850709912625156</c:v>
                </c:pt>
                <c:pt idx="1597">
                  <c:v>10.850709912625156</c:v>
                </c:pt>
                <c:pt idx="1598">
                  <c:v>10.850709912625156</c:v>
                </c:pt>
                <c:pt idx="1599">
                  <c:v>10.850709912625156</c:v>
                </c:pt>
                <c:pt idx="1600">
                  <c:v>10.850709912625156</c:v>
                </c:pt>
                <c:pt idx="1601">
                  <c:v>10.850709912625156</c:v>
                </c:pt>
                <c:pt idx="1602">
                  <c:v>10.850709912625156</c:v>
                </c:pt>
                <c:pt idx="1603">
                  <c:v>10.850709912625156</c:v>
                </c:pt>
                <c:pt idx="1604">
                  <c:v>10.850709912625156</c:v>
                </c:pt>
                <c:pt idx="1605">
                  <c:v>10.850709912625156</c:v>
                </c:pt>
                <c:pt idx="1606">
                  <c:v>10.850709912625156</c:v>
                </c:pt>
                <c:pt idx="1607">
                  <c:v>10.850709912625156</c:v>
                </c:pt>
                <c:pt idx="1608">
                  <c:v>10.850709912625156</c:v>
                </c:pt>
                <c:pt idx="1609">
                  <c:v>10.850709912625156</c:v>
                </c:pt>
                <c:pt idx="1610">
                  <c:v>10.850709912625156</c:v>
                </c:pt>
                <c:pt idx="1611">
                  <c:v>10.850709912625156</c:v>
                </c:pt>
                <c:pt idx="1612">
                  <c:v>10.850709912625156</c:v>
                </c:pt>
                <c:pt idx="1613">
                  <c:v>10.850709912625156</c:v>
                </c:pt>
                <c:pt idx="1614">
                  <c:v>10.850709912625156</c:v>
                </c:pt>
                <c:pt idx="1615">
                  <c:v>10.850709912625156</c:v>
                </c:pt>
                <c:pt idx="1616">
                  <c:v>10.850709912625156</c:v>
                </c:pt>
                <c:pt idx="1617">
                  <c:v>10.850709912625156</c:v>
                </c:pt>
                <c:pt idx="1618">
                  <c:v>10.850709912625156</c:v>
                </c:pt>
                <c:pt idx="1619">
                  <c:v>10.850709912625156</c:v>
                </c:pt>
                <c:pt idx="1620">
                  <c:v>10.850709912625156</c:v>
                </c:pt>
                <c:pt idx="1621">
                  <c:v>10.850709912625156</c:v>
                </c:pt>
                <c:pt idx="1622">
                  <c:v>10.850709912625156</c:v>
                </c:pt>
                <c:pt idx="1623">
                  <c:v>10.850709912625156</c:v>
                </c:pt>
                <c:pt idx="1624">
                  <c:v>10.850709912625156</c:v>
                </c:pt>
                <c:pt idx="1625">
                  <c:v>10.850709912625156</c:v>
                </c:pt>
                <c:pt idx="1626">
                  <c:v>10.850709912625156</c:v>
                </c:pt>
                <c:pt idx="1627">
                  <c:v>10.850709912625156</c:v>
                </c:pt>
                <c:pt idx="1628">
                  <c:v>10.850709912625156</c:v>
                </c:pt>
                <c:pt idx="1629">
                  <c:v>10.850709912625156</c:v>
                </c:pt>
                <c:pt idx="1630">
                  <c:v>10.850709912625156</c:v>
                </c:pt>
                <c:pt idx="1631">
                  <c:v>10.850709912625156</c:v>
                </c:pt>
                <c:pt idx="1632">
                  <c:v>10.850709912625156</c:v>
                </c:pt>
                <c:pt idx="1633">
                  <c:v>10.850709912625156</c:v>
                </c:pt>
                <c:pt idx="1634">
                  <c:v>10.850709912625156</c:v>
                </c:pt>
                <c:pt idx="1635">
                  <c:v>10.850709912625156</c:v>
                </c:pt>
                <c:pt idx="1636">
                  <c:v>10.850709912625156</c:v>
                </c:pt>
                <c:pt idx="1637">
                  <c:v>10.850709912625156</c:v>
                </c:pt>
                <c:pt idx="1638">
                  <c:v>10.850709912625156</c:v>
                </c:pt>
                <c:pt idx="1639">
                  <c:v>10.850709912625156</c:v>
                </c:pt>
                <c:pt idx="1640">
                  <c:v>10.850709912625156</c:v>
                </c:pt>
                <c:pt idx="1641">
                  <c:v>10.850709912625156</c:v>
                </c:pt>
                <c:pt idx="1642">
                  <c:v>10.850709912625156</c:v>
                </c:pt>
                <c:pt idx="1643">
                  <c:v>10.850709912625156</c:v>
                </c:pt>
                <c:pt idx="1644">
                  <c:v>10.850709912625156</c:v>
                </c:pt>
                <c:pt idx="1645">
                  <c:v>10.850709912625156</c:v>
                </c:pt>
                <c:pt idx="1646">
                  <c:v>10.850709912625156</c:v>
                </c:pt>
                <c:pt idx="1647">
                  <c:v>10.850709912625156</c:v>
                </c:pt>
                <c:pt idx="1648">
                  <c:v>10.850709912625156</c:v>
                </c:pt>
                <c:pt idx="1649">
                  <c:v>10.850709912625156</c:v>
                </c:pt>
                <c:pt idx="1650">
                  <c:v>10.850709912625156</c:v>
                </c:pt>
                <c:pt idx="1651">
                  <c:v>10.850709912625156</c:v>
                </c:pt>
                <c:pt idx="1652">
                  <c:v>10.850709912625156</c:v>
                </c:pt>
                <c:pt idx="1653">
                  <c:v>10.850709912625156</c:v>
                </c:pt>
                <c:pt idx="1654">
                  <c:v>10.850709912625156</c:v>
                </c:pt>
                <c:pt idx="1655">
                  <c:v>10.850709912625156</c:v>
                </c:pt>
                <c:pt idx="1656">
                  <c:v>10.850709912625156</c:v>
                </c:pt>
                <c:pt idx="1657">
                  <c:v>10.850709912625156</c:v>
                </c:pt>
                <c:pt idx="1658">
                  <c:v>10.850709912625156</c:v>
                </c:pt>
                <c:pt idx="1659">
                  <c:v>10.850709912625156</c:v>
                </c:pt>
                <c:pt idx="1660">
                  <c:v>10.850709912625156</c:v>
                </c:pt>
                <c:pt idx="1661">
                  <c:v>10.850709912625156</c:v>
                </c:pt>
                <c:pt idx="1662">
                  <c:v>10.850709912625156</c:v>
                </c:pt>
                <c:pt idx="1663">
                  <c:v>10.850709912625156</c:v>
                </c:pt>
                <c:pt idx="1664">
                  <c:v>10.850709912625156</c:v>
                </c:pt>
                <c:pt idx="1665">
                  <c:v>10.850709912625156</c:v>
                </c:pt>
                <c:pt idx="1666">
                  <c:v>10.850709912625156</c:v>
                </c:pt>
                <c:pt idx="1667">
                  <c:v>10.850709912625156</c:v>
                </c:pt>
                <c:pt idx="1668">
                  <c:v>10.850709912625156</c:v>
                </c:pt>
                <c:pt idx="1669">
                  <c:v>10.850709912625156</c:v>
                </c:pt>
                <c:pt idx="1670">
                  <c:v>10.850709912625156</c:v>
                </c:pt>
                <c:pt idx="1671">
                  <c:v>10.850709912625156</c:v>
                </c:pt>
                <c:pt idx="1672">
                  <c:v>10.850709912625156</c:v>
                </c:pt>
                <c:pt idx="1673">
                  <c:v>10.850709912625156</c:v>
                </c:pt>
                <c:pt idx="1674">
                  <c:v>10.850709912625156</c:v>
                </c:pt>
                <c:pt idx="1675">
                  <c:v>10.850709912625156</c:v>
                </c:pt>
                <c:pt idx="1676">
                  <c:v>10.850709912625156</c:v>
                </c:pt>
                <c:pt idx="1677">
                  <c:v>10.850709912625156</c:v>
                </c:pt>
                <c:pt idx="1678">
                  <c:v>10.850709912625156</c:v>
                </c:pt>
                <c:pt idx="1679">
                  <c:v>10.850709912625156</c:v>
                </c:pt>
                <c:pt idx="1680">
                  <c:v>10.850709912625156</c:v>
                </c:pt>
                <c:pt idx="1681">
                  <c:v>10.850709912625156</c:v>
                </c:pt>
                <c:pt idx="1682">
                  <c:v>10.850709912625156</c:v>
                </c:pt>
                <c:pt idx="1683">
                  <c:v>10.850709912625156</c:v>
                </c:pt>
                <c:pt idx="1684">
                  <c:v>10.850709912625156</c:v>
                </c:pt>
                <c:pt idx="1685">
                  <c:v>10.850709912625156</c:v>
                </c:pt>
                <c:pt idx="1686">
                  <c:v>10.850709912625156</c:v>
                </c:pt>
                <c:pt idx="1687">
                  <c:v>10.850709912625156</c:v>
                </c:pt>
                <c:pt idx="1688">
                  <c:v>10.850709912625156</c:v>
                </c:pt>
                <c:pt idx="1689">
                  <c:v>10.850709912625156</c:v>
                </c:pt>
                <c:pt idx="1690">
                  <c:v>10.850709912625156</c:v>
                </c:pt>
                <c:pt idx="1691">
                  <c:v>10.850709912625156</c:v>
                </c:pt>
                <c:pt idx="1692">
                  <c:v>10.850709912625156</c:v>
                </c:pt>
                <c:pt idx="1693">
                  <c:v>10.850709912625156</c:v>
                </c:pt>
                <c:pt idx="1694">
                  <c:v>10.850709912625156</c:v>
                </c:pt>
                <c:pt idx="1695">
                  <c:v>10.850709912625156</c:v>
                </c:pt>
                <c:pt idx="1696">
                  <c:v>10.850709912625156</c:v>
                </c:pt>
                <c:pt idx="1697">
                  <c:v>10.850709912625156</c:v>
                </c:pt>
                <c:pt idx="1698">
                  <c:v>10.850709912625156</c:v>
                </c:pt>
                <c:pt idx="1699">
                  <c:v>10.850709912625156</c:v>
                </c:pt>
                <c:pt idx="1700">
                  <c:v>10.850709912625156</c:v>
                </c:pt>
                <c:pt idx="1701">
                  <c:v>10.850709912625156</c:v>
                </c:pt>
                <c:pt idx="1702">
                  <c:v>10.850709912625156</c:v>
                </c:pt>
                <c:pt idx="1703">
                  <c:v>10.850709912625156</c:v>
                </c:pt>
                <c:pt idx="1704">
                  <c:v>10.850709912625156</c:v>
                </c:pt>
                <c:pt idx="1705">
                  <c:v>10.850709912625156</c:v>
                </c:pt>
                <c:pt idx="1706">
                  <c:v>10.850709912625156</c:v>
                </c:pt>
                <c:pt idx="1707">
                  <c:v>10.850709912625156</c:v>
                </c:pt>
                <c:pt idx="1708">
                  <c:v>10.850709912625156</c:v>
                </c:pt>
                <c:pt idx="1709">
                  <c:v>10.850709912625156</c:v>
                </c:pt>
                <c:pt idx="1710">
                  <c:v>10.850709912625156</c:v>
                </c:pt>
                <c:pt idx="1711">
                  <c:v>10.850709912625156</c:v>
                </c:pt>
                <c:pt idx="1712">
                  <c:v>10.850709912625156</c:v>
                </c:pt>
                <c:pt idx="1713">
                  <c:v>10.850709912625156</c:v>
                </c:pt>
                <c:pt idx="1714">
                  <c:v>10.850709912625156</c:v>
                </c:pt>
                <c:pt idx="1715">
                  <c:v>10.850709912625156</c:v>
                </c:pt>
                <c:pt idx="1716">
                  <c:v>10.850709912625156</c:v>
                </c:pt>
                <c:pt idx="1717">
                  <c:v>10.850709912625156</c:v>
                </c:pt>
                <c:pt idx="1718">
                  <c:v>10.850709912625156</c:v>
                </c:pt>
                <c:pt idx="1719">
                  <c:v>10.850709912625156</c:v>
                </c:pt>
                <c:pt idx="1720">
                  <c:v>10.850709912625156</c:v>
                </c:pt>
                <c:pt idx="1721">
                  <c:v>10.850709912625156</c:v>
                </c:pt>
                <c:pt idx="1722">
                  <c:v>10.850709912625156</c:v>
                </c:pt>
                <c:pt idx="1723">
                  <c:v>10.850709912625156</c:v>
                </c:pt>
                <c:pt idx="1724">
                  <c:v>10.850709912625156</c:v>
                </c:pt>
                <c:pt idx="1725">
                  <c:v>10.850709912625156</c:v>
                </c:pt>
                <c:pt idx="1726">
                  <c:v>10.850709912625156</c:v>
                </c:pt>
                <c:pt idx="1727">
                  <c:v>10.850709912625156</c:v>
                </c:pt>
                <c:pt idx="1728">
                  <c:v>10.850709912625156</c:v>
                </c:pt>
                <c:pt idx="1729">
                  <c:v>10.850709912625156</c:v>
                </c:pt>
                <c:pt idx="1730">
                  <c:v>10.850709912625156</c:v>
                </c:pt>
                <c:pt idx="1731">
                  <c:v>10.850709912625156</c:v>
                </c:pt>
                <c:pt idx="1732">
                  <c:v>10.850709912625156</c:v>
                </c:pt>
                <c:pt idx="1733">
                  <c:v>10.850709912625156</c:v>
                </c:pt>
                <c:pt idx="1734">
                  <c:v>10.850709912625156</c:v>
                </c:pt>
                <c:pt idx="1735">
                  <c:v>10.850709912625156</c:v>
                </c:pt>
                <c:pt idx="1736">
                  <c:v>10.850709912625156</c:v>
                </c:pt>
                <c:pt idx="1737">
                  <c:v>10.850709912625156</c:v>
                </c:pt>
                <c:pt idx="1738">
                  <c:v>10.850709912625156</c:v>
                </c:pt>
                <c:pt idx="1739">
                  <c:v>10.850709912625156</c:v>
                </c:pt>
                <c:pt idx="1740">
                  <c:v>10.850709912625156</c:v>
                </c:pt>
                <c:pt idx="1741">
                  <c:v>10.850709912625156</c:v>
                </c:pt>
                <c:pt idx="1742">
                  <c:v>10.850709912625156</c:v>
                </c:pt>
                <c:pt idx="1743">
                  <c:v>10.850709912625156</c:v>
                </c:pt>
                <c:pt idx="1744">
                  <c:v>10.850709912625156</c:v>
                </c:pt>
                <c:pt idx="1745">
                  <c:v>10.850709912625156</c:v>
                </c:pt>
                <c:pt idx="1746">
                  <c:v>10.850709912625156</c:v>
                </c:pt>
                <c:pt idx="1747">
                  <c:v>10.850709912625156</c:v>
                </c:pt>
                <c:pt idx="1748">
                  <c:v>10.850709912625156</c:v>
                </c:pt>
                <c:pt idx="1749">
                  <c:v>10.850709912625156</c:v>
                </c:pt>
                <c:pt idx="1750">
                  <c:v>10.850709912625156</c:v>
                </c:pt>
                <c:pt idx="1751">
                  <c:v>10.850709912625156</c:v>
                </c:pt>
                <c:pt idx="1752">
                  <c:v>10.850709912625156</c:v>
                </c:pt>
                <c:pt idx="1753">
                  <c:v>10.850709912625156</c:v>
                </c:pt>
                <c:pt idx="1754">
                  <c:v>10.850709912625156</c:v>
                </c:pt>
                <c:pt idx="1755">
                  <c:v>10.850709912625156</c:v>
                </c:pt>
                <c:pt idx="1756">
                  <c:v>10.850709912625156</c:v>
                </c:pt>
                <c:pt idx="1757">
                  <c:v>10.850709912625156</c:v>
                </c:pt>
                <c:pt idx="1758">
                  <c:v>10.850709912625156</c:v>
                </c:pt>
                <c:pt idx="1759">
                  <c:v>10.850709912625156</c:v>
                </c:pt>
                <c:pt idx="1760">
                  <c:v>10.850709912625156</c:v>
                </c:pt>
                <c:pt idx="1761">
                  <c:v>10.850709912625156</c:v>
                </c:pt>
                <c:pt idx="1762">
                  <c:v>10.850709912625156</c:v>
                </c:pt>
                <c:pt idx="1763">
                  <c:v>10.850709912625156</c:v>
                </c:pt>
                <c:pt idx="1764">
                  <c:v>10.850709912625156</c:v>
                </c:pt>
                <c:pt idx="1765">
                  <c:v>10.850709912625156</c:v>
                </c:pt>
                <c:pt idx="1766">
                  <c:v>10.850709912625156</c:v>
                </c:pt>
                <c:pt idx="1767">
                  <c:v>10.850709912625156</c:v>
                </c:pt>
                <c:pt idx="1768">
                  <c:v>10.850709912625156</c:v>
                </c:pt>
                <c:pt idx="1769">
                  <c:v>10.850709912625156</c:v>
                </c:pt>
                <c:pt idx="1770">
                  <c:v>10.850709912625156</c:v>
                </c:pt>
                <c:pt idx="1771">
                  <c:v>10.850709912625156</c:v>
                </c:pt>
                <c:pt idx="1772">
                  <c:v>10.850709912625156</c:v>
                </c:pt>
                <c:pt idx="1773">
                  <c:v>10.850709912625156</c:v>
                </c:pt>
                <c:pt idx="1774">
                  <c:v>10.850709912625156</c:v>
                </c:pt>
                <c:pt idx="1775">
                  <c:v>10.850709912625156</c:v>
                </c:pt>
                <c:pt idx="1776">
                  <c:v>10.850709912625156</c:v>
                </c:pt>
                <c:pt idx="1777">
                  <c:v>10.850709912625156</c:v>
                </c:pt>
                <c:pt idx="1778">
                  <c:v>10.850709912625156</c:v>
                </c:pt>
                <c:pt idx="1779">
                  <c:v>10.850709912625156</c:v>
                </c:pt>
                <c:pt idx="1780">
                  <c:v>10.850709912625156</c:v>
                </c:pt>
                <c:pt idx="1781">
                  <c:v>10.850709912625156</c:v>
                </c:pt>
                <c:pt idx="1782">
                  <c:v>10.850709912625156</c:v>
                </c:pt>
                <c:pt idx="1783">
                  <c:v>10.850709912625156</c:v>
                </c:pt>
                <c:pt idx="1784">
                  <c:v>10.850709912625156</c:v>
                </c:pt>
                <c:pt idx="1785">
                  <c:v>10.850709912625156</c:v>
                </c:pt>
                <c:pt idx="1786">
                  <c:v>10.850709912625156</c:v>
                </c:pt>
                <c:pt idx="1787">
                  <c:v>10.850709912625156</c:v>
                </c:pt>
                <c:pt idx="1788">
                  <c:v>10.850709912625156</c:v>
                </c:pt>
                <c:pt idx="1789">
                  <c:v>10.850709912625156</c:v>
                </c:pt>
                <c:pt idx="1790">
                  <c:v>10.850709912625156</c:v>
                </c:pt>
                <c:pt idx="1791">
                  <c:v>10.850709912625156</c:v>
                </c:pt>
                <c:pt idx="1792">
                  <c:v>10.850709912625156</c:v>
                </c:pt>
                <c:pt idx="1793">
                  <c:v>10.850709912625156</c:v>
                </c:pt>
                <c:pt idx="1794">
                  <c:v>10.850709912625156</c:v>
                </c:pt>
                <c:pt idx="1795">
                  <c:v>10.850709912625156</c:v>
                </c:pt>
                <c:pt idx="1796">
                  <c:v>10.850709912625156</c:v>
                </c:pt>
                <c:pt idx="1797">
                  <c:v>10.850709912625156</c:v>
                </c:pt>
                <c:pt idx="1798">
                  <c:v>10.850709912625156</c:v>
                </c:pt>
                <c:pt idx="1799">
                  <c:v>10.850709912625156</c:v>
                </c:pt>
                <c:pt idx="1800">
                  <c:v>10.850709912625156</c:v>
                </c:pt>
                <c:pt idx="1801">
                  <c:v>10.850709912625156</c:v>
                </c:pt>
                <c:pt idx="1802">
                  <c:v>10.850709912625156</c:v>
                </c:pt>
                <c:pt idx="1803">
                  <c:v>10.850709912625156</c:v>
                </c:pt>
                <c:pt idx="1804">
                  <c:v>10.850709912625156</c:v>
                </c:pt>
                <c:pt idx="1805">
                  <c:v>10.850709912625156</c:v>
                </c:pt>
                <c:pt idx="1806">
                  <c:v>10.850709912625156</c:v>
                </c:pt>
                <c:pt idx="1807">
                  <c:v>10.850709912625156</c:v>
                </c:pt>
                <c:pt idx="1808">
                  <c:v>10.850709912625156</c:v>
                </c:pt>
                <c:pt idx="1809">
                  <c:v>10.850709912625156</c:v>
                </c:pt>
                <c:pt idx="1810">
                  <c:v>10.850709912625156</c:v>
                </c:pt>
                <c:pt idx="1811">
                  <c:v>10.850709912625156</c:v>
                </c:pt>
                <c:pt idx="1812">
                  <c:v>10.850709912625156</c:v>
                </c:pt>
                <c:pt idx="1813">
                  <c:v>10.850709912625156</c:v>
                </c:pt>
                <c:pt idx="1814">
                  <c:v>10.850709912625156</c:v>
                </c:pt>
                <c:pt idx="1815">
                  <c:v>10.850709912625156</c:v>
                </c:pt>
                <c:pt idx="1816">
                  <c:v>10.850709912625156</c:v>
                </c:pt>
                <c:pt idx="1817">
                  <c:v>10.850709912625156</c:v>
                </c:pt>
                <c:pt idx="1818">
                  <c:v>10.850709912625156</c:v>
                </c:pt>
                <c:pt idx="1819">
                  <c:v>10.850709912625156</c:v>
                </c:pt>
                <c:pt idx="1820">
                  <c:v>10.850709912625156</c:v>
                </c:pt>
                <c:pt idx="1821">
                  <c:v>10.850709912625156</c:v>
                </c:pt>
                <c:pt idx="1822">
                  <c:v>10.850709912625156</c:v>
                </c:pt>
                <c:pt idx="1823">
                  <c:v>10.850709912625156</c:v>
                </c:pt>
                <c:pt idx="1824">
                  <c:v>10.850709912625156</c:v>
                </c:pt>
                <c:pt idx="1825">
                  <c:v>10.850709912625156</c:v>
                </c:pt>
                <c:pt idx="1826">
                  <c:v>10.850709912625156</c:v>
                </c:pt>
                <c:pt idx="1827">
                  <c:v>10.850709912625156</c:v>
                </c:pt>
                <c:pt idx="1828">
                  <c:v>10.850709912625156</c:v>
                </c:pt>
              </c:numCache>
            </c:numRef>
          </c:val>
          <c:smooth val="0"/>
          <c:extLst>
            <c:ext xmlns:c16="http://schemas.microsoft.com/office/drawing/2014/chart" uri="{C3380CC4-5D6E-409C-BE32-E72D297353CC}">
              <c16:uniqueId val="{00000001-81C4-4815-9680-5AA56E5DE3F5}"/>
            </c:ext>
          </c:extLst>
        </c:ser>
        <c:ser>
          <c:idx val="2"/>
          <c:order val="2"/>
          <c:tx>
            <c:strRef>
              <c:f>Source!$AY$1</c:f>
              <c:strCache>
                <c:ptCount val="1"/>
                <c:pt idx="0">
                  <c:v>-1SD</c:v>
                </c:pt>
              </c:strCache>
            </c:strRef>
          </c:tx>
          <c:spPr>
            <a:ln w="9525">
              <a:solidFill>
                <a:schemeClr val="tx1">
                  <a:lumMod val="50000"/>
                  <a:lumOff val="50000"/>
                </a:schemeClr>
              </a:solidFill>
              <a:prstDash val="solid"/>
            </a:ln>
          </c:spPr>
          <c:marker>
            <c:symbol val="none"/>
          </c:marker>
          <c:cat>
            <c:numRef>
              <c:f>Source!$AV$3:$AV$3656</c:f>
              <c:numCache>
                <c:formatCode>m/d/yyyy</c:formatCode>
                <c:ptCount val="3654"/>
                <c:pt idx="0">
                  <c:v>44489</c:v>
                </c:pt>
                <c:pt idx="1">
                  <c:v>44490</c:v>
                </c:pt>
                <c:pt idx="2">
                  <c:v>44491</c:v>
                </c:pt>
                <c:pt idx="3">
                  <c:v>44492</c:v>
                </c:pt>
                <c:pt idx="4">
                  <c:v>44493</c:v>
                </c:pt>
                <c:pt idx="5">
                  <c:v>44494</c:v>
                </c:pt>
                <c:pt idx="6">
                  <c:v>44495</c:v>
                </c:pt>
                <c:pt idx="7">
                  <c:v>44496</c:v>
                </c:pt>
                <c:pt idx="8">
                  <c:v>44497</c:v>
                </c:pt>
                <c:pt idx="9">
                  <c:v>44498</c:v>
                </c:pt>
                <c:pt idx="10">
                  <c:v>44499</c:v>
                </c:pt>
                <c:pt idx="11">
                  <c:v>44500</c:v>
                </c:pt>
                <c:pt idx="12">
                  <c:v>44501</c:v>
                </c:pt>
                <c:pt idx="13">
                  <c:v>44502</c:v>
                </c:pt>
                <c:pt idx="14">
                  <c:v>44503</c:v>
                </c:pt>
                <c:pt idx="15">
                  <c:v>44504</c:v>
                </c:pt>
                <c:pt idx="16">
                  <c:v>44505</c:v>
                </c:pt>
                <c:pt idx="17">
                  <c:v>44506</c:v>
                </c:pt>
                <c:pt idx="18">
                  <c:v>44507</c:v>
                </c:pt>
                <c:pt idx="19">
                  <c:v>44508</c:v>
                </c:pt>
                <c:pt idx="20">
                  <c:v>44509</c:v>
                </c:pt>
                <c:pt idx="21">
                  <c:v>44510</c:v>
                </c:pt>
                <c:pt idx="22">
                  <c:v>44511</c:v>
                </c:pt>
                <c:pt idx="23">
                  <c:v>44512</c:v>
                </c:pt>
                <c:pt idx="24">
                  <c:v>44513</c:v>
                </c:pt>
                <c:pt idx="25">
                  <c:v>44514</c:v>
                </c:pt>
                <c:pt idx="26">
                  <c:v>44515</c:v>
                </c:pt>
                <c:pt idx="27">
                  <c:v>44516</c:v>
                </c:pt>
                <c:pt idx="28">
                  <c:v>44517</c:v>
                </c:pt>
                <c:pt idx="29">
                  <c:v>44518</c:v>
                </c:pt>
                <c:pt idx="30">
                  <c:v>44519</c:v>
                </c:pt>
                <c:pt idx="31">
                  <c:v>44520</c:v>
                </c:pt>
                <c:pt idx="32">
                  <c:v>44521</c:v>
                </c:pt>
                <c:pt idx="33">
                  <c:v>44522</c:v>
                </c:pt>
                <c:pt idx="34">
                  <c:v>44523</c:v>
                </c:pt>
                <c:pt idx="35">
                  <c:v>44524</c:v>
                </c:pt>
                <c:pt idx="36">
                  <c:v>44525</c:v>
                </c:pt>
                <c:pt idx="37">
                  <c:v>44526</c:v>
                </c:pt>
                <c:pt idx="38">
                  <c:v>44527</c:v>
                </c:pt>
                <c:pt idx="39">
                  <c:v>44528</c:v>
                </c:pt>
                <c:pt idx="40">
                  <c:v>44529</c:v>
                </c:pt>
                <c:pt idx="41">
                  <c:v>44530</c:v>
                </c:pt>
                <c:pt idx="42">
                  <c:v>44531</c:v>
                </c:pt>
                <c:pt idx="43">
                  <c:v>44532</c:v>
                </c:pt>
                <c:pt idx="44">
                  <c:v>44533</c:v>
                </c:pt>
                <c:pt idx="45">
                  <c:v>44534</c:v>
                </c:pt>
                <c:pt idx="46">
                  <c:v>44535</c:v>
                </c:pt>
                <c:pt idx="47">
                  <c:v>44536</c:v>
                </c:pt>
                <c:pt idx="48">
                  <c:v>44537</c:v>
                </c:pt>
                <c:pt idx="49">
                  <c:v>44538</c:v>
                </c:pt>
                <c:pt idx="50">
                  <c:v>44539</c:v>
                </c:pt>
                <c:pt idx="51">
                  <c:v>44540</c:v>
                </c:pt>
                <c:pt idx="52">
                  <c:v>44541</c:v>
                </c:pt>
                <c:pt idx="53">
                  <c:v>44542</c:v>
                </c:pt>
                <c:pt idx="54">
                  <c:v>44543</c:v>
                </c:pt>
                <c:pt idx="55">
                  <c:v>44544</c:v>
                </c:pt>
                <c:pt idx="56">
                  <c:v>44545</c:v>
                </c:pt>
                <c:pt idx="57">
                  <c:v>44546</c:v>
                </c:pt>
                <c:pt idx="58">
                  <c:v>44547</c:v>
                </c:pt>
                <c:pt idx="59">
                  <c:v>44548</c:v>
                </c:pt>
                <c:pt idx="60">
                  <c:v>44549</c:v>
                </c:pt>
                <c:pt idx="61">
                  <c:v>44550</c:v>
                </c:pt>
                <c:pt idx="62">
                  <c:v>44551</c:v>
                </c:pt>
                <c:pt idx="63">
                  <c:v>44552</c:v>
                </c:pt>
                <c:pt idx="64">
                  <c:v>44553</c:v>
                </c:pt>
                <c:pt idx="65">
                  <c:v>44554</c:v>
                </c:pt>
                <c:pt idx="66">
                  <c:v>44555</c:v>
                </c:pt>
                <c:pt idx="67">
                  <c:v>44556</c:v>
                </c:pt>
                <c:pt idx="68">
                  <c:v>44557</c:v>
                </c:pt>
                <c:pt idx="69">
                  <c:v>44558</c:v>
                </c:pt>
                <c:pt idx="70">
                  <c:v>44559</c:v>
                </c:pt>
                <c:pt idx="71">
                  <c:v>44560</c:v>
                </c:pt>
                <c:pt idx="72">
                  <c:v>44561</c:v>
                </c:pt>
                <c:pt idx="73">
                  <c:v>44562</c:v>
                </c:pt>
                <c:pt idx="74">
                  <c:v>44563</c:v>
                </c:pt>
                <c:pt idx="75">
                  <c:v>44564</c:v>
                </c:pt>
                <c:pt idx="76">
                  <c:v>44565</c:v>
                </c:pt>
                <c:pt idx="77">
                  <c:v>44566</c:v>
                </c:pt>
                <c:pt idx="78">
                  <c:v>44567</c:v>
                </c:pt>
                <c:pt idx="79">
                  <c:v>44568</c:v>
                </c:pt>
                <c:pt idx="80">
                  <c:v>44569</c:v>
                </c:pt>
                <c:pt idx="81">
                  <c:v>44570</c:v>
                </c:pt>
                <c:pt idx="82">
                  <c:v>44571</c:v>
                </c:pt>
                <c:pt idx="83">
                  <c:v>44572</c:v>
                </c:pt>
                <c:pt idx="84">
                  <c:v>44573</c:v>
                </c:pt>
                <c:pt idx="85">
                  <c:v>44574</c:v>
                </c:pt>
                <c:pt idx="86">
                  <c:v>44575</c:v>
                </c:pt>
                <c:pt idx="87">
                  <c:v>44576</c:v>
                </c:pt>
                <c:pt idx="88">
                  <c:v>44577</c:v>
                </c:pt>
                <c:pt idx="89">
                  <c:v>44578</c:v>
                </c:pt>
                <c:pt idx="90">
                  <c:v>44579</c:v>
                </c:pt>
                <c:pt idx="91">
                  <c:v>44580</c:v>
                </c:pt>
                <c:pt idx="92">
                  <c:v>44581</c:v>
                </c:pt>
                <c:pt idx="93">
                  <c:v>44582</c:v>
                </c:pt>
                <c:pt idx="94">
                  <c:v>44583</c:v>
                </c:pt>
                <c:pt idx="95">
                  <c:v>44584</c:v>
                </c:pt>
                <c:pt idx="96">
                  <c:v>44585</c:v>
                </c:pt>
                <c:pt idx="97">
                  <c:v>44586</c:v>
                </c:pt>
                <c:pt idx="98">
                  <c:v>44587</c:v>
                </c:pt>
                <c:pt idx="99">
                  <c:v>44588</c:v>
                </c:pt>
                <c:pt idx="100">
                  <c:v>44589</c:v>
                </c:pt>
                <c:pt idx="101">
                  <c:v>44590</c:v>
                </c:pt>
                <c:pt idx="102">
                  <c:v>44591</c:v>
                </c:pt>
                <c:pt idx="103">
                  <c:v>44592</c:v>
                </c:pt>
                <c:pt idx="104">
                  <c:v>44593</c:v>
                </c:pt>
                <c:pt idx="105">
                  <c:v>44594</c:v>
                </c:pt>
                <c:pt idx="106">
                  <c:v>44595</c:v>
                </c:pt>
                <c:pt idx="107">
                  <c:v>44596</c:v>
                </c:pt>
                <c:pt idx="108">
                  <c:v>44597</c:v>
                </c:pt>
                <c:pt idx="109">
                  <c:v>44598</c:v>
                </c:pt>
                <c:pt idx="110">
                  <c:v>44599</c:v>
                </c:pt>
                <c:pt idx="111">
                  <c:v>44600</c:v>
                </c:pt>
                <c:pt idx="112">
                  <c:v>44601</c:v>
                </c:pt>
                <c:pt idx="113">
                  <c:v>44602</c:v>
                </c:pt>
                <c:pt idx="114">
                  <c:v>44603</c:v>
                </c:pt>
                <c:pt idx="115">
                  <c:v>44604</c:v>
                </c:pt>
                <c:pt idx="116">
                  <c:v>44605</c:v>
                </c:pt>
                <c:pt idx="117">
                  <c:v>44606</c:v>
                </c:pt>
                <c:pt idx="118">
                  <c:v>44607</c:v>
                </c:pt>
                <c:pt idx="119">
                  <c:v>44608</c:v>
                </c:pt>
                <c:pt idx="120">
                  <c:v>44609</c:v>
                </c:pt>
                <c:pt idx="121">
                  <c:v>44610</c:v>
                </c:pt>
                <c:pt idx="122">
                  <c:v>44611</c:v>
                </c:pt>
                <c:pt idx="123">
                  <c:v>44612</c:v>
                </c:pt>
                <c:pt idx="124">
                  <c:v>44613</c:v>
                </c:pt>
                <c:pt idx="125">
                  <c:v>44614</c:v>
                </c:pt>
                <c:pt idx="126">
                  <c:v>44615</c:v>
                </c:pt>
                <c:pt idx="127">
                  <c:v>44616</c:v>
                </c:pt>
                <c:pt idx="128">
                  <c:v>44617</c:v>
                </c:pt>
                <c:pt idx="129">
                  <c:v>44618</c:v>
                </c:pt>
                <c:pt idx="130">
                  <c:v>44619</c:v>
                </c:pt>
                <c:pt idx="131">
                  <c:v>44620</c:v>
                </c:pt>
                <c:pt idx="132">
                  <c:v>44621</c:v>
                </c:pt>
                <c:pt idx="133">
                  <c:v>44622</c:v>
                </c:pt>
                <c:pt idx="134">
                  <c:v>44623</c:v>
                </c:pt>
                <c:pt idx="135">
                  <c:v>44624</c:v>
                </c:pt>
                <c:pt idx="136">
                  <c:v>44625</c:v>
                </c:pt>
                <c:pt idx="137">
                  <c:v>44626</c:v>
                </c:pt>
                <c:pt idx="138">
                  <c:v>44627</c:v>
                </c:pt>
                <c:pt idx="139">
                  <c:v>44628</c:v>
                </c:pt>
                <c:pt idx="140">
                  <c:v>44629</c:v>
                </c:pt>
                <c:pt idx="141">
                  <c:v>44630</c:v>
                </c:pt>
                <c:pt idx="142">
                  <c:v>44631</c:v>
                </c:pt>
                <c:pt idx="143">
                  <c:v>44632</c:v>
                </c:pt>
                <c:pt idx="144">
                  <c:v>44633</c:v>
                </c:pt>
                <c:pt idx="145">
                  <c:v>44634</c:v>
                </c:pt>
                <c:pt idx="146">
                  <c:v>44635</c:v>
                </c:pt>
                <c:pt idx="147">
                  <c:v>44636</c:v>
                </c:pt>
                <c:pt idx="148">
                  <c:v>44637</c:v>
                </c:pt>
                <c:pt idx="149">
                  <c:v>44638</c:v>
                </c:pt>
                <c:pt idx="150">
                  <c:v>44639</c:v>
                </c:pt>
                <c:pt idx="151">
                  <c:v>44640</c:v>
                </c:pt>
                <c:pt idx="152">
                  <c:v>44641</c:v>
                </c:pt>
                <c:pt idx="153">
                  <c:v>44642</c:v>
                </c:pt>
                <c:pt idx="154">
                  <c:v>44643</c:v>
                </c:pt>
                <c:pt idx="155">
                  <c:v>44644</c:v>
                </c:pt>
                <c:pt idx="156">
                  <c:v>44645</c:v>
                </c:pt>
                <c:pt idx="157">
                  <c:v>44646</c:v>
                </c:pt>
                <c:pt idx="158">
                  <c:v>44647</c:v>
                </c:pt>
                <c:pt idx="159">
                  <c:v>44648</c:v>
                </c:pt>
                <c:pt idx="160">
                  <c:v>44649</c:v>
                </c:pt>
                <c:pt idx="161">
                  <c:v>44650</c:v>
                </c:pt>
                <c:pt idx="162">
                  <c:v>44651</c:v>
                </c:pt>
                <c:pt idx="163">
                  <c:v>44652</c:v>
                </c:pt>
                <c:pt idx="164">
                  <c:v>44653</c:v>
                </c:pt>
                <c:pt idx="165">
                  <c:v>44654</c:v>
                </c:pt>
                <c:pt idx="166">
                  <c:v>44655</c:v>
                </c:pt>
                <c:pt idx="167">
                  <c:v>44656</c:v>
                </c:pt>
                <c:pt idx="168">
                  <c:v>44657</c:v>
                </c:pt>
                <c:pt idx="169">
                  <c:v>44658</c:v>
                </c:pt>
                <c:pt idx="170">
                  <c:v>44659</c:v>
                </c:pt>
                <c:pt idx="171">
                  <c:v>44660</c:v>
                </c:pt>
                <c:pt idx="172">
                  <c:v>44661</c:v>
                </c:pt>
                <c:pt idx="173">
                  <c:v>44662</c:v>
                </c:pt>
                <c:pt idx="174">
                  <c:v>44663</c:v>
                </c:pt>
                <c:pt idx="175">
                  <c:v>44664</c:v>
                </c:pt>
                <c:pt idx="176">
                  <c:v>44665</c:v>
                </c:pt>
                <c:pt idx="177">
                  <c:v>44666</c:v>
                </c:pt>
                <c:pt idx="178">
                  <c:v>44667</c:v>
                </c:pt>
                <c:pt idx="179">
                  <c:v>44668</c:v>
                </c:pt>
                <c:pt idx="180">
                  <c:v>44669</c:v>
                </c:pt>
                <c:pt idx="181">
                  <c:v>44670</c:v>
                </c:pt>
                <c:pt idx="182">
                  <c:v>44671</c:v>
                </c:pt>
                <c:pt idx="183">
                  <c:v>44672</c:v>
                </c:pt>
                <c:pt idx="184">
                  <c:v>44673</c:v>
                </c:pt>
                <c:pt idx="185">
                  <c:v>44674</c:v>
                </c:pt>
                <c:pt idx="186">
                  <c:v>44675</c:v>
                </c:pt>
                <c:pt idx="187">
                  <c:v>44676</c:v>
                </c:pt>
                <c:pt idx="188">
                  <c:v>44677</c:v>
                </c:pt>
                <c:pt idx="189">
                  <c:v>44678</c:v>
                </c:pt>
                <c:pt idx="190">
                  <c:v>44679</c:v>
                </c:pt>
                <c:pt idx="191">
                  <c:v>44680</c:v>
                </c:pt>
                <c:pt idx="192">
                  <c:v>44681</c:v>
                </c:pt>
                <c:pt idx="193">
                  <c:v>44682</c:v>
                </c:pt>
                <c:pt idx="194">
                  <c:v>44683</c:v>
                </c:pt>
                <c:pt idx="195">
                  <c:v>44684</c:v>
                </c:pt>
                <c:pt idx="196">
                  <c:v>44685</c:v>
                </c:pt>
                <c:pt idx="197">
                  <c:v>44686</c:v>
                </c:pt>
                <c:pt idx="198">
                  <c:v>44687</c:v>
                </c:pt>
                <c:pt idx="199">
                  <c:v>44688</c:v>
                </c:pt>
                <c:pt idx="200">
                  <c:v>44689</c:v>
                </c:pt>
                <c:pt idx="201">
                  <c:v>44690</c:v>
                </c:pt>
                <c:pt idx="202">
                  <c:v>44691</c:v>
                </c:pt>
                <c:pt idx="203">
                  <c:v>44692</c:v>
                </c:pt>
                <c:pt idx="204">
                  <c:v>44693</c:v>
                </c:pt>
                <c:pt idx="205">
                  <c:v>44694</c:v>
                </c:pt>
                <c:pt idx="206">
                  <c:v>44695</c:v>
                </c:pt>
                <c:pt idx="207">
                  <c:v>44696</c:v>
                </c:pt>
                <c:pt idx="208">
                  <c:v>44697</c:v>
                </c:pt>
                <c:pt idx="209">
                  <c:v>44698</c:v>
                </c:pt>
                <c:pt idx="210">
                  <c:v>44699</c:v>
                </c:pt>
                <c:pt idx="211">
                  <c:v>44700</c:v>
                </c:pt>
                <c:pt idx="212">
                  <c:v>44701</c:v>
                </c:pt>
                <c:pt idx="213">
                  <c:v>44702</c:v>
                </c:pt>
                <c:pt idx="214">
                  <c:v>44703</c:v>
                </c:pt>
                <c:pt idx="215">
                  <c:v>44704</c:v>
                </c:pt>
                <c:pt idx="216">
                  <c:v>44705</c:v>
                </c:pt>
                <c:pt idx="217">
                  <c:v>44706</c:v>
                </c:pt>
                <c:pt idx="218">
                  <c:v>44707</c:v>
                </c:pt>
                <c:pt idx="219">
                  <c:v>44708</c:v>
                </c:pt>
                <c:pt idx="220">
                  <c:v>44709</c:v>
                </c:pt>
                <c:pt idx="221">
                  <c:v>44710</c:v>
                </c:pt>
                <c:pt idx="222">
                  <c:v>44711</c:v>
                </c:pt>
                <c:pt idx="223">
                  <c:v>44712</c:v>
                </c:pt>
                <c:pt idx="224">
                  <c:v>44713</c:v>
                </c:pt>
                <c:pt idx="225">
                  <c:v>44714</c:v>
                </c:pt>
                <c:pt idx="226">
                  <c:v>44715</c:v>
                </c:pt>
                <c:pt idx="227">
                  <c:v>44716</c:v>
                </c:pt>
                <c:pt idx="228">
                  <c:v>44717</c:v>
                </c:pt>
                <c:pt idx="229">
                  <c:v>44718</c:v>
                </c:pt>
                <c:pt idx="230">
                  <c:v>44719</c:v>
                </c:pt>
                <c:pt idx="231">
                  <c:v>44720</c:v>
                </c:pt>
                <c:pt idx="232">
                  <c:v>44721</c:v>
                </c:pt>
                <c:pt idx="233">
                  <c:v>44722</c:v>
                </c:pt>
                <c:pt idx="234">
                  <c:v>44723</c:v>
                </c:pt>
                <c:pt idx="235">
                  <c:v>44724</c:v>
                </c:pt>
                <c:pt idx="236">
                  <c:v>44725</c:v>
                </c:pt>
                <c:pt idx="237">
                  <c:v>44726</c:v>
                </c:pt>
                <c:pt idx="238">
                  <c:v>44727</c:v>
                </c:pt>
                <c:pt idx="239">
                  <c:v>44728</c:v>
                </c:pt>
                <c:pt idx="240">
                  <c:v>44729</c:v>
                </c:pt>
                <c:pt idx="241">
                  <c:v>44730</c:v>
                </c:pt>
                <c:pt idx="242">
                  <c:v>44731</c:v>
                </c:pt>
                <c:pt idx="243">
                  <c:v>44732</c:v>
                </c:pt>
                <c:pt idx="244">
                  <c:v>44733</c:v>
                </c:pt>
                <c:pt idx="245">
                  <c:v>44734</c:v>
                </c:pt>
                <c:pt idx="246">
                  <c:v>44735</c:v>
                </c:pt>
                <c:pt idx="247">
                  <c:v>44736</c:v>
                </c:pt>
                <c:pt idx="248">
                  <c:v>44737</c:v>
                </c:pt>
                <c:pt idx="249">
                  <c:v>44738</c:v>
                </c:pt>
                <c:pt idx="250">
                  <c:v>44739</c:v>
                </c:pt>
                <c:pt idx="251">
                  <c:v>44740</c:v>
                </c:pt>
                <c:pt idx="252">
                  <c:v>44741</c:v>
                </c:pt>
                <c:pt idx="253">
                  <c:v>44742</c:v>
                </c:pt>
                <c:pt idx="254">
                  <c:v>44743</c:v>
                </c:pt>
                <c:pt idx="255">
                  <c:v>44744</c:v>
                </c:pt>
                <c:pt idx="256">
                  <c:v>44745</c:v>
                </c:pt>
                <c:pt idx="257">
                  <c:v>44746</c:v>
                </c:pt>
                <c:pt idx="258">
                  <c:v>44747</c:v>
                </c:pt>
                <c:pt idx="259">
                  <c:v>44748</c:v>
                </c:pt>
                <c:pt idx="260">
                  <c:v>44749</c:v>
                </c:pt>
                <c:pt idx="261">
                  <c:v>44750</c:v>
                </c:pt>
                <c:pt idx="262">
                  <c:v>44751</c:v>
                </c:pt>
                <c:pt idx="263">
                  <c:v>44752</c:v>
                </c:pt>
                <c:pt idx="264">
                  <c:v>44753</c:v>
                </c:pt>
                <c:pt idx="265">
                  <c:v>44754</c:v>
                </c:pt>
                <c:pt idx="266">
                  <c:v>44755</c:v>
                </c:pt>
                <c:pt idx="267">
                  <c:v>44756</c:v>
                </c:pt>
                <c:pt idx="268">
                  <c:v>44757</c:v>
                </c:pt>
                <c:pt idx="269">
                  <c:v>44758</c:v>
                </c:pt>
                <c:pt idx="270">
                  <c:v>44759</c:v>
                </c:pt>
                <c:pt idx="271">
                  <c:v>44760</c:v>
                </c:pt>
                <c:pt idx="272">
                  <c:v>44761</c:v>
                </c:pt>
                <c:pt idx="273">
                  <c:v>44762</c:v>
                </c:pt>
                <c:pt idx="274">
                  <c:v>44763</c:v>
                </c:pt>
                <c:pt idx="275">
                  <c:v>44764</c:v>
                </c:pt>
                <c:pt idx="276">
                  <c:v>44765</c:v>
                </c:pt>
                <c:pt idx="277">
                  <c:v>44766</c:v>
                </c:pt>
                <c:pt idx="278">
                  <c:v>44767</c:v>
                </c:pt>
                <c:pt idx="279">
                  <c:v>44768</c:v>
                </c:pt>
                <c:pt idx="280">
                  <c:v>44769</c:v>
                </c:pt>
                <c:pt idx="281">
                  <c:v>44770</c:v>
                </c:pt>
                <c:pt idx="282">
                  <c:v>44771</c:v>
                </c:pt>
                <c:pt idx="283">
                  <c:v>44772</c:v>
                </c:pt>
                <c:pt idx="284">
                  <c:v>44773</c:v>
                </c:pt>
                <c:pt idx="285">
                  <c:v>44774</c:v>
                </c:pt>
                <c:pt idx="286">
                  <c:v>44775</c:v>
                </c:pt>
                <c:pt idx="287">
                  <c:v>44776</c:v>
                </c:pt>
                <c:pt idx="288">
                  <c:v>44777</c:v>
                </c:pt>
                <c:pt idx="289">
                  <c:v>44778</c:v>
                </c:pt>
                <c:pt idx="290">
                  <c:v>44779</c:v>
                </c:pt>
                <c:pt idx="291">
                  <c:v>44780</c:v>
                </c:pt>
                <c:pt idx="292">
                  <c:v>44781</c:v>
                </c:pt>
                <c:pt idx="293">
                  <c:v>44782</c:v>
                </c:pt>
                <c:pt idx="294">
                  <c:v>44783</c:v>
                </c:pt>
                <c:pt idx="295">
                  <c:v>44784</c:v>
                </c:pt>
                <c:pt idx="296">
                  <c:v>44785</c:v>
                </c:pt>
                <c:pt idx="297">
                  <c:v>44786</c:v>
                </c:pt>
                <c:pt idx="298">
                  <c:v>44787</c:v>
                </c:pt>
                <c:pt idx="299">
                  <c:v>44788</c:v>
                </c:pt>
                <c:pt idx="300">
                  <c:v>44789</c:v>
                </c:pt>
                <c:pt idx="301">
                  <c:v>44790</c:v>
                </c:pt>
                <c:pt idx="302">
                  <c:v>44791</c:v>
                </c:pt>
                <c:pt idx="303">
                  <c:v>44792</c:v>
                </c:pt>
                <c:pt idx="304">
                  <c:v>44793</c:v>
                </c:pt>
                <c:pt idx="305">
                  <c:v>44794</c:v>
                </c:pt>
                <c:pt idx="306">
                  <c:v>44795</c:v>
                </c:pt>
                <c:pt idx="307">
                  <c:v>44796</c:v>
                </c:pt>
                <c:pt idx="308">
                  <c:v>44797</c:v>
                </c:pt>
                <c:pt idx="309">
                  <c:v>44798</c:v>
                </c:pt>
                <c:pt idx="310">
                  <c:v>44799</c:v>
                </c:pt>
                <c:pt idx="311">
                  <c:v>44800</c:v>
                </c:pt>
                <c:pt idx="312">
                  <c:v>44801</c:v>
                </c:pt>
                <c:pt idx="313">
                  <c:v>44802</c:v>
                </c:pt>
                <c:pt idx="314">
                  <c:v>44803</c:v>
                </c:pt>
                <c:pt idx="315">
                  <c:v>44804</c:v>
                </c:pt>
                <c:pt idx="316">
                  <c:v>44805</c:v>
                </c:pt>
                <c:pt idx="317">
                  <c:v>44806</c:v>
                </c:pt>
                <c:pt idx="318">
                  <c:v>44807</c:v>
                </c:pt>
                <c:pt idx="319">
                  <c:v>44808</c:v>
                </c:pt>
                <c:pt idx="320">
                  <c:v>44809</c:v>
                </c:pt>
                <c:pt idx="321">
                  <c:v>44810</c:v>
                </c:pt>
                <c:pt idx="322">
                  <c:v>44811</c:v>
                </c:pt>
                <c:pt idx="323">
                  <c:v>44812</c:v>
                </c:pt>
                <c:pt idx="324">
                  <c:v>44813</c:v>
                </c:pt>
                <c:pt idx="325">
                  <c:v>44814</c:v>
                </c:pt>
                <c:pt idx="326">
                  <c:v>44815</c:v>
                </c:pt>
                <c:pt idx="327">
                  <c:v>44816</c:v>
                </c:pt>
                <c:pt idx="328">
                  <c:v>44817</c:v>
                </c:pt>
                <c:pt idx="329">
                  <c:v>44818</c:v>
                </c:pt>
                <c:pt idx="330">
                  <c:v>44819</c:v>
                </c:pt>
                <c:pt idx="331">
                  <c:v>44820</c:v>
                </c:pt>
                <c:pt idx="332">
                  <c:v>44821</c:v>
                </c:pt>
                <c:pt idx="333">
                  <c:v>44822</c:v>
                </c:pt>
                <c:pt idx="334">
                  <c:v>44823</c:v>
                </c:pt>
                <c:pt idx="335">
                  <c:v>44824</c:v>
                </c:pt>
                <c:pt idx="336">
                  <c:v>44825</c:v>
                </c:pt>
                <c:pt idx="337">
                  <c:v>44826</c:v>
                </c:pt>
                <c:pt idx="338">
                  <c:v>44827</c:v>
                </c:pt>
                <c:pt idx="339">
                  <c:v>44828</c:v>
                </c:pt>
                <c:pt idx="340">
                  <c:v>44829</c:v>
                </c:pt>
                <c:pt idx="341">
                  <c:v>44830</c:v>
                </c:pt>
                <c:pt idx="342">
                  <c:v>44831</c:v>
                </c:pt>
                <c:pt idx="343">
                  <c:v>44832</c:v>
                </c:pt>
                <c:pt idx="344">
                  <c:v>44833</c:v>
                </c:pt>
                <c:pt idx="345">
                  <c:v>44834</c:v>
                </c:pt>
                <c:pt idx="346">
                  <c:v>44835</c:v>
                </c:pt>
                <c:pt idx="347">
                  <c:v>44836</c:v>
                </c:pt>
                <c:pt idx="348">
                  <c:v>44837</c:v>
                </c:pt>
                <c:pt idx="349">
                  <c:v>44838</c:v>
                </c:pt>
                <c:pt idx="350">
                  <c:v>44839</c:v>
                </c:pt>
                <c:pt idx="351">
                  <c:v>44840</c:v>
                </c:pt>
                <c:pt idx="352">
                  <c:v>44841</c:v>
                </c:pt>
                <c:pt idx="353">
                  <c:v>44842</c:v>
                </c:pt>
                <c:pt idx="354">
                  <c:v>44843</c:v>
                </c:pt>
                <c:pt idx="355">
                  <c:v>44844</c:v>
                </c:pt>
                <c:pt idx="356">
                  <c:v>44845</c:v>
                </c:pt>
                <c:pt idx="357">
                  <c:v>44846</c:v>
                </c:pt>
                <c:pt idx="358">
                  <c:v>44847</c:v>
                </c:pt>
                <c:pt idx="359">
                  <c:v>44848</c:v>
                </c:pt>
                <c:pt idx="360">
                  <c:v>44849</c:v>
                </c:pt>
                <c:pt idx="361">
                  <c:v>44850</c:v>
                </c:pt>
                <c:pt idx="362">
                  <c:v>44851</c:v>
                </c:pt>
                <c:pt idx="363">
                  <c:v>44852</c:v>
                </c:pt>
                <c:pt idx="364">
                  <c:v>44853</c:v>
                </c:pt>
                <c:pt idx="365">
                  <c:v>44854</c:v>
                </c:pt>
                <c:pt idx="366">
                  <c:v>44855</c:v>
                </c:pt>
                <c:pt idx="367">
                  <c:v>44856</c:v>
                </c:pt>
                <c:pt idx="368">
                  <c:v>44857</c:v>
                </c:pt>
                <c:pt idx="369">
                  <c:v>44858</c:v>
                </c:pt>
                <c:pt idx="370">
                  <c:v>44859</c:v>
                </c:pt>
                <c:pt idx="371">
                  <c:v>44860</c:v>
                </c:pt>
                <c:pt idx="372">
                  <c:v>44861</c:v>
                </c:pt>
                <c:pt idx="373">
                  <c:v>44862</c:v>
                </c:pt>
                <c:pt idx="374">
                  <c:v>44863</c:v>
                </c:pt>
                <c:pt idx="375">
                  <c:v>44864</c:v>
                </c:pt>
                <c:pt idx="376">
                  <c:v>44865</c:v>
                </c:pt>
                <c:pt idx="377">
                  <c:v>44866</c:v>
                </c:pt>
                <c:pt idx="378">
                  <c:v>44867</c:v>
                </c:pt>
                <c:pt idx="379">
                  <c:v>44868</c:v>
                </c:pt>
                <c:pt idx="380">
                  <c:v>44869</c:v>
                </c:pt>
                <c:pt idx="381">
                  <c:v>44870</c:v>
                </c:pt>
                <c:pt idx="382">
                  <c:v>44871</c:v>
                </c:pt>
                <c:pt idx="383">
                  <c:v>44872</c:v>
                </c:pt>
                <c:pt idx="384">
                  <c:v>44873</c:v>
                </c:pt>
                <c:pt idx="385">
                  <c:v>44874</c:v>
                </c:pt>
                <c:pt idx="386">
                  <c:v>44875</c:v>
                </c:pt>
                <c:pt idx="387">
                  <c:v>44876</c:v>
                </c:pt>
                <c:pt idx="388">
                  <c:v>44877</c:v>
                </c:pt>
                <c:pt idx="389">
                  <c:v>44878</c:v>
                </c:pt>
                <c:pt idx="390">
                  <c:v>44879</c:v>
                </c:pt>
                <c:pt idx="391">
                  <c:v>44880</c:v>
                </c:pt>
                <c:pt idx="392">
                  <c:v>44881</c:v>
                </c:pt>
                <c:pt idx="393">
                  <c:v>44882</c:v>
                </c:pt>
                <c:pt idx="394">
                  <c:v>44883</c:v>
                </c:pt>
                <c:pt idx="395">
                  <c:v>44884</c:v>
                </c:pt>
                <c:pt idx="396">
                  <c:v>44885</c:v>
                </c:pt>
                <c:pt idx="397">
                  <c:v>44886</c:v>
                </c:pt>
                <c:pt idx="398">
                  <c:v>44887</c:v>
                </c:pt>
                <c:pt idx="399">
                  <c:v>44888</c:v>
                </c:pt>
                <c:pt idx="400">
                  <c:v>44889</c:v>
                </c:pt>
                <c:pt idx="401">
                  <c:v>44890</c:v>
                </c:pt>
                <c:pt idx="402">
                  <c:v>44891</c:v>
                </c:pt>
                <c:pt idx="403">
                  <c:v>44892</c:v>
                </c:pt>
                <c:pt idx="404">
                  <c:v>44893</c:v>
                </c:pt>
                <c:pt idx="405">
                  <c:v>44894</c:v>
                </c:pt>
                <c:pt idx="406">
                  <c:v>44895</c:v>
                </c:pt>
                <c:pt idx="407">
                  <c:v>44896</c:v>
                </c:pt>
                <c:pt idx="408">
                  <c:v>44897</c:v>
                </c:pt>
                <c:pt idx="409">
                  <c:v>44898</c:v>
                </c:pt>
                <c:pt idx="410">
                  <c:v>44899</c:v>
                </c:pt>
                <c:pt idx="411">
                  <c:v>44900</c:v>
                </c:pt>
                <c:pt idx="412">
                  <c:v>44901</c:v>
                </c:pt>
                <c:pt idx="413">
                  <c:v>44902</c:v>
                </c:pt>
                <c:pt idx="414">
                  <c:v>44903</c:v>
                </c:pt>
                <c:pt idx="415">
                  <c:v>44904</c:v>
                </c:pt>
                <c:pt idx="416">
                  <c:v>44905</c:v>
                </c:pt>
                <c:pt idx="417">
                  <c:v>44906</c:v>
                </c:pt>
                <c:pt idx="418">
                  <c:v>44907</c:v>
                </c:pt>
                <c:pt idx="419">
                  <c:v>44908</c:v>
                </c:pt>
                <c:pt idx="420">
                  <c:v>44909</c:v>
                </c:pt>
                <c:pt idx="421">
                  <c:v>44910</c:v>
                </c:pt>
                <c:pt idx="422">
                  <c:v>44911</c:v>
                </c:pt>
                <c:pt idx="423">
                  <c:v>44912</c:v>
                </c:pt>
                <c:pt idx="424">
                  <c:v>44913</c:v>
                </c:pt>
                <c:pt idx="425">
                  <c:v>44914</c:v>
                </c:pt>
                <c:pt idx="426">
                  <c:v>44915</c:v>
                </c:pt>
                <c:pt idx="427">
                  <c:v>44916</c:v>
                </c:pt>
                <c:pt idx="428">
                  <c:v>44917</c:v>
                </c:pt>
                <c:pt idx="429">
                  <c:v>44918</c:v>
                </c:pt>
                <c:pt idx="430">
                  <c:v>44919</c:v>
                </c:pt>
                <c:pt idx="431">
                  <c:v>44920</c:v>
                </c:pt>
                <c:pt idx="432">
                  <c:v>44921</c:v>
                </c:pt>
                <c:pt idx="433">
                  <c:v>44922</c:v>
                </c:pt>
                <c:pt idx="434">
                  <c:v>44923</c:v>
                </c:pt>
                <c:pt idx="435">
                  <c:v>44924</c:v>
                </c:pt>
                <c:pt idx="436">
                  <c:v>44925</c:v>
                </c:pt>
                <c:pt idx="437">
                  <c:v>44926</c:v>
                </c:pt>
                <c:pt idx="438">
                  <c:v>44927</c:v>
                </c:pt>
                <c:pt idx="439">
                  <c:v>44928</c:v>
                </c:pt>
                <c:pt idx="440">
                  <c:v>44929</c:v>
                </c:pt>
                <c:pt idx="441">
                  <c:v>44930</c:v>
                </c:pt>
                <c:pt idx="442">
                  <c:v>44931</c:v>
                </c:pt>
                <c:pt idx="443">
                  <c:v>44932</c:v>
                </c:pt>
                <c:pt idx="444">
                  <c:v>44933</c:v>
                </c:pt>
                <c:pt idx="445">
                  <c:v>44934</c:v>
                </c:pt>
                <c:pt idx="446">
                  <c:v>44935</c:v>
                </c:pt>
                <c:pt idx="447">
                  <c:v>44936</c:v>
                </c:pt>
                <c:pt idx="448">
                  <c:v>44937</c:v>
                </c:pt>
                <c:pt idx="449">
                  <c:v>44938</c:v>
                </c:pt>
                <c:pt idx="450">
                  <c:v>44939</c:v>
                </c:pt>
                <c:pt idx="451">
                  <c:v>44940</c:v>
                </c:pt>
                <c:pt idx="452">
                  <c:v>44941</c:v>
                </c:pt>
                <c:pt idx="453">
                  <c:v>44942</c:v>
                </c:pt>
                <c:pt idx="454">
                  <c:v>44943</c:v>
                </c:pt>
                <c:pt idx="455">
                  <c:v>44944</c:v>
                </c:pt>
                <c:pt idx="456">
                  <c:v>44945</c:v>
                </c:pt>
                <c:pt idx="457">
                  <c:v>44946</c:v>
                </c:pt>
                <c:pt idx="458">
                  <c:v>44947</c:v>
                </c:pt>
                <c:pt idx="459">
                  <c:v>44948</c:v>
                </c:pt>
                <c:pt idx="460">
                  <c:v>44949</c:v>
                </c:pt>
                <c:pt idx="461">
                  <c:v>44950</c:v>
                </c:pt>
                <c:pt idx="462">
                  <c:v>44951</c:v>
                </c:pt>
                <c:pt idx="463">
                  <c:v>44952</c:v>
                </c:pt>
                <c:pt idx="464">
                  <c:v>44953</c:v>
                </c:pt>
                <c:pt idx="465">
                  <c:v>44954</c:v>
                </c:pt>
                <c:pt idx="466">
                  <c:v>44955</c:v>
                </c:pt>
                <c:pt idx="467">
                  <c:v>44956</c:v>
                </c:pt>
                <c:pt idx="468">
                  <c:v>44957</c:v>
                </c:pt>
                <c:pt idx="469">
                  <c:v>44958</c:v>
                </c:pt>
                <c:pt idx="470">
                  <c:v>44959</c:v>
                </c:pt>
                <c:pt idx="471">
                  <c:v>44960</c:v>
                </c:pt>
                <c:pt idx="472">
                  <c:v>44961</c:v>
                </c:pt>
                <c:pt idx="473">
                  <c:v>44962</c:v>
                </c:pt>
                <c:pt idx="474">
                  <c:v>44963</c:v>
                </c:pt>
                <c:pt idx="475">
                  <c:v>44964</c:v>
                </c:pt>
                <c:pt idx="476">
                  <c:v>44965</c:v>
                </c:pt>
                <c:pt idx="477">
                  <c:v>44966</c:v>
                </c:pt>
                <c:pt idx="478">
                  <c:v>44967</c:v>
                </c:pt>
                <c:pt idx="479">
                  <c:v>44968</c:v>
                </c:pt>
                <c:pt idx="480">
                  <c:v>44969</c:v>
                </c:pt>
                <c:pt idx="481">
                  <c:v>44970</c:v>
                </c:pt>
                <c:pt idx="482">
                  <c:v>44971</c:v>
                </c:pt>
                <c:pt idx="483">
                  <c:v>44972</c:v>
                </c:pt>
                <c:pt idx="484">
                  <c:v>44973</c:v>
                </c:pt>
                <c:pt idx="485">
                  <c:v>44974</c:v>
                </c:pt>
                <c:pt idx="486">
                  <c:v>44975</c:v>
                </c:pt>
                <c:pt idx="487">
                  <c:v>44976</c:v>
                </c:pt>
                <c:pt idx="488">
                  <c:v>44977</c:v>
                </c:pt>
                <c:pt idx="489">
                  <c:v>44978</c:v>
                </c:pt>
                <c:pt idx="490">
                  <c:v>44979</c:v>
                </c:pt>
                <c:pt idx="491">
                  <c:v>44980</c:v>
                </c:pt>
                <c:pt idx="492">
                  <c:v>44981</c:v>
                </c:pt>
                <c:pt idx="493">
                  <c:v>44982</c:v>
                </c:pt>
                <c:pt idx="494">
                  <c:v>44983</c:v>
                </c:pt>
                <c:pt idx="495">
                  <c:v>44984</c:v>
                </c:pt>
                <c:pt idx="496">
                  <c:v>44985</c:v>
                </c:pt>
                <c:pt idx="497">
                  <c:v>44986</c:v>
                </c:pt>
                <c:pt idx="498">
                  <c:v>44987</c:v>
                </c:pt>
                <c:pt idx="499">
                  <c:v>44988</c:v>
                </c:pt>
                <c:pt idx="500">
                  <c:v>44989</c:v>
                </c:pt>
                <c:pt idx="501">
                  <c:v>44990</c:v>
                </c:pt>
                <c:pt idx="502">
                  <c:v>44991</c:v>
                </c:pt>
                <c:pt idx="503">
                  <c:v>44992</c:v>
                </c:pt>
                <c:pt idx="504">
                  <c:v>44993</c:v>
                </c:pt>
                <c:pt idx="505">
                  <c:v>44994</c:v>
                </c:pt>
                <c:pt idx="506">
                  <c:v>44995</c:v>
                </c:pt>
                <c:pt idx="507">
                  <c:v>44996</c:v>
                </c:pt>
                <c:pt idx="508">
                  <c:v>44997</c:v>
                </c:pt>
                <c:pt idx="509">
                  <c:v>44998</c:v>
                </c:pt>
                <c:pt idx="510">
                  <c:v>44999</c:v>
                </c:pt>
                <c:pt idx="511">
                  <c:v>45000</c:v>
                </c:pt>
                <c:pt idx="512">
                  <c:v>45001</c:v>
                </c:pt>
                <c:pt idx="513">
                  <c:v>45002</c:v>
                </c:pt>
                <c:pt idx="514">
                  <c:v>45003</c:v>
                </c:pt>
                <c:pt idx="515">
                  <c:v>45004</c:v>
                </c:pt>
                <c:pt idx="516">
                  <c:v>45005</c:v>
                </c:pt>
                <c:pt idx="517">
                  <c:v>45006</c:v>
                </c:pt>
                <c:pt idx="518">
                  <c:v>45007</c:v>
                </c:pt>
                <c:pt idx="519">
                  <c:v>45008</c:v>
                </c:pt>
                <c:pt idx="520">
                  <c:v>45009</c:v>
                </c:pt>
                <c:pt idx="521">
                  <c:v>45010</c:v>
                </c:pt>
                <c:pt idx="522">
                  <c:v>45011</c:v>
                </c:pt>
                <c:pt idx="523">
                  <c:v>45012</c:v>
                </c:pt>
                <c:pt idx="524">
                  <c:v>45013</c:v>
                </c:pt>
                <c:pt idx="525">
                  <c:v>45014</c:v>
                </c:pt>
                <c:pt idx="526">
                  <c:v>45015</c:v>
                </c:pt>
                <c:pt idx="527">
                  <c:v>45016</c:v>
                </c:pt>
                <c:pt idx="528">
                  <c:v>45017</c:v>
                </c:pt>
                <c:pt idx="529">
                  <c:v>45018</c:v>
                </c:pt>
                <c:pt idx="530">
                  <c:v>45019</c:v>
                </c:pt>
                <c:pt idx="531">
                  <c:v>45020</c:v>
                </c:pt>
                <c:pt idx="532">
                  <c:v>45021</c:v>
                </c:pt>
                <c:pt idx="533">
                  <c:v>45022</c:v>
                </c:pt>
                <c:pt idx="534">
                  <c:v>45023</c:v>
                </c:pt>
                <c:pt idx="535">
                  <c:v>45024</c:v>
                </c:pt>
                <c:pt idx="536">
                  <c:v>45025</c:v>
                </c:pt>
                <c:pt idx="537">
                  <c:v>45026</c:v>
                </c:pt>
                <c:pt idx="538">
                  <c:v>45027</c:v>
                </c:pt>
                <c:pt idx="539">
                  <c:v>45028</c:v>
                </c:pt>
                <c:pt idx="540">
                  <c:v>45029</c:v>
                </c:pt>
                <c:pt idx="541">
                  <c:v>45030</c:v>
                </c:pt>
                <c:pt idx="542">
                  <c:v>45031</c:v>
                </c:pt>
                <c:pt idx="543">
                  <c:v>45032</c:v>
                </c:pt>
                <c:pt idx="544">
                  <c:v>45033</c:v>
                </c:pt>
                <c:pt idx="545">
                  <c:v>45034</c:v>
                </c:pt>
                <c:pt idx="546">
                  <c:v>45035</c:v>
                </c:pt>
                <c:pt idx="547">
                  <c:v>45036</c:v>
                </c:pt>
                <c:pt idx="548">
                  <c:v>45037</c:v>
                </c:pt>
                <c:pt idx="549">
                  <c:v>45038</c:v>
                </c:pt>
                <c:pt idx="550">
                  <c:v>45039</c:v>
                </c:pt>
                <c:pt idx="551">
                  <c:v>45040</c:v>
                </c:pt>
                <c:pt idx="552">
                  <c:v>45041</c:v>
                </c:pt>
                <c:pt idx="553">
                  <c:v>45042</c:v>
                </c:pt>
                <c:pt idx="554">
                  <c:v>45043</c:v>
                </c:pt>
                <c:pt idx="555">
                  <c:v>45044</c:v>
                </c:pt>
                <c:pt idx="556">
                  <c:v>45045</c:v>
                </c:pt>
                <c:pt idx="557">
                  <c:v>45046</c:v>
                </c:pt>
                <c:pt idx="558">
                  <c:v>45047</c:v>
                </c:pt>
                <c:pt idx="559">
                  <c:v>45048</c:v>
                </c:pt>
                <c:pt idx="560">
                  <c:v>45049</c:v>
                </c:pt>
                <c:pt idx="561">
                  <c:v>45050</c:v>
                </c:pt>
                <c:pt idx="562">
                  <c:v>45051</c:v>
                </c:pt>
                <c:pt idx="563">
                  <c:v>45052</c:v>
                </c:pt>
                <c:pt idx="564">
                  <c:v>45053</c:v>
                </c:pt>
                <c:pt idx="565">
                  <c:v>45054</c:v>
                </c:pt>
                <c:pt idx="566">
                  <c:v>45055</c:v>
                </c:pt>
                <c:pt idx="567">
                  <c:v>45056</c:v>
                </c:pt>
                <c:pt idx="568">
                  <c:v>45057</c:v>
                </c:pt>
                <c:pt idx="569">
                  <c:v>45058</c:v>
                </c:pt>
                <c:pt idx="570">
                  <c:v>45059</c:v>
                </c:pt>
                <c:pt idx="571">
                  <c:v>45060</c:v>
                </c:pt>
                <c:pt idx="572">
                  <c:v>45061</c:v>
                </c:pt>
                <c:pt idx="573">
                  <c:v>45062</c:v>
                </c:pt>
                <c:pt idx="574">
                  <c:v>45063</c:v>
                </c:pt>
                <c:pt idx="575">
                  <c:v>45064</c:v>
                </c:pt>
                <c:pt idx="576">
                  <c:v>45065</c:v>
                </c:pt>
                <c:pt idx="577">
                  <c:v>45066</c:v>
                </c:pt>
                <c:pt idx="578">
                  <c:v>45067</c:v>
                </c:pt>
                <c:pt idx="579">
                  <c:v>45068</c:v>
                </c:pt>
                <c:pt idx="580">
                  <c:v>45069</c:v>
                </c:pt>
                <c:pt idx="581">
                  <c:v>45070</c:v>
                </c:pt>
                <c:pt idx="582">
                  <c:v>45071</c:v>
                </c:pt>
                <c:pt idx="583">
                  <c:v>45072</c:v>
                </c:pt>
                <c:pt idx="584">
                  <c:v>45073</c:v>
                </c:pt>
                <c:pt idx="585">
                  <c:v>45074</c:v>
                </c:pt>
                <c:pt idx="586">
                  <c:v>45075</c:v>
                </c:pt>
                <c:pt idx="587">
                  <c:v>45076</c:v>
                </c:pt>
                <c:pt idx="588">
                  <c:v>45077</c:v>
                </c:pt>
                <c:pt idx="589">
                  <c:v>45078</c:v>
                </c:pt>
                <c:pt idx="590">
                  <c:v>45079</c:v>
                </c:pt>
                <c:pt idx="591">
                  <c:v>45080</c:v>
                </c:pt>
                <c:pt idx="592">
                  <c:v>45081</c:v>
                </c:pt>
                <c:pt idx="593">
                  <c:v>45082</c:v>
                </c:pt>
                <c:pt idx="594">
                  <c:v>45083</c:v>
                </c:pt>
                <c:pt idx="595">
                  <c:v>45084</c:v>
                </c:pt>
                <c:pt idx="596">
                  <c:v>45085</c:v>
                </c:pt>
                <c:pt idx="597">
                  <c:v>45086</c:v>
                </c:pt>
                <c:pt idx="598">
                  <c:v>45087</c:v>
                </c:pt>
                <c:pt idx="599">
                  <c:v>45088</c:v>
                </c:pt>
                <c:pt idx="600">
                  <c:v>45089</c:v>
                </c:pt>
                <c:pt idx="601">
                  <c:v>45090</c:v>
                </c:pt>
                <c:pt idx="602">
                  <c:v>45091</c:v>
                </c:pt>
                <c:pt idx="603">
                  <c:v>45092</c:v>
                </c:pt>
                <c:pt idx="604">
                  <c:v>45093</c:v>
                </c:pt>
                <c:pt idx="605">
                  <c:v>45094</c:v>
                </c:pt>
                <c:pt idx="606">
                  <c:v>45095</c:v>
                </c:pt>
                <c:pt idx="607">
                  <c:v>45096</c:v>
                </c:pt>
                <c:pt idx="608">
                  <c:v>45097</c:v>
                </c:pt>
                <c:pt idx="609">
                  <c:v>45098</c:v>
                </c:pt>
                <c:pt idx="610">
                  <c:v>45099</c:v>
                </c:pt>
                <c:pt idx="611">
                  <c:v>45100</c:v>
                </c:pt>
                <c:pt idx="612">
                  <c:v>45101</c:v>
                </c:pt>
                <c:pt idx="613">
                  <c:v>45102</c:v>
                </c:pt>
                <c:pt idx="614">
                  <c:v>45103</c:v>
                </c:pt>
                <c:pt idx="615">
                  <c:v>45104</c:v>
                </c:pt>
                <c:pt idx="616">
                  <c:v>45105</c:v>
                </c:pt>
                <c:pt idx="617">
                  <c:v>45106</c:v>
                </c:pt>
                <c:pt idx="618">
                  <c:v>45107</c:v>
                </c:pt>
                <c:pt idx="619">
                  <c:v>45108</c:v>
                </c:pt>
                <c:pt idx="620">
                  <c:v>45109</c:v>
                </c:pt>
                <c:pt idx="621">
                  <c:v>45110</c:v>
                </c:pt>
                <c:pt idx="622">
                  <c:v>45111</c:v>
                </c:pt>
                <c:pt idx="623">
                  <c:v>45112</c:v>
                </c:pt>
                <c:pt idx="624">
                  <c:v>45113</c:v>
                </c:pt>
                <c:pt idx="625">
                  <c:v>45114</c:v>
                </c:pt>
                <c:pt idx="626">
                  <c:v>45115</c:v>
                </c:pt>
                <c:pt idx="627">
                  <c:v>45116</c:v>
                </c:pt>
                <c:pt idx="628">
                  <c:v>45117</c:v>
                </c:pt>
                <c:pt idx="629">
                  <c:v>45118</c:v>
                </c:pt>
                <c:pt idx="630">
                  <c:v>45119</c:v>
                </c:pt>
                <c:pt idx="631">
                  <c:v>45120</c:v>
                </c:pt>
                <c:pt idx="632">
                  <c:v>45121</c:v>
                </c:pt>
                <c:pt idx="633">
                  <c:v>45122</c:v>
                </c:pt>
                <c:pt idx="634">
                  <c:v>45123</c:v>
                </c:pt>
                <c:pt idx="635">
                  <c:v>45124</c:v>
                </c:pt>
                <c:pt idx="636">
                  <c:v>45125</c:v>
                </c:pt>
                <c:pt idx="637">
                  <c:v>45126</c:v>
                </c:pt>
                <c:pt idx="638">
                  <c:v>45127</c:v>
                </c:pt>
                <c:pt idx="639">
                  <c:v>45128</c:v>
                </c:pt>
                <c:pt idx="640">
                  <c:v>45129</c:v>
                </c:pt>
                <c:pt idx="641">
                  <c:v>45130</c:v>
                </c:pt>
                <c:pt idx="642">
                  <c:v>45131</c:v>
                </c:pt>
                <c:pt idx="643">
                  <c:v>45132</c:v>
                </c:pt>
                <c:pt idx="644">
                  <c:v>45133</c:v>
                </c:pt>
                <c:pt idx="645">
                  <c:v>45134</c:v>
                </c:pt>
                <c:pt idx="646">
                  <c:v>45135</c:v>
                </c:pt>
                <c:pt idx="647">
                  <c:v>45136</c:v>
                </c:pt>
                <c:pt idx="648">
                  <c:v>45137</c:v>
                </c:pt>
                <c:pt idx="649">
                  <c:v>45138</c:v>
                </c:pt>
                <c:pt idx="650">
                  <c:v>45139</c:v>
                </c:pt>
                <c:pt idx="651">
                  <c:v>45140</c:v>
                </c:pt>
                <c:pt idx="652">
                  <c:v>45141</c:v>
                </c:pt>
                <c:pt idx="653">
                  <c:v>45142</c:v>
                </c:pt>
                <c:pt idx="654">
                  <c:v>45143</c:v>
                </c:pt>
                <c:pt idx="655">
                  <c:v>45144</c:v>
                </c:pt>
                <c:pt idx="656">
                  <c:v>45145</c:v>
                </c:pt>
                <c:pt idx="657">
                  <c:v>45146</c:v>
                </c:pt>
                <c:pt idx="658">
                  <c:v>45147</c:v>
                </c:pt>
                <c:pt idx="659">
                  <c:v>45148</c:v>
                </c:pt>
                <c:pt idx="660">
                  <c:v>45149</c:v>
                </c:pt>
                <c:pt idx="661">
                  <c:v>45150</c:v>
                </c:pt>
                <c:pt idx="662">
                  <c:v>45151</c:v>
                </c:pt>
                <c:pt idx="663">
                  <c:v>45152</c:v>
                </c:pt>
                <c:pt idx="664">
                  <c:v>45153</c:v>
                </c:pt>
                <c:pt idx="665">
                  <c:v>45154</c:v>
                </c:pt>
                <c:pt idx="666">
                  <c:v>45155</c:v>
                </c:pt>
                <c:pt idx="667">
                  <c:v>45156</c:v>
                </c:pt>
                <c:pt idx="668">
                  <c:v>45157</c:v>
                </c:pt>
                <c:pt idx="669">
                  <c:v>45158</c:v>
                </c:pt>
                <c:pt idx="670">
                  <c:v>45159</c:v>
                </c:pt>
                <c:pt idx="671">
                  <c:v>45160</c:v>
                </c:pt>
                <c:pt idx="672">
                  <c:v>45161</c:v>
                </c:pt>
                <c:pt idx="673">
                  <c:v>45162</c:v>
                </c:pt>
                <c:pt idx="674">
                  <c:v>45163</c:v>
                </c:pt>
                <c:pt idx="675">
                  <c:v>45164</c:v>
                </c:pt>
                <c:pt idx="676">
                  <c:v>45165</c:v>
                </c:pt>
                <c:pt idx="677">
                  <c:v>45166</c:v>
                </c:pt>
                <c:pt idx="678">
                  <c:v>45167</c:v>
                </c:pt>
                <c:pt idx="679">
                  <c:v>45168</c:v>
                </c:pt>
                <c:pt idx="680">
                  <c:v>45169</c:v>
                </c:pt>
                <c:pt idx="681">
                  <c:v>45170</c:v>
                </c:pt>
                <c:pt idx="682">
                  <c:v>45171</c:v>
                </c:pt>
                <c:pt idx="683">
                  <c:v>45172</c:v>
                </c:pt>
                <c:pt idx="684">
                  <c:v>45173</c:v>
                </c:pt>
                <c:pt idx="685">
                  <c:v>45174</c:v>
                </c:pt>
                <c:pt idx="686">
                  <c:v>45175</c:v>
                </c:pt>
                <c:pt idx="687">
                  <c:v>45176</c:v>
                </c:pt>
                <c:pt idx="688">
                  <c:v>45177</c:v>
                </c:pt>
                <c:pt idx="689">
                  <c:v>45178</c:v>
                </c:pt>
                <c:pt idx="690">
                  <c:v>45179</c:v>
                </c:pt>
                <c:pt idx="691">
                  <c:v>45180</c:v>
                </c:pt>
                <c:pt idx="692">
                  <c:v>45181</c:v>
                </c:pt>
                <c:pt idx="693">
                  <c:v>45182</c:v>
                </c:pt>
                <c:pt idx="694">
                  <c:v>45183</c:v>
                </c:pt>
                <c:pt idx="695">
                  <c:v>45184</c:v>
                </c:pt>
                <c:pt idx="696">
                  <c:v>45185</c:v>
                </c:pt>
                <c:pt idx="697">
                  <c:v>45186</c:v>
                </c:pt>
                <c:pt idx="698">
                  <c:v>45187</c:v>
                </c:pt>
                <c:pt idx="699">
                  <c:v>45188</c:v>
                </c:pt>
                <c:pt idx="700">
                  <c:v>45189</c:v>
                </c:pt>
                <c:pt idx="701">
                  <c:v>45190</c:v>
                </c:pt>
                <c:pt idx="702">
                  <c:v>45191</c:v>
                </c:pt>
                <c:pt idx="703">
                  <c:v>45192</c:v>
                </c:pt>
                <c:pt idx="704">
                  <c:v>45193</c:v>
                </c:pt>
                <c:pt idx="705">
                  <c:v>45194</c:v>
                </c:pt>
                <c:pt idx="706">
                  <c:v>45195</c:v>
                </c:pt>
                <c:pt idx="707">
                  <c:v>45196</c:v>
                </c:pt>
                <c:pt idx="708">
                  <c:v>45197</c:v>
                </c:pt>
                <c:pt idx="709">
                  <c:v>45198</c:v>
                </c:pt>
                <c:pt idx="710">
                  <c:v>45199</c:v>
                </c:pt>
                <c:pt idx="711">
                  <c:v>45200</c:v>
                </c:pt>
                <c:pt idx="712">
                  <c:v>45201</c:v>
                </c:pt>
                <c:pt idx="713">
                  <c:v>45202</c:v>
                </c:pt>
                <c:pt idx="714">
                  <c:v>45203</c:v>
                </c:pt>
                <c:pt idx="715">
                  <c:v>45204</c:v>
                </c:pt>
                <c:pt idx="716">
                  <c:v>45205</c:v>
                </c:pt>
                <c:pt idx="717">
                  <c:v>45206</c:v>
                </c:pt>
                <c:pt idx="718">
                  <c:v>45207</c:v>
                </c:pt>
                <c:pt idx="719">
                  <c:v>45208</c:v>
                </c:pt>
                <c:pt idx="720">
                  <c:v>45209</c:v>
                </c:pt>
                <c:pt idx="721">
                  <c:v>45210</c:v>
                </c:pt>
                <c:pt idx="722">
                  <c:v>45211</c:v>
                </c:pt>
                <c:pt idx="723">
                  <c:v>45212</c:v>
                </c:pt>
                <c:pt idx="724">
                  <c:v>45213</c:v>
                </c:pt>
                <c:pt idx="725">
                  <c:v>45214</c:v>
                </c:pt>
                <c:pt idx="726">
                  <c:v>45215</c:v>
                </c:pt>
                <c:pt idx="727">
                  <c:v>45216</c:v>
                </c:pt>
                <c:pt idx="728">
                  <c:v>45217</c:v>
                </c:pt>
                <c:pt idx="729">
                  <c:v>45218</c:v>
                </c:pt>
                <c:pt idx="730">
                  <c:v>45219</c:v>
                </c:pt>
                <c:pt idx="731">
                  <c:v>45220</c:v>
                </c:pt>
                <c:pt idx="732">
                  <c:v>45221</c:v>
                </c:pt>
                <c:pt idx="733">
                  <c:v>45222</c:v>
                </c:pt>
                <c:pt idx="734">
                  <c:v>45223</c:v>
                </c:pt>
                <c:pt idx="735">
                  <c:v>45224</c:v>
                </c:pt>
                <c:pt idx="736">
                  <c:v>45225</c:v>
                </c:pt>
                <c:pt idx="737">
                  <c:v>45226</c:v>
                </c:pt>
                <c:pt idx="738">
                  <c:v>45227</c:v>
                </c:pt>
                <c:pt idx="739">
                  <c:v>45228</c:v>
                </c:pt>
                <c:pt idx="740">
                  <c:v>45229</c:v>
                </c:pt>
                <c:pt idx="741">
                  <c:v>45230</c:v>
                </c:pt>
                <c:pt idx="742">
                  <c:v>45231</c:v>
                </c:pt>
                <c:pt idx="743">
                  <c:v>45232</c:v>
                </c:pt>
                <c:pt idx="744">
                  <c:v>45233</c:v>
                </c:pt>
                <c:pt idx="745">
                  <c:v>45234</c:v>
                </c:pt>
                <c:pt idx="746">
                  <c:v>45235</c:v>
                </c:pt>
                <c:pt idx="747">
                  <c:v>45236</c:v>
                </c:pt>
                <c:pt idx="748">
                  <c:v>45237</c:v>
                </c:pt>
                <c:pt idx="749">
                  <c:v>45238</c:v>
                </c:pt>
                <c:pt idx="750">
                  <c:v>45239</c:v>
                </c:pt>
                <c:pt idx="751">
                  <c:v>45240</c:v>
                </c:pt>
                <c:pt idx="752">
                  <c:v>45241</c:v>
                </c:pt>
                <c:pt idx="753">
                  <c:v>45242</c:v>
                </c:pt>
                <c:pt idx="754">
                  <c:v>45243</c:v>
                </c:pt>
                <c:pt idx="755">
                  <c:v>45244</c:v>
                </c:pt>
                <c:pt idx="756">
                  <c:v>45245</c:v>
                </c:pt>
                <c:pt idx="757">
                  <c:v>45246</c:v>
                </c:pt>
                <c:pt idx="758">
                  <c:v>45247</c:v>
                </c:pt>
                <c:pt idx="759">
                  <c:v>45248</c:v>
                </c:pt>
                <c:pt idx="760">
                  <c:v>45249</c:v>
                </c:pt>
                <c:pt idx="761">
                  <c:v>45250</c:v>
                </c:pt>
                <c:pt idx="762">
                  <c:v>45251</c:v>
                </c:pt>
                <c:pt idx="763">
                  <c:v>45252</c:v>
                </c:pt>
                <c:pt idx="764">
                  <c:v>45253</c:v>
                </c:pt>
                <c:pt idx="765">
                  <c:v>45254</c:v>
                </c:pt>
                <c:pt idx="766">
                  <c:v>45255</c:v>
                </c:pt>
                <c:pt idx="767">
                  <c:v>45256</c:v>
                </c:pt>
                <c:pt idx="768">
                  <c:v>45257</c:v>
                </c:pt>
                <c:pt idx="769">
                  <c:v>45258</c:v>
                </c:pt>
                <c:pt idx="770">
                  <c:v>45259</c:v>
                </c:pt>
                <c:pt idx="771">
                  <c:v>45260</c:v>
                </c:pt>
                <c:pt idx="772">
                  <c:v>45261</c:v>
                </c:pt>
                <c:pt idx="773">
                  <c:v>45262</c:v>
                </c:pt>
                <c:pt idx="774">
                  <c:v>45263</c:v>
                </c:pt>
                <c:pt idx="775">
                  <c:v>45264</c:v>
                </c:pt>
                <c:pt idx="776">
                  <c:v>45265</c:v>
                </c:pt>
                <c:pt idx="777">
                  <c:v>45266</c:v>
                </c:pt>
                <c:pt idx="778">
                  <c:v>45267</c:v>
                </c:pt>
                <c:pt idx="779">
                  <c:v>45268</c:v>
                </c:pt>
                <c:pt idx="780">
                  <c:v>45269</c:v>
                </c:pt>
                <c:pt idx="781">
                  <c:v>45270</c:v>
                </c:pt>
                <c:pt idx="782">
                  <c:v>45271</c:v>
                </c:pt>
                <c:pt idx="783">
                  <c:v>45272</c:v>
                </c:pt>
                <c:pt idx="784">
                  <c:v>45273</c:v>
                </c:pt>
                <c:pt idx="785">
                  <c:v>45274</c:v>
                </c:pt>
                <c:pt idx="786">
                  <c:v>45275</c:v>
                </c:pt>
                <c:pt idx="787">
                  <c:v>45276</c:v>
                </c:pt>
                <c:pt idx="788">
                  <c:v>45277</c:v>
                </c:pt>
                <c:pt idx="789">
                  <c:v>45278</c:v>
                </c:pt>
                <c:pt idx="790">
                  <c:v>45279</c:v>
                </c:pt>
                <c:pt idx="791">
                  <c:v>45280</c:v>
                </c:pt>
                <c:pt idx="792">
                  <c:v>45281</c:v>
                </c:pt>
                <c:pt idx="793">
                  <c:v>45282</c:v>
                </c:pt>
                <c:pt idx="794">
                  <c:v>45283</c:v>
                </c:pt>
                <c:pt idx="795">
                  <c:v>45284</c:v>
                </c:pt>
                <c:pt idx="796">
                  <c:v>45285</c:v>
                </c:pt>
                <c:pt idx="797">
                  <c:v>45286</c:v>
                </c:pt>
                <c:pt idx="798">
                  <c:v>45287</c:v>
                </c:pt>
                <c:pt idx="799">
                  <c:v>45288</c:v>
                </c:pt>
                <c:pt idx="800">
                  <c:v>45289</c:v>
                </c:pt>
                <c:pt idx="801">
                  <c:v>45290</c:v>
                </c:pt>
                <c:pt idx="802">
                  <c:v>45291</c:v>
                </c:pt>
                <c:pt idx="803">
                  <c:v>45292</c:v>
                </c:pt>
                <c:pt idx="804">
                  <c:v>45293</c:v>
                </c:pt>
                <c:pt idx="805">
                  <c:v>45294</c:v>
                </c:pt>
                <c:pt idx="806">
                  <c:v>45295</c:v>
                </c:pt>
                <c:pt idx="807">
                  <c:v>45296</c:v>
                </c:pt>
                <c:pt idx="808">
                  <c:v>45297</c:v>
                </c:pt>
                <c:pt idx="809">
                  <c:v>45298</c:v>
                </c:pt>
                <c:pt idx="810">
                  <c:v>45299</c:v>
                </c:pt>
                <c:pt idx="811">
                  <c:v>45300</c:v>
                </c:pt>
                <c:pt idx="812">
                  <c:v>45301</c:v>
                </c:pt>
                <c:pt idx="813">
                  <c:v>45302</c:v>
                </c:pt>
                <c:pt idx="814">
                  <c:v>45303</c:v>
                </c:pt>
                <c:pt idx="815">
                  <c:v>45304</c:v>
                </c:pt>
                <c:pt idx="816">
                  <c:v>45305</c:v>
                </c:pt>
                <c:pt idx="817">
                  <c:v>45306</c:v>
                </c:pt>
                <c:pt idx="818">
                  <c:v>45307</c:v>
                </c:pt>
                <c:pt idx="819">
                  <c:v>45308</c:v>
                </c:pt>
                <c:pt idx="820">
                  <c:v>45309</c:v>
                </c:pt>
                <c:pt idx="821">
                  <c:v>45310</c:v>
                </c:pt>
                <c:pt idx="822">
                  <c:v>45311</c:v>
                </c:pt>
                <c:pt idx="823">
                  <c:v>45312</c:v>
                </c:pt>
                <c:pt idx="824">
                  <c:v>45313</c:v>
                </c:pt>
                <c:pt idx="825">
                  <c:v>45314</c:v>
                </c:pt>
                <c:pt idx="826">
                  <c:v>45315</c:v>
                </c:pt>
                <c:pt idx="827">
                  <c:v>45316</c:v>
                </c:pt>
                <c:pt idx="828">
                  <c:v>45317</c:v>
                </c:pt>
                <c:pt idx="829">
                  <c:v>45318</c:v>
                </c:pt>
                <c:pt idx="830">
                  <c:v>45319</c:v>
                </c:pt>
                <c:pt idx="831">
                  <c:v>45320</c:v>
                </c:pt>
                <c:pt idx="832">
                  <c:v>45321</c:v>
                </c:pt>
                <c:pt idx="833">
                  <c:v>45322</c:v>
                </c:pt>
                <c:pt idx="834">
                  <c:v>45323</c:v>
                </c:pt>
                <c:pt idx="835">
                  <c:v>45324</c:v>
                </c:pt>
                <c:pt idx="836">
                  <c:v>45325</c:v>
                </c:pt>
                <c:pt idx="837">
                  <c:v>45326</c:v>
                </c:pt>
                <c:pt idx="838">
                  <c:v>45327</c:v>
                </c:pt>
                <c:pt idx="839">
                  <c:v>45328</c:v>
                </c:pt>
                <c:pt idx="840">
                  <c:v>45329</c:v>
                </c:pt>
                <c:pt idx="841">
                  <c:v>45330</c:v>
                </c:pt>
                <c:pt idx="842">
                  <c:v>45331</c:v>
                </c:pt>
                <c:pt idx="843">
                  <c:v>45332</c:v>
                </c:pt>
                <c:pt idx="844">
                  <c:v>45333</c:v>
                </c:pt>
                <c:pt idx="845">
                  <c:v>45334</c:v>
                </c:pt>
                <c:pt idx="846">
                  <c:v>45335</c:v>
                </c:pt>
                <c:pt idx="847">
                  <c:v>45336</c:v>
                </c:pt>
                <c:pt idx="848">
                  <c:v>45337</c:v>
                </c:pt>
                <c:pt idx="849">
                  <c:v>45338</c:v>
                </c:pt>
                <c:pt idx="850">
                  <c:v>45339</c:v>
                </c:pt>
                <c:pt idx="851">
                  <c:v>45340</c:v>
                </c:pt>
                <c:pt idx="852">
                  <c:v>45341</c:v>
                </c:pt>
                <c:pt idx="853">
                  <c:v>45342</c:v>
                </c:pt>
                <c:pt idx="854">
                  <c:v>45343</c:v>
                </c:pt>
                <c:pt idx="855">
                  <c:v>45344</c:v>
                </c:pt>
                <c:pt idx="856">
                  <c:v>45345</c:v>
                </c:pt>
                <c:pt idx="857">
                  <c:v>45346</c:v>
                </c:pt>
                <c:pt idx="858">
                  <c:v>45347</c:v>
                </c:pt>
                <c:pt idx="859">
                  <c:v>45348</c:v>
                </c:pt>
                <c:pt idx="860">
                  <c:v>45349</c:v>
                </c:pt>
                <c:pt idx="861">
                  <c:v>45350</c:v>
                </c:pt>
                <c:pt idx="862">
                  <c:v>45351</c:v>
                </c:pt>
                <c:pt idx="863">
                  <c:v>45352</c:v>
                </c:pt>
                <c:pt idx="864">
                  <c:v>45353</c:v>
                </c:pt>
                <c:pt idx="865">
                  <c:v>45354</c:v>
                </c:pt>
                <c:pt idx="866">
                  <c:v>45355</c:v>
                </c:pt>
                <c:pt idx="867">
                  <c:v>45356</c:v>
                </c:pt>
                <c:pt idx="868">
                  <c:v>45357</c:v>
                </c:pt>
                <c:pt idx="869">
                  <c:v>45358</c:v>
                </c:pt>
                <c:pt idx="870">
                  <c:v>45359</c:v>
                </c:pt>
                <c:pt idx="871">
                  <c:v>45360</c:v>
                </c:pt>
                <c:pt idx="872">
                  <c:v>45361</c:v>
                </c:pt>
                <c:pt idx="873">
                  <c:v>45362</c:v>
                </c:pt>
                <c:pt idx="874">
                  <c:v>45363</c:v>
                </c:pt>
                <c:pt idx="875">
                  <c:v>45364</c:v>
                </c:pt>
                <c:pt idx="876">
                  <c:v>45365</c:v>
                </c:pt>
                <c:pt idx="877">
                  <c:v>45366</c:v>
                </c:pt>
                <c:pt idx="878">
                  <c:v>45367</c:v>
                </c:pt>
                <c:pt idx="879">
                  <c:v>45368</c:v>
                </c:pt>
                <c:pt idx="880">
                  <c:v>45369</c:v>
                </c:pt>
                <c:pt idx="881">
                  <c:v>45370</c:v>
                </c:pt>
                <c:pt idx="882">
                  <c:v>45371</c:v>
                </c:pt>
                <c:pt idx="883">
                  <c:v>45372</c:v>
                </c:pt>
                <c:pt idx="884">
                  <c:v>45373</c:v>
                </c:pt>
                <c:pt idx="885">
                  <c:v>45374</c:v>
                </c:pt>
                <c:pt idx="886">
                  <c:v>45375</c:v>
                </c:pt>
                <c:pt idx="887">
                  <c:v>45376</c:v>
                </c:pt>
                <c:pt idx="888">
                  <c:v>45377</c:v>
                </c:pt>
                <c:pt idx="889">
                  <c:v>45378</c:v>
                </c:pt>
                <c:pt idx="890">
                  <c:v>45379</c:v>
                </c:pt>
                <c:pt idx="891">
                  <c:v>45380</c:v>
                </c:pt>
                <c:pt idx="892">
                  <c:v>45381</c:v>
                </c:pt>
                <c:pt idx="893">
                  <c:v>45382</c:v>
                </c:pt>
                <c:pt idx="894">
                  <c:v>45383</c:v>
                </c:pt>
                <c:pt idx="895">
                  <c:v>45384</c:v>
                </c:pt>
                <c:pt idx="896">
                  <c:v>45385</c:v>
                </c:pt>
                <c:pt idx="897">
                  <c:v>45386</c:v>
                </c:pt>
                <c:pt idx="898">
                  <c:v>45387</c:v>
                </c:pt>
                <c:pt idx="899">
                  <c:v>45388</c:v>
                </c:pt>
                <c:pt idx="900">
                  <c:v>45389</c:v>
                </c:pt>
                <c:pt idx="901">
                  <c:v>45390</c:v>
                </c:pt>
                <c:pt idx="902">
                  <c:v>45391</c:v>
                </c:pt>
                <c:pt idx="903">
                  <c:v>45392</c:v>
                </c:pt>
                <c:pt idx="904">
                  <c:v>45393</c:v>
                </c:pt>
                <c:pt idx="905">
                  <c:v>45394</c:v>
                </c:pt>
                <c:pt idx="906">
                  <c:v>45395</c:v>
                </c:pt>
                <c:pt idx="907">
                  <c:v>45396</c:v>
                </c:pt>
                <c:pt idx="908">
                  <c:v>45397</c:v>
                </c:pt>
                <c:pt idx="909">
                  <c:v>45398</c:v>
                </c:pt>
                <c:pt idx="910">
                  <c:v>45399</c:v>
                </c:pt>
                <c:pt idx="911">
                  <c:v>45400</c:v>
                </c:pt>
                <c:pt idx="912">
                  <c:v>45401</c:v>
                </c:pt>
                <c:pt idx="913">
                  <c:v>45402</c:v>
                </c:pt>
                <c:pt idx="914">
                  <c:v>45403</c:v>
                </c:pt>
                <c:pt idx="915">
                  <c:v>45404</c:v>
                </c:pt>
                <c:pt idx="916">
                  <c:v>45405</c:v>
                </c:pt>
                <c:pt idx="917">
                  <c:v>45406</c:v>
                </c:pt>
                <c:pt idx="918">
                  <c:v>45407</c:v>
                </c:pt>
                <c:pt idx="919">
                  <c:v>45408</c:v>
                </c:pt>
                <c:pt idx="920">
                  <c:v>45409</c:v>
                </c:pt>
                <c:pt idx="921">
                  <c:v>45410</c:v>
                </c:pt>
                <c:pt idx="922">
                  <c:v>45411</c:v>
                </c:pt>
                <c:pt idx="923">
                  <c:v>45412</c:v>
                </c:pt>
                <c:pt idx="924">
                  <c:v>45413</c:v>
                </c:pt>
                <c:pt idx="925">
                  <c:v>45414</c:v>
                </c:pt>
                <c:pt idx="926">
                  <c:v>45415</c:v>
                </c:pt>
                <c:pt idx="927">
                  <c:v>45416</c:v>
                </c:pt>
                <c:pt idx="928">
                  <c:v>45417</c:v>
                </c:pt>
                <c:pt idx="929">
                  <c:v>45418</c:v>
                </c:pt>
                <c:pt idx="930">
                  <c:v>45419</c:v>
                </c:pt>
                <c:pt idx="931">
                  <c:v>45420</c:v>
                </c:pt>
                <c:pt idx="932">
                  <c:v>45421</c:v>
                </c:pt>
                <c:pt idx="933">
                  <c:v>45422</c:v>
                </c:pt>
                <c:pt idx="934">
                  <c:v>45423</c:v>
                </c:pt>
                <c:pt idx="935">
                  <c:v>45424</c:v>
                </c:pt>
                <c:pt idx="936">
                  <c:v>45425</c:v>
                </c:pt>
                <c:pt idx="937">
                  <c:v>45426</c:v>
                </c:pt>
                <c:pt idx="938">
                  <c:v>45427</c:v>
                </c:pt>
                <c:pt idx="939">
                  <c:v>45428</c:v>
                </c:pt>
                <c:pt idx="940">
                  <c:v>45429</c:v>
                </c:pt>
                <c:pt idx="941">
                  <c:v>45430</c:v>
                </c:pt>
                <c:pt idx="942">
                  <c:v>45431</c:v>
                </c:pt>
                <c:pt idx="943">
                  <c:v>45432</c:v>
                </c:pt>
                <c:pt idx="944">
                  <c:v>45433</c:v>
                </c:pt>
                <c:pt idx="945">
                  <c:v>45434</c:v>
                </c:pt>
                <c:pt idx="946">
                  <c:v>45435</c:v>
                </c:pt>
                <c:pt idx="947">
                  <c:v>45436</c:v>
                </c:pt>
                <c:pt idx="948">
                  <c:v>45437</c:v>
                </c:pt>
                <c:pt idx="949">
                  <c:v>45438</c:v>
                </c:pt>
                <c:pt idx="950">
                  <c:v>45439</c:v>
                </c:pt>
                <c:pt idx="951">
                  <c:v>45440</c:v>
                </c:pt>
                <c:pt idx="952">
                  <c:v>45441</c:v>
                </c:pt>
                <c:pt idx="953">
                  <c:v>45442</c:v>
                </c:pt>
                <c:pt idx="954">
                  <c:v>45443</c:v>
                </c:pt>
                <c:pt idx="955">
                  <c:v>45444</c:v>
                </c:pt>
                <c:pt idx="956">
                  <c:v>45445</c:v>
                </c:pt>
                <c:pt idx="957">
                  <c:v>45446</c:v>
                </c:pt>
                <c:pt idx="958">
                  <c:v>45447</c:v>
                </c:pt>
                <c:pt idx="959">
                  <c:v>45448</c:v>
                </c:pt>
                <c:pt idx="960">
                  <c:v>45449</c:v>
                </c:pt>
                <c:pt idx="961">
                  <c:v>45450</c:v>
                </c:pt>
                <c:pt idx="962">
                  <c:v>45451</c:v>
                </c:pt>
                <c:pt idx="963">
                  <c:v>45452</c:v>
                </c:pt>
                <c:pt idx="964">
                  <c:v>45453</c:v>
                </c:pt>
                <c:pt idx="965">
                  <c:v>45454</c:v>
                </c:pt>
                <c:pt idx="966">
                  <c:v>45455</c:v>
                </c:pt>
                <c:pt idx="967">
                  <c:v>45456</c:v>
                </c:pt>
                <c:pt idx="968">
                  <c:v>45457</c:v>
                </c:pt>
                <c:pt idx="969">
                  <c:v>45458</c:v>
                </c:pt>
                <c:pt idx="970">
                  <c:v>45459</c:v>
                </c:pt>
                <c:pt idx="971">
                  <c:v>45460</c:v>
                </c:pt>
                <c:pt idx="972">
                  <c:v>45461</c:v>
                </c:pt>
                <c:pt idx="973">
                  <c:v>45462</c:v>
                </c:pt>
                <c:pt idx="974">
                  <c:v>45463</c:v>
                </c:pt>
                <c:pt idx="975">
                  <c:v>45464</c:v>
                </c:pt>
                <c:pt idx="976">
                  <c:v>45465</c:v>
                </c:pt>
                <c:pt idx="977">
                  <c:v>45466</c:v>
                </c:pt>
                <c:pt idx="978">
                  <c:v>45467</c:v>
                </c:pt>
                <c:pt idx="979">
                  <c:v>45468</c:v>
                </c:pt>
                <c:pt idx="980">
                  <c:v>45469</c:v>
                </c:pt>
                <c:pt idx="981">
                  <c:v>45470</c:v>
                </c:pt>
                <c:pt idx="982">
                  <c:v>45471</c:v>
                </c:pt>
                <c:pt idx="983">
                  <c:v>45472</c:v>
                </c:pt>
                <c:pt idx="984">
                  <c:v>45473</c:v>
                </c:pt>
                <c:pt idx="985">
                  <c:v>45474</c:v>
                </c:pt>
                <c:pt idx="986">
                  <c:v>45475</c:v>
                </c:pt>
                <c:pt idx="987">
                  <c:v>45476</c:v>
                </c:pt>
                <c:pt idx="988">
                  <c:v>45477</c:v>
                </c:pt>
                <c:pt idx="989">
                  <c:v>45478</c:v>
                </c:pt>
                <c:pt idx="990">
                  <c:v>45479</c:v>
                </c:pt>
                <c:pt idx="991">
                  <c:v>45480</c:v>
                </c:pt>
                <c:pt idx="992">
                  <c:v>45481</c:v>
                </c:pt>
                <c:pt idx="993">
                  <c:v>45482</c:v>
                </c:pt>
                <c:pt idx="994">
                  <c:v>45483</c:v>
                </c:pt>
                <c:pt idx="995">
                  <c:v>45484</c:v>
                </c:pt>
                <c:pt idx="996">
                  <c:v>45485</c:v>
                </c:pt>
                <c:pt idx="997">
                  <c:v>45486</c:v>
                </c:pt>
                <c:pt idx="998">
                  <c:v>45487</c:v>
                </c:pt>
                <c:pt idx="999">
                  <c:v>45488</c:v>
                </c:pt>
                <c:pt idx="1000">
                  <c:v>45489</c:v>
                </c:pt>
                <c:pt idx="1001">
                  <c:v>45490</c:v>
                </c:pt>
                <c:pt idx="1002">
                  <c:v>45491</c:v>
                </c:pt>
                <c:pt idx="1003">
                  <c:v>45492</c:v>
                </c:pt>
                <c:pt idx="1004">
                  <c:v>45493</c:v>
                </c:pt>
                <c:pt idx="1005">
                  <c:v>45494</c:v>
                </c:pt>
                <c:pt idx="1006">
                  <c:v>45495</c:v>
                </c:pt>
                <c:pt idx="1007">
                  <c:v>45496</c:v>
                </c:pt>
                <c:pt idx="1008">
                  <c:v>45497</c:v>
                </c:pt>
                <c:pt idx="1009">
                  <c:v>45498</c:v>
                </c:pt>
                <c:pt idx="1010">
                  <c:v>45499</c:v>
                </c:pt>
                <c:pt idx="1011">
                  <c:v>45500</c:v>
                </c:pt>
                <c:pt idx="1012">
                  <c:v>45501</c:v>
                </c:pt>
                <c:pt idx="1013">
                  <c:v>45502</c:v>
                </c:pt>
                <c:pt idx="1014">
                  <c:v>45503</c:v>
                </c:pt>
                <c:pt idx="1015">
                  <c:v>45504</c:v>
                </c:pt>
                <c:pt idx="1016">
                  <c:v>45505</c:v>
                </c:pt>
                <c:pt idx="1017">
                  <c:v>45506</c:v>
                </c:pt>
                <c:pt idx="1018">
                  <c:v>45507</c:v>
                </c:pt>
                <c:pt idx="1019">
                  <c:v>45508</c:v>
                </c:pt>
                <c:pt idx="1020">
                  <c:v>45509</c:v>
                </c:pt>
                <c:pt idx="1021">
                  <c:v>45510</c:v>
                </c:pt>
                <c:pt idx="1022">
                  <c:v>45511</c:v>
                </c:pt>
                <c:pt idx="1023">
                  <c:v>45512</c:v>
                </c:pt>
                <c:pt idx="1024">
                  <c:v>45513</c:v>
                </c:pt>
                <c:pt idx="1025">
                  <c:v>45514</c:v>
                </c:pt>
                <c:pt idx="1026">
                  <c:v>45515</c:v>
                </c:pt>
                <c:pt idx="1027">
                  <c:v>45516</c:v>
                </c:pt>
                <c:pt idx="1028">
                  <c:v>45517</c:v>
                </c:pt>
                <c:pt idx="1029">
                  <c:v>45518</c:v>
                </c:pt>
                <c:pt idx="1030">
                  <c:v>45519</c:v>
                </c:pt>
                <c:pt idx="1031">
                  <c:v>45520</c:v>
                </c:pt>
                <c:pt idx="1032">
                  <c:v>45521</c:v>
                </c:pt>
                <c:pt idx="1033">
                  <c:v>45522</c:v>
                </c:pt>
                <c:pt idx="1034">
                  <c:v>45523</c:v>
                </c:pt>
                <c:pt idx="1035">
                  <c:v>45524</c:v>
                </c:pt>
                <c:pt idx="1036">
                  <c:v>45525</c:v>
                </c:pt>
                <c:pt idx="1037">
                  <c:v>45526</c:v>
                </c:pt>
                <c:pt idx="1038">
                  <c:v>45527</c:v>
                </c:pt>
                <c:pt idx="1039">
                  <c:v>45528</c:v>
                </c:pt>
                <c:pt idx="1040">
                  <c:v>45529</c:v>
                </c:pt>
                <c:pt idx="1041">
                  <c:v>45530</c:v>
                </c:pt>
                <c:pt idx="1042">
                  <c:v>45531</c:v>
                </c:pt>
                <c:pt idx="1043">
                  <c:v>45532</c:v>
                </c:pt>
                <c:pt idx="1044">
                  <c:v>45533</c:v>
                </c:pt>
                <c:pt idx="1045">
                  <c:v>45534</c:v>
                </c:pt>
                <c:pt idx="1046">
                  <c:v>45535</c:v>
                </c:pt>
                <c:pt idx="1047">
                  <c:v>45536</c:v>
                </c:pt>
                <c:pt idx="1048">
                  <c:v>45537</c:v>
                </c:pt>
                <c:pt idx="1049">
                  <c:v>45538</c:v>
                </c:pt>
                <c:pt idx="1050">
                  <c:v>45539</c:v>
                </c:pt>
                <c:pt idx="1051">
                  <c:v>45540</c:v>
                </c:pt>
                <c:pt idx="1052">
                  <c:v>45541</c:v>
                </c:pt>
                <c:pt idx="1053">
                  <c:v>45542</c:v>
                </c:pt>
                <c:pt idx="1054">
                  <c:v>45543</c:v>
                </c:pt>
                <c:pt idx="1055">
                  <c:v>45544</c:v>
                </c:pt>
                <c:pt idx="1056">
                  <c:v>45545</c:v>
                </c:pt>
                <c:pt idx="1057">
                  <c:v>45546</c:v>
                </c:pt>
                <c:pt idx="1058">
                  <c:v>45547</c:v>
                </c:pt>
                <c:pt idx="1059">
                  <c:v>45548</c:v>
                </c:pt>
                <c:pt idx="1060">
                  <c:v>45549</c:v>
                </c:pt>
                <c:pt idx="1061">
                  <c:v>45550</c:v>
                </c:pt>
                <c:pt idx="1062">
                  <c:v>45551</c:v>
                </c:pt>
                <c:pt idx="1063">
                  <c:v>45552</c:v>
                </c:pt>
                <c:pt idx="1064">
                  <c:v>45553</c:v>
                </c:pt>
                <c:pt idx="1065">
                  <c:v>45554</c:v>
                </c:pt>
                <c:pt idx="1066">
                  <c:v>45555</c:v>
                </c:pt>
                <c:pt idx="1067">
                  <c:v>45556</c:v>
                </c:pt>
                <c:pt idx="1068">
                  <c:v>45557</c:v>
                </c:pt>
                <c:pt idx="1069">
                  <c:v>45558</c:v>
                </c:pt>
                <c:pt idx="1070">
                  <c:v>45559</c:v>
                </c:pt>
                <c:pt idx="1071">
                  <c:v>45560</c:v>
                </c:pt>
                <c:pt idx="1072">
                  <c:v>45561</c:v>
                </c:pt>
                <c:pt idx="1073">
                  <c:v>45562</c:v>
                </c:pt>
                <c:pt idx="1074">
                  <c:v>45563</c:v>
                </c:pt>
                <c:pt idx="1075">
                  <c:v>45564</c:v>
                </c:pt>
                <c:pt idx="1076">
                  <c:v>45565</c:v>
                </c:pt>
                <c:pt idx="1077">
                  <c:v>45566</c:v>
                </c:pt>
                <c:pt idx="1078">
                  <c:v>45567</c:v>
                </c:pt>
                <c:pt idx="1079">
                  <c:v>45568</c:v>
                </c:pt>
                <c:pt idx="1080">
                  <c:v>45569</c:v>
                </c:pt>
                <c:pt idx="1081">
                  <c:v>45570</c:v>
                </c:pt>
                <c:pt idx="1082">
                  <c:v>45571</c:v>
                </c:pt>
                <c:pt idx="1083">
                  <c:v>45572</c:v>
                </c:pt>
                <c:pt idx="1084">
                  <c:v>45573</c:v>
                </c:pt>
                <c:pt idx="1085">
                  <c:v>45574</c:v>
                </c:pt>
                <c:pt idx="1086">
                  <c:v>45575</c:v>
                </c:pt>
                <c:pt idx="1087">
                  <c:v>45576</c:v>
                </c:pt>
                <c:pt idx="1088">
                  <c:v>45577</c:v>
                </c:pt>
                <c:pt idx="1089">
                  <c:v>45578</c:v>
                </c:pt>
                <c:pt idx="1090">
                  <c:v>45579</c:v>
                </c:pt>
                <c:pt idx="1091">
                  <c:v>45580</c:v>
                </c:pt>
                <c:pt idx="1092">
                  <c:v>45581</c:v>
                </c:pt>
                <c:pt idx="1093">
                  <c:v>45582</c:v>
                </c:pt>
                <c:pt idx="1094">
                  <c:v>45583</c:v>
                </c:pt>
                <c:pt idx="1095">
                  <c:v>45584</c:v>
                </c:pt>
                <c:pt idx="1096">
                  <c:v>45585</c:v>
                </c:pt>
                <c:pt idx="1097">
                  <c:v>45586</c:v>
                </c:pt>
                <c:pt idx="1098">
                  <c:v>45587</c:v>
                </c:pt>
                <c:pt idx="1099">
                  <c:v>45588</c:v>
                </c:pt>
                <c:pt idx="1100">
                  <c:v>45589</c:v>
                </c:pt>
                <c:pt idx="1101">
                  <c:v>45590</c:v>
                </c:pt>
                <c:pt idx="1102">
                  <c:v>45591</c:v>
                </c:pt>
                <c:pt idx="1103">
                  <c:v>45592</c:v>
                </c:pt>
                <c:pt idx="1104">
                  <c:v>45593</c:v>
                </c:pt>
                <c:pt idx="1105">
                  <c:v>45594</c:v>
                </c:pt>
                <c:pt idx="1106">
                  <c:v>45595</c:v>
                </c:pt>
                <c:pt idx="1107">
                  <c:v>45596</c:v>
                </c:pt>
                <c:pt idx="1108">
                  <c:v>45597</c:v>
                </c:pt>
                <c:pt idx="1109">
                  <c:v>45598</c:v>
                </c:pt>
                <c:pt idx="1110">
                  <c:v>45599</c:v>
                </c:pt>
                <c:pt idx="1111">
                  <c:v>45600</c:v>
                </c:pt>
                <c:pt idx="1112">
                  <c:v>45601</c:v>
                </c:pt>
                <c:pt idx="1113">
                  <c:v>45602</c:v>
                </c:pt>
                <c:pt idx="1114">
                  <c:v>45603</c:v>
                </c:pt>
                <c:pt idx="1115">
                  <c:v>45604</c:v>
                </c:pt>
                <c:pt idx="1116">
                  <c:v>45605</c:v>
                </c:pt>
                <c:pt idx="1117">
                  <c:v>45606</c:v>
                </c:pt>
                <c:pt idx="1118">
                  <c:v>45607</c:v>
                </c:pt>
                <c:pt idx="1119">
                  <c:v>45608</c:v>
                </c:pt>
                <c:pt idx="1120">
                  <c:v>45609</c:v>
                </c:pt>
                <c:pt idx="1121">
                  <c:v>45610</c:v>
                </c:pt>
                <c:pt idx="1122">
                  <c:v>45611</c:v>
                </c:pt>
                <c:pt idx="1123">
                  <c:v>45612</c:v>
                </c:pt>
                <c:pt idx="1124">
                  <c:v>45613</c:v>
                </c:pt>
                <c:pt idx="1125">
                  <c:v>45614</c:v>
                </c:pt>
                <c:pt idx="1126">
                  <c:v>45615</c:v>
                </c:pt>
                <c:pt idx="1127">
                  <c:v>45616</c:v>
                </c:pt>
                <c:pt idx="1128">
                  <c:v>45617</c:v>
                </c:pt>
                <c:pt idx="1129">
                  <c:v>45618</c:v>
                </c:pt>
                <c:pt idx="1130">
                  <c:v>45619</c:v>
                </c:pt>
                <c:pt idx="1131">
                  <c:v>45620</c:v>
                </c:pt>
                <c:pt idx="1132">
                  <c:v>45621</c:v>
                </c:pt>
                <c:pt idx="1133">
                  <c:v>45622</c:v>
                </c:pt>
                <c:pt idx="1134">
                  <c:v>45623</c:v>
                </c:pt>
                <c:pt idx="1135">
                  <c:v>45624</c:v>
                </c:pt>
                <c:pt idx="1136">
                  <c:v>45625</c:v>
                </c:pt>
                <c:pt idx="1137">
                  <c:v>45626</c:v>
                </c:pt>
                <c:pt idx="1138">
                  <c:v>45627</c:v>
                </c:pt>
                <c:pt idx="1139">
                  <c:v>45628</c:v>
                </c:pt>
                <c:pt idx="1140">
                  <c:v>45629</c:v>
                </c:pt>
                <c:pt idx="1141">
                  <c:v>45630</c:v>
                </c:pt>
                <c:pt idx="1142">
                  <c:v>45631</c:v>
                </c:pt>
                <c:pt idx="1143">
                  <c:v>45632</c:v>
                </c:pt>
                <c:pt idx="1144">
                  <c:v>45633</c:v>
                </c:pt>
                <c:pt idx="1145">
                  <c:v>45634</c:v>
                </c:pt>
                <c:pt idx="1146">
                  <c:v>45635</c:v>
                </c:pt>
                <c:pt idx="1147">
                  <c:v>45636</c:v>
                </c:pt>
                <c:pt idx="1148">
                  <c:v>45637</c:v>
                </c:pt>
                <c:pt idx="1149">
                  <c:v>45638</c:v>
                </c:pt>
                <c:pt idx="1150">
                  <c:v>45639</c:v>
                </c:pt>
                <c:pt idx="1151">
                  <c:v>45640</c:v>
                </c:pt>
                <c:pt idx="1152">
                  <c:v>45641</c:v>
                </c:pt>
                <c:pt idx="1153">
                  <c:v>45642</c:v>
                </c:pt>
                <c:pt idx="1154">
                  <c:v>45643</c:v>
                </c:pt>
                <c:pt idx="1155">
                  <c:v>45644</c:v>
                </c:pt>
                <c:pt idx="1156">
                  <c:v>45645</c:v>
                </c:pt>
                <c:pt idx="1157">
                  <c:v>45646</c:v>
                </c:pt>
                <c:pt idx="1158">
                  <c:v>45647</c:v>
                </c:pt>
                <c:pt idx="1159">
                  <c:v>45648</c:v>
                </c:pt>
                <c:pt idx="1160">
                  <c:v>45649</c:v>
                </c:pt>
                <c:pt idx="1161">
                  <c:v>45650</c:v>
                </c:pt>
                <c:pt idx="1162">
                  <c:v>45651</c:v>
                </c:pt>
                <c:pt idx="1163">
                  <c:v>45652</c:v>
                </c:pt>
                <c:pt idx="1164">
                  <c:v>45653</c:v>
                </c:pt>
                <c:pt idx="1165">
                  <c:v>45654</c:v>
                </c:pt>
                <c:pt idx="1166">
                  <c:v>45655</c:v>
                </c:pt>
                <c:pt idx="1167">
                  <c:v>45656</c:v>
                </c:pt>
                <c:pt idx="1168">
                  <c:v>45657</c:v>
                </c:pt>
                <c:pt idx="1169">
                  <c:v>45658</c:v>
                </c:pt>
                <c:pt idx="1170">
                  <c:v>45659</c:v>
                </c:pt>
                <c:pt idx="1171">
                  <c:v>45660</c:v>
                </c:pt>
                <c:pt idx="1172">
                  <c:v>45661</c:v>
                </c:pt>
                <c:pt idx="1173">
                  <c:v>45662</c:v>
                </c:pt>
                <c:pt idx="1174">
                  <c:v>45663</c:v>
                </c:pt>
                <c:pt idx="1175">
                  <c:v>45664</c:v>
                </c:pt>
                <c:pt idx="1176">
                  <c:v>45665</c:v>
                </c:pt>
                <c:pt idx="1177">
                  <c:v>45666</c:v>
                </c:pt>
                <c:pt idx="1178">
                  <c:v>45667</c:v>
                </c:pt>
                <c:pt idx="1179">
                  <c:v>45668</c:v>
                </c:pt>
                <c:pt idx="1180">
                  <c:v>45669</c:v>
                </c:pt>
                <c:pt idx="1181">
                  <c:v>45670</c:v>
                </c:pt>
                <c:pt idx="1182">
                  <c:v>45671</c:v>
                </c:pt>
                <c:pt idx="1183">
                  <c:v>45672</c:v>
                </c:pt>
                <c:pt idx="1184">
                  <c:v>45673</c:v>
                </c:pt>
                <c:pt idx="1185">
                  <c:v>45674</c:v>
                </c:pt>
                <c:pt idx="1186">
                  <c:v>45675</c:v>
                </c:pt>
                <c:pt idx="1187">
                  <c:v>45676</c:v>
                </c:pt>
                <c:pt idx="1188">
                  <c:v>45677</c:v>
                </c:pt>
                <c:pt idx="1189">
                  <c:v>45678</c:v>
                </c:pt>
                <c:pt idx="1190">
                  <c:v>45679</c:v>
                </c:pt>
                <c:pt idx="1191">
                  <c:v>45680</c:v>
                </c:pt>
                <c:pt idx="1192">
                  <c:v>45681</c:v>
                </c:pt>
                <c:pt idx="1193">
                  <c:v>45682</c:v>
                </c:pt>
                <c:pt idx="1194">
                  <c:v>45683</c:v>
                </c:pt>
                <c:pt idx="1195">
                  <c:v>45684</c:v>
                </c:pt>
                <c:pt idx="1196">
                  <c:v>45685</c:v>
                </c:pt>
                <c:pt idx="1197">
                  <c:v>45686</c:v>
                </c:pt>
                <c:pt idx="1198">
                  <c:v>45687</c:v>
                </c:pt>
                <c:pt idx="1199">
                  <c:v>45688</c:v>
                </c:pt>
                <c:pt idx="1200">
                  <c:v>45689</c:v>
                </c:pt>
                <c:pt idx="1201">
                  <c:v>45690</c:v>
                </c:pt>
                <c:pt idx="1202">
                  <c:v>45691</c:v>
                </c:pt>
                <c:pt idx="1203">
                  <c:v>45692</c:v>
                </c:pt>
                <c:pt idx="1204">
                  <c:v>45693</c:v>
                </c:pt>
                <c:pt idx="1205">
                  <c:v>45694</c:v>
                </c:pt>
                <c:pt idx="1206">
                  <c:v>45695</c:v>
                </c:pt>
                <c:pt idx="1207">
                  <c:v>45696</c:v>
                </c:pt>
                <c:pt idx="1208">
                  <c:v>45697</c:v>
                </c:pt>
                <c:pt idx="1209">
                  <c:v>45698</c:v>
                </c:pt>
                <c:pt idx="1210">
                  <c:v>45699</c:v>
                </c:pt>
                <c:pt idx="1211">
                  <c:v>45700</c:v>
                </c:pt>
                <c:pt idx="1212">
                  <c:v>45701</c:v>
                </c:pt>
                <c:pt idx="1213">
                  <c:v>45702</c:v>
                </c:pt>
                <c:pt idx="1214">
                  <c:v>45703</c:v>
                </c:pt>
                <c:pt idx="1215">
                  <c:v>45704</c:v>
                </c:pt>
                <c:pt idx="1216">
                  <c:v>45705</c:v>
                </c:pt>
                <c:pt idx="1217">
                  <c:v>45706</c:v>
                </c:pt>
                <c:pt idx="1218">
                  <c:v>45707</c:v>
                </c:pt>
                <c:pt idx="1219">
                  <c:v>45708</c:v>
                </c:pt>
                <c:pt idx="1220">
                  <c:v>45709</c:v>
                </c:pt>
                <c:pt idx="1221">
                  <c:v>45710</c:v>
                </c:pt>
                <c:pt idx="1222">
                  <c:v>45711</c:v>
                </c:pt>
                <c:pt idx="1223">
                  <c:v>45712</c:v>
                </c:pt>
                <c:pt idx="1224">
                  <c:v>45713</c:v>
                </c:pt>
                <c:pt idx="1225">
                  <c:v>45714</c:v>
                </c:pt>
                <c:pt idx="1226">
                  <c:v>45715</c:v>
                </c:pt>
                <c:pt idx="1227">
                  <c:v>45716</c:v>
                </c:pt>
                <c:pt idx="1228">
                  <c:v>45717</c:v>
                </c:pt>
                <c:pt idx="1229">
                  <c:v>45718</c:v>
                </c:pt>
                <c:pt idx="1230">
                  <c:v>45719</c:v>
                </c:pt>
                <c:pt idx="1231">
                  <c:v>45720</c:v>
                </c:pt>
                <c:pt idx="1232">
                  <c:v>45721</c:v>
                </c:pt>
                <c:pt idx="1233">
                  <c:v>45722</c:v>
                </c:pt>
                <c:pt idx="1234">
                  <c:v>45723</c:v>
                </c:pt>
                <c:pt idx="1235">
                  <c:v>45724</c:v>
                </c:pt>
                <c:pt idx="1236">
                  <c:v>45725</c:v>
                </c:pt>
                <c:pt idx="1237">
                  <c:v>45726</c:v>
                </c:pt>
                <c:pt idx="1238">
                  <c:v>45727</c:v>
                </c:pt>
                <c:pt idx="1239">
                  <c:v>45728</c:v>
                </c:pt>
                <c:pt idx="1240">
                  <c:v>45729</c:v>
                </c:pt>
                <c:pt idx="1241">
                  <c:v>45730</c:v>
                </c:pt>
                <c:pt idx="1242">
                  <c:v>45731</c:v>
                </c:pt>
                <c:pt idx="1243">
                  <c:v>45732</c:v>
                </c:pt>
                <c:pt idx="1244">
                  <c:v>45733</c:v>
                </c:pt>
                <c:pt idx="1245">
                  <c:v>45734</c:v>
                </c:pt>
                <c:pt idx="1246">
                  <c:v>45735</c:v>
                </c:pt>
                <c:pt idx="1247">
                  <c:v>45736</c:v>
                </c:pt>
                <c:pt idx="1248">
                  <c:v>45737</c:v>
                </c:pt>
                <c:pt idx="1249">
                  <c:v>45738</c:v>
                </c:pt>
                <c:pt idx="1250">
                  <c:v>45739</c:v>
                </c:pt>
                <c:pt idx="1251">
                  <c:v>45740</c:v>
                </c:pt>
                <c:pt idx="1252">
                  <c:v>45741</c:v>
                </c:pt>
                <c:pt idx="1253">
                  <c:v>45742</c:v>
                </c:pt>
                <c:pt idx="1254">
                  <c:v>45743</c:v>
                </c:pt>
                <c:pt idx="1255">
                  <c:v>45744</c:v>
                </c:pt>
                <c:pt idx="1256">
                  <c:v>45745</c:v>
                </c:pt>
                <c:pt idx="1257">
                  <c:v>45746</c:v>
                </c:pt>
                <c:pt idx="1258">
                  <c:v>45747</c:v>
                </c:pt>
                <c:pt idx="1259">
                  <c:v>45748</c:v>
                </c:pt>
                <c:pt idx="1260">
                  <c:v>45749</c:v>
                </c:pt>
                <c:pt idx="1261">
                  <c:v>45750</c:v>
                </c:pt>
                <c:pt idx="1262">
                  <c:v>45751</c:v>
                </c:pt>
                <c:pt idx="1263">
                  <c:v>45752</c:v>
                </c:pt>
                <c:pt idx="1264">
                  <c:v>45753</c:v>
                </c:pt>
                <c:pt idx="1265">
                  <c:v>45754</c:v>
                </c:pt>
                <c:pt idx="1266">
                  <c:v>45755</c:v>
                </c:pt>
                <c:pt idx="1267">
                  <c:v>45756</c:v>
                </c:pt>
                <c:pt idx="1268">
                  <c:v>45757</c:v>
                </c:pt>
                <c:pt idx="1269">
                  <c:v>45758</c:v>
                </c:pt>
                <c:pt idx="1270">
                  <c:v>45759</c:v>
                </c:pt>
                <c:pt idx="1271">
                  <c:v>45760</c:v>
                </c:pt>
                <c:pt idx="1272">
                  <c:v>45761</c:v>
                </c:pt>
                <c:pt idx="1273">
                  <c:v>45762</c:v>
                </c:pt>
                <c:pt idx="1274">
                  <c:v>45763</c:v>
                </c:pt>
                <c:pt idx="1275">
                  <c:v>45764</c:v>
                </c:pt>
                <c:pt idx="1276">
                  <c:v>45765</c:v>
                </c:pt>
                <c:pt idx="1277">
                  <c:v>45766</c:v>
                </c:pt>
                <c:pt idx="1278">
                  <c:v>45767</c:v>
                </c:pt>
                <c:pt idx="1279">
                  <c:v>45768</c:v>
                </c:pt>
                <c:pt idx="1280">
                  <c:v>45769</c:v>
                </c:pt>
                <c:pt idx="1281">
                  <c:v>45770</c:v>
                </c:pt>
                <c:pt idx="1282">
                  <c:v>45771</c:v>
                </c:pt>
                <c:pt idx="1283">
                  <c:v>45772</c:v>
                </c:pt>
                <c:pt idx="1284">
                  <c:v>45773</c:v>
                </c:pt>
                <c:pt idx="1285">
                  <c:v>45774</c:v>
                </c:pt>
                <c:pt idx="1286">
                  <c:v>45775</c:v>
                </c:pt>
                <c:pt idx="1287">
                  <c:v>45776</c:v>
                </c:pt>
                <c:pt idx="1288">
                  <c:v>45777</c:v>
                </c:pt>
                <c:pt idx="1289">
                  <c:v>45778</c:v>
                </c:pt>
                <c:pt idx="1290">
                  <c:v>45779</c:v>
                </c:pt>
                <c:pt idx="1291">
                  <c:v>45780</c:v>
                </c:pt>
                <c:pt idx="1292">
                  <c:v>45781</c:v>
                </c:pt>
                <c:pt idx="1293">
                  <c:v>45782</c:v>
                </c:pt>
                <c:pt idx="1294">
                  <c:v>45783</c:v>
                </c:pt>
                <c:pt idx="1295">
                  <c:v>45784</c:v>
                </c:pt>
                <c:pt idx="1296">
                  <c:v>45785</c:v>
                </c:pt>
                <c:pt idx="1297">
                  <c:v>45786</c:v>
                </c:pt>
                <c:pt idx="1298">
                  <c:v>45787</c:v>
                </c:pt>
                <c:pt idx="1299">
                  <c:v>45788</c:v>
                </c:pt>
                <c:pt idx="1300">
                  <c:v>45789</c:v>
                </c:pt>
                <c:pt idx="1301">
                  <c:v>45790</c:v>
                </c:pt>
                <c:pt idx="1302">
                  <c:v>45791</c:v>
                </c:pt>
                <c:pt idx="1303">
                  <c:v>45792</c:v>
                </c:pt>
                <c:pt idx="1304">
                  <c:v>45793</c:v>
                </c:pt>
                <c:pt idx="1305">
                  <c:v>45794</c:v>
                </c:pt>
                <c:pt idx="1306">
                  <c:v>45795</c:v>
                </c:pt>
                <c:pt idx="1307">
                  <c:v>45796</c:v>
                </c:pt>
                <c:pt idx="1308">
                  <c:v>45797</c:v>
                </c:pt>
                <c:pt idx="1309">
                  <c:v>45798</c:v>
                </c:pt>
                <c:pt idx="1310">
                  <c:v>45799</c:v>
                </c:pt>
                <c:pt idx="1311">
                  <c:v>45800</c:v>
                </c:pt>
                <c:pt idx="1312">
                  <c:v>45801</c:v>
                </c:pt>
                <c:pt idx="1313">
                  <c:v>45802</c:v>
                </c:pt>
                <c:pt idx="1314">
                  <c:v>45803</c:v>
                </c:pt>
                <c:pt idx="1315">
                  <c:v>45804</c:v>
                </c:pt>
                <c:pt idx="1316">
                  <c:v>45805</c:v>
                </c:pt>
                <c:pt idx="1317">
                  <c:v>45806</c:v>
                </c:pt>
                <c:pt idx="1318">
                  <c:v>45807</c:v>
                </c:pt>
                <c:pt idx="1319">
                  <c:v>45808</c:v>
                </c:pt>
                <c:pt idx="1320">
                  <c:v>45809</c:v>
                </c:pt>
                <c:pt idx="1321">
                  <c:v>45810</c:v>
                </c:pt>
                <c:pt idx="1322">
                  <c:v>45811</c:v>
                </c:pt>
                <c:pt idx="1323">
                  <c:v>45812</c:v>
                </c:pt>
                <c:pt idx="1324">
                  <c:v>45813</c:v>
                </c:pt>
                <c:pt idx="1325">
                  <c:v>45814</c:v>
                </c:pt>
                <c:pt idx="1326">
                  <c:v>45815</c:v>
                </c:pt>
                <c:pt idx="1327">
                  <c:v>45816</c:v>
                </c:pt>
                <c:pt idx="1328">
                  <c:v>45817</c:v>
                </c:pt>
                <c:pt idx="1329">
                  <c:v>45818</c:v>
                </c:pt>
                <c:pt idx="1330">
                  <c:v>45819</c:v>
                </c:pt>
                <c:pt idx="1331">
                  <c:v>45820</c:v>
                </c:pt>
                <c:pt idx="1332">
                  <c:v>45821</c:v>
                </c:pt>
                <c:pt idx="1333">
                  <c:v>45822</c:v>
                </c:pt>
                <c:pt idx="1334">
                  <c:v>45823</c:v>
                </c:pt>
                <c:pt idx="1335">
                  <c:v>45824</c:v>
                </c:pt>
                <c:pt idx="1336">
                  <c:v>45825</c:v>
                </c:pt>
                <c:pt idx="1337">
                  <c:v>45826</c:v>
                </c:pt>
                <c:pt idx="1338">
                  <c:v>45827</c:v>
                </c:pt>
                <c:pt idx="1339">
                  <c:v>45828</c:v>
                </c:pt>
                <c:pt idx="1340">
                  <c:v>45829</c:v>
                </c:pt>
                <c:pt idx="1341">
                  <c:v>45830</c:v>
                </c:pt>
                <c:pt idx="1342">
                  <c:v>45831</c:v>
                </c:pt>
                <c:pt idx="1343">
                  <c:v>45832</c:v>
                </c:pt>
                <c:pt idx="1344">
                  <c:v>45833</c:v>
                </c:pt>
                <c:pt idx="1345">
                  <c:v>45834</c:v>
                </c:pt>
                <c:pt idx="1346">
                  <c:v>45835</c:v>
                </c:pt>
                <c:pt idx="1347">
                  <c:v>45836</c:v>
                </c:pt>
                <c:pt idx="1348">
                  <c:v>45837</c:v>
                </c:pt>
                <c:pt idx="1349">
                  <c:v>45838</c:v>
                </c:pt>
                <c:pt idx="1350">
                  <c:v>45839</c:v>
                </c:pt>
                <c:pt idx="1351">
                  <c:v>45840</c:v>
                </c:pt>
                <c:pt idx="1352">
                  <c:v>45841</c:v>
                </c:pt>
                <c:pt idx="1353">
                  <c:v>45842</c:v>
                </c:pt>
                <c:pt idx="1354">
                  <c:v>45843</c:v>
                </c:pt>
                <c:pt idx="1355">
                  <c:v>45844</c:v>
                </c:pt>
                <c:pt idx="1356">
                  <c:v>45845</c:v>
                </c:pt>
                <c:pt idx="1357">
                  <c:v>45846</c:v>
                </c:pt>
                <c:pt idx="1358">
                  <c:v>45847</c:v>
                </c:pt>
                <c:pt idx="1359">
                  <c:v>45848</c:v>
                </c:pt>
                <c:pt idx="1360">
                  <c:v>45849</c:v>
                </c:pt>
                <c:pt idx="1361">
                  <c:v>45850</c:v>
                </c:pt>
                <c:pt idx="1362">
                  <c:v>45851</c:v>
                </c:pt>
                <c:pt idx="1363">
                  <c:v>45852</c:v>
                </c:pt>
                <c:pt idx="1364">
                  <c:v>45853</c:v>
                </c:pt>
                <c:pt idx="1365">
                  <c:v>45854</c:v>
                </c:pt>
                <c:pt idx="1366">
                  <c:v>45855</c:v>
                </c:pt>
                <c:pt idx="1367">
                  <c:v>45856</c:v>
                </c:pt>
                <c:pt idx="1368">
                  <c:v>45857</c:v>
                </c:pt>
                <c:pt idx="1369">
                  <c:v>45858</c:v>
                </c:pt>
                <c:pt idx="1370">
                  <c:v>45859</c:v>
                </c:pt>
                <c:pt idx="1371">
                  <c:v>45860</c:v>
                </c:pt>
                <c:pt idx="1372">
                  <c:v>45861</c:v>
                </c:pt>
                <c:pt idx="1373">
                  <c:v>45862</c:v>
                </c:pt>
                <c:pt idx="1374">
                  <c:v>45863</c:v>
                </c:pt>
                <c:pt idx="1375">
                  <c:v>45864</c:v>
                </c:pt>
                <c:pt idx="1376">
                  <c:v>45865</c:v>
                </c:pt>
                <c:pt idx="1377">
                  <c:v>45866</c:v>
                </c:pt>
                <c:pt idx="1378">
                  <c:v>45867</c:v>
                </c:pt>
                <c:pt idx="1379">
                  <c:v>45868</c:v>
                </c:pt>
                <c:pt idx="1380">
                  <c:v>45869</c:v>
                </c:pt>
                <c:pt idx="1381">
                  <c:v>45870</c:v>
                </c:pt>
                <c:pt idx="1382">
                  <c:v>45871</c:v>
                </c:pt>
                <c:pt idx="1383">
                  <c:v>45872</c:v>
                </c:pt>
                <c:pt idx="1384">
                  <c:v>45873</c:v>
                </c:pt>
                <c:pt idx="1385">
                  <c:v>45874</c:v>
                </c:pt>
                <c:pt idx="1386">
                  <c:v>45875</c:v>
                </c:pt>
                <c:pt idx="1387">
                  <c:v>45876</c:v>
                </c:pt>
                <c:pt idx="1388">
                  <c:v>45877</c:v>
                </c:pt>
                <c:pt idx="1389">
                  <c:v>45878</c:v>
                </c:pt>
                <c:pt idx="1390">
                  <c:v>45879</c:v>
                </c:pt>
                <c:pt idx="1391">
                  <c:v>45880</c:v>
                </c:pt>
                <c:pt idx="1392">
                  <c:v>45881</c:v>
                </c:pt>
                <c:pt idx="1393">
                  <c:v>45882</c:v>
                </c:pt>
                <c:pt idx="1394">
                  <c:v>45883</c:v>
                </c:pt>
                <c:pt idx="1395">
                  <c:v>45884</c:v>
                </c:pt>
                <c:pt idx="1396">
                  <c:v>45885</c:v>
                </c:pt>
                <c:pt idx="1397">
                  <c:v>45886</c:v>
                </c:pt>
                <c:pt idx="1398">
                  <c:v>45887</c:v>
                </c:pt>
                <c:pt idx="1399">
                  <c:v>45888</c:v>
                </c:pt>
                <c:pt idx="1400">
                  <c:v>45889</c:v>
                </c:pt>
                <c:pt idx="1401">
                  <c:v>45890</c:v>
                </c:pt>
                <c:pt idx="1402">
                  <c:v>45891</c:v>
                </c:pt>
                <c:pt idx="1403">
                  <c:v>45892</c:v>
                </c:pt>
                <c:pt idx="1404">
                  <c:v>45893</c:v>
                </c:pt>
                <c:pt idx="1405">
                  <c:v>45894</c:v>
                </c:pt>
                <c:pt idx="1406">
                  <c:v>45895</c:v>
                </c:pt>
                <c:pt idx="1407">
                  <c:v>45896</c:v>
                </c:pt>
                <c:pt idx="1408">
                  <c:v>45897</c:v>
                </c:pt>
                <c:pt idx="1409">
                  <c:v>45898</c:v>
                </c:pt>
                <c:pt idx="1410">
                  <c:v>45899</c:v>
                </c:pt>
                <c:pt idx="1411">
                  <c:v>45900</c:v>
                </c:pt>
                <c:pt idx="1412">
                  <c:v>45901</c:v>
                </c:pt>
                <c:pt idx="1413">
                  <c:v>45902</c:v>
                </c:pt>
                <c:pt idx="1414">
                  <c:v>45903</c:v>
                </c:pt>
                <c:pt idx="1415">
                  <c:v>45904</c:v>
                </c:pt>
                <c:pt idx="1416">
                  <c:v>45905</c:v>
                </c:pt>
                <c:pt idx="1417">
                  <c:v>45906</c:v>
                </c:pt>
                <c:pt idx="1418">
                  <c:v>45907</c:v>
                </c:pt>
                <c:pt idx="1419">
                  <c:v>45908</c:v>
                </c:pt>
                <c:pt idx="1420">
                  <c:v>45909</c:v>
                </c:pt>
                <c:pt idx="1421">
                  <c:v>45910</c:v>
                </c:pt>
                <c:pt idx="1422">
                  <c:v>45911</c:v>
                </c:pt>
                <c:pt idx="1423">
                  <c:v>45912</c:v>
                </c:pt>
                <c:pt idx="1424">
                  <c:v>45913</c:v>
                </c:pt>
                <c:pt idx="1425">
                  <c:v>45914</c:v>
                </c:pt>
                <c:pt idx="1426">
                  <c:v>45915</c:v>
                </c:pt>
                <c:pt idx="1427">
                  <c:v>45916</c:v>
                </c:pt>
                <c:pt idx="1428">
                  <c:v>45917</c:v>
                </c:pt>
                <c:pt idx="1429">
                  <c:v>45918</c:v>
                </c:pt>
                <c:pt idx="1430">
                  <c:v>45919</c:v>
                </c:pt>
                <c:pt idx="1431">
                  <c:v>45920</c:v>
                </c:pt>
                <c:pt idx="1432">
                  <c:v>45921</c:v>
                </c:pt>
                <c:pt idx="1433">
                  <c:v>45922</c:v>
                </c:pt>
                <c:pt idx="1434">
                  <c:v>45923</c:v>
                </c:pt>
                <c:pt idx="1435">
                  <c:v>45924</c:v>
                </c:pt>
                <c:pt idx="1436">
                  <c:v>45925</c:v>
                </c:pt>
                <c:pt idx="1437">
                  <c:v>45926</c:v>
                </c:pt>
                <c:pt idx="1438">
                  <c:v>45927</c:v>
                </c:pt>
                <c:pt idx="1439">
                  <c:v>45928</c:v>
                </c:pt>
                <c:pt idx="1440">
                  <c:v>45929</c:v>
                </c:pt>
                <c:pt idx="1441">
                  <c:v>45930</c:v>
                </c:pt>
                <c:pt idx="1442">
                  <c:v>45931</c:v>
                </c:pt>
                <c:pt idx="1443">
                  <c:v>45932</c:v>
                </c:pt>
                <c:pt idx="1444">
                  <c:v>45933</c:v>
                </c:pt>
                <c:pt idx="1445">
                  <c:v>45934</c:v>
                </c:pt>
                <c:pt idx="1446">
                  <c:v>45935</c:v>
                </c:pt>
                <c:pt idx="1447">
                  <c:v>45936</c:v>
                </c:pt>
                <c:pt idx="1448">
                  <c:v>45937</c:v>
                </c:pt>
                <c:pt idx="1449">
                  <c:v>45938</c:v>
                </c:pt>
                <c:pt idx="1450">
                  <c:v>45939</c:v>
                </c:pt>
                <c:pt idx="1451">
                  <c:v>45940</c:v>
                </c:pt>
                <c:pt idx="1452">
                  <c:v>45941</c:v>
                </c:pt>
                <c:pt idx="1453">
                  <c:v>45942</c:v>
                </c:pt>
                <c:pt idx="1454">
                  <c:v>45943</c:v>
                </c:pt>
                <c:pt idx="1455">
                  <c:v>45944</c:v>
                </c:pt>
                <c:pt idx="1456">
                  <c:v>45945</c:v>
                </c:pt>
                <c:pt idx="1457">
                  <c:v>45946</c:v>
                </c:pt>
                <c:pt idx="1458">
                  <c:v>45947</c:v>
                </c:pt>
                <c:pt idx="1459">
                  <c:v>45948</c:v>
                </c:pt>
                <c:pt idx="1460">
                  <c:v>45949</c:v>
                </c:pt>
                <c:pt idx="1461">
                  <c:v>45950</c:v>
                </c:pt>
                <c:pt idx="1462">
                  <c:v>45951</c:v>
                </c:pt>
                <c:pt idx="1463">
                  <c:v>45952</c:v>
                </c:pt>
                <c:pt idx="1464">
                  <c:v>45953</c:v>
                </c:pt>
                <c:pt idx="1465">
                  <c:v>45954</c:v>
                </c:pt>
                <c:pt idx="1466">
                  <c:v>45955</c:v>
                </c:pt>
                <c:pt idx="1467">
                  <c:v>45956</c:v>
                </c:pt>
                <c:pt idx="1468">
                  <c:v>45957</c:v>
                </c:pt>
                <c:pt idx="1469">
                  <c:v>45958</c:v>
                </c:pt>
                <c:pt idx="1470">
                  <c:v>45959</c:v>
                </c:pt>
                <c:pt idx="1471">
                  <c:v>45960</c:v>
                </c:pt>
                <c:pt idx="1472">
                  <c:v>45961</c:v>
                </c:pt>
                <c:pt idx="1473">
                  <c:v>45962</c:v>
                </c:pt>
                <c:pt idx="1474">
                  <c:v>45963</c:v>
                </c:pt>
                <c:pt idx="1475">
                  <c:v>45964</c:v>
                </c:pt>
                <c:pt idx="1476">
                  <c:v>45965</c:v>
                </c:pt>
                <c:pt idx="1477">
                  <c:v>45966</c:v>
                </c:pt>
                <c:pt idx="1478">
                  <c:v>45967</c:v>
                </c:pt>
                <c:pt idx="1479">
                  <c:v>45968</c:v>
                </c:pt>
                <c:pt idx="1480">
                  <c:v>45969</c:v>
                </c:pt>
                <c:pt idx="1481">
                  <c:v>45970</c:v>
                </c:pt>
                <c:pt idx="1482">
                  <c:v>45971</c:v>
                </c:pt>
                <c:pt idx="1483">
                  <c:v>45972</c:v>
                </c:pt>
                <c:pt idx="1484">
                  <c:v>45973</c:v>
                </c:pt>
                <c:pt idx="1485">
                  <c:v>45974</c:v>
                </c:pt>
                <c:pt idx="1486">
                  <c:v>45975</c:v>
                </c:pt>
                <c:pt idx="1487">
                  <c:v>45976</c:v>
                </c:pt>
                <c:pt idx="1488">
                  <c:v>45977</c:v>
                </c:pt>
                <c:pt idx="1489">
                  <c:v>45978</c:v>
                </c:pt>
                <c:pt idx="1490">
                  <c:v>45979</c:v>
                </c:pt>
                <c:pt idx="1491">
                  <c:v>45980</c:v>
                </c:pt>
                <c:pt idx="1492">
                  <c:v>45981</c:v>
                </c:pt>
                <c:pt idx="1493">
                  <c:v>45982</c:v>
                </c:pt>
                <c:pt idx="1494">
                  <c:v>45983</c:v>
                </c:pt>
                <c:pt idx="1495">
                  <c:v>45984</c:v>
                </c:pt>
                <c:pt idx="1496">
                  <c:v>45985</c:v>
                </c:pt>
                <c:pt idx="1497">
                  <c:v>45986</c:v>
                </c:pt>
                <c:pt idx="1498">
                  <c:v>45987</c:v>
                </c:pt>
                <c:pt idx="1499">
                  <c:v>45988</c:v>
                </c:pt>
                <c:pt idx="1500">
                  <c:v>45989</c:v>
                </c:pt>
                <c:pt idx="1501">
                  <c:v>45990</c:v>
                </c:pt>
                <c:pt idx="1502">
                  <c:v>45991</c:v>
                </c:pt>
                <c:pt idx="1503">
                  <c:v>45992</c:v>
                </c:pt>
                <c:pt idx="1504">
                  <c:v>45993</c:v>
                </c:pt>
                <c:pt idx="1505">
                  <c:v>45994</c:v>
                </c:pt>
                <c:pt idx="1506">
                  <c:v>45995</c:v>
                </c:pt>
                <c:pt idx="1507">
                  <c:v>45996</c:v>
                </c:pt>
                <c:pt idx="1508">
                  <c:v>45997</c:v>
                </c:pt>
                <c:pt idx="1509">
                  <c:v>45998</c:v>
                </c:pt>
                <c:pt idx="1510">
                  <c:v>45999</c:v>
                </c:pt>
                <c:pt idx="1511">
                  <c:v>46000</c:v>
                </c:pt>
                <c:pt idx="1512">
                  <c:v>46001</c:v>
                </c:pt>
                <c:pt idx="1513">
                  <c:v>46002</c:v>
                </c:pt>
                <c:pt idx="1514">
                  <c:v>46003</c:v>
                </c:pt>
                <c:pt idx="1515">
                  <c:v>46004</c:v>
                </c:pt>
                <c:pt idx="1516">
                  <c:v>46005</c:v>
                </c:pt>
                <c:pt idx="1517">
                  <c:v>46006</c:v>
                </c:pt>
                <c:pt idx="1518">
                  <c:v>46007</c:v>
                </c:pt>
                <c:pt idx="1519">
                  <c:v>46008</c:v>
                </c:pt>
                <c:pt idx="1520">
                  <c:v>46009</c:v>
                </c:pt>
                <c:pt idx="1521">
                  <c:v>46010</c:v>
                </c:pt>
                <c:pt idx="1522">
                  <c:v>46011</c:v>
                </c:pt>
                <c:pt idx="1523">
                  <c:v>46012</c:v>
                </c:pt>
                <c:pt idx="1524">
                  <c:v>46013</c:v>
                </c:pt>
                <c:pt idx="1525">
                  <c:v>46014</c:v>
                </c:pt>
                <c:pt idx="1526">
                  <c:v>46015</c:v>
                </c:pt>
                <c:pt idx="1527">
                  <c:v>46016</c:v>
                </c:pt>
                <c:pt idx="1528">
                  <c:v>46017</c:v>
                </c:pt>
                <c:pt idx="1529">
                  <c:v>46018</c:v>
                </c:pt>
                <c:pt idx="1530">
                  <c:v>46019</c:v>
                </c:pt>
                <c:pt idx="1531">
                  <c:v>46020</c:v>
                </c:pt>
                <c:pt idx="1532">
                  <c:v>46021</c:v>
                </c:pt>
                <c:pt idx="1533">
                  <c:v>46022</c:v>
                </c:pt>
                <c:pt idx="1534">
                  <c:v>46023</c:v>
                </c:pt>
                <c:pt idx="1535">
                  <c:v>46024</c:v>
                </c:pt>
                <c:pt idx="1536">
                  <c:v>46025</c:v>
                </c:pt>
                <c:pt idx="1537">
                  <c:v>46026</c:v>
                </c:pt>
                <c:pt idx="1538">
                  <c:v>46027</c:v>
                </c:pt>
                <c:pt idx="1539">
                  <c:v>46028</c:v>
                </c:pt>
                <c:pt idx="1540">
                  <c:v>46029</c:v>
                </c:pt>
                <c:pt idx="1541">
                  <c:v>46030</c:v>
                </c:pt>
                <c:pt idx="1542">
                  <c:v>46031</c:v>
                </c:pt>
                <c:pt idx="1543">
                  <c:v>46032</c:v>
                </c:pt>
                <c:pt idx="1544">
                  <c:v>46033</c:v>
                </c:pt>
                <c:pt idx="1545">
                  <c:v>46034</c:v>
                </c:pt>
                <c:pt idx="1546">
                  <c:v>46035</c:v>
                </c:pt>
                <c:pt idx="1547">
                  <c:v>46036</c:v>
                </c:pt>
                <c:pt idx="1548">
                  <c:v>46037</c:v>
                </c:pt>
                <c:pt idx="1549">
                  <c:v>46038</c:v>
                </c:pt>
                <c:pt idx="1550">
                  <c:v>46039</c:v>
                </c:pt>
                <c:pt idx="1551">
                  <c:v>46040</c:v>
                </c:pt>
                <c:pt idx="1552">
                  <c:v>46041</c:v>
                </c:pt>
                <c:pt idx="1553">
                  <c:v>46042</c:v>
                </c:pt>
                <c:pt idx="1554">
                  <c:v>46043</c:v>
                </c:pt>
                <c:pt idx="1555">
                  <c:v>46044</c:v>
                </c:pt>
                <c:pt idx="1556">
                  <c:v>46045</c:v>
                </c:pt>
                <c:pt idx="1557">
                  <c:v>46046</c:v>
                </c:pt>
                <c:pt idx="1558">
                  <c:v>46047</c:v>
                </c:pt>
                <c:pt idx="1559">
                  <c:v>46048</c:v>
                </c:pt>
                <c:pt idx="1560">
                  <c:v>46049</c:v>
                </c:pt>
                <c:pt idx="1561">
                  <c:v>46050</c:v>
                </c:pt>
                <c:pt idx="1562">
                  <c:v>46051</c:v>
                </c:pt>
                <c:pt idx="1563">
                  <c:v>46052</c:v>
                </c:pt>
                <c:pt idx="1564">
                  <c:v>46053</c:v>
                </c:pt>
                <c:pt idx="1565">
                  <c:v>46054</c:v>
                </c:pt>
                <c:pt idx="1566">
                  <c:v>46055</c:v>
                </c:pt>
                <c:pt idx="1567">
                  <c:v>46056</c:v>
                </c:pt>
                <c:pt idx="1568">
                  <c:v>46057</c:v>
                </c:pt>
                <c:pt idx="1569">
                  <c:v>46058</c:v>
                </c:pt>
                <c:pt idx="1570">
                  <c:v>46059</c:v>
                </c:pt>
                <c:pt idx="1571">
                  <c:v>46060</c:v>
                </c:pt>
                <c:pt idx="1572">
                  <c:v>46061</c:v>
                </c:pt>
                <c:pt idx="1573">
                  <c:v>46062</c:v>
                </c:pt>
                <c:pt idx="1574">
                  <c:v>46063</c:v>
                </c:pt>
                <c:pt idx="1575">
                  <c:v>46064</c:v>
                </c:pt>
                <c:pt idx="1576">
                  <c:v>46065</c:v>
                </c:pt>
                <c:pt idx="1577">
                  <c:v>46066</c:v>
                </c:pt>
                <c:pt idx="1578">
                  <c:v>46067</c:v>
                </c:pt>
                <c:pt idx="1579">
                  <c:v>46068</c:v>
                </c:pt>
                <c:pt idx="1580">
                  <c:v>46069</c:v>
                </c:pt>
                <c:pt idx="1581">
                  <c:v>46070</c:v>
                </c:pt>
                <c:pt idx="1582">
                  <c:v>46071</c:v>
                </c:pt>
                <c:pt idx="1583">
                  <c:v>46072</c:v>
                </c:pt>
                <c:pt idx="1584">
                  <c:v>46073</c:v>
                </c:pt>
                <c:pt idx="1585">
                  <c:v>46074</c:v>
                </c:pt>
                <c:pt idx="1586">
                  <c:v>46075</c:v>
                </c:pt>
                <c:pt idx="1587">
                  <c:v>46076</c:v>
                </c:pt>
                <c:pt idx="1588">
                  <c:v>46077</c:v>
                </c:pt>
                <c:pt idx="1589">
                  <c:v>46078</c:v>
                </c:pt>
                <c:pt idx="1590">
                  <c:v>46079</c:v>
                </c:pt>
                <c:pt idx="1591">
                  <c:v>46080</c:v>
                </c:pt>
                <c:pt idx="1592">
                  <c:v>46081</c:v>
                </c:pt>
                <c:pt idx="1593">
                  <c:v>46082</c:v>
                </c:pt>
                <c:pt idx="1594">
                  <c:v>46083</c:v>
                </c:pt>
                <c:pt idx="1595">
                  <c:v>46084</c:v>
                </c:pt>
                <c:pt idx="1596">
                  <c:v>46085</c:v>
                </c:pt>
                <c:pt idx="1597">
                  <c:v>46086</c:v>
                </c:pt>
                <c:pt idx="1598">
                  <c:v>46087</c:v>
                </c:pt>
                <c:pt idx="1599">
                  <c:v>46088</c:v>
                </c:pt>
                <c:pt idx="1600">
                  <c:v>46089</c:v>
                </c:pt>
                <c:pt idx="1601">
                  <c:v>46090</c:v>
                </c:pt>
                <c:pt idx="1602">
                  <c:v>46091</c:v>
                </c:pt>
                <c:pt idx="1603">
                  <c:v>46092</c:v>
                </c:pt>
                <c:pt idx="1604">
                  <c:v>46093</c:v>
                </c:pt>
                <c:pt idx="1605">
                  <c:v>46094</c:v>
                </c:pt>
                <c:pt idx="1606">
                  <c:v>46095</c:v>
                </c:pt>
                <c:pt idx="1607">
                  <c:v>46096</c:v>
                </c:pt>
                <c:pt idx="1608">
                  <c:v>46097</c:v>
                </c:pt>
                <c:pt idx="1609">
                  <c:v>46098</c:v>
                </c:pt>
                <c:pt idx="1610">
                  <c:v>46099</c:v>
                </c:pt>
                <c:pt idx="1611">
                  <c:v>46100</c:v>
                </c:pt>
                <c:pt idx="1612">
                  <c:v>46101</c:v>
                </c:pt>
                <c:pt idx="1613">
                  <c:v>46102</c:v>
                </c:pt>
                <c:pt idx="1614">
                  <c:v>46103</c:v>
                </c:pt>
                <c:pt idx="1615">
                  <c:v>46104</c:v>
                </c:pt>
                <c:pt idx="1616">
                  <c:v>46105</c:v>
                </c:pt>
                <c:pt idx="1617">
                  <c:v>46106</c:v>
                </c:pt>
                <c:pt idx="1618">
                  <c:v>46107</c:v>
                </c:pt>
                <c:pt idx="1619">
                  <c:v>46108</c:v>
                </c:pt>
                <c:pt idx="1620">
                  <c:v>46109</c:v>
                </c:pt>
                <c:pt idx="1621">
                  <c:v>46110</c:v>
                </c:pt>
                <c:pt idx="1622">
                  <c:v>46111</c:v>
                </c:pt>
                <c:pt idx="1623">
                  <c:v>46112</c:v>
                </c:pt>
                <c:pt idx="1624">
                  <c:v>46113</c:v>
                </c:pt>
                <c:pt idx="1625">
                  <c:v>46114</c:v>
                </c:pt>
                <c:pt idx="1626">
                  <c:v>46115</c:v>
                </c:pt>
                <c:pt idx="1627">
                  <c:v>46116</c:v>
                </c:pt>
                <c:pt idx="1628">
                  <c:v>46117</c:v>
                </c:pt>
                <c:pt idx="1629">
                  <c:v>46118</c:v>
                </c:pt>
                <c:pt idx="1630">
                  <c:v>46119</c:v>
                </c:pt>
                <c:pt idx="1631">
                  <c:v>46120</c:v>
                </c:pt>
                <c:pt idx="1632">
                  <c:v>46121</c:v>
                </c:pt>
                <c:pt idx="1633">
                  <c:v>46122</c:v>
                </c:pt>
                <c:pt idx="1634">
                  <c:v>46123</c:v>
                </c:pt>
                <c:pt idx="1635">
                  <c:v>46124</c:v>
                </c:pt>
                <c:pt idx="1636">
                  <c:v>46125</c:v>
                </c:pt>
                <c:pt idx="1637">
                  <c:v>46126</c:v>
                </c:pt>
                <c:pt idx="1638">
                  <c:v>46127</c:v>
                </c:pt>
                <c:pt idx="1639">
                  <c:v>46128</c:v>
                </c:pt>
                <c:pt idx="1640">
                  <c:v>46129</c:v>
                </c:pt>
                <c:pt idx="1641">
                  <c:v>46130</c:v>
                </c:pt>
                <c:pt idx="1642">
                  <c:v>46131</c:v>
                </c:pt>
                <c:pt idx="1643">
                  <c:v>46132</c:v>
                </c:pt>
                <c:pt idx="1644">
                  <c:v>46133</c:v>
                </c:pt>
                <c:pt idx="1645">
                  <c:v>46134</c:v>
                </c:pt>
                <c:pt idx="1646">
                  <c:v>46135</c:v>
                </c:pt>
                <c:pt idx="1647">
                  <c:v>46136</c:v>
                </c:pt>
                <c:pt idx="1648">
                  <c:v>46137</c:v>
                </c:pt>
                <c:pt idx="1649">
                  <c:v>46138</c:v>
                </c:pt>
                <c:pt idx="1650">
                  <c:v>46139</c:v>
                </c:pt>
                <c:pt idx="1651">
                  <c:v>46140</c:v>
                </c:pt>
                <c:pt idx="1652">
                  <c:v>46141</c:v>
                </c:pt>
                <c:pt idx="1653">
                  <c:v>46142</c:v>
                </c:pt>
                <c:pt idx="1654">
                  <c:v>46143</c:v>
                </c:pt>
                <c:pt idx="1655">
                  <c:v>46144</c:v>
                </c:pt>
                <c:pt idx="1656">
                  <c:v>46145</c:v>
                </c:pt>
                <c:pt idx="1657">
                  <c:v>46146</c:v>
                </c:pt>
                <c:pt idx="1658">
                  <c:v>46147</c:v>
                </c:pt>
                <c:pt idx="1659">
                  <c:v>46148</c:v>
                </c:pt>
                <c:pt idx="1660">
                  <c:v>46149</c:v>
                </c:pt>
                <c:pt idx="1661">
                  <c:v>46150</c:v>
                </c:pt>
                <c:pt idx="1662">
                  <c:v>46151</c:v>
                </c:pt>
                <c:pt idx="1663">
                  <c:v>46152</c:v>
                </c:pt>
                <c:pt idx="1664">
                  <c:v>46153</c:v>
                </c:pt>
                <c:pt idx="1665">
                  <c:v>46154</c:v>
                </c:pt>
                <c:pt idx="1666">
                  <c:v>46155</c:v>
                </c:pt>
                <c:pt idx="1667">
                  <c:v>46156</c:v>
                </c:pt>
                <c:pt idx="1668">
                  <c:v>46157</c:v>
                </c:pt>
                <c:pt idx="1669">
                  <c:v>46158</c:v>
                </c:pt>
                <c:pt idx="1670">
                  <c:v>46159</c:v>
                </c:pt>
                <c:pt idx="1671">
                  <c:v>46160</c:v>
                </c:pt>
                <c:pt idx="1672">
                  <c:v>46161</c:v>
                </c:pt>
                <c:pt idx="1673">
                  <c:v>46162</c:v>
                </c:pt>
                <c:pt idx="1674">
                  <c:v>46163</c:v>
                </c:pt>
                <c:pt idx="1675">
                  <c:v>46164</c:v>
                </c:pt>
                <c:pt idx="1676">
                  <c:v>46165</c:v>
                </c:pt>
                <c:pt idx="1677">
                  <c:v>46166</c:v>
                </c:pt>
                <c:pt idx="1678">
                  <c:v>46167</c:v>
                </c:pt>
                <c:pt idx="1679">
                  <c:v>46168</c:v>
                </c:pt>
                <c:pt idx="1680">
                  <c:v>46169</c:v>
                </c:pt>
                <c:pt idx="1681">
                  <c:v>46170</c:v>
                </c:pt>
                <c:pt idx="1682">
                  <c:v>46171</c:v>
                </c:pt>
                <c:pt idx="1683">
                  <c:v>46172</c:v>
                </c:pt>
                <c:pt idx="1684">
                  <c:v>46173</c:v>
                </c:pt>
                <c:pt idx="1685">
                  <c:v>46174</c:v>
                </c:pt>
                <c:pt idx="1686">
                  <c:v>46175</c:v>
                </c:pt>
                <c:pt idx="1687">
                  <c:v>46176</c:v>
                </c:pt>
                <c:pt idx="1688">
                  <c:v>46177</c:v>
                </c:pt>
                <c:pt idx="1689">
                  <c:v>46178</c:v>
                </c:pt>
                <c:pt idx="1690">
                  <c:v>46179</c:v>
                </c:pt>
                <c:pt idx="1691">
                  <c:v>46180</c:v>
                </c:pt>
                <c:pt idx="1692">
                  <c:v>46181</c:v>
                </c:pt>
                <c:pt idx="1693">
                  <c:v>46182</c:v>
                </c:pt>
                <c:pt idx="1694">
                  <c:v>46183</c:v>
                </c:pt>
                <c:pt idx="1695">
                  <c:v>46184</c:v>
                </c:pt>
                <c:pt idx="1696">
                  <c:v>46185</c:v>
                </c:pt>
                <c:pt idx="1697">
                  <c:v>46186</c:v>
                </c:pt>
                <c:pt idx="1698">
                  <c:v>46187</c:v>
                </c:pt>
                <c:pt idx="1699">
                  <c:v>46188</c:v>
                </c:pt>
                <c:pt idx="1700">
                  <c:v>46189</c:v>
                </c:pt>
                <c:pt idx="1701">
                  <c:v>46190</c:v>
                </c:pt>
                <c:pt idx="1702">
                  <c:v>46191</c:v>
                </c:pt>
                <c:pt idx="1703">
                  <c:v>46192</c:v>
                </c:pt>
                <c:pt idx="1704">
                  <c:v>46193</c:v>
                </c:pt>
                <c:pt idx="1705">
                  <c:v>46194</c:v>
                </c:pt>
                <c:pt idx="1706">
                  <c:v>46195</c:v>
                </c:pt>
                <c:pt idx="1707">
                  <c:v>46196</c:v>
                </c:pt>
                <c:pt idx="1708">
                  <c:v>46197</c:v>
                </c:pt>
                <c:pt idx="1709">
                  <c:v>46198</c:v>
                </c:pt>
                <c:pt idx="1710">
                  <c:v>46199</c:v>
                </c:pt>
                <c:pt idx="1711">
                  <c:v>46200</c:v>
                </c:pt>
                <c:pt idx="1712">
                  <c:v>46201</c:v>
                </c:pt>
                <c:pt idx="1713">
                  <c:v>46202</c:v>
                </c:pt>
                <c:pt idx="1714">
                  <c:v>46203</c:v>
                </c:pt>
                <c:pt idx="1715">
                  <c:v>46204</c:v>
                </c:pt>
                <c:pt idx="1716">
                  <c:v>46205</c:v>
                </c:pt>
                <c:pt idx="1717">
                  <c:v>46206</c:v>
                </c:pt>
                <c:pt idx="1718">
                  <c:v>46207</c:v>
                </c:pt>
                <c:pt idx="1719">
                  <c:v>46208</c:v>
                </c:pt>
                <c:pt idx="1720">
                  <c:v>46209</c:v>
                </c:pt>
                <c:pt idx="1721">
                  <c:v>46210</c:v>
                </c:pt>
                <c:pt idx="1722">
                  <c:v>46211</c:v>
                </c:pt>
                <c:pt idx="1723">
                  <c:v>46212</c:v>
                </c:pt>
                <c:pt idx="1724">
                  <c:v>46213</c:v>
                </c:pt>
                <c:pt idx="1725">
                  <c:v>46214</c:v>
                </c:pt>
                <c:pt idx="1726">
                  <c:v>46215</c:v>
                </c:pt>
                <c:pt idx="1727">
                  <c:v>46216</c:v>
                </c:pt>
                <c:pt idx="1728">
                  <c:v>46217</c:v>
                </c:pt>
                <c:pt idx="1729">
                  <c:v>46218</c:v>
                </c:pt>
                <c:pt idx="1730">
                  <c:v>46219</c:v>
                </c:pt>
                <c:pt idx="1731">
                  <c:v>46220</c:v>
                </c:pt>
                <c:pt idx="1732">
                  <c:v>46221</c:v>
                </c:pt>
                <c:pt idx="1733">
                  <c:v>46222</c:v>
                </c:pt>
                <c:pt idx="1734">
                  <c:v>46223</c:v>
                </c:pt>
                <c:pt idx="1735">
                  <c:v>46224</c:v>
                </c:pt>
                <c:pt idx="1736">
                  <c:v>46225</c:v>
                </c:pt>
                <c:pt idx="1737">
                  <c:v>46226</c:v>
                </c:pt>
                <c:pt idx="1738">
                  <c:v>46227</c:v>
                </c:pt>
                <c:pt idx="1739">
                  <c:v>46228</c:v>
                </c:pt>
                <c:pt idx="1740">
                  <c:v>46229</c:v>
                </c:pt>
                <c:pt idx="1741">
                  <c:v>46230</c:v>
                </c:pt>
                <c:pt idx="1742">
                  <c:v>46231</c:v>
                </c:pt>
                <c:pt idx="1743">
                  <c:v>46232</c:v>
                </c:pt>
                <c:pt idx="1744">
                  <c:v>46233</c:v>
                </c:pt>
                <c:pt idx="1745">
                  <c:v>46234</c:v>
                </c:pt>
                <c:pt idx="1746">
                  <c:v>46235</c:v>
                </c:pt>
                <c:pt idx="1747">
                  <c:v>46236</c:v>
                </c:pt>
                <c:pt idx="1748">
                  <c:v>46237</c:v>
                </c:pt>
                <c:pt idx="1749">
                  <c:v>46238</c:v>
                </c:pt>
                <c:pt idx="1750">
                  <c:v>46239</c:v>
                </c:pt>
                <c:pt idx="1751">
                  <c:v>46240</c:v>
                </c:pt>
                <c:pt idx="1752">
                  <c:v>46241</c:v>
                </c:pt>
                <c:pt idx="1753">
                  <c:v>46242</c:v>
                </c:pt>
                <c:pt idx="1754">
                  <c:v>46243</c:v>
                </c:pt>
                <c:pt idx="1755">
                  <c:v>46244</c:v>
                </c:pt>
                <c:pt idx="1756">
                  <c:v>46245</c:v>
                </c:pt>
                <c:pt idx="1757">
                  <c:v>46246</c:v>
                </c:pt>
                <c:pt idx="1758">
                  <c:v>46247</c:v>
                </c:pt>
                <c:pt idx="1759">
                  <c:v>46248</c:v>
                </c:pt>
                <c:pt idx="1760">
                  <c:v>46249</c:v>
                </c:pt>
                <c:pt idx="1761">
                  <c:v>46250</c:v>
                </c:pt>
                <c:pt idx="1762">
                  <c:v>46251</c:v>
                </c:pt>
                <c:pt idx="1763">
                  <c:v>46252</c:v>
                </c:pt>
                <c:pt idx="1764">
                  <c:v>46253</c:v>
                </c:pt>
                <c:pt idx="1765">
                  <c:v>46254</c:v>
                </c:pt>
                <c:pt idx="1766">
                  <c:v>46255</c:v>
                </c:pt>
                <c:pt idx="1767">
                  <c:v>46256</c:v>
                </c:pt>
                <c:pt idx="1768">
                  <c:v>46257</c:v>
                </c:pt>
                <c:pt idx="1769">
                  <c:v>46258</c:v>
                </c:pt>
                <c:pt idx="1770">
                  <c:v>46259</c:v>
                </c:pt>
                <c:pt idx="1771">
                  <c:v>46260</c:v>
                </c:pt>
                <c:pt idx="1772">
                  <c:v>46261</c:v>
                </c:pt>
                <c:pt idx="1773">
                  <c:v>46262</c:v>
                </c:pt>
                <c:pt idx="1774">
                  <c:v>46263</c:v>
                </c:pt>
                <c:pt idx="1775">
                  <c:v>46264</c:v>
                </c:pt>
                <c:pt idx="1776">
                  <c:v>46265</c:v>
                </c:pt>
                <c:pt idx="1777">
                  <c:v>46266</c:v>
                </c:pt>
                <c:pt idx="1778">
                  <c:v>46267</c:v>
                </c:pt>
                <c:pt idx="1779">
                  <c:v>46268</c:v>
                </c:pt>
                <c:pt idx="1780">
                  <c:v>46269</c:v>
                </c:pt>
                <c:pt idx="1781">
                  <c:v>46270</c:v>
                </c:pt>
                <c:pt idx="1782">
                  <c:v>46271</c:v>
                </c:pt>
                <c:pt idx="1783">
                  <c:v>46272</c:v>
                </c:pt>
                <c:pt idx="1784">
                  <c:v>46273</c:v>
                </c:pt>
                <c:pt idx="1785">
                  <c:v>46274</c:v>
                </c:pt>
                <c:pt idx="1786">
                  <c:v>46275</c:v>
                </c:pt>
                <c:pt idx="1787">
                  <c:v>46276</c:v>
                </c:pt>
                <c:pt idx="1788">
                  <c:v>46277</c:v>
                </c:pt>
                <c:pt idx="1789">
                  <c:v>46278</c:v>
                </c:pt>
                <c:pt idx="1790">
                  <c:v>46279</c:v>
                </c:pt>
                <c:pt idx="1791">
                  <c:v>46280</c:v>
                </c:pt>
                <c:pt idx="1792">
                  <c:v>46281</c:v>
                </c:pt>
                <c:pt idx="1793">
                  <c:v>46282</c:v>
                </c:pt>
                <c:pt idx="1794">
                  <c:v>46283</c:v>
                </c:pt>
                <c:pt idx="1795">
                  <c:v>46284</c:v>
                </c:pt>
                <c:pt idx="1796">
                  <c:v>46285</c:v>
                </c:pt>
                <c:pt idx="1797">
                  <c:v>46286</c:v>
                </c:pt>
                <c:pt idx="1798">
                  <c:v>46287</c:v>
                </c:pt>
                <c:pt idx="1799">
                  <c:v>46288</c:v>
                </c:pt>
                <c:pt idx="1800">
                  <c:v>46289</c:v>
                </c:pt>
                <c:pt idx="1801">
                  <c:v>46290</c:v>
                </c:pt>
                <c:pt idx="1802">
                  <c:v>46291</c:v>
                </c:pt>
                <c:pt idx="1803">
                  <c:v>46292</c:v>
                </c:pt>
                <c:pt idx="1804">
                  <c:v>46293</c:v>
                </c:pt>
                <c:pt idx="1805">
                  <c:v>46294</c:v>
                </c:pt>
                <c:pt idx="1806">
                  <c:v>46295</c:v>
                </c:pt>
                <c:pt idx="1807">
                  <c:v>46296</c:v>
                </c:pt>
                <c:pt idx="1808">
                  <c:v>46297</c:v>
                </c:pt>
                <c:pt idx="1809">
                  <c:v>46298</c:v>
                </c:pt>
                <c:pt idx="1810">
                  <c:v>46299</c:v>
                </c:pt>
                <c:pt idx="1811">
                  <c:v>46300</c:v>
                </c:pt>
                <c:pt idx="1812">
                  <c:v>46301</c:v>
                </c:pt>
                <c:pt idx="1813">
                  <c:v>46302</c:v>
                </c:pt>
                <c:pt idx="1814">
                  <c:v>46303</c:v>
                </c:pt>
                <c:pt idx="1815">
                  <c:v>46304</c:v>
                </c:pt>
                <c:pt idx="1816">
                  <c:v>46305</c:v>
                </c:pt>
                <c:pt idx="1817">
                  <c:v>46306</c:v>
                </c:pt>
                <c:pt idx="1818">
                  <c:v>46307</c:v>
                </c:pt>
                <c:pt idx="1819">
                  <c:v>46308</c:v>
                </c:pt>
                <c:pt idx="1820">
                  <c:v>46309</c:v>
                </c:pt>
                <c:pt idx="1821">
                  <c:v>46310</c:v>
                </c:pt>
                <c:pt idx="1822">
                  <c:v>46311</c:v>
                </c:pt>
                <c:pt idx="1823">
                  <c:v>46312</c:v>
                </c:pt>
                <c:pt idx="1824">
                  <c:v>46313</c:v>
                </c:pt>
                <c:pt idx="1825">
                  <c:v>46314</c:v>
                </c:pt>
                <c:pt idx="1826">
                  <c:v>46315</c:v>
                </c:pt>
                <c:pt idx="1827">
                  <c:v>46316</c:v>
                </c:pt>
                <c:pt idx="1828">
                  <c:v>46317</c:v>
                </c:pt>
              </c:numCache>
            </c:numRef>
          </c:cat>
          <c:val>
            <c:numRef>
              <c:f>Source!$AY$3:$AY$3656</c:f>
              <c:numCache>
                <c:formatCode>General</c:formatCode>
                <c:ptCount val="3654"/>
                <c:pt idx="0">
                  <c:v>12.690009546476526</c:v>
                </c:pt>
                <c:pt idx="1">
                  <c:v>12.690009546476526</c:v>
                </c:pt>
                <c:pt idx="2">
                  <c:v>12.690009546476526</c:v>
                </c:pt>
                <c:pt idx="3">
                  <c:v>12.690009546476526</c:v>
                </c:pt>
                <c:pt idx="4">
                  <c:v>12.690009546476526</c:v>
                </c:pt>
                <c:pt idx="5">
                  <c:v>12.690009546476526</c:v>
                </c:pt>
                <c:pt idx="6">
                  <c:v>12.690009546476526</c:v>
                </c:pt>
                <c:pt idx="7">
                  <c:v>12.690009546476526</c:v>
                </c:pt>
                <c:pt idx="8">
                  <c:v>12.690009546476526</c:v>
                </c:pt>
                <c:pt idx="9">
                  <c:v>12.690009546476526</c:v>
                </c:pt>
                <c:pt idx="10">
                  <c:v>12.690009546476526</c:v>
                </c:pt>
                <c:pt idx="11">
                  <c:v>12.690009546476526</c:v>
                </c:pt>
                <c:pt idx="12">
                  <c:v>12.690009546476526</c:v>
                </c:pt>
                <c:pt idx="13">
                  <c:v>12.690009546476526</c:v>
                </c:pt>
                <c:pt idx="14">
                  <c:v>12.690009546476526</c:v>
                </c:pt>
                <c:pt idx="15">
                  <c:v>12.690009546476526</c:v>
                </c:pt>
                <c:pt idx="16">
                  <c:v>12.690009546476526</c:v>
                </c:pt>
                <c:pt idx="17">
                  <c:v>12.690009546476526</c:v>
                </c:pt>
                <c:pt idx="18">
                  <c:v>12.690009546476526</c:v>
                </c:pt>
                <c:pt idx="19">
                  <c:v>12.690009546476526</c:v>
                </c:pt>
                <c:pt idx="20">
                  <c:v>12.690009546476526</c:v>
                </c:pt>
                <c:pt idx="21">
                  <c:v>12.690009546476526</c:v>
                </c:pt>
                <c:pt idx="22">
                  <c:v>12.690009546476526</c:v>
                </c:pt>
                <c:pt idx="23">
                  <c:v>12.690009546476526</c:v>
                </c:pt>
                <c:pt idx="24">
                  <c:v>12.690009546476526</c:v>
                </c:pt>
                <c:pt idx="25">
                  <c:v>12.690009546476526</c:v>
                </c:pt>
                <c:pt idx="26">
                  <c:v>12.690009546476526</c:v>
                </c:pt>
                <c:pt idx="27">
                  <c:v>12.690009546476526</c:v>
                </c:pt>
                <c:pt idx="28">
                  <c:v>12.690009546476526</c:v>
                </c:pt>
                <c:pt idx="29">
                  <c:v>12.690009546476526</c:v>
                </c:pt>
                <c:pt idx="30">
                  <c:v>12.690009546476526</c:v>
                </c:pt>
                <c:pt idx="31">
                  <c:v>12.690009546476526</c:v>
                </c:pt>
                <c:pt idx="32">
                  <c:v>12.690009546476526</c:v>
                </c:pt>
                <c:pt idx="33">
                  <c:v>12.690009546476526</c:v>
                </c:pt>
                <c:pt idx="34">
                  <c:v>12.690009546476526</c:v>
                </c:pt>
                <c:pt idx="35">
                  <c:v>12.690009546476526</c:v>
                </c:pt>
                <c:pt idx="36">
                  <c:v>12.690009546476526</c:v>
                </c:pt>
                <c:pt idx="37">
                  <c:v>12.690009546476526</c:v>
                </c:pt>
                <c:pt idx="38">
                  <c:v>12.690009546476526</c:v>
                </c:pt>
                <c:pt idx="39">
                  <c:v>12.690009546476526</c:v>
                </c:pt>
                <c:pt idx="40">
                  <c:v>12.690009546476526</c:v>
                </c:pt>
                <c:pt idx="41">
                  <c:v>12.690009546476526</c:v>
                </c:pt>
                <c:pt idx="42">
                  <c:v>12.690009546476526</c:v>
                </c:pt>
                <c:pt idx="43">
                  <c:v>12.690009546476526</c:v>
                </c:pt>
                <c:pt idx="44">
                  <c:v>12.690009546476526</c:v>
                </c:pt>
                <c:pt idx="45">
                  <c:v>12.690009546476526</c:v>
                </c:pt>
                <c:pt idx="46">
                  <c:v>12.690009546476526</c:v>
                </c:pt>
                <c:pt idx="47">
                  <c:v>12.690009546476526</c:v>
                </c:pt>
                <c:pt idx="48">
                  <c:v>12.690009546476526</c:v>
                </c:pt>
                <c:pt idx="49">
                  <c:v>12.690009546476526</c:v>
                </c:pt>
                <c:pt idx="50">
                  <c:v>12.690009546476526</c:v>
                </c:pt>
                <c:pt idx="51">
                  <c:v>12.690009546476526</c:v>
                </c:pt>
                <c:pt idx="52">
                  <c:v>12.690009546476526</c:v>
                </c:pt>
                <c:pt idx="53">
                  <c:v>12.690009546476526</c:v>
                </c:pt>
                <c:pt idx="54">
                  <c:v>12.690009546476526</c:v>
                </c:pt>
                <c:pt idx="55">
                  <c:v>12.690009546476526</c:v>
                </c:pt>
                <c:pt idx="56">
                  <c:v>12.690009546476526</c:v>
                </c:pt>
                <c:pt idx="57">
                  <c:v>12.690009546476526</c:v>
                </c:pt>
                <c:pt idx="58">
                  <c:v>12.690009546476526</c:v>
                </c:pt>
                <c:pt idx="59">
                  <c:v>12.690009546476526</c:v>
                </c:pt>
                <c:pt idx="60">
                  <c:v>12.690009546476526</c:v>
                </c:pt>
                <c:pt idx="61">
                  <c:v>12.690009546476526</c:v>
                </c:pt>
                <c:pt idx="62">
                  <c:v>12.690009546476526</c:v>
                </c:pt>
                <c:pt idx="63">
                  <c:v>12.690009546476526</c:v>
                </c:pt>
                <c:pt idx="64">
                  <c:v>12.690009546476526</c:v>
                </c:pt>
                <c:pt idx="65">
                  <c:v>12.690009546476526</c:v>
                </c:pt>
                <c:pt idx="66">
                  <c:v>12.690009546476526</c:v>
                </c:pt>
                <c:pt idx="67">
                  <c:v>12.690009546476526</c:v>
                </c:pt>
                <c:pt idx="68">
                  <c:v>12.690009546476526</c:v>
                </c:pt>
                <c:pt idx="69">
                  <c:v>12.690009546476526</c:v>
                </c:pt>
                <c:pt idx="70">
                  <c:v>12.690009546476526</c:v>
                </c:pt>
                <c:pt idx="71">
                  <c:v>12.690009546476526</c:v>
                </c:pt>
                <c:pt idx="72">
                  <c:v>12.690009546476526</c:v>
                </c:pt>
                <c:pt idx="73">
                  <c:v>12.690009546476526</c:v>
                </c:pt>
                <c:pt idx="74">
                  <c:v>12.690009546476526</c:v>
                </c:pt>
                <c:pt idx="75">
                  <c:v>12.690009546476526</c:v>
                </c:pt>
                <c:pt idx="76">
                  <c:v>12.690009546476526</c:v>
                </c:pt>
                <c:pt idx="77">
                  <c:v>12.690009546476526</c:v>
                </c:pt>
                <c:pt idx="78">
                  <c:v>12.690009546476526</c:v>
                </c:pt>
                <c:pt idx="79">
                  <c:v>12.690009546476526</c:v>
                </c:pt>
                <c:pt idx="80">
                  <c:v>12.690009546476526</c:v>
                </c:pt>
                <c:pt idx="81">
                  <c:v>12.690009546476526</c:v>
                </c:pt>
                <c:pt idx="82">
                  <c:v>12.690009546476526</c:v>
                </c:pt>
                <c:pt idx="83">
                  <c:v>12.690009546476526</c:v>
                </c:pt>
                <c:pt idx="84">
                  <c:v>12.690009546476526</c:v>
                </c:pt>
                <c:pt idx="85">
                  <c:v>12.690009546476526</c:v>
                </c:pt>
                <c:pt idx="86">
                  <c:v>12.690009546476526</c:v>
                </c:pt>
                <c:pt idx="87">
                  <c:v>12.690009546476526</c:v>
                </c:pt>
                <c:pt idx="88">
                  <c:v>12.690009546476526</c:v>
                </c:pt>
                <c:pt idx="89">
                  <c:v>12.690009546476526</c:v>
                </c:pt>
                <c:pt idx="90">
                  <c:v>12.690009546476526</c:v>
                </c:pt>
                <c:pt idx="91">
                  <c:v>12.690009546476526</c:v>
                </c:pt>
                <c:pt idx="92">
                  <c:v>12.690009546476526</c:v>
                </c:pt>
                <c:pt idx="93">
                  <c:v>12.690009546476526</c:v>
                </c:pt>
                <c:pt idx="94">
                  <c:v>12.690009546476526</c:v>
                </c:pt>
                <c:pt idx="95">
                  <c:v>12.690009546476526</c:v>
                </c:pt>
                <c:pt idx="96">
                  <c:v>12.690009546476526</c:v>
                </c:pt>
                <c:pt idx="97">
                  <c:v>12.690009546476526</c:v>
                </c:pt>
                <c:pt idx="98">
                  <c:v>12.690009546476526</c:v>
                </c:pt>
                <c:pt idx="99">
                  <c:v>12.690009546476526</c:v>
                </c:pt>
                <c:pt idx="100">
                  <c:v>12.690009546476526</c:v>
                </c:pt>
                <c:pt idx="101">
                  <c:v>12.690009546476526</c:v>
                </c:pt>
                <c:pt idx="102">
                  <c:v>12.690009546476526</c:v>
                </c:pt>
                <c:pt idx="103">
                  <c:v>12.690009546476526</c:v>
                </c:pt>
                <c:pt idx="104">
                  <c:v>12.690009546476526</c:v>
                </c:pt>
                <c:pt idx="105">
                  <c:v>12.690009546476526</c:v>
                </c:pt>
                <c:pt idx="106">
                  <c:v>12.690009546476526</c:v>
                </c:pt>
                <c:pt idx="107">
                  <c:v>12.690009546476526</c:v>
                </c:pt>
                <c:pt idx="108">
                  <c:v>12.690009546476526</c:v>
                </c:pt>
                <c:pt idx="109">
                  <c:v>12.690009546476526</c:v>
                </c:pt>
                <c:pt idx="110">
                  <c:v>12.690009546476526</c:v>
                </c:pt>
                <c:pt idx="111">
                  <c:v>12.690009546476526</c:v>
                </c:pt>
                <c:pt idx="112">
                  <c:v>12.690009546476526</c:v>
                </c:pt>
                <c:pt idx="113">
                  <c:v>12.690009546476526</c:v>
                </c:pt>
                <c:pt idx="114">
                  <c:v>12.690009546476526</c:v>
                </c:pt>
                <c:pt idx="115">
                  <c:v>12.690009546476526</c:v>
                </c:pt>
                <c:pt idx="116">
                  <c:v>12.690009546476526</c:v>
                </c:pt>
                <c:pt idx="117">
                  <c:v>12.690009546476526</c:v>
                </c:pt>
                <c:pt idx="118">
                  <c:v>12.690009546476526</c:v>
                </c:pt>
                <c:pt idx="119">
                  <c:v>12.690009546476526</c:v>
                </c:pt>
                <c:pt idx="120">
                  <c:v>12.690009546476526</c:v>
                </c:pt>
                <c:pt idx="121">
                  <c:v>12.690009546476526</c:v>
                </c:pt>
                <c:pt idx="122">
                  <c:v>12.690009546476526</c:v>
                </c:pt>
                <c:pt idx="123">
                  <c:v>12.690009546476526</c:v>
                </c:pt>
                <c:pt idx="124">
                  <c:v>12.690009546476526</c:v>
                </c:pt>
                <c:pt idx="125">
                  <c:v>12.690009546476526</c:v>
                </c:pt>
                <c:pt idx="126">
                  <c:v>12.690009546476526</c:v>
                </c:pt>
                <c:pt idx="127">
                  <c:v>12.690009546476526</c:v>
                </c:pt>
                <c:pt idx="128">
                  <c:v>12.690009546476526</c:v>
                </c:pt>
                <c:pt idx="129">
                  <c:v>12.690009546476526</c:v>
                </c:pt>
                <c:pt idx="130">
                  <c:v>12.690009546476526</c:v>
                </c:pt>
                <c:pt idx="131">
                  <c:v>12.690009546476526</c:v>
                </c:pt>
                <c:pt idx="132">
                  <c:v>12.690009546476526</c:v>
                </c:pt>
                <c:pt idx="133">
                  <c:v>12.690009546476526</c:v>
                </c:pt>
                <c:pt idx="134">
                  <c:v>12.690009546476526</c:v>
                </c:pt>
                <c:pt idx="135">
                  <c:v>12.690009546476526</c:v>
                </c:pt>
                <c:pt idx="136">
                  <c:v>12.690009546476526</c:v>
                </c:pt>
                <c:pt idx="137">
                  <c:v>12.690009546476526</c:v>
                </c:pt>
                <c:pt idx="138">
                  <c:v>12.690009546476526</c:v>
                </c:pt>
                <c:pt idx="139">
                  <c:v>12.690009546476526</c:v>
                </c:pt>
                <c:pt idx="140">
                  <c:v>12.690009546476526</c:v>
                </c:pt>
                <c:pt idx="141">
                  <c:v>12.690009546476526</c:v>
                </c:pt>
                <c:pt idx="142">
                  <c:v>12.690009546476526</c:v>
                </c:pt>
                <c:pt idx="143">
                  <c:v>12.690009546476526</c:v>
                </c:pt>
                <c:pt idx="144">
                  <c:v>12.690009546476526</c:v>
                </c:pt>
                <c:pt idx="145">
                  <c:v>12.690009546476526</c:v>
                </c:pt>
                <c:pt idx="146">
                  <c:v>12.690009546476526</c:v>
                </c:pt>
                <c:pt idx="147">
                  <c:v>12.690009546476526</c:v>
                </c:pt>
                <c:pt idx="148">
                  <c:v>12.690009546476526</c:v>
                </c:pt>
                <c:pt idx="149">
                  <c:v>12.690009546476526</c:v>
                </c:pt>
                <c:pt idx="150">
                  <c:v>12.690009546476526</c:v>
                </c:pt>
                <c:pt idx="151">
                  <c:v>12.690009546476526</c:v>
                </c:pt>
                <c:pt idx="152">
                  <c:v>12.690009546476526</c:v>
                </c:pt>
                <c:pt idx="153">
                  <c:v>12.690009546476526</c:v>
                </c:pt>
                <c:pt idx="154">
                  <c:v>12.690009546476526</c:v>
                </c:pt>
                <c:pt idx="155">
                  <c:v>12.690009546476526</c:v>
                </c:pt>
                <c:pt idx="156">
                  <c:v>12.690009546476526</c:v>
                </c:pt>
                <c:pt idx="157">
                  <c:v>12.690009546476526</c:v>
                </c:pt>
                <c:pt idx="158">
                  <c:v>12.690009546476526</c:v>
                </c:pt>
                <c:pt idx="159">
                  <c:v>12.690009546476526</c:v>
                </c:pt>
                <c:pt idx="160">
                  <c:v>12.690009546476526</c:v>
                </c:pt>
                <c:pt idx="161">
                  <c:v>12.690009546476526</c:v>
                </c:pt>
                <c:pt idx="162">
                  <c:v>12.690009546476526</c:v>
                </c:pt>
                <c:pt idx="163">
                  <c:v>12.690009546476526</c:v>
                </c:pt>
                <c:pt idx="164">
                  <c:v>12.690009546476526</c:v>
                </c:pt>
                <c:pt idx="165">
                  <c:v>12.690009546476526</c:v>
                </c:pt>
                <c:pt idx="166">
                  <c:v>12.690009546476526</c:v>
                </c:pt>
                <c:pt idx="167">
                  <c:v>12.690009546476526</c:v>
                </c:pt>
                <c:pt idx="168">
                  <c:v>12.690009546476526</c:v>
                </c:pt>
                <c:pt idx="169">
                  <c:v>12.690009546476526</c:v>
                </c:pt>
                <c:pt idx="170">
                  <c:v>12.690009546476526</c:v>
                </c:pt>
                <c:pt idx="171">
                  <c:v>12.690009546476526</c:v>
                </c:pt>
                <c:pt idx="172">
                  <c:v>12.690009546476526</c:v>
                </c:pt>
                <c:pt idx="173">
                  <c:v>12.690009546476526</c:v>
                </c:pt>
                <c:pt idx="174">
                  <c:v>12.690009546476526</c:v>
                </c:pt>
                <c:pt idx="175">
                  <c:v>12.690009546476526</c:v>
                </c:pt>
                <c:pt idx="176">
                  <c:v>12.690009546476526</c:v>
                </c:pt>
                <c:pt idx="177">
                  <c:v>12.690009546476526</c:v>
                </c:pt>
                <c:pt idx="178">
                  <c:v>12.690009546476526</c:v>
                </c:pt>
                <c:pt idx="179">
                  <c:v>12.690009546476526</c:v>
                </c:pt>
                <c:pt idx="180">
                  <c:v>12.690009546476526</c:v>
                </c:pt>
                <c:pt idx="181">
                  <c:v>12.690009546476526</c:v>
                </c:pt>
                <c:pt idx="182">
                  <c:v>12.690009546476526</c:v>
                </c:pt>
                <c:pt idx="183">
                  <c:v>12.690009546476526</c:v>
                </c:pt>
                <c:pt idx="184">
                  <c:v>12.690009546476526</c:v>
                </c:pt>
                <c:pt idx="185">
                  <c:v>12.690009546476526</c:v>
                </c:pt>
                <c:pt idx="186">
                  <c:v>12.690009546476526</c:v>
                </c:pt>
                <c:pt idx="187">
                  <c:v>12.690009546476526</c:v>
                </c:pt>
                <c:pt idx="188">
                  <c:v>12.690009546476526</c:v>
                </c:pt>
                <c:pt idx="189">
                  <c:v>12.690009546476526</c:v>
                </c:pt>
                <c:pt idx="190">
                  <c:v>12.690009546476526</c:v>
                </c:pt>
                <c:pt idx="191">
                  <c:v>12.690009546476526</c:v>
                </c:pt>
                <c:pt idx="192">
                  <c:v>12.690009546476526</c:v>
                </c:pt>
                <c:pt idx="193">
                  <c:v>12.690009546476526</c:v>
                </c:pt>
                <c:pt idx="194">
                  <c:v>12.690009546476526</c:v>
                </c:pt>
                <c:pt idx="195">
                  <c:v>12.690009546476526</c:v>
                </c:pt>
                <c:pt idx="196">
                  <c:v>12.690009546476526</c:v>
                </c:pt>
                <c:pt idx="197">
                  <c:v>12.690009546476526</c:v>
                </c:pt>
                <c:pt idx="198">
                  <c:v>12.690009546476526</c:v>
                </c:pt>
                <c:pt idx="199">
                  <c:v>12.690009546476526</c:v>
                </c:pt>
                <c:pt idx="200">
                  <c:v>12.690009546476526</c:v>
                </c:pt>
                <c:pt idx="201">
                  <c:v>12.690009546476526</c:v>
                </c:pt>
                <c:pt idx="202">
                  <c:v>12.690009546476526</c:v>
                </c:pt>
                <c:pt idx="203">
                  <c:v>12.690009546476526</c:v>
                </c:pt>
                <c:pt idx="204">
                  <c:v>12.690009546476526</c:v>
                </c:pt>
                <c:pt idx="205">
                  <c:v>12.690009546476526</c:v>
                </c:pt>
                <c:pt idx="206">
                  <c:v>12.690009546476526</c:v>
                </c:pt>
                <c:pt idx="207">
                  <c:v>12.690009546476526</c:v>
                </c:pt>
                <c:pt idx="208">
                  <c:v>12.690009546476526</c:v>
                </c:pt>
                <c:pt idx="209">
                  <c:v>12.690009546476526</c:v>
                </c:pt>
                <c:pt idx="210">
                  <c:v>12.690009546476526</c:v>
                </c:pt>
                <c:pt idx="211">
                  <c:v>12.690009546476526</c:v>
                </c:pt>
                <c:pt idx="212">
                  <c:v>12.690009546476526</c:v>
                </c:pt>
                <c:pt idx="213">
                  <c:v>12.690009546476526</c:v>
                </c:pt>
                <c:pt idx="214">
                  <c:v>12.690009546476526</c:v>
                </c:pt>
                <c:pt idx="215">
                  <c:v>12.690009546476526</c:v>
                </c:pt>
                <c:pt idx="216">
                  <c:v>12.690009546476526</c:v>
                </c:pt>
                <c:pt idx="217">
                  <c:v>12.690009546476526</c:v>
                </c:pt>
                <c:pt idx="218">
                  <c:v>12.690009546476526</c:v>
                </c:pt>
                <c:pt idx="219">
                  <c:v>12.690009546476526</c:v>
                </c:pt>
                <c:pt idx="220">
                  <c:v>12.690009546476526</c:v>
                </c:pt>
                <c:pt idx="221">
                  <c:v>12.690009546476526</c:v>
                </c:pt>
                <c:pt idx="222">
                  <c:v>12.690009546476526</c:v>
                </c:pt>
                <c:pt idx="223">
                  <c:v>12.690009546476526</c:v>
                </c:pt>
                <c:pt idx="224">
                  <c:v>12.690009546476526</c:v>
                </c:pt>
                <c:pt idx="225">
                  <c:v>12.690009546476526</c:v>
                </c:pt>
                <c:pt idx="226">
                  <c:v>12.690009546476526</c:v>
                </c:pt>
                <c:pt idx="227">
                  <c:v>12.690009546476526</c:v>
                </c:pt>
                <c:pt idx="228">
                  <c:v>12.690009546476526</c:v>
                </c:pt>
                <c:pt idx="229">
                  <c:v>12.690009546476526</c:v>
                </c:pt>
                <c:pt idx="230">
                  <c:v>12.690009546476526</c:v>
                </c:pt>
                <c:pt idx="231">
                  <c:v>12.690009546476526</c:v>
                </c:pt>
                <c:pt idx="232">
                  <c:v>12.690009546476526</c:v>
                </c:pt>
                <c:pt idx="233">
                  <c:v>12.690009546476526</c:v>
                </c:pt>
                <c:pt idx="234">
                  <c:v>12.690009546476526</c:v>
                </c:pt>
                <c:pt idx="235">
                  <c:v>12.690009546476526</c:v>
                </c:pt>
                <c:pt idx="236">
                  <c:v>12.690009546476526</c:v>
                </c:pt>
                <c:pt idx="237">
                  <c:v>12.690009546476526</c:v>
                </c:pt>
                <c:pt idx="238">
                  <c:v>12.690009546476526</c:v>
                </c:pt>
                <c:pt idx="239">
                  <c:v>12.690009546476526</c:v>
                </c:pt>
                <c:pt idx="240">
                  <c:v>12.690009546476526</c:v>
                </c:pt>
                <c:pt idx="241">
                  <c:v>12.690009546476526</c:v>
                </c:pt>
                <c:pt idx="242">
                  <c:v>12.690009546476526</c:v>
                </c:pt>
                <c:pt idx="243">
                  <c:v>12.690009546476526</c:v>
                </c:pt>
                <c:pt idx="244">
                  <c:v>12.690009546476526</c:v>
                </c:pt>
                <c:pt idx="245">
                  <c:v>12.690009546476526</c:v>
                </c:pt>
                <c:pt idx="246">
                  <c:v>12.690009546476526</c:v>
                </c:pt>
                <c:pt idx="247">
                  <c:v>12.690009546476526</c:v>
                </c:pt>
                <c:pt idx="248">
                  <c:v>12.690009546476526</c:v>
                </c:pt>
                <c:pt idx="249">
                  <c:v>12.690009546476526</c:v>
                </c:pt>
                <c:pt idx="250">
                  <c:v>12.690009546476526</c:v>
                </c:pt>
                <c:pt idx="251">
                  <c:v>12.690009546476526</c:v>
                </c:pt>
                <c:pt idx="252">
                  <c:v>12.690009546476526</c:v>
                </c:pt>
                <c:pt idx="253">
                  <c:v>12.690009546476526</c:v>
                </c:pt>
                <c:pt idx="254">
                  <c:v>12.690009546476526</c:v>
                </c:pt>
                <c:pt idx="255">
                  <c:v>12.690009546476526</c:v>
                </c:pt>
                <c:pt idx="256">
                  <c:v>12.690009546476526</c:v>
                </c:pt>
                <c:pt idx="257">
                  <c:v>12.690009546476526</c:v>
                </c:pt>
                <c:pt idx="258">
                  <c:v>12.690009546476526</c:v>
                </c:pt>
                <c:pt idx="259">
                  <c:v>12.690009546476526</c:v>
                </c:pt>
                <c:pt idx="260">
                  <c:v>12.690009546476526</c:v>
                </c:pt>
                <c:pt idx="261">
                  <c:v>12.690009546476526</c:v>
                </c:pt>
                <c:pt idx="262">
                  <c:v>12.690009546476526</c:v>
                </c:pt>
                <c:pt idx="263">
                  <c:v>12.690009546476526</c:v>
                </c:pt>
                <c:pt idx="264">
                  <c:v>12.690009546476526</c:v>
                </c:pt>
                <c:pt idx="265">
                  <c:v>12.690009546476526</c:v>
                </c:pt>
                <c:pt idx="266">
                  <c:v>12.690009546476526</c:v>
                </c:pt>
                <c:pt idx="267">
                  <c:v>12.690009546476526</c:v>
                </c:pt>
                <c:pt idx="268">
                  <c:v>12.690009546476526</c:v>
                </c:pt>
                <c:pt idx="269">
                  <c:v>12.690009546476526</c:v>
                </c:pt>
                <c:pt idx="270">
                  <c:v>12.690009546476526</c:v>
                </c:pt>
                <c:pt idx="271">
                  <c:v>12.690009546476526</c:v>
                </c:pt>
                <c:pt idx="272">
                  <c:v>12.690009546476526</c:v>
                </c:pt>
                <c:pt idx="273">
                  <c:v>12.690009546476526</c:v>
                </c:pt>
                <c:pt idx="274">
                  <c:v>12.690009546476526</c:v>
                </c:pt>
                <c:pt idx="275">
                  <c:v>12.690009546476526</c:v>
                </c:pt>
                <c:pt idx="276">
                  <c:v>12.690009546476526</c:v>
                </c:pt>
                <c:pt idx="277">
                  <c:v>12.690009546476526</c:v>
                </c:pt>
                <c:pt idx="278">
                  <c:v>12.690009546476526</c:v>
                </c:pt>
                <c:pt idx="279">
                  <c:v>12.690009546476526</c:v>
                </c:pt>
                <c:pt idx="280">
                  <c:v>12.690009546476526</c:v>
                </c:pt>
                <c:pt idx="281">
                  <c:v>12.690009546476526</c:v>
                </c:pt>
                <c:pt idx="282">
                  <c:v>12.690009546476526</c:v>
                </c:pt>
                <c:pt idx="283">
                  <c:v>12.690009546476526</c:v>
                </c:pt>
                <c:pt idx="284">
                  <c:v>12.690009546476526</c:v>
                </c:pt>
                <c:pt idx="285">
                  <c:v>12.690009546476526</c:v>
                </c:pt>
                <c:pt idx="286">
                  <c:v>12.690009546476526</c:v>
                </c:pt>
                <c:pt idx="287">
                  <c:v>12.690009546476526</c:v>
                </c:pt>
                <c:pt idx="288">
                  <c:v>12.690009546476526</c:v>
                </c:pt>
                <c:pt idx="289">
                  <c:v>12.690009546476526</c:v>
                </c:pt>
                <c:pt idx="290">
                  <c:v>12.690009546476526</c:v>
                </c:pt>
                <c:pt idx="291">
                  <c:v>12.690009546476526</c:v>
                </c:pt>
                <c:pt idx="292">
                  <c:v>12.690009546476526</c:v>
                </c:pt>
                <c:pt idx="293">
                  <c:v>12.690009546476526</c:v>
                </c:pt>
                <c:pt idx="294">
                  <c:v>12.690009546476526</c:v>
                </c:pt>
                <c:pt idx="295">
                  <c:v>12.690009546476526</c:v>
                </c:pt>
                <c:pt idx="296">
                  <c:v>12.690009546476526</c:v>
                </c:pt>
                <c:pt idx="297">
                  <c:v>12.690009546476526</c:v>
                </c:pt>
                <c:pt idx="298">
                  <c:v>12.690009546476526</c:v>
                </c:pt>
                <c:pt idx="299">
                  <c:v>12.690009546476526</c:v>
                </c:pt>
                <c:pt idx="300">
                  <c:v>12.690009546476526</c:v>
                </c:pt>
                <c:pt idx="301">
                  <c:v>12.690009546476526</c:v>
                </c:pt>
                <c:pt idx="302">
                  <c:v>12.690009546476526</c:v>
                </c:pt>
                <c:pt idx="303">
                  <c:v>12.690009546476526</c:v>
                </c:pt>
                <c:pt idx="304">
                  <c:v>12.690009546476526</c:v>
                </c:pt>
                <c:pt idx="305">
                  <c:v>12.690009546476526</c:v>
                </c:pt>
                <c:pt idx="306">
                  <c:v>12.690009546476526</c:v>
                </c:pt>
                <c:pt idx="307">
                  <c:v>12.690009546476526</c:v>
                </c:pt>
                <c:pt idx="308">
                  <c:v>12.690009546476526</c:v>
                </c:pt>
                <c:pt idx="309">
                  <c:v>12.690009546476526</c:v>
                </c:pt>
                <c:pt idx="310">
                  <c:v>12.690009546476526</c:v>
                </c:pt>
                <c:pt idx="311">
                  <c:v>12.690009546476526</c:v>
                </c:pt>
                <c:pt idx="312">
                  <c:v>12.690009546476526</c:v>
                </c:pt>
                <c:pt idx="313">
                  <c:v>12.690009546476526</c:v>
                </c:pt>
                <c:pt idx="314">
                  <c:v>12.690009546476526</c:v>
                </c:pt>
                <c:pt idx="315">
                  <c:v>12.690009546476526</c:v>
                </c:pt>
                <c:pt idx="316">
                  <c:v>12.690009546476526</c:v>
                </c:pt>
                <c:pt idx="317">
                  <c:v>12.690009546476526</c:v>
                </c:pt>
                <c:pt idx="318">
                  <c:v>12.690009546476526</c:v>
                </c:pt>
                <c:pt idx="319">
                  <c:v>12.690009546476526</c:v>
                </c:pt>
                <c:pt idx="320">
                  <c:v>12.690009546476526</c:v>
                </c:pt>
                <c:pt idx="321">
                  <c:v>12.690009546476526</c:v>
                </c:pt>
                <c:pt idx="322">
                  <c:v>12.690009546476526</c:v>
                </c:pt>
                <c:pt idx="323">
                  <c:v>12.690009546476526</c:v>
                </c:pt>
                <c:pt idx="324">
                  <c:v>12.690009546476526</c:v>
                </c:pt>
                <c:pt idx="325">
                  <c:v>12.690009546476526</c:v>
                </c:pt>
                <c:pt idx="326">
                  <c:v>12.690009546476526</c:v>
                </c:pt>
                <c:pt idx="327">
                  <c:v>12.690009546476526</c:v>
                </c:pt>
                <c:pt idx="328">
                  <c:v>12.690009546476526</c:v>
                </c:pt>
                <c:pt idx="329">
                  <c:v>12.690009546476526</c:v>
                </c:pt>
                <c:pt idx="330">
                  <c:v>12.690009546476526</c:v>
                </c:pt>
                <c:pt idx="331">
                  <c:v>12.690009546476526</c:v>
                </c:pt>
                <c:pt idx="332">
                  <c:v>12.690009546476526</c:v>
                </c:pt>
                <c:pt idx="333">
                  <c:v>12.690009546476526</c:v>
                </c:pt>
                <c:pt idx="334">
                  <c:v>12.690009546476526</c:v>
                </c:pt>
                <c:pt idx="335">
                  <c:v>12.690009546476526</c:v>
                </c:pt>
                <c:pt idx="336">
                  <c:v>12.690009546476526</c:v>
                </c:pt>
                <c:pt idx="337">
                  <c:v>12.690009546476526</c:v>
                </c:pt>
                <c:pt idx="338">
                  <c:v>12.690009546476526</c:v>
                </c:pt>
                <c:pt idx="339">
                  <c:v>12.690009546476526</c:v>
                </c:pt>
                <c:pt idx="340">
                  <c:v>12.690009546476526</c:v>
                </c:pt>
                <c:pt idx="341">
                  <c:v>12.690009546476526</c:v>
                </c:pt>
                <c:pt idx="342">
                  <c:v>12.690009546476526</c:v>
                </c:pt>
                <c:pt idx="343">
                  <c:v>12.690009546476526</c:v>
                </c:pt>
                <c:pt idx="344">
                  <c:v>12.690009546476526</c:v>
                </c:pt>
                <c:pt idx="345">
                  <c:v>12.690009546476526</c:v>
                </c:pt>
                <c:pt idx="346">
                  <c:v>12.690009546476526</c:v>
                </c:pt>
                <c:pt idx="347">
                  <c:v>12.690009546476526</c:v>
                </c:pt>
                <c:pt idx="348">
                  <c:v>12.690009546476526</c:v>
                </c:pt>
                <c:pt idx="349">
                  <c:v>12.690009546476526</c:v>
                </c:pt>
                <c:pt idx="350">
                  <c:v>12.690009546476526</c:v>
                </c:pt>
                <c:pt idx="351">
                  <c:v>12.690009546476526</c:v>
                </c:pt>
                <c:pt idx="352">
                  <c:v>12.690009546476526</c:v>
                </c:pt>
                <c:pt idx="353">
                  <c:v>12.690009546476526</c:v>
                </c:pt>
                <c:pt idx="354">
                  <c:v>12.690009546476526</c:v>
                </c:pt>
                <c:pt idx="355">
                  <c:v>12.690009546476526</c:v>
                </c:pt>
                <c:pt idx="356">
                  <c:v>12.690009546476526</c:v>
                </c:pt>
                <c:pt idx="357">
                  <c:v>12.690009546476526</c:v>
                </c:pt>
                <c:pt idx="358">
                  <c:v>12.690009546476526</c:v>
                </c:pt>
                <c:pt idx="359">
                  <c:v>12.690009546476526</c:v>
                </c:pt>
                <c:pt idx="360">
                  <c:v>12.690009546476526</c:v>
                </c:pt>
                <c:pt idx="361">
                  <c:v>12.690009546476526</c:v>
                </c:pt>
                <c:pt idx="362">
                  <c:v>12.690009546476526</c:v>
                </c:pt>
                <c:pt idx="363">
                  <c:v>12.690009546476526</c:v>
                </c:pt>
                <c:pt idx="364">
                  <c:v>12.690009546476526</c:v>
                </c:pt>
                <c:pt idx="365">
                  <c:v>12.690009546476526</c:v>
                </c:pt>
                <c:pt idx="366">
                  <c:v>12.690009546476526</c:v>
                </c:pt>
                <c:pt idx="367">
                  <c:v>12.690009546476526</c:v>
                </c:pt>
                <c:pt idx="368">
                  <c:v>12.690009546476526</c:v>
                </c:pt>
                <c:pt idx="369">
                  <c:v>12.690009546476526</c:v>
                </c:pt>
                <c:pt idx="370">
                  <c:v>12.690009546476526</c:v>
                </c:pt>
                <c:pt idx="371">
                  <c:v>12.690009546476526</c:v>
                </c:pt>
                <c:pt idx="372">
                  <c:v>12.690009546476526</c:v>
                </c:pt>
                <c:pt idx="373">
                  <c:v>12.690009546476526</c:v>
                </c:pt>
                <c:pt idx="374">
                  <c:v>12.690009546476526</c:v>
                </c:pt>
                <c:pt idx="375">
                  <c:v>12.690009546476526</c:v>
                </c:pt>
                <c:pt idx="376">
                  <c:v>12.690009546476526</c:v>
                </c:pt>
                <c:pt idx="377">
                  <c:v>12.690009546476526</c:v>
                </c:pt>
                <c:pt idx="378">
                  <c:v>12.690009546476526</c:v>
                </c:pt>
                <c:pt idx="379">
                  <c:v>12.690009546476526</c:v>
                </c:pt>
                <c:pt idx="380">
                  <c:v>12.690009546476526</c:v>
                </c:pt>
                <c:pt idx="381">
                  <c:v>12.690009546476526</c:v>
                </c:pt>
                <c:pt idx="382">
                  <c:v>12.690009546476526</c:v>
                </c:pt>
                <c:pt idx="383">
                  <c:v>12.690009546476526</c:v>
                </c:pt>
                <c:pt idx="384">
                  <c:v>12.690009546476526</c:v>
                </c:pt>
                <c:pt idx="385">
                  <c:v>12.690009546476526</c:v>
                </c:pt>
                <c:pt idx="386">
                  <c:v>12.690009546476526</c:v>
                </c:pt>
                <c:pt idx="387">
                  <c:v>12.690009546476526</c:v>
                </c:pt>
                <c:pt idx="388">
                  <c:v>12.690009546476526</c:v>
                </c:pt>
                <c:pt idx="389">
                  <c:v>12.690009546476526</c:v>
                </c:pt>
                <c:pt idx="390">
                  <c:v>12.690009546476526</c:v>
                </c:pt>
                <c:pt idx="391">
                  <c:v>12.690009546476526</c:v>
                </c:pt>
                <c:pt idx="392">
                  <c:v>12.690009546476526</c:v>
                </c:pt>
                <c:pt idx="393">
                  <c:v>12.690009546476526</c:v>
                </c:pt>
                <c:pt idx="394">
                  <c:v>12.690009546476526</c:v>
                </c:pt>
                <c:pt idx="395">
                  <c:v>12.690009546476526</c:v>
                </c:pt>
                <c:pt idx="396">
                  <c:v>12.690009546476526</c:v>
                </c:pt>
                <c:pt idx="397">
                  <c:v>12.690009546476526</c:v>
                </c:pt>
                <c:pt idx="398">
                  <c:v>12.690009546476526</c:v>
                </c:pt>
                <c:pt idx="399">
                  <c:v>12.690009546476526</c:v>
                </c:pt>
                <c:pt idx="400">
                  <c:v>12.690009546476526</c:v>
                </c:pt>
                <c:pt idx="401">
                  <c:v>12.690009546476526</c:v>
                </c:pt>
                <c:pt idx="402">
                  <c:v>12.690009546476526</c:v>
                </c:pt>
                <c:pt idx="403">
                  <c:v>12.690009546476526</c:v>
                </c:pt>
                <c:pt idx="404">
                  <c:v>12.690009546476526</c:v>
                </c:pt>
                <c:pt idx="405">
                  <c:v>12.690009546476526</c:v>
                </c:pt>
                <c:pt idx="406">
                  <c:v>12.690009546476526</c:v>
                </c:pt>
                <c:pt idx="407">
                  <c:v>12.690009546476526</c:v>
                </c:pt>
                <c:pt idx="408">
                  <c:v>12.690009546476526</c:v>
                </c:pt>
                <c:pt idx="409">
                  <c:v>12.690009546476526</c:v>
                </c:pt>
                <c:pt idx="410">
                  <c:v>12.690009546476526</c:v>
                </c:pt>
                <c:pt idx="411">
                  <c:v>12.690009546476526</c:v>
                </c:pt>
                <c:pt idx="412">
                  <c:v>12.690009546476526</c:v>
                </c:pt>
                <c:pt idx="413">
                  <c:v>12.690009546476526</c:v>
                </c:pt>
                <c:pt idx="414">
                  <c:v>12.690009546476526</c:v>
                </c:pt>
                <c:pt idx="415">
                  <c:v>12.690009546476526</c:v>
                </c:pt>
                <c:pt idx="416">
                  <c:v>12.690009546476526</c:v>
                </c:pt>
                <c:pt idx="417">
                  <c:v>12.690009546476526</c:v>
                </c:pt>
                <c:pt idx="418">
                  <c:v>12.690009546476526</c:v>
                </c:pt>
                <c:pt idx="419">
                  <c:v>12.690009546476526</c:v>
                </c:pt>
                <c:pt idx="420">
                  <c:v>12.690009546476526</c:v>
                </c:pt>
                <c:pt idx="421">
                  <c:v>12.690009546476526</c:v>
                </c:pt>
                <c:pt idx="422">
                  <c:v>12.690009546476526</c:v>
                </c:pt>
                <c:pt idx="423">
                  <c:v>12.690009546476526</c:v>
                </c:pt>
                <c:pt idx="424">
                  <c:v>12.690009546476526</c:v>
                </c:pt>
                <c:pt idx="425">
                  <c:v>12.690009546476526</c:v>
                </c:pt>
                <c:pt idx="426">
                  <c:v>12.690009546476526</c:v>
                </c:pt>
                <c:pt idx="427">
                  <c:v>12.690009546476526</c:v>
                </c:pt>
                <c:pt idx="428">
                  <c:v>12.690009546476526</c:v>
                </c:pt>
                <c:pt idx="429">
                  <c:v>12.690009546476526</c:v>
                </c:pt>
                <c:pt idx="430">
                  <c:v>12.690009546476526</c:v>
                </c:pt>
                <c:pt idx="431">
                  <c:v>12.690009546476526</c:v>
                </c:pt>
                <c:pt idx="432">
                  <c:v>12.690009546476526</c:v>
                </c:pt>
                <c:pt idx="433">
                  <c:v>12.690009546476526</c:v>
                </c:pt>
                <c:pt idx="434">
                  <c:v>12.690009546476526</c:v>
                </c:pt>
                <c:pt idx="435">
                  <c:v>12.690009546476526</c:v>
                </c:pt>
                <c:pt idx="436">
                  <c:v>12.690009546476526</c:v>
                </c:pt>
                <c:pt idx="437">
                  <c:v>12.690009546476526</c:v>
                </c:pt>
                <c:pt idx="438">
                  <c:v>12.690009546476526</c:v>
                </c:pt>
                <c:pt idx="439">
                  <c:v>12.690009546476526</c:v>
                </c:pt>
                <c:pt idx="440">
                  <c:v>12.690009546476526</c:v>
                </c:pt>
                <c:pt idx="441">
                  <c:v>12.690009546476526</c:v>
                </c:pt>
                <c:pt idx="442">
                  <c:v>12.690009546476526</c:v>
                </c:pt>
                <c:pt idx="443">
                  <c:v>12.690009546476526</c:v>
                </c:pt>
                <c:pt idx="444">
                  <c:v>12.690009546476526</c:v>
                </c:pt>
                <c:pt idx="445">
                  <c:v>12.690009546476526</c:v>
                </c:pt>
                <c:pt idx="446">
                  <c:v>12.690009546476526</c:v>
                </c:pt>
                <c:pt idx="447">
                  <c:v>12.690009546476526</c:v>
                </c:pt>
                <c:pt idx="448">
                  <c:v>12.690009546476526</c:v>
                </c:pt>
                <c:pt idx="449">
                  <c:v>12.690009546476526</c:v>
                </c:pt>
                <c:pt idx="450">
                  <c:v>12.690009546476526</c:v>
                </c:pt>
                <c:pt idx="451">
                  <c:v>12.690009546476526</c:v>
                </c:pt>
                <c:pt idx="452">
                  <c:v>12.690009546476526</c:v>
                </c:pt>
                <c:pt idx="453">
                  <c:v>12.690009546476526</c:v>
                </c:pt>
                <c:pt idx="454">
                  <c:v>12.690009546476526</c:v>
                </c:pt>
                <c:pt idx="455">
                  <c:v>12.690009546476526</c:v>
                </c:pt>
                <c:pt idx="456">
                  <c:v>12.690009546476526</c:v>
                </c:pt>
                <c:pt idx="457">
                  <c:v>12.690009546476526</c:v>
                </c:pt>
                <c:pt idx="458">
                  <c:v>12.690009546476526</c:v>
                </c:pt>
                <c:pt idx="459">
                  <c:v>12.690009546476526</c:v>
                </c:pt>
                <c:pt idx="460">
                  <c:v>12.690009546476526</c:v>
                </c:pt>
                <c:pt idx="461">
                  <c:v>12.690009546476526</c:v>
                </c:pt>
                <c:pt idx="462">
                  <c:v>12.690009546476526</c:v>
                </c:pt>
                <c:pt idx="463">
                  <c:v>12.690009546476526</c:v>
                </c:pt>
                <c:pt idx="464">
                  <c:v>12.690009546476526</c:v>
                </c:pt>
                <c:pt idx="465">
                  <c:v>12.690009546476526</c:v>
                </c:pt>
                <c:pt idx="466">
                  <c:v>12.690009546476526</c:v>
                </c:pt>
                <c:pt idx="467">
                  <c:v>12.690009546476526</c:v>
                </c:pt>
                <c:pt idx="468">
                  <c:v>12.690009546476526</c:v>
                </c:pt>
                <c:pt idx="469">
                  <c:v>12.690009546476526</c:v>
                </c:pt>
                <c:pt idx="470">
                  <c:v>12.690009546476526</c:v>
                </c:pt>
                <c:pt idx="471">
                  <c:v>12.690009546476526</c:v>
                </c:pt>
                <c:pt idx="472">
                  <c:v>12.690009546476526</c:v>
                </c:pt>
                <c:pt idx="473">
                  <c:v>12.690009546476526</c:v>
                </c:pt>
                <c:pt idx="474">
                  <c:v>12.690009546476526</c:v>
                </c:pt>
                <c:pt idx="475">
                  <c:v>12.690009546476526</c:v>
                </c:pt>
                <c:pt idx="476">
                  <c:v>12.690009546476526</c:v>
                </c:pt>
                <c:pt idx="477">
                  <c:v>12.690009546476526</c:v>
                </c:pt>
                <c:pt idx="478">
                  <c:v>12.690009546476526</c:v>
                </c:pt>
                <c:pt idx="479">
                  <c:v>12.690009546476526</c:v>
                </c:pt>
                <c:pt idx="480">
                  <c:v>12.690009546476526</c:v>
                </c:pt>
                <c:pt idx="481">
                  <c:v>12.690009546476526</c:v>
                </c:pt>
                <c:pt idx="482">
                  <c:v>12.690009546476526</c:v>
                </c:pt>
                <c:pt idx="483">
                  <c:v>12.690009546476526</c:v>
                </c:pt>
                <c:pt idx="484">
                  <c:v>12.690009546476526</c:v>
                </c:pt>
                <c:pt idx="485">
                  <c:v>12.690009546476526</c:v>
                </c:pt>
                <c:pt idx="486">
                  <c:v>12.690009546476526</c:v>
                </c:pt>
                <c:pt idx="487">
                  <c:v>12.690009546476526</c:v>
                </c:pt>
                <c:pt idx="488">
                  <c:v>12.690009546476526</c:v>
                </c:pt>
                <c:pt idx="489">
                  <c:v>12.690009546476526</c:v>
                </c:pt>
                <c:pt idx="490">
                  <c:v>12.690009546476526</c:v>
                </c:pt>
                <c:pt idx="491">
                  <c:v>12.690009546476526</c:v>
                </c:pt>
                <c:pt idx="492">
                  <c:v>12.690009546476526</c:v>
                </c:pt>
                <c:pt idx="493">
                  <c:v>12.690009546476526</c:v>
                </c:pt>
                <c:pt idx="494">
                  <c:v>12.690009546476526</c:v>
                </c:pt>
                <c:pt idx="495">
                  <c:v>12.690009546476526</c:v>
                </c:pt>
                <c:pt idx="496">
                  <c:v>12.690009546476526</c:v>
                </c:pt>
                <c:pt idx="497">
                  <c:v>12.690009546476526</c:v>
                </c:pt>
                <c:pt idx="498">
                  <c:v>12.690009546476526</c:v>
                </c:pt>
                <c:pt idx="499">
                  <c:v>12.690009546476526</c:v>
                </c:pt>
                <c:pt idx="500">
                  <c:v>12.690009546476526</c:v>
                </c:pt>
                <c:pt idx="501">
                  <c:v>12.690009546476526</c:v>
                </c:pt>
                <c:pt idx="502">
                  <c:v>12.690009546476526</c:v>
                </c:pt>
                <c:pt idx="503">
                  <c:v>12.690009546476526</c:v>
                </c:pt>
                <c:pt idx="504">
                  <c:v>12.690009546476526</c:v>
                </c:pt>
                <c:pt idx="505">
                  <c:v>12.690009546476526</c:v>
                </c:pt>
                <c:pt idx="506">
                  <c:v>12.690009546476526</c:v>
                </c:pt>
                <c:pt idx="507">
                  <c:v>12.690009546476526</c:v>
                </c:pt>
                <c:pt idx="508">
                  <c:v>12.690009546476526</c:v>
                </c:pt>
                <c:pt idx="509">
                  <c:v>12.690009546476526</c:v>
                </c:pt>
                <c:pt idx="510">
                  <c:v>12.690009546476526</c:v>
                </c:pt>
                <c:pt idx="511">
                  <c:v>12.690009546476526</c:v>
                </c:pt>
                <c:pt idx="512">
                  <c:v>12.690009546476526</c:v>
                </c:pt>
                <c:pt idx="513">
                  <c:v>12.690009546476526</c:v>
                </c:pt>
                <c:pt idx="514">
                  <c:v>12.690009546476526</c:v>
                </c:pt>
                <c:pt idx="515">
                  <c:v>12.690009546476526</c:v>
                </c:pt>
                <c:pt idx="516">
                  <c:v>12.690009546476526</c:v>
                </c:pt>
                <c:pt idx="517">
                  <c:v>12.690009546476526</c:v>
                </c:pt>
                <c:pt idx="518">
                  <c:v>12.690009546476526</c:v>
                </c:pt>
                <c:pt idx="519">
                  <c:v>12.690009546476526</c:v>
                </c:pt>
                <c:pt idx="520">
                  <c:v>12.690009546476526</c:v>
                </c:pt>
                <c:pt idx="521">
                  <c:v>12.690009546476526</c:v>
                </c:pt>
                <c:pt idx="522">
                  <c:v>12.690009546476526</c:v>
                </c:pt>
                <c:pt idx="523">
                  <c:v>12.690009546476526</c:v>
                </c:pt>
                <c:pt idx="524">
                  <c:v>12.690009546476526</c:v>
                </c:pt>
                <c:pt idx="525">
                  <c:v>12.690009546476526</c:v>
                </c:pt>
                <c:pt idx="526">
                  <c:v>12.690009546476526</c:v>
                </c:pt>
                <c:pt idx="527">
                  <c:v>12.690009546476526</c:v>
                </c:pt>
                <c:pt idx="528">
                  <c:v>12.690009546476526</c:v>
                </c:pt>
                <c:pt idx="529">
                  <c:v>12.690009546476526</c:v>
                </c:pt>
                <c:pt idx="530">
                  <c:v>12.690009546476526</c:v>
                </c:pt>
                <c:pt idx="531">
                  <c:v>12.690009546476526</c:v>
                </c:pt>
                <c:pt idx="532">
                  <c:v>12.690009546476526</c:v>
                </c:pt>
                <c:pt idx="533">
                  <c:v>12.690009546476526</c:v>
                </c:pt>
                <c:pt idx="534">
                  <c:v>12.690009546476526</c:v>
                </c:pt>
                <c:pt idx="535">
                  <c:v>12.690009546476526</c:v>
                </c:pt>
                <c:pt idx="536">
                  <c:v>12.690009546476526</c:v>
                </c:pt>
                <c:pt idx="537">
                  <c:v>12.690009546476526</c:v>
                </c:pt>
                <c:pt idx="538">
                  <c:v>12.690009546476526</c:v>
                </c:pt>
                <c:pt idx="539">
                  <c:v>12.690009546476526</c:v>
                </c:pt>
                <c:pt idx="540">
                  <c:v>12.690009546476526</c:v>
                </c:pt>
                <c:pt idx="541">
                  <c:v>12.690009546476526</c:v>
                </c:pt>
                <c:pt idx="542">
                  <c:v>12.690009546476526</c:v>
                </c:pt>
                <c:pt idx="543">
                  <c:v>12.690009546476526</c:v>
                </c:pt>
                <c:pt idx="544">
                  <c:v>12.690009546476526</c:v>
                </c:pt>
                <c:pt idx="545">
                  <c:v>12.690009546476526</c:v>
                </c:pt>
                <c:pt idx="546">
                  <c:v>12.690009546476526</c:v>
                </c:pt>
                <c:pt idx="547">
                  <c:v>12.690009546476526</c:v>
                </c:pt>
                <c:pt idx="548">
                  <c:v>12.690009546476526</c:v>
                </c:pt>
                <c:pt idx="549">
                  <c:v>12.690009546476526</c:v>
                </c:pt>
                <c:pt idx="550">
                  <c:v>12.690009546476526</c:v>
                </c:pt>
                <c:pt idx="551">
                  <c:v>12.690009546476526</c:v>
                </c:pt>
                <c:pt idx="552">
                  <c:v>12.690009546476526</c:v>
                </c:pt>
                <c:pt idx="553">
                  <c:v>12.690009546476526</c:v>
                </c:pt>
                <c:pt idx="554">
                  <c:v>12.690009546476526</c:v>
                </c:pt>
                <c:pt idx="555">
                  <c:v>12.690009546476526</c:v>
                </c:pt>
                <c:pt idx="556">
                  <c:v>12.690009546476526</c:v>
                </c:pt>
                <c:pt idx="557">
                  <c:v>12.690009546476526</c:v>
                </c:pt>
                <c:pt idx="558">
                  <c:v>12.690009546476526</c:v>
                </c:pt>
                <c:pt idx="559">
                  <c:v>12.690009546476526</c:v>
                </c:pt>
                <c:pt idx="560">
                  <c:v>12.690009546476526</c:v>
                </c:pt>
                <c:pt idx="561">
                  <c:v>12.690009546476526</c:v>
                </c:pt>
                <c:pt idx="562">
                  <c:v>12.690009546476526</c:v>
                </c:pt>
                <c:pt idx="563">
                  <c:v>12.690009546476526</c:v>
                </c:pt>
                <c:pt idx="564">
                  <c:v>12.690009546476526</c:v>
                </c:pt>
                <c:pt idx="565">
                  <c:v>12.690009546476526</c:v>
                </c:pt>
                <c:pt idx="566">
                  <c:v>12.690009546476526</c:v>
                </c:pt>
                <c:pt idx="567">
                  <c:v>12.690009546476526</c:v>
                </c:pt>
                <c:pt idx="568">
                  <c:v>12.690009546476526</c:v>
                </c:pt>
                <c:pt idx="569">
                  <c:v>12.690009546476526</c:v>
                </c:pt>
                <c:pt idx="570">
                  <c:v>12.690009546476526</c:v>
                </c:pt>
                <c:pt idx="571">
                  <c:v>12.690009546476526</c:v>
                </c:pt>
                <c:pt idx="572">
                  <c:v>12.690009546476526</c:v>
                </c:pt>
                <c:pt idx="573">
                  <c:v>12.690009546476526</c:v>
                </c:pt>
                <c:pt idx="574">
                  <c:v>12.690009546476526</c:v>
                </c:pt>
                <c:pt idx="575">
                  <c:v>12.690009546476526</c:v>
                </c:pt>
                <c:pt idx="576">
                  <c:v>12.690009546476526</c:v>
                </c:pt>
                <c:pt idx="577">
                  <c:v>12.690009546476526</c:v>
                </c:pt>
                <c:pt idx="578">
                  <c:v>12.690009546476526</c:v>
                </c:pt>
                <c:pt idx="579">
                  <c:v>12.690009546476526</c:v>
                </c:pt>
                <c:pt idx="580">
                  <c:v>12.690009546476526</c:v>
                </c:pt>
                <c:pt idx="581">
                  <c:v>12.690009546476526</c:v>
                </c:pt>
                <c:pt idx="582">
                  <c:v>12.690009546476526</c:v>
                </c:pt>
                <c:pt idx="583">
                  <c:v>12.690009546476526</c:v>
                </c:pt>
                <c:pt idx="584">
                  <c:v>12.690009546476526</c:v>
                </c:pt>
                <c:pt idx="585">
                  <c:v>12.690009546476526</c:v>
                </c:pt>
                <c:pt idx="586">
                  <c:v>12.690009546476526</c:v>
                </c:pt>
                <c:pt idx="587">
                  <c:v>12.690009546476526</c:v>
                </c:pt>
                <c:pt idx="588">
                  <c:v>12.690009546476526</c:v>
                </c:pt>
                <c:pt idx="589">
                  <c:v>12.690009546476526</c:v>
                </c:pt>
                <c:pt idx="590">
                  <c:v>12.690009546476526</c:v>
                </c:pt>
                <c:pt idx="591">
                  <c:v>12.690009546476526</c:v>
                </c:pt>
                <c:pt idx="592">
                  <c:v>12.690009546476526</c:v>
                </c:pt>
                <c:pt idx="593">
                  <c:v>12.690009546476526</c:v>
                </c:pt>
                <c:pt idx="594">
                  <c:v>12.690009546476526</c:v>
                </c:pt>
                <c:pt idx="595">
                  <c:v>12.690009546476526</c:v>
                </c:pt>
                <c:pt idx="596">
                  <c:v>12.690009546476526</c:v>
                </c:pt>
                <c:pt idx="597">
                  <c:v>12.690009546476526</c:v>
                </c:pt>
                <c:pt idx="598">
                  <c:v>12.690009546476526</c:v>
                </c:pt>
                <c:pt idx="599">
                  <c:v>12.690009546476526</c:v>
                </c:pt>
                <c:pt idx="600">
                  <c:v>12.690009546476526</c:v>
                </c:pt>
                <c:pt idx="601">
                  <c:v>12.690009546476526</c:v>
                </c:pt>
                <c:pt idx="602">
                  <c:v>12.690009546476526</c:v>
                </c:pt>
                <c:pt idx="603">
                  <c:v>12.690009546476526</c:v>
                </c:pt>
                <c:pt idx="604">
                  <c:v>12.690009546476526</c:v>
                </c:pt>
                <c:pt idx="605">
                  <c:v>12.690009546476526</c:v>
                </c:pt>
                <c:pt idx="606">
                  <c:v>12.690009546476526</c:v>
                </c:pt>
                <c:pt idx="607">
                  <c:v>12.690009546476526</c:v>
                </c:pt>
                <c:pt idx="608">
                  <c:v>12.690009546476526</c:v>
                </c:pt>
                <c:pt idx="609">
                  <c:v>12.690009546476526</c:v>
                </c:pt>
                <c:pt idx="610">
                  <c:v>12.690009546476526</c:v>
                </c:pt>
                <c:pt idx="611">
                  <c:v>12.690009546476526</c:v>
                </c:pt>
                <c:pt idx="612">
                  <c:v>12.690009546476526</c:v>
                </c:pt>
                <c:pt idx="613">
                  <c:v>12.690009546476526</c:v>
                </c:pt>
                <c:pt idx="614">
                  <c:v>12.690009546476526</c:v>
                </c:pt>
                <c:pt idx="615">
                  <c:v>12.690009546476526</c:v>
                </c:pt>
                <c:pt idx="616">
                  <c:v>12.690009546476526</c:v>
                </c:pt>
                <c:pt idx="617">
                  <c:v>12.690009546476526</c:v>
                </c:pt>
                <c:pt idx="618">
                  <c:v>12.690009546476526</c:v>
                </c:pt>
                <c:pt idx="619">
                  <c:v>12.690009546476526</c:v>
                </c:pt>
                <c:pt idx="620">
                  <c:v>12.690009546476526</c:v>
                </c:pt>
                <c:pt idx="621">
                  <c:v>12.690009546476526</c:v>
                </c:pt>
                <c:pt idx="622">
                  <c:v>12.690009546476526</c:v>
                </c:pt>
                <c:pt idx="623">
                  <c:v>12.690009546476526</c:v>
                </c:pt>
                <c:pt idx="624">
                  <c:v>12.690009546476526</c:v>
                </c:pt>
                <c:pt idx="625">
                  <c:v>12.690009546476526</c:v>
                </c:pt>
                <c:pt idx="626">
                  <c:v>12.690009546476526</c:v>
                </c:pt>
                <c:pt idx="627">
                  <c:v>12.690009546476526</c:v>
                </c:pt>
                <c:pt idx="628">
                  <c:v>12.690009546476526</c:v>
                </c:pt>
                <c:pt idx="629">
                  <c:v>12.690009546476526</c:v>
                </c:pt>
                <c:pt idx="630">
                  <c:v>12.690009546476526</c:v>
                </c:pt>
                <c:pt idx="631">
                  <c:v>12.690009546476526</c:v>
                </c:pt>
                <c:pt idx="632">
                  <c:v>12.690009546476526</c:v>
                </c:pt>
                <c:pt idx="633">
                  <c:v>12.690009546476526</c:v>
                </c:pt>
                <c:pt idx="634">
                  <c:v>12.690009546476526</c:v>
                </c:pt>
                <c:pt idx="635">
                  <c:v>12.690009546476526</c:v>
                </c:pt>
                <c:pt idx="636">
                  <c:v>12.690009546476526</c:v>
                </c:pt>
                <c:pt idx="637">
                  <c:v>12.690009546476526</c:v>
                </c:pt>
                <c:pt idx="638">
                  <c:v>12.690009546476526</c:v>
                </c:pt>
                <c:pt idx="639">
                  <c:v>12.690009546476526</c:v>
                </c:pt>
                <c:pt idx="640">
                  <c:v>12.690009546476526</c:v>
                </c:pt>
                <c:pt idx="641">
                  <c:v>12.690009546476526</c:v>
                </c:pt>
                <c:pt idx="642">
                  <c:v>12.690009546476526</c:v>
                </c:pt>
                <c:pt idx="643">
                  <c:v>12.690009546476526</c:v>
                </c:pt>
                <c:pt idx="644">
                  <c:v>12.690009546476526</c:v>
                </c:pt>
                <c:pt idx="645">
                  <c:v>12.690009546476526</c:v>
                </c:pt>
                <c:pt idx="646">
                  <c:v>12.690009546476526</c:v>
                </c:pt>
                <c:pt idx="647">
                  <c:v>12.690009546476526</c:v>
                </c:pt>
                <c:pt idx="648">
                  <c:v>12.690009546476526</c:v>
                </c:pt>
                <c:pt idx="649">
                  <c:v>12.690009546476526</c:v>
                </c:pt>
                <c:pt idx="650">
                  <c:v>12.690009546476526</c:v>
                </c:pt>
                <c:pt idx="651">
                  <c:v>12.690009546476526</c:v>
                </c:pt>
                <c:pt idx="652">
                  <c:v>12.690009546476526</c:v>
                </c:pt>
                <c:pt idx="653">
                  <c:v>12.690009546476526</c:v>
                </c:pt>
                <c:pt idx="654">
                  <c:v>12.690009546476526</c:v>
                </c:pt>
                <c:pt idx="655">
                  <c:v>12.690009546476526</c:v>
                </c:pt>
                <c:pt idx="656">
                  <c:v>12.690009546476526</c:v>
                </c:pt>
                <c:pt idx="657">
                  <c:v>12.690009546476526</c:v>
                </c:pt>
                <c:pt idx="658">
                  <c:v>12.690009546476526</c:v>
                </c:pt>
                <c:pt idx="659">
                  <c:v>12.690009546476526</c:v>
                </c:pt>
                <c:pt idx="660">
                  <c:v>12.690009546476526</c:v>
                </c:pt>
                <c:pt idx="661">
                  <c:v>12.690009546476526</c:v>
                </c:pt>
                <c:pt idx="662">
                  <c:v>12.690009546476526</c:v>
                </c:pt>
                <c:pt idx="663">
                  <c:v>12.690009546476526</c:v>
                </c:pt>
                <c:pt idx="664">
                  <c:v>12.690009546476526</c:v>
                </c:pt>
                <c:pt idx="665">
                  <c:v>12.690009546476526</c:v>
                </c:pt>
                <c:pt idx="666">
                  <c:v>12.690009546476526</c:v>
                </c:pt>
                <c:pt idx="667">
                  <c:v>12.690009546476526</c:v>
                </c:pt>
                <c:pt idx="668">
                  <c:v>12.690009546476526</c:v>
                </c:pt>
                <c:pt idx="669">
                  <c:v>12.690009546476526</c:v>
                </c:pt>
                <c:pt idx="670">
                  <c:v>12.690009546476526</c:v>
                </c:pt>
                <c:pt idx="671">
                  <c:v>12.690009546476526</c:v>
                </c:pt>
                <c:pt idx="672">
                  <c:v>12.690009546476526</c:v>
                </c:pt>
                <c:pt idx="673">
                  <c:v>12.690009546476526</c:v>
                </c:pt>
                <c:pt idx="674">
                  <c:v>12.690009546476526</c:v>
                </c:pt>
                <c:pt idx="675">
                  <c:v>12.690009546476526</c:v>
                </c:pt>
                <c:pt idx="676">
                  <c:v>12.690009546476526</c:v>
                </c:pt>
                <c:pt idx="677">
                  <c:v>12.690009546476526</c:v>
                </c:pt>
                <c:pt idx="678">
                  <c:v>12.690009546476526</c:v>
                </c:pt>
                <c:pt idx="679">
                  <c:v>12.690009546476526</c:v>
                </c:pt>
                <c:pt idx="680">
                  <c:v>12.690009546476526</c:v>
                </c:pt>
                <c:pt idx="681">
                  <c:v>12.690009546476526</c:v>
                </c:pt>
                <c:pt idx="682">
                  <c:v>12.690009546476526</c:v>
                </c:pt>
                <c:pt idx="683">
                  <c:v>12.690009546476526</c:v>
                </c:pt>
                <c:pt idx="684">
                  <c:v>12.690009546476526</c:v>
                </c:pt>
                <c:pt idx="685">
                  <c:v>12.690009546476526</c:v>
                </c:pt>
                <c:pt idx="686">
                  <c:v>12.690009546476526</c:v>
                </c:pt>
                <c:pt idx="687">
                  <c:v>12.690009546476526</c:v>
                </c:pt>
                <c:pt idx="688">
                  <c:v>12.690009546476526</c:v>
                </c:pt>
                <c:pt idx="689">
                  <c:v>12.690009546476526</c:v>
                </c:pt>
                <c:pt idx="690">
                  <c:v>12.690009546476526</c:v>
                </c:pt>
                <c:pt idx="691">
                  <c:v>12.690009546476526</c:v>
                </c:pt>
                <c:pt idx="692">
                  <c:v>12.690009546476526</c:v>
                </c:pt>
                <c:pt idx="693">
                  <c:v>12.690009546476526</c:v>
                </c:pt>
                <c:pt idx="694">
                  <c:v>12.690009546476526</c:v>
                </c:pt>
                <c:pt idx="695">
                  <c:v>12.690009546476526</c:v>
                </c:pt>
                <c:pt idx="696">
                  <c:v>12.690009546476526</c:v>
                </c:pt>
                <c:pt idx="697">
                  <c:v>12.690009546476526</c:v>
                </c:pt>
                <c:pt idx="698">
                  <c:v>12.690009546476526</c:v>
                </c:pt>
                <c:pt idx="699">
                  <c:v>12.690009546476526</c:v>
                </c:pt>
                <c:pt idx="700">
                  <c:v>12.690009546476526</c:v>
                </c:pt>
                <c:pt idx="701">
                  <c:v>12.690009546476526</c:v>
                </c:pt>
                <c:pt idx="702">
                  <c:v>12.690009546476526</c:v>
                </c:pt>
                <c:pt idx="703">
                  <c:v>12.690009546476526</c:v>
                </c:pt>
                <c:pt idx="704">
                  <c:v>12.690009546476526</c:v>
                </c:pt>
                <c:pt idx="705">
                  <c:v>12.690009546476526</c:v>
                </c:pt>
                <c:pt idx="706">
                  <c:v>12.690009546476526</c:v>
                </c:pt>
                <c:pt idx="707">
                  <c:v>12.690009546476526</c:v>
                </c:pt>
                <c:pt idx="708">
                  <c:v>12.690009546476526</c:v>
                </c:pt>
                <c:pt idx="709">
                  <c:v>12.690009546476526</c:v>
                </c:pt>
                <c:pt idx="710">
                  <c:v>12.690009546476526</c:v>
                </c:pt>
                <c:pt idx="711">
                  <c:v>12.690009546476526</c:v>
                </c:pt>
                <c:pt idx="712">
                  <c:v>12.690009546476526</c:v>
                </c:pt>
                <c:pt idx="713">
                  <c:v>12.690009546476526</c:v>
                </c:pt>
                <c:pt idx="714">
                  <c:v>12.690009546476526</c:v>
                </c:pt>
                <c:pt idx="715">
                  <c:v>12.690009546476526</c:v>
                </c:pt>
                <c:pt idx="716">
                  <c:v>12.690009546476526</c:v>
                </c:pt>
                <c:pt idx="717">
                  <c:v>12.690009546476526</c:v>
                </c:pt>
                <c:pt idx="718">
                  <c:v>12.690009546476526</c:v>
                </c:pt>
                <c:pt idx="719">
                  <c:v>12.690009546476526</c:v>
                </c:pt>
                <c:pt idx="720">
                  <c:v>12.690009546476526</c:v>
                </c:pt>
                <c:pt idx="721">
                  <c:v>12.690009546476526</c:v>
                </c:pt>
                <c:pt idx="722">
                  <c:v>12.690009546476526</c:v>
                </c:pt>
                <c:pt idx="723">
                  <c:v>12.690009546476526</c:v>
                </c:pt>
                <c:pt idx="724">
                  <c:v>12.690009546476526</c:v>
                </c:pt>
                <c:pt idx="725">
                  <c:v>12.690009546476526</c:v>
                </c:pt>
                <c:pt idx="726">
                  <c:v>12.690009546476526</c:v>
                </c:pt>
                <c:pt idx="727">
                  <c:v>12.690009546476526</c:v>
                </c:pt>
                <c:pt idx="728">
                  <c:v>12.690009546476526</c:v>
                </c:pt>
                <c:pt idx="729">
                  <c:v>12.690009546476526</c:v>
                </c:pt>
                <c:pt idx="730">
                  <c:v>12.690009546476526</c:v>
                </c:pt>
                <c:pt idx="731">
                  <c:v>12.690009546476526</c:v>
                </c:pt>
                <c:pt idx="732">
                  <c:v>12.690009546476526</c:v>
                </c:pt>
                <c:pt idx="733">
                  <c:v>12.690009546476526</c:v>
                </c:pt>
                <c:pt idx="734">
                  <c:v>12.690009546476526</c:v>
                </c:pt>
                <c:pt idx="735">
                  <c:v>12.690009546476526</c:v>
                </c:pt>
                <c:pt idx="736">
                  <c:v>12.690009546476526</c:v>
                </c:pt>
                <c:pt idx="737">
                  <c:v>12.690009546476526</c:v>
                </c:pt>
                <c:pt idx="738">
                  <c:v>12.690009546476526</c:v>
                </c:pt>
                <c:pt idx="739">
                  <c:v>12.690009546476526</c:v>
                </c:pt>
                <c:pt idx="740">
                  <c:v>12.690009546476526</c:v>
                </c:pt>
                <c:pt idx="741">
                  <c:v>12.690009546476526</c:v>
                </c:pt>
                <c:pt idx="742">
                  <c:v>12.690009546476526</c:v>
                </c:pt>
                <c:pt idx="743">
                  <c:v>12.690009546476526</c:v>
                </c:pt>
                <c:pt idx="744">
                  <c:v>12.690009546476526</c:v>
                </c:pt>
                <c:pt idx="745">
                  <c:v>12.690009546476526</c:v>
                </c:pt>
                <c:pt idx="746">
                  <c:v>12.690009546476526</c:v>
                </c:pt>
                <c:pt idx="747">
                  <c:v>12.690009546476526</c:v>
                </c:pt>
                <c:pt idx="748">
                  <c:v>12.690009546476526</c:v>
                </c:pt>
                <c:pt idx="749">
                  <c:v>12.690009546476526</c:v>
                </c:pt>
                <c:pt idx="750">
                  <c:v>12.690009546476526</c:v>
                </c:pt>
                <c:pt idx="751">
                  <c:v>12.690009546476526</c:v>
                </c:pt>
                <c:pt idx="752">
                  <c:v>12.690009546476526</c:v>
                </c:pt>
                <c:pt idx="753">
                  <c:v>12.690009546476526</c:v>
                </c:pt>
                <c:pt idx="754">
                  <c:v>12.690009546476526</c:v>
                </c:pt>
                <c:pt idx="755">
                  <c:v>12.690009546476526</c:v>
                </c:pt>
                <c:pt idx="756">
                  <c:v>12.690009546476526</c:v>
                </c:pt>
                <c:pt idx="757">
                  <c:v>12.690009546476526</c:v>
                </c:pt>
                <c:pt idx="758">
                  <c:v>12.690009546476526</c:v>
                </c:pt>
                <c:pt idx="759">
                  <c:v>12.690009546476526</c:v>
                </c:pt>
                <c:pt idx="760">
                  <c:v>12.690009546476526</c:v>
                </c:pt>
                <c:pt idx="761">
                  <c:v>12.690009546476526</c:v>
                </c:pt>
                <c:pt idx="762">
                  <c:v>12.690009546476526</c:v>
                </c:pt>
                <c:pt idx="763">
                  <c:v>12.690009546476526</c:v>
                </c:pt>
                <c:pt idx="764">
                  <c:v>12.690009546476526</c:v>
                </c:pt>
                <c:pt idx="765">
                  <c:v>12.690009546476526</c:v>
                </c:pt>
                <c:pt idx="766">
                  <c:v>12.690009546476526</c:v>
                </c:pt>
                <c:pt idx="767">
                  <c:v>12.690009546476526</c:v>
                </c:pt>
                <c:pt idx="768">
                  <c:v>12.690009546476526</c:v>
                </c:pt>
                <c:pt idx="769">
                  <c:v>12.690009546476526</c:v>
                </c:pt>
                <c:pt idx="770">
                  <c:v>12.690009546476526</c:v>
                </c:pt>
                <c:pt idx="771">
                  <c:v>12.690009546476526</c:v>
                </c:pt>
                <c:pt idx="772">
                  <c:v>12.690009546476526</c:v>
                </c:pt>
                <c:pt idx="773">
                  <c:v>12.690009546476526</c:v>
                </c:pt>
                <c:pt idx="774">
                  <c:v>12.690009546476526</c:v>
                </c:pt>
                <c:pt idx="775">
                  <c:v>12.690009546476526</c:v>
                </c:pt>
                <c:pt idx="776">
                  <c:v>12.690009546476526</c:v>
                </c:pt>
                <c:pt idx="777">
                  <c:v>12.690009546476526</c:v>
                </c:pt>
                <c:pt idx="778">
                  <c:v>12.690009546476526</c:v>
                </c:pt>
                <c:pt idx="779">
                  <c:v>12.690009546476526</c:v>
                </c:pt>
                <c:pt idx="780">
                  <c:v>12.690009546476526</c:v>
                </c:pt>
                <c:pt idx="781">
                  <c:v>12.690009546476526</c:v>
                </c:pt>
                <c:pt idx="782">
                  <c:v>12.690009546476526</c:v>
                </c:pt>
                <c:pt idx="783">
                  <c:v>12.690009546476526</c:v>
                </c:pt>
                <c:pt idx="784">
                  <c:v>12.690009546476526</c:v>
                </c:pt>
                <c:pt idx="785">
                  <c:v>12.690009546476526</c:v>
                </c:pt>
                <c:pt idx="786">
                  <c:v>12.690009546476526</c:v>
                </c:pt>
                <c:pt idx="787">
                  <c:v>12.690009546476526</c:v>
                </c:pt>
                <c:pt idx="788">
                  <c:v>12.690009546476526</c:v>
                </c:pt>
                <c:pt idx="789">
                  <c:v>12.690009546476526</c:v>
                </c:pt>
                <c:pt idx="790">
                  <c:v>12.690009546476526</c:v>
                </c:pt>
                <c:pt idx="791">
                  <c:v>12.690009546476526</c:v>
                </c:pt>
                <c:pt idx="792">
                  <c:v>12.690009546476526</c:v>
                </c:pt>
                <c:pt idx="793">
                  <c:v>12.690009546476526</c:v>
                </c:pt>
                <c:pt idx="794">
                  <c:v>12.690009546476526</c:v>
                </c:pt>
                <c:pt idx="795">
                  <c:v>12.690009546476526</c:v>
                </c:pt>
                <c:pt idx="796">
                  <c:v>12.690009546476526</c:v>
                </c:pt>
                <c:pt idx="797">
                  <c:v>12.690009546476526</c:v>
                </c:pt>
                <c:pt idx="798">
                  <c:v>12.690009546476526</c:v>
                </c:pt>
                <c:pt idx="799">
                  <c:v>12.690009546476526</c:v>
                </c:pt>
                <c:pt idx="800">
                  <c:v>12.690009546476526</c:v>
                </c:pt>
                <c:pt idx="801">
                  <c:v>12.690009546476526</c:v>
                </c:pt>
                <c:pt idx="802">
                  <c:v>12.690009546476526</c:v>
                </c:pt>
                <c:pt idx="803">
                  <c:v>12.690009546476526</c:v>
                </c:pt>
                <c:pt idx="804">
                  <c:v>12.690009546476526</c:v>
                </c:pt>
                <c:pt idx="805">
                  <c:v>12.690009546476526</c:v>
                </c:pt>
                <c:pt idx="806">
                  <c:v>12.690009546476526</c:v>
                </c:pt>
                <c:pt idx="807">
                  <c:v>12.690009546476526</c:v>
                </c:pt>
                <c:pt idx="808">
                  <c:v>12.690009546476526</c:v>
                </c:pt>
                <c:pt idx="809">
                  <c:v>12.690009546476526</c:v>
                </c:pt>
                <c:pt idx="810">
                  <c:v>12.690009546476526</c:v>
                </c:pt>
                <c:pt idx="811">
                  <c:v>12.690009546476526</c:v>
                </c:pt>
                <c:pt idx="812">
                  <c:v>12.690009546476526</c:v>
                </c:pt>
                <c:pt idx="813">
                  <c:v>12.690009546476526</c:v>
                </c:pt>
                <c:pt idx="814">
                  <c:v>12.690009546476526</c:v>
                </c:pt>
                <c:pt idx="815">
                  <c:v>12.690009546476526</c:v>
                </c:pt>
                <c:pt idx="816">
                  <c:v>12.690009546476526</c:v>
                </c:pt>
                <c:pt idx="817">
                  <c:v>12.690009546476526</c:v>
                </c:pt>
                <c:pt idx="818">
                  <c:v>12.690009546476526</c:v>
                </c:pt>
                <c:pt idx="819">
                  <c:v>12.690009546476526</c:v>
                </c:pt>
                <c:pt idx="820">
                  <c:v>12.690009546476526</c:v>
                </c:pt>
                <c:pt idx="821">
                  <c:v>12.690009546476526</c:v>
                </c:pt>
                <c:pt idx="822">
                  <c:v>12.690009546476526</c:v>
                </c:pt>
                <c:pt idx="823">
                  <c:v>12.690009546476526</c:v>
                </c:pt>
                <c:pt idx="824">
                  <c:v>12.690009546476526</c:v>
                </c:pt>
                <c:pt idx="825">
                  <c:v>12.690009546476526</c:v>
                </c:pt>
                <c:pt idx="826">
                  <c:v>12.690009546476526</c:v>
                </c:pt>
                <c:pt idx="827">
                  <c:v>12.690009546476526</c:v>
                </c:pt>
                <c:pt idx="828">
                  <c:v>12.690009546476526</c:v>
                </c:pt>
                <c:pt idx="829">
                  <c:v>12.690009546476526</c:v>
                </c:pt>
                <c:pt idx="830">
                  <c:v>12.690009546476526</c:v>
                </c:pt>
                <c:pt idx="831">
                  <c:v>12.690009546476526</c:v>
                </c:pt>
                <c:pt idx="832">
                  <c:v>12.690009546476526</c:v>
                </c:pt>
                <c:pt idx="833">
                  <c:v>12.690009546476526</c:v>
                </c:pt>
                <c:pt idx="834">
                  <c:v>12.690009546476526</c:v>
                </c:pt>
                <c:pt idx="835">
                  <c:v>12.690009546476526</c:v>
                </c:pt>
                <c:pt idx="836">
                  <c:v>12.690009546476526</c:v>
                </c:pt>
                <c:pt idx="837">
                  <c:v>12.690009546476526</c:v>
                </c:pt>
                <c:pt idx="838">
                  <c:v>12.690009546476526</c:v>
                </c:pt>
                <c:pt idx="839">
                  <c:v>12.690009546476526</c:v>
                </c:pt>
                <c:pt idx="840">
                  <c:v>12.690009546476526</c:v>
                </c:pt>
                <c:pt idx="841">
                  <c:v>12.690009546476526</c:v>
                </c:pt>
                <c:pt idx="842">
                  <c:v>12.690009546476526</c:v>
                </c:pt>
                <c:pt idx="843">
                  <c:v>12.690009546476526</c:v>
                </c:pt>
                <c:pt idx="844">
                  <c:v>12.690009546476526</c:v>
                </c:pt>
                <c:pt idx="845">
                  <c:v>12.690009546476526</c:v>
                </c:pt>
                <c:pt idx="846">
                  <c:v>12.690009546476526</c:v>
                </c:pt>
                <c:pt idx="847">
                  <c:v>12.690009546476526</c:v>
                </c:pt>
                <c:pt idx="848">
                  <c:v>12.690009546476526</c:v>
                </c:pt>
                <c:pt idx="849">
                  <c:v>12.690009546476526</c:v>
                </c:pt>
                <c:pt idx="850">
                  <c:v>12.690009546476526</c:v>
                </c:pt>
                <c:pt idx="851">
                  <c:v>12.690009546476526</c:v>
                </c:pt>
                <c:pt idx="852">
                  <c:v>12.690009546476526</c:v>
                </c:pt>
                <c:pt idx="853">
                  <c:v>12.690009546476526</c:v>
                </c:pt>
                <c:pt idx="854">
                  <c:v>12.690009546476526</c:v>
                </c:pt>
                <c:pt idx="855">
                  <c:v>12.690009546476526</c:v>
                </c:pt>
                <c:pt idx="856">
                  <c:v>12.690009546476526</c:v>
                </c:pt>
                <c:pt idx="857">
                  <c:v>12.690009546476526</c:v>
                </c:pt>
                <c:pt idx="858">
                  <c:v>12.690009546476526</c:v>
                </c:pt>
                <c:pt idx="859">
                  <c:v>12.690009546476526</c:v>
                </c:pt>
                <c:pt idx="860">
                  <c:v>12.690009546476526</c:v>
                </c:pt>
                <c:pt idx="861">
                  <c:v>12.690009546476526</c:v>
                </c:pt>
                <c:pt idx="862">
                  <c:v>12.690009546476526</c:v>
                </c:pt>
                <c:pt idx="863">
                  <c:v>12.690009546476526</c:v>
                </c:pt>
                <c:pt idx="864">
                  <c:v>12.690009546476526</c:v>
                </c:pt>
                <c:pt idx="865">
                  <c:v>12.690009546476526</c:v>
                </c:pt>
                <c:pt idx="866">
                  <c:v>12.690009546476526</c:v>
                </c:pt>
                <c:pt idx="867">
                  <c:v>12.690009546476526</c:v>
                </c:pt>
                <c:pt idx="868">
                  <c:v>12.690009546476526</c:v>
                </c:pt>
                <c:pt idx="869">
                  <c:v>12.690009546476526</c:v>
                </c:pt>
                <c:pt idx="870">
                  <c:v>12.690009546476526</c:v>
                </c:pt>
                <c:pt idx="871">
                  <c:v>12.690009546476526</c:v>
                </c:pt>
                <c:pt idx="872">
                  <c:v>12.690009546476526</c:v>
                </c:pt>
                <c:pt idx="873">
                  <c:v>12.690009546476526</c:v>
                </c:pt>
                <c:pt idx="874">
                  <c:v>12.690009546476526</c:v>
                </c:pt>
                <c:pt idx="875">
                  <c:v>12.690009546476526</c:v>
                </c:pt>
                <c:pt idx="876">
                  <c:v>12.690009546476526</c:v>
                </c:pt>
                <c:pt idx="877">
                  <c:v>12.690009546476526</c:v>
                </c:pt>
                <c:pt idx="878">
                  <c:v>12.690009546476526</c:v>
                </c:pt>
                <c:pt idx="879">
                  <c:v>12.690009546476526</c:v>
                </c:pt>
                <c:pt idx="880">
                  <c:v>12.690009546476526</c:v>
                </c:pt>
                <c:pt idx="881">
                  <c:v>12.690009546476526</c:v>
                </c:pt>
                <c:pt idx="882">
                  <c:v>12.690009546476526</c:v>
                </c:pt>
                <c:pt idx="883">
                  <c:v>12.690009546476526</c:v>
                </c:pt>
                <c:pt idx="884">
                  <c:v>12.690009546476526</c:v>
                </c:pt>
                <c:pt idx="885">
                  <c:v>12.690009546476526</c:v>
                </c:pt>
                <c:pt idx="886">
                  <c:v>12.690009546476526</c:v>
                </c:pt>
                <c:pt idx="887">
                  <c:v>12.690009546476526</c:v>
                </c:pt>
                <c:pt idx="888">
                  <c:v>12.690009546476526</c:v>
                </c:pt>
                <c:pt idx="889">
                  <c:v>12.690009546476526</c:v>
                </c:pt>
                <c:pt idx="890">
                  <c:v>12.690009546476526</c:v>
                </c:pt>
                <c:pt idx="891">
                  <c:v>12.690009546476526</c:v>
                </c:pt>
                <c:pt idx="892">
                  <c:v>12.690009546476526</c:v>
                </c:pt>
                <c:pt idx="893">
                  <c:v>12.690009546476526</c:v>
                </c:pt>
                <c:pt idx="894">
                  <c:v>12.690009546476526</c:v>
                </c:pt>
                <c:pt idx="895">
                  <c:v>12.690009546476526</c:v>
                </c:pt>
                <c:pt idx="896">
                  <c:v>12.690009546476526</c:v>
                </c:pt>
                <c:pt idx="897">
                  <c:v>12.690009546476526</c:v>
                </c:pt>
                <c:pt idx="898">
                  <c:v>12.690009546476526</c:v>
                </c:pt>
                <c:pt idx="899">
                  <c:v>12.690009546476526</c:v>
                </c:pt>
                <c:pt idx="900">
                  <c:v>12.690009546476526</c:v>
                </c:pt>
                <c:pt idx="901">
                  <c:v>12.690009546476526</c:v>
                </c:pt>
                <c:pt idx="902">
                  <c:v>12.690009546476526</c:v>
                </c:pt>
                <c:pt idx="903">
                  <c:v>12.690009546476526</c:v>
                </c:pt>
                <c:pt idx="904">
                  <c:v>12.690009546476526</c:v>
                </c:pt>
                <c:pt idx="905">
                  <c:v>12.690009546476526</c:v>
                </c:pt>
                <c:pt idx="906">
                  <c:v>12.690009546476526</c:v>
                </c:pt>
                <c:pt idx="907">
                  <c:v>12.690009546476526</c:v>
                </c:pt>
                <c:pt idx="908">
                  <c:v>12.690009546476526</c:v>
                </c:pt>
                <c:pt idx="909">
                  <c:v>12.690009546476526</c:v>
                </c:pt>
                <c:pt idx="910">
                  <c:v>12.690009546476526</c:v>
                </c:pt>
                <c:pt idx="911">
                  <c:v>12.690009546476526</c:v>
                </c:pt>
                <c:pt idx="912">
                  <c:v>12.690009546476526</c:v>
                </c:pt>
                <c:pt idx="913">
                  <c:v>12.690009546476526</c:v>
                </c:pt>
                <c:pt idx="914">
                  <c:v>12.690009546476526</c:v>
                </c:pt>
                <c:pt idx="915">
                  <c:v>12.690009546476526</c:v>
                </c:pt>
                <c:pt idx="916">
                  <c:v>12.690009546476526</c:v>
                </c:pt>
                <c:pt idx="917">
                  <c:v>12.690009546476526</c:v>
                </c:pt>
                <c:pt idx="918">
                  <c:v>12.690009546476526</c:v>
                </c:pt>
                <c:pt idx="919">
                  <c:v>12.690009546476526</c:v>
                </c:pt>
                <c:pt idx="920">
                  <c:v>12.690009546476526</c:v>
                </c:pt>
                <c:pt idx="921">
                  <c:v>12.690009546476526</c:v>
                </c:pt>
                <c:pt idx="922">
                  <c:v>12.690009546476526</c:v>
                </c:pt>
                <c:pt idx="923">
                  <c:v>12.690009546476526</c:v>
                </c:pt>
                <c:pt idx="924">
                  <c:v>12.690009546476526</c:v>
                </c:pt>
                <c:pt idx="925">
                  <c:v>12.690009546476526</c:v>
                </c:pt>
                <c:pt idx="926">
                  <c:v>12.690009546476526</c:v>
                </c:pt>
                <c:pt idx="927">
                  <c:v>12.690009546476526</c:v>
                </c:pt>
                <c:pt idx="928">
                  <c:v>12.690009546476526</c:v>
                </c:pt>
                <c:pt idx="929">
                  <c:v>12.690009546476526</c:v>
                </c:pt>
                <c:pt idx="930">
                  <c:v>12.690009546476526</c:v>
                </c:pt>
                <c:pt idx="931">
                  <c:v>12.690009546476526</c:v>
                </c:pt>
                <c:pt idx="932">
                  <c:v>12.690009546476526</c:v>
                </c:pt>
                <c:pt idx="933">
                  <c:v>12.690009546476526</c:v>
                </c:pt>
                <c:pt idx="934">
                  <c:v>12.690009546476526</c:v>
                </c:pt>
                <c:pt idx="935">
                  <c:v>12.690009546476526</c:v>
                </c:pt>
                <c:pt idx="936">
                  <c:v>12.690009546476526</c:v>
                </c:pt>
                <c:pt idx="937">
                  <c:v>12.690009546476526</c:v>
                </c:pt>
                <c:pt idx="938">
                  <c:v>12.690009546476526</c:v>
                </c:pt>
                <c:pt idx="939">
                  <c:v>12.690009546476526</c:v>
                </c:pt>
                <c:pt idx="940">
                  <c:v>12.690009546476526</c:v>
                </c:pt>
                <c:pt idx="941">
                  <c:v>12.690009546476526</c:v>
                </c:pt>
                <c:pt idx="942">
                  <c:v>12.690009546476526</c:v>
                </c:pt>
                <c:pt idx="943">
                  <c:v>12.690009546476526</c:v>
                </c:pt>
                <c:pt idx="944">
                  <c:v>12.690009546476526</c:v>
                </c:pt>
                <c:pt idx="945">
                  <c:v>12.690009546476526</c:v>
                </c:pt>
                <c:pt idx="946">
                  <c:v>12.690009546476526</c:v>
                </c:pt>
                <c:pt idx="947">
                  <c:v>12.690009546476526</c:v>
                </c:pt>
                <c:pt idx="948">
                  <c:v>12.690009546476526</c:v>
                </c:pt>
                <c:pt idx="949">
                  <c:v>12.690009546476526</c:v>
                </c:pt>
                <c:pt idx="950">
                  <c:v>12.690009546476526</c:v>
                </c:pt>
                <c:pt idx="951">
                  <c:v>12.690009546476526</c:v>
                </c:pt>
                <c:pt idx="952">
                  <c:v>12.690009546476526</c:v>
                </c:pt>
                <c:pt idx="953">
                  <c:v>12.690009546476526</c:v>
                </c:pt>
                <c:pt idx="954">
                  <c:v>12.690009546476526</c:v>
                </c:pt>
                <c:pt idx="955">
                  <c:v>12.690009546476526</c:v>
                </c:pt>
                <c:pt idx="956">
                  <c:v>12.690009546476526</c:v>
                </c:pt>
                <c:pt idx="957">
                  <c:v>12.690009546476526</c:v>
                </c:pt>
                <c:pt idx="958">
                  <c:v>12.690009546476526</c:v>
                </c:pt>
                <c:pt idx="959">
                  <c:v>12.690009546476526</c:v>
                </c:pt>
                <c:pt idx="960">
                  <c:v>12.690009546476526</c:v>
                </c:pt>
                <c:pt idx="961">
                  <c:v>12.690009546476526</c:v>
                </c:pt>
                <c:pt idx="962">
                  <c:v>12.690009546476526</c:v>
                </c:pt>
                <c:pt idx="963">
                  <c:v>12.690009546476526</c:v>
                </c:pt>
                <c:pt idx="964">
                  <c:v>12.690009546476526</c:v>
                </c:pt>
                <c:pt idx="965">
                  <c:v>12.690009546476526</c:v>
                </c:pt>
                <c:pt idx="966">
                  <c:v>12.690009546476526</c:v>
                </c:pt>
                <c:pt idx="967">
                  <c:v>12.690009546476526</c:v>
                </c:pt>
                <c:pt idx="968">
                  <c:v>12.690009546476526</c:v>
                </c:pt>
                <c:pt idx="969">
                  <c:v>12.690009546476526</c:v>
                </c:pt>
                <c:pt idx="970">
                  <c:v>12.690009546476526</c:v>
                </c:pt>
                <c:pt idx="971">
                  <c:v>12.690009546476526</c:v>
                </c:pt>
                <c:pt idx="972">
                  <c:v>12.690009546476526</c:v>
                </c:pt>
                <c:pt idx="973">
                  <c:v>12.690009546476526</c:v>
                </c:pt>
                <c:pt idx="974">
                  <c:v>12.690009546476526</c:v>
                </c:pt>
                <c:pt idx="975">
                  <c:v>12.690009546476526</c:v>
                </c:pt>
                <c:pt idx="976">
                  <c:v>12.690009546476526</c:v>
                </c:pt>
                <c:pt idx="977">
                  <c:v>12.690009546476526</c:v>
                </c:pt>
                <c:pt idx="978">
                  <c:v>12.690009546476526</c:v>
                </c:pt>
                <c:pt idx="979">
                  <c:v>12.690009546476526</c:v>
                </c:pt>
                <c:pt idx="980">
                  <c:v>12.690009546476526</c:v>
                </c:pt>
                <c:pt idx="981">
                  <c:v>12.690009546476526</c:v>
                </c:pt>
                <c:pt idx="982">
                  <c:v>12.690009546476526</c:v>
                </c:pt>
                <c:pt idx="983">
                  <c:v>12.690009546476526</c:v>
                </c:pt>
                <c:pt idx="984">
                  <c:v>12.690009546476526</c:v>
                </c:pt>
                <c:pt idx="985">
                  <c:v>12.690009546476526</c:v>
                </c:pt>
                <c:pt idx="986">
                  <c:v>12.690009546476526</c:v>
                </c:pt>
                <c:pt idx="987">
                  <c:v>12.690009546476526</c:v>
                </c:pt>
                <c:pt idx="988">
                  <c:v>12.690009546476526</c:v>
                </c:pt>
                <c:pt idx="989">
                  <c:v>12.690009546476526</c:v>
                </c:pt>
                <c:pt idx="990">
                  <c:v>12.690009546476526</c:v>
                </c:pt>
                <c:pt idx="991">
                  <c:v>12.690009546476526</c:v>
                </c:pt>
                <c:pt idx="992">
                  <c:v>12.690009546476526</c:v>
                </c:pt>
                <c:pt idx="993">
                  <c:v>12.690009546476526</c:v>
                </c:pt>
                <c:pt idx="994">
                  <c:v>12.690009546476526</c:v>
                </c:pt>
                <c:pt idx="995">
                  <c:v>12.690009546476526</c:v>
                </c:pt>
                <c:pt idx="996">
                  <c:v>12.690009546476526</c:v>
                </c:pt>
                <c:pt idx="997">
                  <c:v>12.690009546476526</c:v>
                </c:pt>
                <c:pt idx="998">
                  <c:v>12.690009546476526</c:v>
                </c:pt>
                <c:pt idx="999">
                  <c:v>12.690009546476526</c:v>
                </c:pt>
                <c:pt idx="1000">
                  <c:v>12.690009546476526</c:v>
                </c:pt>
                <c:pt idx="1001">
                  <c:v>12.690009546476526</c:v>
                </c:pt>
                <c:pt idx="1002">
                  <c:v>12.690009546476526</c:v>
                </c:pt>
                <c:pt idx="1003">
                  <c:v>12.690009546476526</c:v>
                </c:pt>
                <c:pt idx="1004">
                  <c:v>12.690009546476526</c:v>
                </c:pt>
                <c:pt idx="1005">
                  <c:v>12.690009546476526</c:v>
                </c:pt>
                <c:pt idx="1006">
                  <c:v>12.690009546476526</c:v>
                </c:pt>
                <c:pt idx="1007">
                  <c:v>12.690009546476526</c:v>
                </c:pt>
                <c:pt idx="1008">
                  <c:v>12.690009546476526</c:v>
                </c:pt>
                <c:pt idx="1009">
                  <c:v>12.690009546476526</c:v>
                </c:pt>
                <c:pt idx="1010">
                  <c:v>12.690009546476526</c:v>
                </c:pt>
                <c:pt idx="1011">
                  <c:v>12.690009546476526</c:v>
                </c:pt>
                <c:pt idx="1012">
                  <c:v>12.690009546476526</c:v>
                </c:pt>
                <c:pt idx="1013">
                  <c:v>12.690009546476526</c:v>
                </c:pt>
                <c:pt idx="1014">
                  <c:v>12.690009546476526</c:v>
                </c:pt>
                <c:pt idx="1015">
                  <c:v>12.690009546476526</c:v>
                </c:pt>
                <c:pt idx="1016">
                  <c:v>12.690009546476526</c:v>
                </c:pt>
                <c:pt idx="1017">
                  <c:v>12.690009546476526</c:v>
                </c:pt>
                <c:pt idx="1018">
                  <c:v>12.690009546476526</c:v>
                </c:pt>
                <c:pt idx="1019">
                  <c:v>12.690009546476526</c:v>
                </c:pt>
                <c:pt idx="1020">
                  <c:v>12.690009546476526</c:v>
                </c:pt>
                <c:pt idx="1021">
                  <c:v>12.690009546476526</c:v>
                </c:pt>
                <c:pt idx="1022">
                  <c:v>12.690009546476526</c:v>
                </c:pt>
                <c:pt idx="1023">
                  <c:v>12.690009546476526</c:v>
                </c:pt>
                <c:pt idx="1024">
                  <c:v>12.690009546476526</c:v>
                </c:pt>
                <c:pt idx="1025">
                  <c:v>12.690009546476526</c:v>
                </c:pt>
                <c:pt idx="1026">
                  <c:v>12.690009546476526</c:v>
                </c:pt>
                <c:pt idx="1027">
                  <c:v>12.690009546476526</c:v>
                </c:pt>
                <c:pt idx="1028">
                  <c:v>12.690009546476526</c:v>
                </c:pt>
                <c:pt idx="1029">
                  <c:v>12.690009546476526</c:v>
                </c:pt>
                <c:pt idx="1030">
                  <c:v>12.690009546476526</c:v>
                </c:pt>
                <c:pt idx="1031">
                  <c:v>12.690009546476526</c:v>
                </c:pt>
                <c:pt idx="1032">
                  <c:v>12.690009546476526</c:v>
                </c:pt>
                <c:pt idx="1033">
                  <c:v>12.690009546476526</c:v>
                </c:pt>
                <c:pt idx="1034">
                  <c:v>12.690009546476526</c:v>
                </c:pt>
                <c:pt idx="1035">
                  <c:v>12.690009546476526</c:v>
                </c:pt>
                <c:pt idx="1036">
                  <c:v>12.690009546476526</c:v>
                </c:pt>
                <c:pt idx="1037">
                  <c:v>12.690009546476526</c:v>
                </c:pt>
                <c:pt idx="1038">
                  <c:v>12.690009546476526</c:v>
                </c:pt>
                <c:pt idx="1039">
                  <c:v>12.690009546476526</c:v>
                </c:pt>
                <c:pt idx="1040">
                  <c:v>12.690009546476526</c:v>
                </c:pt>
                <c:pt idx="1041">
                  <c:v>12.690009546476526</c:v>
                </c:pt>
                <c:pt idx="1042">
                  <c:v>12.690009546476526</c:v>
                </c:pt>
                <c:pt idx="1043">
                  <c:v>12.690009546476526</c:v>
                </c:pt>
                <c:pt idx="1044">
                  <c:v>12.690009546476526</c:v>
                </c:pt>
                <c:pt idx="1045">
                  <c:v>12.690009546476526</c:v>
                </c:pt>
                <c:pt idx="1046">
                  <c:v>12.690009546476526</c:v>
                </c:pt>
                <c:pt idx="1047">
                  <c:v>12.690009546476526</c:v>
                </c:pt>
                <c:pt idx="1048">
                  <c:v>12.690009546476526</c:v>
                </c:pt>
                <c:pt idx="1049">
                  <c:v>12.690009546476526</c:v>
                </c:pt>
                <c:pt idx="1050">
                  <c:v>12.690009546476526</c:v>
                </c:pt>
                <c:pt idx="1051">
                  <c:v>12.690009546476526</c:v>
                </c:pt>
                <c:pt idx="1052">
                  <c:v>12.690009546476526</c:v>
                </c:pt>
                <c:pt idx="1053">
                  <c:v>12.690009546476526</c:v>
                </c:pt>
                <c:pt idx="1054">
                  <c:v>12.690009546476526</c:v>
                </c:pt>
                <c:pt idx="1055">
                  <c:v>12.690009546476526</c:v>
                </c:pt>
                <c:pt idx="1056">
                  <c:v>12.690009546476526</c:v>
                </c:pt>
                <c:pt idx="1057">
                  <c:v>12.690009546476526</c:v>
                </c:pt>
                <c:pt idx="1058">
                  <c:v>12.690009546476526</c:v>
                </c:pt>
                <c:pt idx="1059">
                  <c:v>12.690009546476526</c:v>
                </c:pt>
                <c:pt idx="1060">
                  <c:v>12.690009546476526</c:v>
                </c:pt>
                <c:pt idx="1061">
                  <c:v>12.690009546476526</c:v>
                </c:pt>
                <c:pt idx="1062">
                  <c:v>12.690009546476526</c:v>
                </c:pt>
                <c:pt idx="1063">
                  <c:v>12.690009546476526</c:v>
                </c:pt>
                <c:pt idx="1064">
                  <c:v>12.690009546476526</c:v>
                </c:pt>
                <c:pt idx="1065">
                  <c:v>12.690009546476526</c:v>
                </c:pt>
                <c:pt idx="1066">
                  <c:v>12.690009546476526</c:v>
                </c:pt>
                <c:pt idx="1067">
                  <c:v>12.690009546476526</c:v>
                </c:pt>
                <c:pt idx="1068">
                  <c:v>12.690009546476526</c:v>
                </c:pt>
                <c:pt idx="1069">
                  <c:v>12.690009546476526</c:v>
                </c:pt>
                <c:pt idx="1070">
                  <c:v>12.690009546476526</c:v>
                </c:pt>
                <c:pt idx="1071">
                  <c:v>12.690009546476526</c:v>
                </c:pt>
                <c:pt idx="1072">
                  <c:v>12.690009546476526</c:v>
                </c:pt>
                <c:pt idx="1073">
                  <c:v>12.690009546476526</c:v>
                </c:pt>
                <c:pt idx="1074">
                  <c:v>12.690009546476526</c:v>
                </c:pt>
                <c:pt idx="1075">
                  <c:v>12.690009546476526</c:v>
                </c:pt>
                <c:pt idx="1076">
                  <c:v>12.690009546476526</c:v>
                </c:pt>
                <c:pt idx="1077">
                  <c:v>12.690009546476526</c:v>
                </c:pt>
                <c:pt idx="1078">
                  <c:v>12.690009546476526</c:v>
                </c:pt>
                <c:pt idx="1079">
                  <c:v>12.690009546476526</c:v>
                </c:pt>
                <c:pt idx="1080">
                  <c:v>12.690009546476526</c:v>
                </c:pt>
                <c:pt idx="1081">
                  <c:v>12.690009546476526</c:v>
                </c:pt>
                <c:pt idx="1082">
                  <c:v>12.690009546476526</c:v>
                </c:pt>
                <c:pt idx="1083">
                  <c:v>12.690009546476526</c:v>
                </c:pt>
                <c:pt idx="1084">
                  <c:v>12.690009546476526</c:v>
                </c:pt>
                <c:pt idx="1085">
                  <c:v>12.690009546476526</c:v>
                </c:pt>
                <c:pt idx="1086">
                  <c:v>12.690009546476526</c:v>
                </c:pt>
                <c:pt idx="1087">
                  <c:v>12.690009546476526</c:v>
                </c:pt>
                <c:pt idx="1088">
                  <c:v>12.690009546476526</c:v>
                </c:pt>
                <c:pt idx="1089">
                  <c:v>12.690009546476526</c:v>
                </c:pt>
                <c:pt idx="1090">
                  <c:v>12.690009546476526</c:v>
                </c:pt>
                <c:pt idx="1091">
                  <c:v>12.690009546476526</c:v>
                </c:pt>
                <c:pt idx="1092">
                  <c:v>12.690009546476526</c:v>
                </c:pt>
                <c:pt idx="1093">
                  <c:v>12.690009546476526</c:v>
                </c:pt>
                <c:pt idx="1094">
                  <c:v>12.690009546476526</c:v>
                </c:pt>
                <c:pt idx="1095">
                  <c:v>12.690009546476526</c:v>
                </c:pt>
                <c:pt idx="1096">
                  <c:v>12.690009546476526</c:v>
                </c:pt>
                <c:pt idx="1097">
                  <c:v>12.690009546476526</c:v>
                </c:pt>
                <c:pt idx="1098">
                  <c:v>12.690009546476526</c:v>
                </c:pt>
                <c:pt idx="1099">
                  <c:v>12.690009546476526</c:v>
                </c:pt>
                <c:pt idx="1100">
                  <c:v>12.690009546476526</c:v>
                </c:pt>
                <c:pt idx="1101">
                  <c:v>12.690009546476526</c:v>
                </c:pt>
                <c:pt idx="1102">
                  <c:v>12.690009546476526</c:v>
                </c:pt>
                <c:pt idx="1103">
                  <c:v>12.690009546476526</c:v>
                </c:pt>
                <c:pt idx="1104">
                  <c:v>12.690009546476526</c:v>
                </c:pt>
                <c:pt idx="1105">
                  <c:v>12.690009546476526</c:v>
                </c:pt>
                <c:pt idx="1106">
                  <c:v>12.690009546476526</c:v>
                </c:pt>
                <c:pt idx="1107">
                  <c:v>12.690009546476526</c:v>
                </c:pt>
                <c:pt idx="1108">
                  <c:v>12.690009546476526</c:v>
                </c:pt>
                <c:pt idx="1109">
                  <c:v>12.690009546476526</c:v>
                </c:pt>
                <c:pt idx="1110">
                  <c:v>12.690009546476526</c:v>
                </c:pt>
                <c:pt idx="1111">
                  <c:v>12.690009546476526</c:v>
                </c:pt>
                <c:pt idx="1112">
                  <c:v>12.690009546476526</c:v>
                </c:pt>
                <c:pt idx="1113">
                  <c:v>12.690009546476526</c:v>
                </c:pt>
                <c:pt idx="1114">
                  <c:v>12.690009546476526</c:v>
                </c:pt>
                <c:pt idx="1115">
                  <c:v>12.690009546476526</c:v>
                </c:pt>
                <c:pt idx="1116">
                  <c:v>12.690009546476526</c:v>
                </c:pt>
                <c:pt idx="1117">
                  <c:v>12.690009546476526</c:v>
                </c:pt>
                <c:pt idx="1118">
                  <c:v>12.690009546476526</c:v>
                </c:pt>
                <c:pt idx="1119">
                  <c:v>12.690009546476526</c:v>
                </c:pt>
                <c:pt idx="1120">
                  <c:v>12.690009546476526</c:v>
                </c:pt>
                <c:pt idx="1121">
                  <c:v>12.690009546476526</c:v>
                </c:pt>
                <c:pt idx="1122">
                  <c:v>12.690009546476526</c:v>
                </c:pt>
                <c:pt idx="1123">
                  <c:v>12.690009546476526</c:v>
                </c:pt>
                <c:pt idx="1124">
                  <c:v>12.690009546476526</c:v>
                </c:pt>
                <c:pt idx="1125">
                  <c:v>12.690009546476526</c:v>
                </c:pt>
                <c:pt idx="1126">
                  <c:v>12.690009546476526</c:v>
                </c:pt>
                <c:pt idx="1127">
                  <c:v>12.690009546476526</c:v>
                </c:pt>
                <c:pt idx="1128">
                  <c:v>12.690009546476526</c:v>
                </c:pt>
                <c:pt idx="1129">
                  <c:v>12.690009546476526</c:v>
                </c:pt>
                <c:pt idx="1130">
                  <c:v>12.690009546476526</c:v>
                </c:pt>
                <c:pt idx="1131">
                  <c:v>12.690009546476526</c:v>
                </c:pt>
                <c:pt idx="1132">
                  <c:v>12.690009546476526</c:v>
                </c:pt>
                <c:pt idx="1133">
                  <c:v>12.690009546476526</c:v>
                </c:pt>
                <c:pt idx="1134">
                  <c:v>12.690009546476526</c:v>
                </c:pt>
                <c:pt idx="1135">
                  <c:v>12.690009546476526</c:v>
                </c:pt>
                <c:pt idx="1136">
                  <c:v>12.690009546476526</c:v>
                </c:pt>
                <c:pt idx="1137">
                  <c:v>12.690009546476526</c:v>
                </c:pt>
                <c:pt idx="1138">
                  <c:v>12.690009546476526</c:v>
                </c:pt>
                <c:pt idx="1139">
                  <c:v>12.690009546476526</c:v>
                </c:pt>
                <c:pt idx="1140">
                  <c:v>12.690009546476526</c:v>
                </c:pt>
                <c:pt idx="1141">
                  <c:v>12.690009546476526</c:v>
                </c:pt>
                <c:pt idx="1142">
                  <c:v>12.690009546476526</c:v>
                </c:pt>
                <c:pt idx="1143">
                  <c:v>12.690009546476526</c:v>
                </c:pt>
                <c:pt idx="1144">
                  <c:v>12.690009546476526</c:v>
                </c:pt>
                <c:pt idx="1145">
                  <c:v>12.690009546476526</c:v>
                </c:pt>
                <c:pt idx="1146">
                  <c:v>12.690009546476526</c:v>
                </c:pt>
                <c:pt idx="1147">
                  <c:v>12.690009546476526</c:v>
                </c:pt>
                <c:pt idx="1148">
                  <c:v>12.690009546476526</c:v>
                </c:pt>
                <c:pt idx="1149">
                  <c:v>12.690009546476526</c:v>
                </c:pt>
                <c:pt idx="1150">
                  <c:v>12.690009546476526</c:v>
                </c:pt>
                <c:pt idx="1151">
                  <c:v>12.690009546476526</c:v>
                </c:pt>
                <c:pt idx="1152">
                  <c:v>12.690009546476526</c:v>
                </c:pt>
                <c:pt idx="1153">
                  <c:v>12.690009546476526</c:v>
                </c:pt>
                <c:pt idx="1154">
                  <c:v>12.690009546476526</c:v>
                </c:pt>
                <c:pt idx="1155">
                  <c:v>12.690009546476526</c:v>
                </c:pt>
                <c:pt idx="1156">
                  <c:v>12.690009546476526</c:v>
                </c:pt>
                <c:pt idx="1157">
                  <c:v>12.690009546476526</c:v>
                </c:pt>
                <c:pt idx="1158">
                  <c:v>12.690009546476526</c:v>
                </c:pt>
                <c:pt idx="1159">
                  <c:v>12.690009546476526</c:v>
                </c:pt>
                <c:pt idx="1160">
                  <c:v>12.690009546476526</c:v>
                </c:pt>
                <c:pt idx="1161">
                  <c:v>12.690009546476526</c:v>
                </c:pt>
                <c:pt idx="1162">
                  <c:v>12.690009546476526</c:v>
                </c:pt>
                <c:pt idx="1163">
                  <c:v>12.690009546476526</c:v>
                </c:pt>
                <c:pt idx="1164">
                  <c:v>12.690009546476526</c:v>
                </c:pt>
                <c:pt idx="1165">
                  <c:v>12.690009546476526</c:v>
                </c:pt>
                <c:pt idx="1166">
                  <c:v>12.690009546476526</c:v>
                </c:pt>
                <c:pt idx="1167">
                  <c:v>12.690009546476526</c:v>
                </c:pt>
                <c:pt idx="1168">
                  <c:v>12.690009546476526</c:v>
                </c:pt>
                <c:pt idx="1169">
                  <c:v>12.690009546476526</c:v>
                </c:pt>
                <c:pt idx="1170">
                  <c:v>12.690009546476526</c:v>
                </c:pt>
                <c:pt idx="1171">
                  <c:v>12.690009546476526</c:v>
                </c:pt>
                <c:pt idx="1172">
                  <c:v>12.690009546476526</c:v>
                </c:pt>
                <c:pt idx="1173">
                  <c:v>12.690009546476526</c:v>
                </c:pt>
                <c:pt idx="1174">
                  <c:v>12.690009546476526</c:v>
                </c:pt>
                <c:pt idx="1175">
                  <c:v>12.690009546476526</c:v>
                </c:pt>
                <c:pt idx="1176">
                  <c:v>12.690009546476526</c:v>
                </c:pt>
                <c:pt idx="1177">
                  <c:v>12.690009546476526</c:v>
                </c:pt>
                <c:pt idx="1178">
                  <c:v>12.690009546476526</c:v>
                </c:pt>
                <c:pt idx="1179">
                  <c:v>12.690009546476526</c:v>
                </c:pt>
                <c:pt idx="1180">
                  <c:v>12.690009546476526</c:v>
                </c:pt>
                <c:pt idx="1181">
                  <c:v>12.690009546476526</c:v>
                </c:pt>
                <c:pt idx="1182">
                  <c:v>12.690009546476526</c:v>
                </c:pt>
                <c:pt idx="1183">
                  <c:v>12.690009546476526</c:v>
                </c:pt>
                <c:pt idx="1184">
                  <c:v>12.690009546476526</c:v>
                </c:pt>
                <c:pt idx="1185">
                  <c:v>12.690009546476526</c:v>
                </c:pt>
                <c:pt idx="1186">
                  <c:v>12.690009546476526</c:v>
                </c:pt>
                <c:pt idx="1187">
                  <c:v>12.690009546476526</c:v>
                </c:pt>
                <c:pt idx="1188">
                  <c:v>12.690009546476526</c:v>
                </c:pt>
                <c:pt idx="1189">
                  <c:v>12.690009546476526</c:v>
                </c:pt>
                <c:pt idx="1190">
                  <c:v>12.690009546476526</c:v>
                </c:pt>
                <c:pt idx="1191">
                  <c:v>12.690009546476526</c:v>
                </c:pt>
                <c:pt idx="1192">
                  <c:v>12.690009546476526</c:v>
                </c:pt>
                <c:pt idx="1193">
                  <c:v>12.690009546476526</c:v>
                </c:pt>
                <c:pt idx="1194">
                  <c:v>12.690009546476526</c:v>
                </c:pt>
                <c:pt idx="1195">
                  <c:v>12.690009546476526</c:v>
                </c:pt>
                <c:pt idx="1196">
                  <c:v>12.690009546476526</c:v>
                </c:pt>
                <c:pt idx="1197">
                  <c:v>12.690009546476526</c:v>
                </c:pt>
                <c:pt idx="1198">
                  <c:v>12.690009546476526</c:v>
                </c:pt>
                <c:pt idx="1199">
                  <c:v>12.690009546476526</c:v>
                </c:pt>
                <c:pt idx="1200">
                  <c:v>12.690009546476526</c:v>
                </c:pt>
                <c:pt idx="1201">
                  <c:v>12.690009546476526</c:v>
                </c:pt>
                <c:pt idx="1202">
                  <c:v>12.690009546476526</c:v>
                </c:pt>
                <c:pt idx="1203">
                  <c:v>12.690009546476526</c:v>
                </c:pt>
                <c:pt idx="1204">
                  <c:v>12.690009546476526</c:v>
                </c:pt>
                <c:pt idx="1205">
                  <c:v>12.690009546476526</c:v>
                </c:pt>
                <c:pt idx="1206">
                  <c:v>12.690009546476526</c:v>
                </c:pt>
                <c:pt idx="1207">
                  <c:v>12.690009546476526</c:v>
                </c:pt>
                <c:pt idx="1208">
                  <c:v>12.690009546476526</c:v>
                </c:pt>
                <c:pt idx="1209">
                  <c:v>12.690009546476526</c:v>
                </c:pt>
                <c:pt idx="1210">
                  <c:v>12.690009546476526</c:v>
                </c:pt>
                <c:pt idx="1211">
                  <c:v>12.690009546476526</c:v>
                </c:pt>
                <c:pt idx="1212">
                  <c:v>12.690009546476526</c:v>
                </c:pt>
                <c:pt idx="1213">
                  <c:v>12.690009546476526</c:v>
                </c:pt>
                <c:pt idx="1214">
                  <c:v>12.690009546476526</c:v>
                </c:pt>
                <c:pt idx="1215">
                  <c:v>12.690009546476526</c:v>
                </c:pt>
                <c:pt idx="1216">
                  <c:v>12.690009546476526</c:v>
                </c:pt>
                <c:pt idx="1217">
                  <c:v>12.690009546476526</c:v>
                </c:pt>
                <c:pt idx="1218">
                  <c:v>12.690009546476526</c:v>
                </c:pt>
                <c:pt idx="1219">
                  <c:v>12.690009546476526</c:v>
                </c:pt>
                <c:pt idx="1220">
                  <c:v>12.690009546476526</c:v>
                </c:pt>
                <c:pt idx="1221">
                  <c:v>12.690009546476526</c:v>
                </c:pt>
                <c:pt idx="1222">
                  <c:v>12.690009546476526</c:v>
                </c:pt>
                <c:pt idx="1223">
                  <c:v>12.690009546476526</c:v>
                </c:pt>
                <c:pt idx="1224">
                  <c:v>12.690009546476526</c:v>
                </c:pt>
                <c:pt idx="1225">
                  <c:v>12.690009546476526</c:v>
                </c:pt>
                <c:pt idx="1226">
                  <c:v>12.690009546476526</c:v>
                </c:pt>
                <c:pt idx="1227">
                  <c:v>12.690009546476526</c:v>
                </c:pt>
                <c:pt idx="1228">
                  <c:v>12.690009546476526</c:v>
                </c:pt>
                <c:pt idx="1229">
                  <c:v>12.690009546476526</c:v>
                </c:pt>
                <c:pt idx="1230">
                  <c:v>12.690009546476526</c:v>
                </c:pt>
                <c:pt idx="1231">
                  <c:v>12.690009546476526</c:v>
                </c:pt>
                <c:pt idx="1232">
                  <c:v>12.690009546476526</c:v>
                </c:pt>
                <c:pt idx="1233">
                  <c:v>12.690009546476526</c:v>
                </c:pt>
                <c:pt idx="1234">
                  <c:v>12.690009546476526</c:v>
                </c:pt>
                <c:pt idx="1235">
                  <c:v>12.690009546476526</c:v>
                </c:pt>
                <c:pt idx="1236">
                  <c:v>12.690009546476526</c:v>
                </c:pt>
                <c:pt idx="1237">
                  <c:v>12.690009546476526</c:v>
                </c:pt>
                <c:pt idx="1238">
                  <c:v>12.690009546476526</c:v>
                </c:pt>
                <c:pt idx="1239">
                  <c:v>12.690009546476526</c:v>
                </c:pt>
                <c:pt idx="1240">
                  <c:v>12.690009546476526</c:v>
                </c:pt>
                <c:pt idx="1241">
                  <c:v>12.690009546476526</c:v>
                </c:pt>
                <c:pt idx="1242">
                  <c:v>12.690009546476526</c:v>
                </c:pt>
                <c:pt idx="1243">
                  <c:v>12.690009546476526</c:v>
                </c:pt>
                <c:pt idx="1244">
                  <c:v>12.690009546476526</c:v>
                </c:pt>
                <c:pt idx="1245">
                  <c:v>12.690009546476526</c:v>
                </c:pt>
                <c:pt idx="1246">
                  <c:v>12.690009546476526</c:v>
                </c:pt>
                <c:pt idx="1247">
                  <c:v>12.690009546476526</c:v>
                </c:pt>
                <c:pt idx="1248">
                  <c:v>12.690009546476526</c:v>
                </c:pt>
                <c:pt idx="1249">
                  <c:v>12.690009546476526</c:v>
                </c:pt>
                <c:pt idx="1250">
                  <c:v>12.690009546476526</c:v>
                </c:pt>
                <c:pt idx="1251">
                  <c:v>12.690009546476526</c:v>
                </c:pt>
                <c:pt idx="1252">
                  <c:v>12.690009546476526</c:v>
                </c:pt>
                <c:pt idx="1253">
                  <c:v>12.690009546476526</c:v>
                </c:pt>
                <c:pt idx="1254">
                  <c:v>12.690009546476526</c:v>
                </c:pt>
                <c:pt idx="1255">
                  <c:v>12.690009546476526</c:v>
                </c:pt>
                <c:pt idx="1256">
                  <c:v>12.690009546476526</c:v>
                </c:pt>
                <c:pt idx="1257">
                  <c:v>12.690009546476526</c:v>
                </c:pt>
                <c:pt idx="1258">
                  <c:v>12.690009546476526</c:v>
                </c:pt>
                <c:pt idx="1259">
                  <c:v>12.690009546476526</c:v>
                </c:pt>
                <c:pt idx="1260">
                  <c:v>12.690009546476526</c:v>
                </c:pt>
                <c:pt idx="1261">
                  <c:v>12.690009546476526</c:v>
                </c:pt>
                <c:pt idx="1262">
                  <c:v>12.690009546476526</c:v>
                </c:pt>
                <c:pt idx="1263">
                  <c:v>12.690009546476526</c:v>
                </c:pt>
                <c:pt idx="1264">
                  <c:v>12.690009546476526</c:v>
                </c:pt>
                <c:pt idx="1265">
                  <c:v>12.690009546476526</c:v>
                </c:pt>
                <c:pt idx="1266">
                  <c:v>12.690009546476526</c:v>
                </c:pt>
                <c:pt idx="1267">
                  <c:v>12.690009546476526</c:v>
                </c:pt>
                <c:pt idx="1268">
                  <c:v>12.690009546476526</c:v>
                </c:pt>
                <c:pt idx="1269">
                  <c:v>12.690009546476526</c:v>
                </c:pt>
                <c:pt idx="1270">
                  <c:v>12.690009546476526</c:v>
                </c:pt>
                <c:pt idx="1271">
                  <c:v>12.690009546476526</c:v>
                </c:pt>
                <c:pt idx="1272">
                  <c:v>12.690009546476526</c:v>
                </c:pt>
                <c:pt idx="1273">
                  <c:v>12.690009546476526</c:v>
                </c:pt>
                <c:pt idx="1274">
                  <c:v>12.690009546476526</c:v>
                </c:pt>
                <c:pt idx="1275">
                  <c:v>12.690009546476526</c:v>
                </c:pt>
                <c:pt idx="1276">
                  <c:v>12.690009546476526</c:v>
                </c:pt>
                <c:pt idx="1277">
                  <c:v>12.690009546476526</c:v>
                </c:pt>
                <c:pt idx="1278">
                  <c:v>12.690009546476526</c:v>
                </c:pt>
                <c:pt idx="1279">
                  <c:v>12.690009546476526</c:v>
                </c:pt>
                <c:pt idx="1280">
                  <c:v>12.690009546476526</c:v>
                </c:pt>
                <c:pt idx="1281">
                  <c:v>12.690009546476526</c:v>
                </c:pt>
                <c:pt idx="1282">
                  <c:v>12.690009546476526</c:v>
                </c:pt>
                <c:pt idx="1283">
                  <c:v>12.690009546476526</c:v>
                </c:pt>
                <c:pt idx="1284">
                  <c:v>12.690009546476526</c:v>
                </c:pt>
                <c:pt idx="1285">
                  <c:v>12.690009546476526</c:v>
                </c:pt>
                <c:pt idx="1286">
                  <c:v>12.690009546476526</c:v>
                </c:pt>
                <c:pt idx="1287">
                  <c:v>12.690009546476526</c:v>
                </c:pt>
                <c:pt idx="1288">
                  <c:v>12.690009546476526</c:v>
                </c:pt>
                <c:pt idx="1289">
                  <c:v>12.690009546476526</c:v>
                </c:pt>
                <c:pt idx="1290">
                  <c:v>12.690009546476526</c:v>
                </c:pt>
                <c:pt idx="1291">
                  <c:v>12.690009546476526</c:v>
                </c:pt>
                <c:pt idx="1292">
                  <c:v>12.690009546476526</c:v>
                </c:pt>
                <c:pt idx="1293">
                  <c:v>12.690009546476526</c:v>
                </c:pt>
                <c:pt idx="1294">
                  <c:v>12.690009546476526</c:v>
                </c:pt>
                <c:pt idx="1295">
                  <c:v>12.690009546476526</c:v>
                </c:pt>
                <c:pt idx="1296">
                  <c:v>12.690009546476526</c:v>
                </c:pt>
                <c:pt idx="1297">
                  <c:v>12.690009546476526</c:v>
                </c:pt>
                <c:pt idx="1298">
                  <c:v>12.690009546476526</c:v>
                </c:pt>
                <c:pt idx="1299">
                  <c:v>12.690009546476526</c:v>
                </c:pt>
                <c:pt idx="1300">
                  <c:v>12.690009546476526</c:v>
                </c:pt>
                <c:pt idx="1301">
                  <c:v>12.690009546476526</c:v>
                </c:pt>
                <c:pt idx="1302">
                  <c:v>12.690009546476526</c:v>
                </c:pt>
                <c:pt idx="1303">
                  <c:v>12.690009546476526</c:v>
                </c:pt>
                <c:pt idx="1304">
                  <c:v>12.690009546476526</c:v>
                </c:pt>
                <c:pt idx="1305">
                  <c:v>12.690009546476526</c:v>
                </c:pt>
                <c:pt idx="1306">
                  <c:v>12.690009546476526</c:v>
                </c:pt>
                <c:pt idx="1307">
                  <c:v>12.690009546476526</c:v>
                </c:pt>
                <c:pt idx="1308">
                  <c:v>12.690009546476526</c:v>
                </c:pt>
                <c:pt idx="1309">
                  <c:v>12.690009546476526</c:v>
                </c:pt>
                <c:pt idx="1310">
                  <c:v>12.690009546476526</c:v>
                </c:pt>
                <c:pt idx="1311">
                  <c:v>12.690009546476526</c:v>
                </c:pt>
                <c:pt idx="1312">
                  <c:v>12.690009546476526</c:v>
                </c:pt>
                <c:pt idx="1313">
                  <c:v>12.690009546476526</c:v>
                </c:pt>
                <c:pt idx="1314">
                  <c:v>12.690009546476526</c:v>
                </c:pt>
                <c:pt idx="1315">
                  <c:v>12.690009546476526</c:v>
                </c:pt>
                <c:pt idx="1316">
                  <c:v>12.690009546476526</c:v>
                </c:pt>
                <c:pt idx="1317">
                  <c:v>12.690009546476526</c:v>
                </c:pt>
                <c:pt idx="1318">
                  <c:v>12.690009546476526</c:v>
                </c:pt>
                <c:pt idx="1319">
                  <c:v>12.690009546476526</c:v>
                </c:pt>
                <c:pt idx="1320">
                  <c:v>12.690009546476526</c:v>
                </c:pt>
                <c:pt idx="1321">
                  <c:v>12.690009546476526</c:v>
                </c:pt>
                <c:pt idx="1322">
                  <c:v>12.690009546476526</c:v>
                </c:pt>
                <c:pt idx="1323">
                  <c:v>12.690009546476526</c:v>
                </c:pt>
                <c:pt idx="1324">
                  <c:v>12.690009546476526</c:v>
                </c:pt>
                <c:pt idx="1325">
                  <c:v>12.690009546476526</c:v>
                </c:pt>
                <c:pt idx="1326">
                  <c:v>12.690009546476526</c:v>
                </c:pt>
                <c:pt idx="1327">
                  <c:v>12.690009546476526</c:v>
                </c:pt>
                <c:pt idx="1328">
                  <c:v>12.690009546476526</c:v>
                </c:pt>
                <c:pt idx="1329">
                  <c:v>12.690009546476526</c:v>
                </c:pt>
                <c:pt idx="1330">
                  <c:v>12.690009546476526</c:v>
                </c:pt>
                <c:pt idx="1331">
                  <c:v>12.690009546476526</c:v>
                </c:pt>
                <c:pt idx="1332">
                  <c:v>12.690009546476526</c:v>
                </c:pt>
                <c:pt idx="1333">
                  <c:v>12.690009546476526</c:v>
                </c:pt>
                <c:pt idx="1334">
                  <c:v>12.690009546476526</c:v>
                </c:pt>
                <c:pt idx="1335">
                  <c:v>12.690009546476526</c:v>
                </c:pt>
                <c:pt idx="1336">
                  <c:v>12.690009546476526</c:v>
                </c:pt>
                <c:pt idx="1337">
                  <c:v>12.690009546476526</c:v>
                </c:pt>
                <c:pt idx="1338">
                  <c:v>12.690009546476526</c:v>
                </c:pt>
                <c:pt idx="1339">
                  <c:v>12.690009546476526</c:v>
                </c:pt>
                <c:pt idx="1340">
                  <c:v>12.690009546476526</c:v>
                </c:pt>
                <c:pt idx="1341">
                  <c:v>12.690009546476526</c:v>
                </c:pt>
                <c:pt idx="1342">
                  <c:v>12.690009546476526</c:v>
                </c:pt>
                <c:pt idx="1343">
                  <c:v>12.690009546476526</c:v>
                </c:pt>
                <c:pt idx="1344">
                  <c:v>12.690009546476526</c:v>
                </c:pt>
                <c:pt idx="1345">
                  <c:v>12.690009546476526</c:v>
                </c:pt>
                <c:pt idx="1346">
                  <c:v>12.690009546476526</c:v>
                </c:pt>
                <c:pt idx="1347">
                  <c:v>12.690009546476526</c:v>
                </c:pt>
                <c:pt idx="1348">
                  <c:v>12.690009546476526</c:v>
                </c:pt>
                <c:pt idx="1349">
                  <c:v>12.690009546476526</c:v>
                </c:pt>
                <c:pt idx="1350">
                  <c:v>12.690009546476526</c:v>
                </c:pt>
                <c:pt idx="1351">
                  <c:v>12.690009546476526</c:v>
                </c:pt>
                <c:pt idx="1352">
                  <c:v>12.690009546476526</c:v>
                </c:pt>
                <c:pt idx="1353">
                  <c:v>12.690009546476526</c:v>
                </c:pt>
                <c:pt idx="1354">
                  <c:v>12.690009546476526</c:v>
                </c:pt>
                <c:pt idx="1355">
                  <c:v>12.690009546476526</c:v>
                </c:pt>
                <c:pt idx="1356">
                  <c:v>12.690009546476526</c:v>
                </c:pt>
                <c:pt idx="1357">
                  <c:v>12.690009546476526</c:v>
                </c:pt>
                <c:pt idx="1358">
                  <c:v>12.690009546476526</c:v>
                </c:pt>
                <c:pt idx="1359">
                  <c:v>12.690009546476526</c:v>
                </c:pt>
                <c:pt idx="1360">
                  <c:v>12.690009546476526</c:v>
                </c:pt>
                <c:pt idx="1361">
                  <c:v>12.690009546476526</c:v>
                </c:pt>
                <c:pt idx="1362">
                  <c:v>12.690009546476526</c:v>
                </c:pt>
                <c:pt idx="1363">
                  <c:v>12.690009546476526</c:v>
                </c:pt>
                <c:pt idx="1364">
                  <c:v>12.690009546476526</c:v>
                </c:pt>
                <c:pt idx="1365">
                  <c:v>12.690009546476526</c:v>
                </c:pt>
                <c:pt idx="1366">
                  <c:v>12.690009546476526</c:v>
                </c:pt>
                <c:pt idx="1367">
                  <c:v>12.690009546476526</c:v>
                </c:pt>
                <c:pt idx="1368">
                  <c:v>12.690009546476526</c:v>
                </c:pt>
                <c:pt idx="1369">
                  <c:v>12.690009546476526</c:v>
                </c:pt>
                <c:pt idx="1370">
                  <c:v>12.690009546476526</c:v>
                </c:pt>
                <c:pt idx="1371">
                  <c:v>12.690009546476526</c:v>
                </c:pt>
                <c:pt idx="1372">
                  <c:v>12.690009546476526</c:v>
                </c:pt>
                <c:pt idx="1373">
                  <c:v>12.690009546476526</c:v>
                </c:pt>
                <c:pt idx="1374">
                  <c:v>12.690009546476526</c:v>
                </c:pt>
                <c:pt idx="1375">
                  <c:v>12.690009546476526</c:v>
                </c:pt>
                <c:pt idx="1376">
                  <c:v>12.690009546476526</c:v>
                </c:pt>
                <c:pt idx="1377">
                  <c:v>12.690009546476526</c:v>
                </c:pt>
                <c:pt idx="1378">
                  <c:v>12.690009546476526</c:v>
                </c:pt>
                <c:pt idx="1379">
                  <c:v>12.690009546476526</c:v>
                </c:pt>
                <c:pt idx="1380">
                  <c:v>12.690009546476526</c:v>
                </c:pt>
                <c:pt idx="1381">
                  <c:v>12.690009546476526</c:v>
                </c:pt>
                <c:pt idx="1382">
                  <c:v>12.690009546476526</c:v>
                </c:pt>
                <c:pt idx="1383">
                  <c:v>12.690009546476526</c:v>
                </c:pt>
                <c:pt idx="1384">
                  <c:v>12.690009546476526</c:v>
                </c:pt>
                <c:pt idx="1385">
                  <c:v>12.690009546476526</c:v>
                </c:pt>
                <c:pt idx="1386">
                  <c:v>12.690009546476526</c:v>
                </c:pt>
                <c:pt idx="1387">
                  <c:v>12.690009546476526</c:v>
                </c:pt>
                <c:pt idx="1388">
                  <c:v>12.690009546476526</c:v>
                </c:pt>
                <c:pt idx="1389">
                  <c:v>12.690009546476526</c:v>
                </c:pt>
                <c:pt idx="1390">
                  <c:v>12.690009546476526</c:v>
                </c:pt>
                <c:pt idx="1391">
                  <c:v>12.690009546476526</c:v>
                </c:pt>
                <c:pt idx="1392">
                  <c:v>12.690009546476526</c:v>
                </c:pt>
                <c:pt idx="1393">
                  <c:v>12.690009546476526</c:v>
                </c:pt>
                <c:pt idx="1394">
                  <c:v>12.690009546476526</c:v>
                </c:pt>
                <c:pt idx="1395">
                  <c:v>12.690009546476526</c:v>
                </c:pt>
                <c:pt idx="1396">
                  <c:v>12.690009546476526</c:v>
                </c:pt>
                <c:pt idx="1397">
                  <c:v>12.690009546476526</c:v>
                </c:pt>
                <c:pt idx="1398">
                  <c:v>12.690009546476526</c:v>
                </c:pt>
                <c:pt idx="1399">
                  <c:v>12.690009546476526</c:v>
                </c:pt>
                <c:pt idx="1400">
                  <c:v>12.690009546476526</c:v>
                </c:pt>
                <c:pt idx="1401">
                  <c:v>12.690009546476526</c:v>
                </c:pt>
                <c:pt idx="1402">
                  <c:v>12.690009546476526</c:v>
                </c:pt>
                <c:pt idx="1403">
                  <c:v>12.690009546476526</c:v>
                </c:pt>
                <c:pt idx="1404">
                  <c:v>12.690009546476526</c:v>
                </c:pt>
                <c:pt idx="1405">
                  <c:v>12.690009546476526</c:v>
                </c:pt>
                <c:pt idx="1406">
                  <c:v>12.690009546476526</c:v>
                </c:pt>
                <c:pt idx="1407">
                  <c:v>12.690009546476526</c:v>
                </c:pt>
                <c:pt idx="1408">
                  <c:v>12.690009546476526</c:v>
                </c:pt>
                <c:pt idx="1409">
                  <c:v>12.690009546476526</c:v>
                </c:pt>
                <c:pt idx="1410">
                  <c:v>12.690009546476526</c:v>
                </c:pt>
                <c:pt idx="1411">
                  <c:v>12.690009546476526</c:v>
                </c:pt>
                <c:pt idx="1412">
                  <c:v>12.690009546476526</c:v>
                </c:pt>
                <c:pt idx="1413">
                  <c:v>12.690009546476526</c:v>
                </c:pt>
                <c:pt idx="1414">
                  <c:v>12.690009546476526</c:v>
                </c:pt>
                <c:pt idx="1415">
                  <c:v>12.690009546476526</c:v>
                </c:pt>
                <c:pt idx="1416">
                  <c:v>12.690009546476526</c:v>
                </c:pt>
                <c:pt idx="1417">
                  <c:v>12.690009546476526</c:v>
                </c:pt>
                <c:pt idx="1418">
                  <c:v>12.690009546476526</c:v>
                </c:pt>
                <c:pt idx="1419">
                  <c:v>12.690009546476526</c:v>
                </c:pt>
                <c:pt idx="1420">
                  <c:v>12.690009546476526</c:v>
                </c:pt>
                <c:pt idx="1421">
                  <c:v>12.690009546476526</c:v>
                </c:pt>
                <c:pt idx="1422">
                  <c:v>12.690009546476526</c:v>
                </c:pt>
                <c:pt idx="1423">
                  <c:v>12.690009546476526</c:v>
                </c:pt>
                <c:pt idx="1424">
                  <c:v>12.690009546476526</c:v>
                </c:pt>
                <c:pt idx="1425">
                  <c:v>12.690009546476526</c:v>
                </c:pt>
                <c:pt idx="1426">
                  <c:v>12.690009546476526</c:v>
                </c:pt>
                <c:pt idx="1427">
                  <c:v>12.690009546476526</c:v>
                </c:pt>
                <c:pt idx="1428">
                  <c:v>12.690009546476526</c:v>
                </c:pt>
                <c:pt idx="1429">
                  <c:v>12.690009546476526</c:v>
                </c:pt>
                <c:pt idx="1430">
                  <c:v>12.690009546476526</c:v>
                </c:pt>
                <c:pt idx="1431">
                  <c:v>12.690009546476526</c:v>
                </c:pt>
                <c:pt idx="1432">
                  <c:v>12.690009546476526</c:v>
                </c:pt>
                <c:pt idx="1433">
                  <c:v>12.690009546476526</c:v>
                </c:pt>
                <c:pt idx="1434">
                  <c:v>12.690009546476526</c:v>
                </c:pt>
                <c:pt idx="1435">
                  <c:v>12.690009546476526</c:v>
                </c:pt>
                <c:pt idx="1436">
                  <c:v>12.690009546476526</c:v>
                </c:pt>
                <c:pt idx="1437">
                  <c:v>12.690009546476526</c:v>
                </c:pt>
                <c:pt idx="1438">
                  <c:v>12.690009546476526</c:v>
                </c:pt>
                <c:pt idx="1439">
                  <c:v>12.690009546476526</c:v>
                </c:pt>
                <c:pt idx="1440">
                  <c:v>12.690009546476526</c:v>
                </c:pt>
                <c:pt idx="1441">
                  <c:v>12.690009546476526</c:v>
                </c:pt>
                <c:pt idx="1442">
                  <c:v>12.690009546476526</c:v>
                </c:pt>
                <c:pt idx="1443">
                  <c:v>12.690009546476526</c:v>
                </c:pt>
                <c:pt idx="1444">
                  <c:v>12.690009546476526</c:v>
                </c:pt>
                <c:pt idx="1445">
                  <c:v>12.690009546476526</c:v>
                </c:pt>
                <c:pt idx="1446">
                  <c:v>12.690009546476526</c:v>
                </c:pt>
                <c:pt idx="1447">
                  <c:v>12.690009546476526</c:v>
                </c:pt>
                <c:pt idx="1448">
                  <c:v>12.690009546476526</c:v>
                </c:pt>
                <c:pt idx="1449">
                  <c:v>12.690009546476526</c:v>
                </c:pt>
                <c:pt idx="1450">
                  <c:v>12.690009546476526</c:v>
                </c:pt>
                <c:pt idx="1451">
                  <c:v>12.690009546476526</c:v>
                </c:pt>
                <c:pt idx="1452">
                  <c:v>12.690009546476526</c:v>
                </c:pt>
                <c:pt idx="1453">
                  <c:v>12.690009546476526</c:v>
                </c:pt>
                <c:pt idx="1454">
                  <c:v>12.690009546476526</c:v>
                </c:pt>
                <c:pt idx="1455">
                  <c:v>12.690009546476526</c:v>
                </c:pt>
                <c:pt idx="1456">
                  <c:v>12.690009546476526</c:v>
                </c:pt>
                <c:pt idx="1457">
                  <c:v>12.690009546476526</c:v>
                </c:pt>
                <c:pt idx="1458">
                  <c:v>12.690009546476526</c:v>
                </c:pt>
                <c:pt idx="1459">
                  <c:v>12.690009546476526</c:v>
                </c:pt>
                <c:pt idx="1460">
                  <c:v>12.690009546476526</c:v>
                </c:pt>
                <c:pt idx="1461">
                  <c:v>12.690009546476526</c:v>
                </c:pt>
                <c:pt idx="1462">
                  <c:v>12.690009546476526</c:v>
                </c:pt>
                <c:pt idx="1463">
                  <c:v>12.690009546476526</c:v>
                </c:pt>
                <c:pt idx="1464">
                  <c:v>12.690009546476526</c:v>
                </c:pt>
                <c:pt idx="1465">
                  <c:v>12.690009546476526</c:v>
                </c:pt>
                <c:pt idx="1466">
                  <c:v>12.690009546476526</c:v>
                </c:pt>
                <c:pt idx="1467">
                  <c:v>12.690009546476526</c:v>
                </c:pt>
                <c:pt idx="1468">
                  <c:v>12.690009546476526</c:v>
                </c:pt>
                <c:pt idx="1469">
                  <c:v>12.690009546476526</c:v>
                </c:pt>
                <c:pt idx="1470">
                  <c:v>12.690009546476526</c:v>
                </c:pt>
                <c:pt idx="1471">
                  <c:v>12.690009546476526</c:v>
                </c:pt>
                <c:pt idx="1472">
                  <c:v>12.690009546476526</c:v>
                </c:pt>
                <c:pt idx="1473">
                  <c:v>12.690009546476526</c:v>
                </c:pt>
                <c:pt idx="1474">
                  <c:v>12.690009546476526</c:v>
                </c:pt>
                <c:pt idx="1475">
                  <c:v>12.690009546476526</c:v>
                </c:pt>
                <c:pt idx="1476">
                  <c:v>12.690009546476526</c:v>
                </c:pt>
                <c:pt idx="1477">
                  <c:v>12.690009546476526</c:v>
                </c:pt>
                <c:pt idx="1478">
                  <c:v>12.690009546476526</c:v>
                </c:pt>
                <c:pt idx="1479">
                  <c:v>12.690009546476526</c:v>
                </c:pt>
                <c:pt idx="1480">
                  <c:v>12.690009546476526</c:v>
                </c:pt>
                <c:pt idx="1481">
                  <c:v>12.690009546476526</c:v>
                </c:pt>
                <c:pt idx="1482">
                  <c:v>12.690009546476526</c:v>
                </c:pt>
                <c:pt idx="1483">
                  <c:v>12.690009546476526</c:v>
                </c:pt>
                <c:pt idx="1484">
                  <c:v>12.690009546476526</c:v>
                </c:pt>
                <c:pt idx="1485">
                  <c:v>12.690009546476526</c:v>
                </c:pt>
                <c:pt idx="1486">
                  <c:v>12.690009546476526</c:v>
                </c:pt>
                <c:pt idx="1487">
                  <c:v>12.690009546476526</c:v>
                </c:pt>
                <c:pt idx="1488">
                  <c:v>12.690009546476526</c:v>
                </c:pt>
                <c:pt idx="1489">
                  <c:v>12.690009546476526</c:v>
                </c:pt>
                <c:pt idx="1490">
                  <c:v>12.690009546476526</c:v>
                </c:pt>
                <c:pt idx="1491">
                  <c:v>12.690009546476526</c:v>
                </c:pt>
                <c:pt idx="1492">
                  <c:v>12.690009546476526</c:v>
                </c:pt>
                <c:pt idx="1493">
                  <c:v>12.690009546476526</c:v>
                </c:pt>
                <c:pt idx="1494">
                  <c:v>12.690009546476526</c:v>
                </c:pt>
                <c:pt idx="1495">
                  <c:v>12.690009546476526</c:v>
                </c:pt>
                <c:pt idx="1496">
                  <c:v>12.690009546476526</c:v>
                </c:pt>
                <c:pt idx="1497">
                  <c:v>12.690009546476526</c:v>
                </c:pt>
                <c:pt idx="1498">
                  <c:v>12.690009546476526</c:v>
                </c:pt>
                <c:pt idx="1499">
                  <c:v>12.690009546476526</c:v>
                </c:pt>
                <c:pt idx="1500">
                  <c:v>12.690009546476526</c:v>
                </c:pt>
                <c:pt idx="1501">
                  <c:v>12.690009546476526</c:v>
                </c:pt>
                <c:pt idx="1502">
                  <c:v>12.690009546476526</c:v>
                </c:pt>
                <c:pt idx="1503">
                  <c:v>12.690009546476526</c:v>
                </c:pt>
                <c:pt idx="1504">
                  <c:v>12.690009546476526</c:v>
                </c:pt>
                <c:pt idx="1505">
                  <c:v>12.690009546476526</c:v>
                </c:pt>
                <c:pt idx="1506">
                  <c:v>12.690009546476526</c:v>
                </c:pt>
                <c:pt idx="1507">
                  <c:v>12.690009546476526</c:v>
                </c:pt>
                <c:pt idx="1508">
                  <c:v>12.690009546476526</c:v>
                </c:pt>
                <c:pt idx="1509">
                  <c:v>12.690009546476526</c:v>
                </c:pt>
                <c:pt idx="1510">
                  <c:v>12.690009546476526</c:v>
                </c:pt>
                <c:pt idx="1511">
                  <c:v>12.690009546476526</c:v>
                </c:pt>
                <c:pt idx="1512">
                  <c:v>12.690009546476526</c:v>
                </c:pt>
                <c:pt idx="1513">
                  <c:v>12.690009546476526</c:v>
                </c:pt>
                <c:pt idx="1514">
                  <c:v>12.690009546476526</c:v>
                </c:pt>
                <c:pt idx="1515">
                  <c:v>12.690009546476526</c:v>
                </c:pt>
                <c:pt idx="1516">
                  <c:v>12.690009546476526</c:v>
                </c:pt>
                <c:pt idx="1517">
                  <c:v>12.690009546476526</c:v>
                </c:pt>
                <c:pt idx="1518">
                  <c:v>12.690009546476526</c:v>
                </c:pt>
                <c:pt idx="1519">
                  <c:v>12.690009546476526</c:v>
                </c:pt>
                <c:pt idx="1520">
                  <c:v>12.690009546476526</c:v>
                </c:pt>
                <c:pt idx="1521">
                  <c:v>12.690009546476526</c:v>
                </c:pt>
                <c:pt idx="1522">
                  <c:v>12.690009546476526</c:v>
                </c:pt>
                <c:pt idx="1523">
                  <c:v>12.690009546476526</c:v>
                </c:pt>
                <c:pt idx="1524">
                  <c:v>12.690009546476526</c:v>
                </c:pt>
                <c:pt idx="1525">
                  <c:v>12.690009546476526</c:v>
                </c:pt>
                <c:pt idx="1526">
                  <c:v>12.690009546476526</c:v>
                </c:pt>
                <c:pt idx="1527">
                  <c:v>12.690009546476526</c:v>
                </c:pt>
                <c:pt idx="1528">
                  <c:v>12.690009546476526</c:v>
                </c:pt>
                <c:pt idx="1529">
                  <c:v>12.690009546476526</c:v>
                </c:pt>
                <c:pt idx="1530">
                  <c:v>12.690009546476526</c:v>
                </c:pt>
                <c:pt idx="1531">
                  <c:v>12.690009546476526</c:v>
                </c:pt>
                <c:pt idx="1532">
                  <c:v>12.690009546476526</c:v>
                </c:pt>
                <c:pt idx="1533">
                  <c:v>12.690009546476526</c:v>
                </c:pt>
                <c:pt idx="1534">
                  <c:v>12.690009546476526</c:v>
                </c:pt>
                <c:pt idx="1535">
                  <c:v>12.690009546476526</c:v>
                </c:pt>
                <c:pt idx="1536">
                  <c:v>12.690009546476526</c:v>
                </c:pt>
                <c:pt idx="1537">
                  <c:v>12.690009546476526</c:v>
                </c:pt>
                <c:pt idx="1538">
                  <c:v>12.690009546476526</c:v>
                </c:pt>
                <c:pt idx="1539">
                  <c:v>12.690009546476526</c:v>
                </c:pt>
                <c:pt idx="1540">
                  <c:v>12.690009546476526</c:v>
                </c:pt>
                <c:pt idx="1541">
                  <c:v>12.690009546476526</c:v>
                </c:pt>
                <c:pt idx="1542">
                  <c:v>12.690009546476526</c:v>
                </c:pt>
                <c:pt idx="1543">
                  <c:v>12.690009546476526</c:v>
                </c:pt>
                <c:pt idx="1544">
                  <c:v>12.690009546476526</c:v>
                </c:pt>
                <c:pt idx="1545">
                  <c:v>12.690009546476526</c:v>
                </c:pt>
                <c:pt idx="1546">
                  <c:v>12.690009546476526</c:v>
                </c:pt>
                <c:pt idx="1547">
                  <c:v>12.690009546476526</c:v>
                </c:pt>
                <c:pt idx="1548">
                  <c:v>12.690009546476526</c:v>
                </c:pt>
                <c:pt idx="1549">
                  <c:v>12.690009546476526</c:v>
                </c:pt>
                <c:pt idx="1550">
                  <c:v>12.690009546476526</c:v>
                </c:pt>
                <c:pt idx="1551">
                  <c:v>12.690009546476526</c:v>
                </c:pt>
                <c:pt idx="1552">
                  <c:v>12.690009546476526</c:v>
                </c:pt>
                <c:pt idx="1553">
                  <c:v>12.690009546476526</c:v>
                </c:pt>
                <c:pt idx="1554">
                  <c:v>12.690009546476526</c:v>
                </c:pt>
                <c:pt idx="1555">
                  <c:v>12.690009546476526</c:v>
                </c:pt>
                <c:pt idx="1556">
                  <c:v>12.690009546476526</c:v>
                </c:pt>
                <c:pt idx="1557">
                  <c:v>12.690009546476526</c:v>
                </c:pt>
                <c:pt idx="1558">
                  <c:v>12.690009546476526</c:v>
                </c:pt>
                <c:pt idx="1559">
                  <c:v>12.690009546476526</c:v>
                </c:pt>
                <c:pt idx="1560">
                  <c:v>12.690009546476526</c:v>
                </c:pt>
                <c:pt idx="1561">
                  <c:v>12.690009546476526</c:v>
                </c:pt>
                <c:pt idx="1562">
                  <c:v>12.690009546476526</c:v>
                </c:pt>
                <c:pt idx="1563">
                  <c:v>12.690009546476526</c:v>
                </c:pt>
                <c:pt idx="1564">
                  <c:v>12.690009546476526</c:v>
                </c:pt>
                <c:pt idx="1565">
                  <c:v>12.690009546476526</c:v>
                </c:pt>
                <c:pt idx="1566">
                  <c:v>12.690009546476526</c:v>
                </c:pt>
                <c:pt idx="1567">
                  <c:v>12.690009546476526</c:v>
                </c:pt>
                <c:pt idx="1568">
                  <c:v>12.690009546476526</c:v>
                </c:pt>
                <c:pt idx="1569">
                  <c:v>12.690009546476526</c:v>
                </c:pt>
                <c:pt idx="1570">
                  <c:v>12.690009546476526</c:v>
                </c:pt>
                <c:pt idx="1571">
                  <c:v>12.690009546476526</c:v>
                </c:pt>
                <c:pt idx="1572">
                  <c:v>12.690009546476526</c:v>
                </c:pt>
                <c:pt idx="1573">
                  <c:v>12.690009546476526</c:v>
                </c:pt>
                <c:pt idx="1574">
                  <c:v>12.690009546476526</c:v>
                </c:pt>
                <c:pt idx="1575">
                  <c:v>12.690009546476526</c:v>
                </c:pt>
                <c:pt idx="1576">
                  <c:v>12.690009546476526</c:v>
                </c:pt>
                <c:pt idx="1577">
                  <c:v>12.690009546476526</c:v>
                </c:pt>
                <c:pt idx="1578">
                  <c:v>12.690009546476526</c:v>
                </c:pt>
                <c:pt idx="1579">
                  <c:v>12.690009546476526</c:v>
                </c:pt>
                <c:pt idx="1580">
                  <c:v>12.690009546476526</c:v>
                </c:pt>
                <c:pt idx="1581">
                  <c:v>12.690009546476526</c:v>
                </c:pt>
                <c:pt idx="1582">
                  <c:v>12.690009546476526</c:v>
                </c:pt>
                <c:pt idx="1583">
                  <c:v>12.690009546476526</c:v>
                </c:pt>
                <c:pt idx="1584">
                  <c:v>12.690009546476526</c:v>
                </c:pt>
                <c:pt idx="1585">
                  <c:v>12.690009546476526</c:v>
                </c:pt>
                <c:pt idx="1586">
                  <c:v>12.690009546476526</c:v>
                </c:pt>
                <c:pt idx="1587">
                  <c:v>12.690009546476526</c:v>
                </c:pt>
                <c:pt idx="1588">
                  <c:v>12.690009546476526</c:v>
                </c:pt>
                <c:pt idx="1589">
                  <c:v>12.690009546476526</c:v>
                </c:pt>
                <c:pt idx="1590">
                  <c:v>12.690009546476526</c:v>
                </c:pt>
                <c:pt idx="1591">
                  <c:v>12.690009546476526</c:v>
                </c:pt>
                <c:pt idx="1592">
                  <c:v>12.690009546476526</c:v>
                </c:pt>
                <c:pt idx="1593">
                  <c:v>12.690009546476526</c:v>
                </c:pt>
                <c:pt idx="1594">
                  <c:v>12.690009546476526</c:v>
                </c:pt>
                <c:pt idx="1595">
                  <c:v>12.690009546476526</c:v>
                </c:pt>
                <c:pt idx="1596">
                  <c:v>12.690009546476526</c:v>
                </c:pt>
                <c:pt idx="1597">
                  <c:v>12.690009546476526</c:v>
                </c:pt>
                <c:pt idx="1598">
                  <c:v>12.690009546476526</c:v>
                </c:pt>
                <c:pt idx="1599">
                  <c:v>12.690009546476526</c:v>
                </c:pt>
                <c:pt idx="1600">
                  <c:v>12.690009546476526</c:v>
                </c:pt>
                <c:pt idx="1601">
                  <c:v>12.690009546476526</c:v>
                </c:pt>
                <c:pt idx="1602">
                  <c:v>12.690009546476526</c:v>
                </c:pt>
                <c:pt idx="1603">
                  <c:v>12.690009546476526</c:v>
                </c:pt>
                <c:pt idx="1604">
                  <c:v>12.690009546476526</c:v>
                </c:pt>
                <c:pt idx="1605">
                  <c:v>12.690009546476526</c:v>
                </c:pt>
                <c:pt idx="1606">
                  <c:v>12.690009546476526</c:v>
                </c:pt>
                <c:pt idx="1607">
                  <c:v>12.690009546476526</c:v>
                </c:pt>
                <c:pt idx="1608">
                  <c:v>12.690009546476526</c:v>
                </c:pt>
                <c:pt idx="1609">
                  <c:v>12.690009546476526</c:v>
                </c:pt>
                <c:pt idx="1610">
                  <c:v>12.690009546476526</c:v>
                </c:pt>
                <c:pt idx="1611">
                  <c:v>12.690009546476526</c:v>
                </c:pt>
                <c:pt idx="1612">
                  <c:v>12.690009546476526</c:v>
                </c:pt>
                <c:pt idx="1613">
                  <c:v>12.690009546476526</c:v>
                </c:pt>
                <c:pt idx="1614">
                  <c:v>12.690009546476526</c:v>
                </c:pt>
                <c:pt idx="1615">
                  <c:v>12.690009546476526</c:v>
                </c:pt>
                <c:pt idx="1616">
                  <c:v>12.690009546476526</c:v>
                </c:pt>
                <c:pt idx="1617">
                  <c:v>12.690009546476526</c:v>
                </c:pt>
                <c:pt idx="1618">
                  <c:v>12.690009546476526</c:v>
                </c:pt>
                <c:pt idx="1619">
                  <c:v>12.690009546476526</c:v>
                </c:pt>
                <c:pt idx="1620">
                  <c:v>12.690009546476526</c:v>
                </c:pt>
                <c:pt idx="1621">
                  <c:v>12.690009546476526</c:v>
                </c:pt>
                <c:pt idx="1622">
                  <c:v>12.690009546476526</c:v>
                </c:pt>
                <c:pt idx="1623">
                  <c:v>12.690009546476526</c:v>
                </c:pt>
                <c:pt idx="1624">
                  <c:v>12.690009546476526</c:v>
                </c:pt>
                <c:pt idx="1625">
                  <c:v>12.690009546476526</c:v>
                </c:pt>
                <c:pt idx="1626">
                  <c:v>12.690009546476526</c:v>
                </c:pt>
                <c:pt idx="1627">
                  <c:v>12.690009546476526</c:v>
                </c:pt>
                <c:pt idx="1628">
                  <c:v>12.690009546476526</c:v>
                </c:pt>
                <c:pt idx="1629">
                  <c:v>12.690009546476526</c:v>
                </c:pt>
                <c:pt idx="1630">
                  <c:v>12.690009546476526</c:v>
                </c:pt>
                <c:pt idx="1631">
                  <c:v>12.690009546476526</c:v>
                </c:pt>
                <c:pt idx="1632">
                  <c:v>12.690009546476526</c:v>
                </c:pt>
                <c:pt idx="1633">
                  <c:v>12.690009546476526</c:v>
                </c:pt>
                <c:pt idx="1634">
                  <c:v>12.690009546476526</c:v>
                </c:pt>
                <c:pt idx="1635">
                  <c:v>12.690009546476526</c:v>
                </c:pt>
                <c:pt idx="1636">
                  <c:v>12.690009546476526</c:v>
                </c:pt>
                <c:pt idx="1637">
                  <c:v>12.690009546476526</c:v>
                </c:pt>
                <c:pt idx="1638">
                  <c:v>12.690009546476526</c:v>
                </c:pt>
                <c:pt idx="1639">
                  <c:v>12.690009546476526</c:v>
                </c:pt>
                <c:pt idx="1640">
                  <c:v>12.690009546476526</c:v>
                </c:pt>
                <c:pt idx="1641">
                  <c:v>12.690009546476526</c:v>
                </c:pt>
                <c:pt idx="1642">
                  <c:v>12.690009546476526</c:v>
                </c:pt>
                <c:pt idx="1643">
                  <c:v>12.690009546476526</c:v>
                </c:pt>
                <c:pt idx="1644">
                  <c:v>12.690009546476526</c:v>
                </c:pt>
                <c:pt idx="1645">
                  <c:v>12.690009546476526</c:v>
                </c:pt>
                <c:pt idx="1646">
                  <c:v>12.690009546476526</c:v>
                </c:pt>
                <c:pt idx="1647">
                  <c:v>12.690009546476526</c:v>
                </c:pt>
                <c:pt idx="1648">
                  <c:v>12.690009546476526</c:v>
                </c:pt>
                <c:pt idx="1649">
                  <c:v>12.690009546476526</c:v>
                </c:pt>
                <c:pt idx="1650">
                  <c:v>12.690009546476526</c:v>
                </c:pt>
                <c:pt idx="1651">
                  <c:v>12.690009546476526</c:v>
                </c:pt>
                <c:pt idx="1652">
                  <c:v>12.690009546476526</c:v>
                </c:pt>
                <c:pt idx="1653">
                  <c:v>12.690009546476526</c:v>
                </c:pt>
                <c:pt idx="1654">
                  <c:v>12.690009546476526</c:v>
                </c:pt>
                <c:pt idx="1655">
                  <c:v>12.690009546476526</c:v>
                </c:pt>
                <c:pt idx="1656">
                  <c:v>12.690009546476526</c:v>
                </c:pt>
                <c:pt idx="1657">
                  <c:v>12.690009546476526</c:v>
                </c:pt>
                <c:pt idx="1658">
                  <c:v>12.690009546476526</c:v>
                </c:pt>
                <c:pt idx="1659">
                  <c:v>12.690009546476526</c:v>
                </c:pt>
                <c:pt idx="1660">
                  <c:v>12.690009546476526</c:v>
                </c:pt>
                <c:pt idx="1661">
                  <c:v>12.690009546476526</c:v>
                </c:pt>
                <c:pt idx="1662">
                  <c:v>12.690009546476526</c:v>
                </c:pt>
                <c:pt idx="1663">
                  <c:v>12.690009546476526</c:v>
                </c:pt>
                <c:pt idx="1664">
                  <c:v>12.690009546476526</c:v>
                </c:pt>
                <c:pt idx="1665">
                  <c:v>12.690009546476526</c:v>
                </c:pt>
                <c:pt idx="1666">
                  <c:v>12.690009546476526</c:v>
                </c:pt>
                <c:pt idx="1667">
                  <c:v>12.690009546476526</c:v>
                </c:pt>
                <c:pt idx="1668">
                  <c:v>12.690009546476526</c:v>
                </c:pt>
                <c:pt idx="1669">
                  <c:v>12.690009546476526</c:v>
                </c:pt>
                <c:pt idx="1670">
                  <c:v>12.690009546476526</c:v>
                </c:pt>
                <c:pt idx="1671">
                  <c:v>12.690009546476526</c:v>
                </c:pt>
                <c:pt idx="1672">
                  <c:v>12.690009546476526</c:v>
                </c:pt>
                <c:pt idx="1673">
                  <c:v>12.690009546476526</c:v>
                </c:pt>
                <c:pt idx="1674">
                  <c:v>12.690009546476526</c:v>
                </c:pt>
                <c:pt idx="1675">
                  <c:v>12.690009546476526</c:v>
                </c:pt>
                <c:pt idx="1676">
                  <c:v>12.690009546476526</c:v>
                </c:pt>
                <c:pt idx="1677">
                  <c:v>12.690009546476526</c:v>
                </c:pt>
                <c:pt idx="1678">
                  <c:v>12.690009546476526</c:v>
                </c:pt>
                <c:pt idx="1679">
                  <c:v>12.690009546476526</c:v>
                </c:pt>
                <c:pt idx="1680">
                  <c:v>12.690009546476526</c:v>
                </c:pt>
                <c:pt idx="1681">
                  <c:v>12.690009546476526</c:v>
                </c:pt>
                <c:pt idx="1682">
                  <c:v>12.690009546476526</c:v>
                </c:pt>
                <c:pt idx="1683">
                  <c:v>12.690009546476526</c:v>
                </c:pt>
                <c:pt idx="1684">
                  <c:v>12.690009546476526</c:v>
                </c:pt>
                <c:pt idx="1685">
                  <c:v>12.690009546476526</c:v>
                </c:pt>
                <c:pt idx="1686">
                  <c:v>12.690009546476526</c:v>
                </c:pt>
                <c:pt idx="1687">
                  <c:v>12.690009546476526</c:v>
                </c:pt>
                <c:pt idx="1688">
                  <c:v>12.690009546476526</c:v>
                </c:pt>
                <c:pt idx="1689">
                  <c:v>12.690009546476526</c:v>
                </c:pt>
                <c:pt idx="1690">
                  <c:v>12.690009546476526</c:v>
                </c:pt>
                <c:pt idx="1691">
                  <c:v>12.690009546476526</c:v>
                </c:pt>
                <c:pt idx="1692">
                  <c:v>12.690009546476526</c:v>
                </c:pt>
                <c:pt idx="1693">
                  <c:v>12.690009546476526</c:v>
                </c:pt>
                <c:pt idx="1694">
                  <c:v>12.690009546476526</c:v>
                </c:pt>
                <c:pt idx="1695">
                  <c:v>12.690009546476526</c:v>
                </c:pt>
                <c:pt idx="1696">
                  <c:v>12.690009546476526</c:v>
                </c:pt>
                <c:pt idx="1697">
                  <c:v>12.690009546476526</c:v>
                </c:pt>
                <c:pt idx="1698">
                  <c:v>12.690009546476526</c:v>
                </c:pt>
                <c:pt idx="1699">
                  <c:v>12.690009546476526</c:v>
                </c:pt>
                <c:pt idx="1700">
                  <c:v>12.690009546476526</c:v>
                </c:pt>
                <c:pt idx="1701">
                  <c:v>12.690009546476526</c:v>
                </c:pt>
                <c:pt idx="1702">
                  <c:v>12.690009546476526</c:v>
                </c:pt>
                <c:pt idx="1703">
                  <c:v>12.690009546476526</c:v>
                </c:pt>
                <c:pt idx="1704">
                  <c:v>12.690009546476526</c:v>
                </c:pt>
                <c:pt idx="1705">
                  <c:v>12.690009546476526</c:v>
                </c:pt>
                <c:pt idx="1706">
                  <c:v>12.690009546476526</c:v>
                </c:pt>
                <c:pt idx="1707">
                  <c:v>12.690009546476526</c:v>
                </c:pt>
                <c:pt idx="1708">
                  <c:v>12.690009546476526</c:v>
                </c:pt>
                <c:pt idx="1709">
                  <c:v>12.690009546476526</c:v>
                </c:pt>
                <c:pt idx="1710">
                  <c:v>12.690009546476526</c:v>
                </c:pt>
                <c:pt idx="1711">
                  <c:v>12.690009546476526</c:v>
                </c:pt>
                <c:pt idx="1712">
                  <c:v>12.690009546476526</c:v>
                </c:pt>
                <c:pt idx="1713">
                  <c:v>12.690009546476526</c:v>
                </c:pt>
                <c:pt idx="1714">
                  <c:v>12.690009546476526</c:v>
                </c:pt>
                <c:pt idx="1715">
                  <c:v>12.690009546476526</c:v>
                </c:pt>
                <c:pt idx="1716">
                  <c:v>12.690009546476526</c:v>
                </c:pt>
                <c:pt idx="1717">
                  <c:v>12.690009546476526</c:v>
                </c:pt>
                <c:pt idx="1718">
                  <c:v>12.690009546476526</c:v>
                </c:pt>
                <c:pt idx="1719">
                  <c:v>12.690009546476526</c:v>
                </c:pt>
                <c:pt idx="1720">
                  <c:v>12.690009546476526</c:v>
                </c:pt>
                <c:pt idx="1721">
                  <c:v>12.690009546476526</c:v>
                </c:pt>
                <c:pt idx="1722">
                  <c:v>12.690009546476526</c:v>
                </c:pt>
                <c:pt idx="1723">
                  <c:v>12.690009546476526</c:v>
                </c:pt>
                <c:pt idx="1724">
                  <c:v>12.690009546476526</c:v>
                </c:pt>
                <c:pt idx="1725">
                  <c:v>12.690009546476526</c:v>
                </c:pt>
                <c:pt idx="1726">
                  <c:v>12.690009546476526</c:v>
                </c:pt>
                <c:pt idx="1727">
                  <c:v>12.690009546476526</c:v>
                </c:pt>
                <c:pt idx="1728">
                  <c:v>12.690009546476526</c:v>
                </c:pt>
                <c:pt idx="1729">
                  <c:v>12.690009546476526</c:v>
                </c:pt>
                <c:pt idx="1730">
                  <c:v>12.690009546476526</c:v>
                </c:pt>
                <c:pt idx="1731">
                  <c:v>12.690009546476526</c:v>
                </c:pt>
                <c:pt idx="1732">
                  <c:v>12.690009546476526</c:v>
                </c:pt>
                <c:pt idx="1733">
                  <c:v>12.690009546476526</c:v>
                </c:pt>
                <c:pt idx="1734">
                  <c:v>12.690009546476526</c:v>
                </c:pt>
                <c:pt idx="1735">
                  <c:v>12.690009546476526</c:v>
                </c:pt>
                <c:pt idx="1736">
                  <c:v>12.690009546476526</c:v>
                </c:pt>
                <c:pt idx="1737">
                  <c:v>12.690009546476526</c:v>
                </c:pt>
                <c:pt idx="1738">
                  <c:v>12.690009546476526</c:v>
                </c:pt>
                <c:pt idx="1739">
                  <c:v>12.690009546476526</c:v>
                </c:pt>
                <c:pt idx="1740">
                  <c:v>12.690009546476526</c:v>
                </c:pt>
                <c:pt idx="1741">
                  <c:v>12.690009546476526</c:v>
                </c:pt>
                <c:pt idx="1742">
                  <c:v>12.690009546476526</c:v>
                </c:pt>
                <c:pt idx="1743">
                  <c:v>12.690009546476526</c:v>
                </c:pt>
                <c:pt idx="1744">
                  <c:v>12.690009546476526</c:v>
                </c:pt>
                <c:pt idx="1745">
                  <c:v>12.690009546476526</c:v>
                </c:pt>
                <c:pt idx="1746">
                  <c:v>12.690009546476526</c:v>
                </c:pt>
                <c:pt idx="1747">
                  <c:v>12.690009546476526</c:v>
                </c:pt>
                <c:pt idx="1748">
                  <c:v>12.690009546476526</c:v>
                </c:pt>
                <c:pt idx="1749">
                  <c:v>12.690009546476526</c:v>
                </c:pt>
                <c:pt idx="1750">
                  <c:v>12.690009546476526</c:v>
                </c:pt>
                <c:pt idx="1751">
                  <c:v>12.690009546476526</c:v>
                </c:pt>
                <c:pt idx="1752">
                  <c:v>12.690009546476526</c:v>
                </c:pt>
                <c:pt idx="1753">
                  <c:v>12.690009546476526</c:v>
                </c:pt>
                <c:pt idx="1754">
                  <c:v>12.690009546476526</c:v>
                </c:pt>
                <c:pt idx="1755">
                  <c:v>12.690009546476526</c:v>
                </c:pt>
                <c:pt idx="1756">
                  <c:v>12.690009546476526</c:v>
                </c:pt>
                <c:pt idx="1757">
                  <c:v>12.690009546476526</c:v>
                </c:pt>
                <c:pt idx="1758">
                  <c:v>12.690009546476526</c:v>
                </c:pt>
                <c:pt idx="1759">
                  <c:v>12.690009546476526</c:v>
                </c:pt>
                <c:pt idx="1760">
                  <c:v>12.690009546476526</c:v>
                </c:pt>
                <c:pt idx="1761">
                  <c:v>12.690009546476526</c:v>
                </c:pt>
                <c:pt idx="1762">
                  <c:v>12.690009546476526</c:v>
                </c:pt>
                <c:pt idx="1763">
                  <c:v>12.690009546476526</c:v>
                </c:pt>
                <c:pt idx="1764">
                  <c:v>12.690009546476526</c:v>
                </c:pt>
                <c:pt idx="1765">
                  <c:v>12.690009546476526</c:v>
                </c:pt>
                <c:pt idx="1766">
                  <c:v>12.690009546476526</c:v>
                </c:pt>
                <c:pt idx="1767">
                  <c:v>12.690009546476526</c:v>
                </c:pt>
                <c:pt idx="1768">
                  <c:v>12.690009546476526</c:v>
                </c:pt>
                <c:pt idx="1769">
                  <c:v>12.690009546476526</c:v>
                </c:pt>
                <c:pt idx="1770">
                  <c:v>12.690009546476526</c:v>
                </c:pt>
                <c:pt idx="1771">
                  <c:v>12.690009546476526</c:v>
                </c:pt>
                <c:pt idx="1772">
                  <c:v>12.690009546476526</c:v>
                </c:pt>
                <c:pt idx="1773">
                  <c:v>12.690009546476526</c:v>
                </c:pt>
                <c:pt idx="1774">
                  <c:v>12.690009546476526</c:v>
                </c:pt>
                <c:pt idx="1775">
                  <c:v>12.690009546476526</c:v>
                </c:pt>
                <c:pt idx="1776">
                  <c:v>12.690009546476526</c:v>
                </c:pt>
                <c:pt idx="1777">
                  <c:v>12.690009546476526</c:v>
                </c:pt>
                <c:pt idx="1778">
                  <c:v>12.690009546476526</c:v>
                </c:pt>
                <c:pt idx="1779">
                  <c:v>12.690009546476526</c:v>
                </c:pt>
                <c:pt idx="1780">
                  <c:v>12.690009546476526</c:v>
                </c:pt>
                <c:pt idx="1781">
                  <c:v>12.690009546476526</c:v>
                </c:pt>
                <c:pt idx="1782">
                  <c:v>12.690009546476526</c:v>
                </c:pt>
                <c:pt idx="1783">
                  <c:v>12.690009546476526</c:v>
                </c:pt>
                <c:pt idx="1784">
                  <c:v>12.690009546476526</c:v>
                </c:pt>
                <c:pt idx="1785">
                  <c:v>12.690009546476526</c:v>
                </c:pt>
                <c:pt idx="1786">
                  <c:v>12.690009546476526</c:v>
                </c:pt>
                <c:pt idx="1787">
                  <c:v>12.690009546476526</c:v>
                </c:pt>
                <c:pt idx="1788">
                  <c:v>12.690009546476526</c:v>
                </c:pt>
                <c:pt idx="1789">
                  <c:v>12.690009546476526</c:v>
                </c:pt>
                <c:pt idx="1790">
                  <c:v>12.690009546476526</c:v>
                </c:pt>
                <c:pt idx="1791">
                  <c:v>12.690009546476526</c:v>
                </c:pt>
                <c:pt idx="1792">
                  <c:v>12.690009546476526</c:v>
                </c:pt>
                <c:pt idx="1793">
                  <c:v>12.690009546476526</c:v>
                </c:pt>
                <c:pt idx="1794">
                  <c:v>12.690009546476526</c:v>
                </c:pt>
                <c:pt idx="1795">
                  <c:v>12.690009546476526</c:v>
                </c:pt>
                <c:pt idx="1796">
                  <c:v>12.690009546476526</c:v>
                </c:pt>
                <c:pt idx="1797">
                  <c:v>12.690009546476526</c:v>
                </c:pt>
                <c:pt idx="1798">
                  <c:v>12.690009546476526</c:v>
                </c:pt>
                <c:pt idx="1799">
                  <c:v>12.690009546476526</c:v>
                </c:pt>
                <c:pt idx="1800">
                  <c:v>12.690009546476526</c:v>
                </c:pt>
                <c:pt idx="1801">
                  <c:v>12.690009546476526</c:v>
                </c:pt>
                <c:pt idx="1802">
                  <c:v>12.690009546476526</c:v>
                </c:pt>
                <c:pt idx="1803">
                  <c:v>12.690009546476526</c:v>
                </c:pt>
                <c:pt idx="1804">
                  <c:v>12.690009546476526</c:v>
                </c:pt>
                <c:pt idx="1805">
                  <c:v>12.690009546476526</c:v>
                </c:pt>
                <c:pt idx="1806">
                  <c:v>12.690009546476526</c:v>
                </c:pt>
                <c:pt idx="1807">
                  <c:v>12.690009546476526</c:v>
                </c:pt>
                <c:pt idx="1808">
                  <c:v>12.690009546476526</c:v>
                </c:pt>
                <c:pt idx="1809">
                  <c:v>12.690009546476526</c:v>
                </c:pt>
                <c:pt idx="1810">
                  <c:v>12.690009546476526</c:v>
                </c:pt>
                <c:pt idx="1811">
                  <c:v>12.690009546476526</c:v>
                </c:pt>
                <c:pt idx="1812">
                  <c:v>12.690009546476526</c:v>
                </c:pt>
                <c:pt idx="1813">
                  <c:v>12.690009546476526</c:v>
                </c:pt>
                <c:pt idx="1814">
                  <c:v>12.690009546476526</c:v>
                </c:pt>
                <c:pt idx="1815">
                  <c:v>12.690009546476526</c:v>
                </c:pt>
                <c:pt idx="1816">
                  <c:v>12.690009546476526</c:v>
                </c:pt>
                <c:pt idx="1817">
                  <c:v>12.690009546476526</c:v>
                </c:pt>
                <c:pt idx="1818">
                  <c:v>12.690009546476526</c:v>
                </c:pt>
                <c:pt idx="1819">
                  <c:v>12.690009546476526</c:v>
                </c:pt>
                <c:pt idx="1820">
                  <c:v>12.690009546476526</c:v>
                </c:pt>
                <c:pt idx="1821">
                  <c:v>12.690009546476526</c:v>
                </c:pt>
                <c:pt idx="1822">
                  <c:v>12.690009546476526</c:v>
                </c:pt>
                <c:pt idx="1823">
                  <c:v>12.690009546476526</c:v>
                </c:pt>
                <c:pt idx="1824">
                  <c:v>12.690009546476526</c:v>
                </c:pt>
                <c:pt idx="1825">
                  <c:v>12.690009546476526</c:v>
                </c:pt>
                <c:pt idx="1826">
                  <c:v>12.690009546476526</c:v>
                </c:pt>
                <c:pt idx="1827">
                  <c:v>12.690009546476526</c:v>
                </c:pt>
                <c:pt idx="1828">
                  <c:v>12.690009546476526</c:v>
                </c:pt>
              </c:numCache>
            </c:numRef>
          </c:val>
          <c:smooth val="0"/>
          <c:extLst>
            <c:ext xmlns:c16="http://schemas.microsoft.com/office/drawing/2014/chart" uri="{C3380CC4-5D6E-409C-BE32-E72D297353CC}">
              <c16:uniqueId val="{00000002-81C4-4815-9680-5AA56E5DE3F5}"/>
            </c:ext>
          </c:extLst>
        </c:ser>
        <c:ser>
          <c:idx val="3"/>
          <c:order val="3"/>
          <c:tx>
            <c:strRef>
              <c:f>Source!$AZ$1</c:f>
              <c:strCache>
                <c:ptCount val="1"/>
                <c:pt idx="0">
                  <c:v>Average</c:v>
                </c:pt>
              </c:strCache>
            </c:strRef>
          </c:tx>
          <c:spPr>
            <a:ln w="19050">
              <a:solidFill>
                <a:srgbClr val="002060"/>
              </a:solidFill>
              <a:prstDash val="solid"/>
            </a:ln>
          </c:spPr>
          <c:marker>
            <c:symbol val="none"/>
          </c:marker>
          <c:cat>
            <c:numRef>
              <c:f>Source!$AV$3:$AV$3656</c:f>
              <c:numCache>
                <c:formatCode>m/d/yyyy</c:formatCode>
                <c:ptCount val="3654"/>
                <c:pt idx="0">
                  <c:v>44489</c:v>
                </c:pt>
                <c:pt idx="1">
                  <c:v>44490</c:v>
                </c:pt>
                <c:pt idx="2">
                  <c:v>44491</c:v>
                </c:pt>
                <c:pt idx="3">
                  <c:v>44492</c:v>
                </c:pt>
                <c:pt idx="4">
                  <c:v>44493</c:v>
                </c:pt>
                <c:pt idx="5">
                  <c:v>44494</c:v>
                </c:pt>
                <c:pt idx="6">
                  <c:v>44495</c:v>
                </c:pt>
                <c:pt idx="7">
                  <c:v>44496</c:v>
                </c:pt>
                <c:pt idx="8">
                  <c:v>44497</c:v>
                </c:pt>
                <c:pt idx="9">
                  <c:v>44498</c:v>
                </c:pt>
                <c:pt idx="10">
                  <c:v>44499</c:v>
                </c:pt>
                <c:pt idx="11">
                  <c:v>44500</c:v>
                </c:pt>
                <c:pt idx="12">
                  <c:v>44501</c:v>
                </c:pt>
                <c:pt idx="13">
                  <c:v>44502</c:v>
                </c:pt>
                <c:pt idx="14">
                  <c:v>44503</c:v>
                </c:pt>
                <c:pt idx="15">
                  <c:v>44504</c:v>
                </c:pt>
                <c:pt idx="16">
                  <c:v>44505</c:v>
                </c:pt>
                <c:pt idx="17">
                  <c:v>44506</c:v>
                </c:pt>
                <c:pt idx="18">
                  <c:v>44507</c:v>
                </c:pt>
                <c:pt idx="19">
                  <c:v>44508</c:v>
                </c:pt>
                <c:pt idx="20">
                  <c:v>44509</c:v>
                </c:pt>
                <c:pt idx="21">
                  <c:v>44510</c:v>
                </c:pt>
                <c:pt idx="22">
                  <c:v>44511</c:v>
                </c:pt>
                <c:pt idx="23">
                  <c:v>44512</c:v>
                </c:pt>
                <c:pt idx="24">
                  <c:v>44513</c:v>
                </c:pt>
                <c:pt idx="25">
                  <c:v>44514</c:v>
                </c:pt>
                <c:pt idx="26">
                  <c:v>44515</c:v>
                </c:pt>
                <c:pt idx="27">
                  <c:v>44516</c:v>
                </c:pt>
                <c:pt idx="28">
                  <c:v>44517</c:v>
                </c:pt>
                <c:pt idx="29">
                  <c:v>44518</c:v>
                </c:pt>
                <c:pt idx="30">
                  <c:v>44519</c:v>
                </c:pt>
                <c:pt idx="31">
                  <c:v>44520</c:v>
                </c:pt>
                <c:pt idx="32">
                  <c:v>44521</c:v>
                </c:pt>
                <c:pt idx="33">
                  <c:v>44522</c:v>
                </c:pt>
                <c:pt idx="34">
                  <c:v>44523</c:v>
                </c:pt>
                <c:pt idx="35">
                  <c:v>44524</c:v>
                </c:pt>
                <c:pt idx="36">
                  <c:v>44525</c:v>
                </c:pt>
                <c:pt idx="37">
                  <c:v>44526</c:v>
                </c:pt>
                <c:pt idx="38">
                  <c:v>44527</c:v>
                </c:pt>
                <c:pt idx="39">
                  <c:v>44528</c:v>
                </c:pt>
                <c:pt idx="40">
                  <c:v>44529</c:v>
                </c:pt>
                <c:pt idx="41">
                  <c:v>44530</c:v>
                </c:pt>
                <c:pt idx="42">
                  <c:v>44531</c:v>
                </c:pt>
                <c:pt idx="43">
                  <c:v>44532</c:v>
                </c:pt>
                <c:pt idx="44">
                  <c:v>44533</c:v>
                </c:pt>
                <c:pt idx="45">
                  <c:v>44534</c:v>
                </c:pt>
                <c:pt idx="46">
                  <c:v>44535</c:v>
                </c:pt>
                <c:pt idx="47">
                  <c:v>44536</c:v>
                </c:pt>
                <c:pt idx="48">
                  <c:v>44537</c:v>
                </c:pt>
                <c:pt idx="49">
                  <c:v>44538</c:v>
                </c:pt>
                <c:pt idx="50">
                  <c:v>44539</c:v>
                </c:pt>
                <c:pt idx="51">
                  <c:v>44540</c:v>
                </c:pt>
                <c:pt idx="52">
                  <c:v>44541</c:v>
                </c:pt>
                <c:pt idx="53">
                  <c:v>44542</c:v>
                </c:pt>
                <c:pt idx="54">
                  <c:v>44543</c:v>
                </c:pt>
                <c:pt idx="55">
                  <c:v>44544</c:v>
                </c:pt>
                <c:pt idx="56">
                  <c:v>44545</c:v>
                </c:pt>
                <c:pt idx="57">
                  <c:v>44546</c:v>
                </c:pt>
                <c:pt idx="58">
                  <c:v>44547</c:v>
                </c:pt>
                <c:pt idx="59">
                  <c:v>44548</c:v>
                </c:pt>
                <c:pt idx="60">
                  <c:v>44549</c:v>
                </c:pt>
                <c:pt idx="61">
                  <c:v>44550</c:v>
                </c:pt>
                <c:pt idx="62">
                  <c:v>44551</c:v>
                </c:pt>
                <c:pt idx="63">
                  <c:v>44552</c:v>
                </c:pt>
                <c:pt idx="64">
                  <c:v>44553</c:v>
                </c:pt>
                <c:pt idx="65">
                  <c:v>44554</c:v>
                </c:pt>
                <c:pt idx="66">
                  <c:v>44555</c:v>
                </c:pt>
                <c:pt idx="67">
                  <c:v>44556</c:v>
                </c:pt>
                <c:pt idx="68">
                  <c:v>44557</c:v>
                </c:pt>
                <c:pt idx="69">
                  <c:v>44558</c:v>
                </c:pt>
                <c:pt idx="70">
                  <c:v>44559</c:v>
                </c:pt>
                <c:pt idx="71">
                  <c:v>44560</c:v>
                </c:pt>
                <c:pt idx="72">
                  <c:v>44561</c:v>
                </c:pt>
                <c:pt idx="73">
                  <c:v>44562</c:v>
                </c:pt>
                <c:pt idx="74">
                  <c:v>44563</c:v>
                </c:pt>
                <c:pt idx="75">
                  <c:v>44564</c:v>
                </c:pt>
                <c:pt idx="76">
                  <c:v>44565</c:v>
                </c:pt>
                <c:pt idx="77">
                  <c:v>44566</c:v>
                </c:pt>
                <c:pt idx="78">
                  <c:v>44567</c:v>
                </c:pt>
                <c:pt idx="79">
                  <c:v>44568</c:v>
                </c:pt>
                <c:pt idx="80">
                  <c:v>44569</c:v>
                </c:pt>
                <c:pt idx="81">
                  <c:v>44570</c:v>
                </c:pt>
                <c:pt idx="82">
                  <c:v>44571</c:v>
                </c:pt>
                <c:pt idx="83">
                  <c:v>44572</c:v>
                </c:pt>
                <c:pt idx="84">
                  <c:v>44573</c:v>
                </c:pt>
                <c:pt idx="85">
                  <c:v>44574</c:v>
                </c:pt>
                <c:pt idx="86">
                  <c:v>44575</c:v>
                </c:pt>
                <c:pt idx="87">
                  <c:v>44576</c:v>
                </c:pt>
                <c:pt idx="88">
                  <c:v>44577</c:v>
                </c:pt>
                <c:pt idx="89">
                  <c:v>44578</c:v>
                </c:pt>
                <c:pt idx="90">
                  <c:v>44579</c:v>
                </c:pt>
                <c:pt idx="91">
                  <c:v>44580</c:v>
                </c:pt>
                <c:pt idx="92">
                  <c:v>44581</c:v>
                </c:pt>
                <c:pt idx="93">
                  <c:v>44582</c:v>
                </c:pt>
                <c:pt idx="94">
                  <c:v>44583</c:v>
                </c:pt>
                <c:pt idx="95">
                  <c:v>44584</c:v>
                </c:pt>
                <c:pt idx="96">
                  <c:v>44585</c:v>
                </c:pt>
                <c:pt idx="97">
                  <c:v>44586</c:v>
                </c:pt>
                <c:pt idx="98">
                  <c:v>44587</c:v>
                </c:pt>
                <c:pt idx="99">
                  <c:v>44588</c:v>
                </c:pt>
                <c:pt idx="100">
                  <c:v>44589</c:v>
                </c:pt>
                <c:pt idx="101">
                  <c:v>44590</c:v>
                </c:pt>
                <c:pt idx="102">
                  <c:v>44591</c:v>
                </c:pt>
                <c:pt idx="103">
                  <c:v>44592</c:v>
                </c:pt>
                <c:pt idx="104">
                  <c:v>44593</c:v>
                </c:pt>
                <c:pt idx="105">
                  <c:v>44594</c:v>
                </c:pt>
                <c:pt idx="106">
                  <c:v>44595</c:v>
                </c:pt>
                <c:pt idx="107">
                  <c:v>44596</c:v>
                </c:pt>
                <c:pt idx="108">
                  <c:v>44597</c:v>
                </c:pt>
                <c:pt idx="109">
                  <c:v>44598</c:v>
                </c:pt>
                <c:pt idx="110">
                  <c:v>44599</c:v>
                </c:pt>
                <c:pt idx="111">
                  <c:v>44600</c:v>
                </c:pt>
                <c:pt idx="112">
                  <c:v>44601</c:v>
                </c:pt>
                <c:pt idx="113">
                  <c:v>44602</c:v>
                </c:pt>
                <c:pt idx="114">
                  <c:v>44603</c:v>
                </c:pt>
                <c:pt idx="115">
                  <c:v>44604</c:v>
                </c:pt>
                <c:pt idx="116">
                  <c:v>44605</c:v>
                </c:pt>
                <c:pt idx="117">
                  <c:v>44606</c:v>
                </c:pt>
                <c:pt idx="118">
                  <c:v>44607</c:v>
                </c:pt>
                <c:pt idx="119">
                  <c:v>44608</c:v>
                </c:pt>
                <c:pt idx="120">
                  <c:v>44609</c:v>
                </c:pt>
                <c:pt idx="121">
                  <c:v>44610</c:v>
                </c:pt>
                <c:pt idx="122">
                  <c:v>44611</c:v>
                </c:pt>
                <c:pt idx="123">
                  <c:v>44612</c:v>
                </c:pt>
                <c:pt idx="124">
                  <c:v>44613</c:v>
                </c:pt>
                <c:pt idx="125">
                  <c:v>44614</c:v>
                </c:pt>
                <c:pt idx="126">
                  <c:v>44615</c:v>
                </c:pt>
                <c:pt idx="127">
                  <c:v>44616</c:v>
                </c:pt>
                <c:pt idx="128">
                  <c:v>44617</c:v>
                </c:pt>
                <c:pt idx="129">
                  <c:v>44618</c:v>
                </c:pt>
                <c:pt idx="130">
                  <c:v>44619</c:v>
                </c:pt>
                <c:pt idx="131">
                  <c:v>44620</c:v>
                </c:pt>
                <c:pt idx="132">
                  <c:v>44621</c:v>
                </c:pt>
                <c:pt idx="133">
                  <c:v>44622</c:v>
                </c:pt>
                <c:pt idx="134">
                  <c:v>44623</c:v>
                </c:pt>
                <c:pt idx="135">
                  <c:v>44624</c:v>
                </c:pt>
                <c:pt idx="136">
                  <c:v>44625</c:v>
                </c:pt>
                <c:pt idx="137">
                  <c:v>44626</c:v>
                </c:pt>
                <c:pt idx="138">
                  <c:v>44627</c:v>
                </c:pt>
                <c:pt idx="139">
                  <c:v>44628</c:v>
                </c:pt>
                <c:pt idx="140">
                  <c:v>44629</c:v>
                </c:pt>
                <c:pt idx="141">
                  <c:v>44630</c:v>
                </c:pt>
                <c:pt idx="142">
                  <c:v>44631</c:v>
                </c:pt>
                <c:pt idx="143">
                  <c:v>44632</c:v>
                </c:pt>
                <c:pt idx="144">
                  <c:v>44633</c:v>
                </c:pt>
                <c:pt idx="145">
                  <c:v>44634</c:v>
                </c:pt>
                <c:pt idx="146">
                  <c:v>44635</c:v>
                </c:pt>
                <c:pt idx="147">
                  <c:v>44636</c:v>
                </c:pt>
                <c:pt idx="148">
                  <c:v>44637</c:v>
                </c:pt>
                <c:pt idx="149">
                  <c:v>44638</c:v>
                </c:pt>
                <c:pt idx="150">
                  <c:v>44639</c:v>
                </c:pt>
                <c:pt idx="151">
                  <c:v>44640</c:v>
                </c:pt>
                <c:pt idx="152">
                  <c:v>44641</c:v>
                </c:pt>
                <c:pt idx="153">
                  <c:v>44642</c:v>
                </c:pt>
                <c:pt idx="154">
                  <c:v>44643</c:v>
                </c:pt>
                <c:pt idx="155">
                  <c:v>44644</c:v>
                </c:pt>
                <c:pt idx="156">
                  <c:v>44645</c:v>
                </c:pt>
                <c:pt idx="157">
                  <c:v>44646</c:v>
                </c:pt>
                <c:pt idx="158">
                  <c:v>44647</c:v>
                </c:pt>
                <c:pt idx="159">
                  <c:v>44648</c:v>
                </c:pt>
                <c:pt idx="160">
                  <c:v>44649</c:v>
                </c:pt>
                <c:pt idx="161">
                  <c:v>44650</c:v>
                </c:pt>
                <c:pt idx="162">
                  <c:v>44651</c:v>
                </c:pt>
                <c:pt idx="163">
                  <c:v>44652</c:v>
                </c:pt>
                <c:pt idx="164">
                  <c:v>44653</c:v>
                </c:pt>
                <c:pt idx="165">
                  <c:v>44654</c:v>
                </c:pt>
                <c:pt idx="166">
                  <c:v>44655</c:v>
                </c:pt>
                <c:pt idx="167">
                  <c:v>44656</c:v>
                </c:pt>
                <c:pt idx="168">
                  <c:v>44657</c:v>
                </c:pt>
                <c:pt idx="169">
                  <c:v>44658</c:v>
                </c:pt>
                <c:pt idx="170">
                  <c:v>44659</c:v>
                </c:pt>
                <c:pt idx="171">
                  <c:v>44660</c:v>
                </c:pt>
                <c:pt idx="172">
                  <c:v>44661</c:v>
                </c:pt>
                <c:pt idx="173">
                  <c:v>44662</c:v>
                </c:pt>
                <c:pt idx="174">
                  <c:v>44663</c:v>
                </c:pt>
                <c:pt idx="175">
                  <c:v>44664</c:v>
                </c:pt>
                <c:pt idx="176">
                  <c:v>44665</c:v>
                </c:pt>
                <c:pt idx="177">
                  <c:v>44666</c:v>
                </c:pt>
                <c:pt idx="178">
                  <c:v>44667</c:v>
                </c:pt>
                <c:pt idx="179">
                  <c:v>44668</c:v>
                </c:pt>
                <c:pt idx="180">
                  <c:v>44669</c:v>
                </c:pt>
                <c:pt idx="181">
                  <c:v>44670</c:v>
                </c:pt>
                <c:pt idx="182">
                  <c:v>44671</c:v>
                </c:pt>
                <c:pt idx="183">
                  <c:v>44672</c:v>
                </c:pt>
                <c:pt idx="184">
                  <c:v>44673</c:v>
                </c:pt>
                <c:pt idx="185">
                  <c:v>44674</c:v>
                </c:pt>
                <c:pt idx="186">
                  <c:v>44675</c:v>
                </c:pt>
                <c:pt idx="187">
                  <c:v>44676</c:v>
                </c:pt>
                <c:pt idx="188">
                  <c:v>44677</c:v>
                </c:pt>
                <c:pt idx="189">
                  <c:v>44678</c:v>
                </c:pt>
                <c:pt idx="190">
                  <c:v>44679</c:v>
                </c:pt>
                <c:pt idx="191">
                  <c:v>44680</c:v>
                </c:pt>
                <c:pt idx="192">
                  <c:v>44681</c:v>
                </c:pt>
                <c:pt idx="193">
                  <c:v>44682</c:v>
                </c:pt>
                <c:pt idx="194">
                  <c:v>44683</c:v>
                </c:pt>
                <c:pt idx="195">
                  <c:v>44684</c:v>
                </c:pt>
                <c:pt idx="196">
                  <c:v>44685</c:v>
                </c:pt>
                <c:pt idx="197">
                  <c:v>44686</c:v>
                </c:pt>
                <c:pt idx="198">
                  <c:v>44687</c:v>
                </c:pt>
                <c:pt idx="199">
                  <c:v>44688</c:v>
                </c:pt>
                <c:pt idx="200">
                  <c:v>44689</c:v>
                </c:pt>
                <c:pt idx="201">
                  <c:v>44690</c:v>
                </c:pt>
                <c:pt idx="202">
                  <c:v>44691</c:v>
                </c:pt>
                <c:pt idx="203">
                  <c:v>44692</c:v>
                </c:pt>
                <c:pt idx="204">
                  <c:v>44693</c:v>
                </c:pt>
                <c:pt idx="205">
                  <c:v>44694</c:v>
                </c:pt>
                <c:pt idx="206">
                  <c:v>44695</c:v>
                </c:pt>
                <c:pt idx="207">
                  <c:v>44696</c:v>
                </c:pt>
                <c:pt idx="208">
                  <c:v>44697</c:v>
                </c:pt>
                <c:pt idx="209">
                  <c:v>44698</c:v>
                </c:pt>
                <c:pt idx="210">
                  <c:v>44699</c:v>
                </c:pt>
                <c:pt idx="211">
                  <c:v>44700</c:v>
                </c:pt>
                <c:pt idx="212">
                  <c:v>44701</c:v>
                </c:pt>
                <c:pt idx="213">
                  <c:v>44702</c:v>
                </c:pt>
                <c:pt idx="214">
                  <c:v>44703</c:v>
                </c:pt>
                <c:pt idx="215">
                  <c:v>44704</c:v>
                </c:pt>
                <c:pt idx="216">
                  <c:v>44705</c:v>
                </c:pt>
                <c:pt idx="217">
                  <c:v>44706</c:v>
                </c:pt>
                <c:pt idx="218">
                  <c:v>44707</c:v>
                </c:pt>
                <c:pt idx="219">
                  <c:v>44708</c:v>
                </c:pt>
                <c:pt idx="220">
                  <c:v>44709</c:v>
                </c:pt>
                <c:pt idx="221">
                  <c:v>44710</c:v>
                </c:pt>
                <c:pt idx="222">
                  <c:v>44711</c:v>
                </c:pt>
                <c:pt idx="223">
                  <c:v>44712</c:v>
                </c:pt>
                <c:pt idx="224">
                  <c:v>44713</c:v>
                </c:pt>
                <c:pt idx="225">
                  <c:v>44714</c:v>
                </c:pt>
                <c:pt idx="226">
                  <c:v>44715</c:v>
                </c:pt>
                <c:pt idx="227">
                  <c:v>44716</c:v>
                </c:pt>
                <c:pt idx="228">
                  <c:v>44717</c:v>
                </c:pt>
                <c:pt idx="229">
                  <c:v>44718</c:v>
                </c:pt>
                <c:pt idx="230">
                  <c:v>44719</c:v>
                </c:pt>
                <c:pt idx="231">
                  <c:v>44720</c:v>
                </c:pt>
                <c:pt idx="232">
                  <c:v>44721</c:v>
                </c:pt>
                <c:pt idx="233">
                  <c:v>44722</c:v>
                </c:pt>
                <c:pt idx="234">
                  <c:v>44723</c:v>
                </c:pt>
                <c:pt idx="235">
                  <c:v>44724</c:v>
                </c:pt>
                <c:pt idx="236">
                  <c:v>44725</c:v>
                </c:pt>
                <c:pt idx="237">
                  <c:v>44726</c:v>
                </c:pt>
                <c:pt idx="238">
                  <c:v>44727</c:v>
                </c:pt>
                <c:pt idx="239">
                  <c:v>44728</c:v>
                </c:pt>
                <c:pt idx="240">
                  <c:v>44729</c:v>
                </c:pt>
                <c:pt idx="241">
                  <c:v>44730</c:v>
                </c:pt>
                <c:pt idx="242">
                  <c:v>44731</c:v>
                </c:pt>
                <c:pt idx="243">
                  <c:v>44732</c:v>
                </c:pt>
                <c:pt idx="244">
                  <c:v>44733</c:v>
                </c:pt>
                <c:pt idx="245">
                  <c:v>44734</c:v>
                </c:pt>
                <c:pt idx="246">
                  <c:v>44735</c:v>
                </c:pt>
                <c:pt idx="247">
                  <c:v>44736</c:v>
                </c:pt>
                <c:pt idx="248">
                  <c:v>44737</c:v>
                </c:pt>
                <c:pt idx="249">
                  <c:v>44738</c:v>
                </c:pt>
                <c:pt idx="250">
                  <c:v>44739</c:v>
                </c:pt>
                <c:pt idx="251">
                  <c:v>44740</c:v>
                </c:pt>
                <c:pt idx="252">
                  <c:v>44741</c:v>
                </c:pt>
                <c:pt idx="253">
                  <c:v>44742</c:v>
                </c:pt>
                <c:pt idx="254">
                  <c:v>44743</c:v>
                </c:pt>
                <c:pt idx="255">
                  <c:v>44744</c:v>
                </c:pt>
                <c:pt idx="256">
                  <c:v>44745</c:v>
                </c:pt>
                <c:pt idx="257">
                  <c:v>44746</c:v>
                </c:pt>
                <c:pt idx="258">
                  <c:v>44747</c:v>
                </c:pt>
                <c:pt idx="259">
                  <c:v>44748</c:v>
                </c:pt>
                <c:pt idx="260">
                  <c:v>44749</c:v>
                </c:pt>
                <c:pt idx="261">
                  <c:v>44750</c:v>
                </c:pt>
                <c:pt idx="262">
                  <c:v>44751</c:v>
                </c:pt>
                <c:pt idx="263">
                  <c:v>44752</c:v>
                </c:pt>
                <c:pt idx="264">
                  <c:v>44753</c:v>
                </c:pt>
                <c:pt idx="265">
                  <c:v>44754</c:v>
                </c:pt>
                <c:pt idx="266">
                  <c:v>44755</c:v>
                </c:pt>
                <c:pt idx="267">
                  <c:v>44756</c:v>
                </c:pt>
                <c:pt idx="268">
                  <c:v>44757</c:v>
                </c:pt>
                <c:pt idx="269">
                  <c:v>44758</c:v>
                </c:pt>
                <c:pt idx="270">
                  <c:v>44759</c:v>
                </c:pt>
                <c:pt idx="271">
                  <c:v>44760</c:v>
                </c:pt>
                <c:pt idx="272">
                  <c:v>44761</c:v>
                </c:pt>
                <c:pt idx="273">
                  <c:v>44762</c:v>
                </c:pt>
                <c:pt idx="274">
                  <c:v>44763</c:v>
                </c:pt>
                <c:pt idx="275">
                  <c:v>44764</c:v>
                </c:pt>
                <c:pt idx="276">
                  <c:v>44765</c:v>
                </c:pt>
                <c:pt idx="277">
                  <c:v>44766</c:v>
                </c:pt>
                <c:pt idx="278">
                  <c:v>44767</c:v>
                </c:pt>
                <c:pt idx="279">
                  <c:v>44768</c:v>
                </c:pt>
                <c:pt idx="280">
                  <c:v>44769</c:v>
                </c:pt>
                <c:pt idx="281">
                  <c:v>44770</c:v>
                </c:pt>
                <c:pt idx="282">
                  <c:v>44771</c:v>
                </c:pt>
                <c:pt idx="283">
                  <c:v>44772</c:v>
                </c:pt>
                <c:pt idx="284">
                  <c:v>44773</c:v>
                </c:pt>
                <c:pt idx="285">
                  <c:v>44774</c:v>
                </c:pt>
                <c:pt idx="286">
                  <c:v>44775</c:v>
                </c:pt>
                <c:pt idx="287">
                  <c:v>44776</c:v>
                </c:pt>
                <c:pt idx="288">
                  <c:v>44777</c:v>
                </c:pt>
                <c:pt idx="289">
                  <c:v>44778</c:v>
                </c:pt>
                <c:pt idx="290">
                  <c:v>44779</c:v>
                </c:pt>
                <c:pt idx="291">
                  <c:v>44780</c:v>
                </c:pt>
                <c:pt idx="292">
                  <c:v>44781</c:v>
                </c:pt>
                <c:pt idx="293">
                  <c:v>44782</c:v>
                </c:pt>
                <c:pt idx="294">
                  <c:v>44783</c:v>
                </c:pt>
                <c:pt idx="295">
                  <c:v>44784</c:v>
                </c:pt>
                <c:pt idx="296">
                  <c:v>44785</c:v>
                </c:pt>
                <c:pt idx="297">
                  <c:v>44786</c:v>
                </c:pt>
                <c:pt idx="298">
                  <c:v>44787</c:v>
                </c:pt>
                <c:pt idx="299">
                  <c:v>44788</c:v>
                </c:pt>
                <c:pt idx="300">
                  <c:v>44789</c:v>
                </c:pt>
                <c:pt idx="301">
                  <c:v>44790</c:v>
                </c:pt>
                <c:pt idx="302">
                  <c:v>44791</c:v>
                </c:pt>
                <c:pt idx="303">
                  <c:v>44792</c:v>
                </c:pt>
                <c:pt idx="304">
                  <c:v>44793</c:v>
                </c:pt>
                <c:pt idx="305">
                  <c:v>44794</c:v>
                </c:pt>
                <c:pt idx="306">
                  <c:v>44795</c:v>
                </c:pt>
                <c:pt idx="307">
                  <c:v>44796</c:v>
                </c:pt>
                <c:pt idx="308">
                  <c:v>44797</c:v>
                </c:pt>
                <c:pt idx="309">
                  <c:v>44798</c:v>
                </c:pt>
                <c:pt idx="310">
                  <c:v>44799</c:v>
                </c:pt>
                <c:pt idx="311">
                  <c:v>44800</c:v>
                </c:pt>
                <c:pt idx="312">
                  <c:v>44801</c:v>
                </c:pt>
                <c:pt idx="313">
                  <c:v>44802</c:v>
                </c:pt>
                <c:pt idx="314">
                  <c:v>44803</c:v>
                </c:pt>
                <c:pt idx="315">
                  <c:v>44804</c:v>
                </c:pt>
                <c:pt idx="316">
                  <c:v>44805</c:v>
                </c:pt>
                <c:pt idx="317">
                  <c:v>44806</c:v>
                </c:pt>
                <c:pt idx="318">
                  <c:v>44807</c:v>
                </c:pt>
                <c:pt idx="319">
                  <c:v>44808</c:v>
                </c:pt>
                <c:pt idx="320">
                  <c:v>44809</c:v>
                </c:pt>
                <c:pt idx="321">
                  <c:v>44810</c:v>
                </c:pt>
                <c:pt idx="322">
                  <c:v>44811</c:v>
                </c:pt>
                <c:pt idx="323">
                  <c:v>44812</c:v>
                </c:pt>
                <c:pt idx="324">
                  <c:v>44813</c:v>
                </c:pt>
                <c:pt idx="325">
                  <c:v>44814</c:v>
                </c:pt>
                <c:pt idx="326">
                  <c:v>44815</c:v>
                </c:pt>
                <c:pt idx="327">
                  <c:v>44816</c:v>
                </c:pt>
                <c:pt idx="328">
                  <c:v>44817</c:v>
                </c:pt>
                <c:pt idx="329">
                  <c:v>44818</c:v>
                </c:pt>
                <c:pt idx="330">
                  <c:v>44819</c:v>
                </c:pt>
                <c:pt idx="331">
                  <c:v>44820</c:v>
                </c:pt>
                <c:pt idx="332">
                  <c:v>44821</c:v>
                </c:pt>
                <c:pt idx="333">
                  <c:v>44822</c:v>
                </c:pt>
                <c:pt idx="334">
                  <c:v>44823</c:v>
                </c:pt>
                <c:pt idx="335">
                  <c:v>44824</c:v>
                </c:pt>
                <c:pt idx="336">
                  <c:v>44825</c:v>
                </c:pt>
                <c:pt idx="337">
                  <c:v>44826</c:v>
                </c:pt>
                <c:pt idx="338">
                  <c:v>44827</c:v>
                </c:pt>
                <c:pt idx="339">
                  <c:v>44828</c:v>
                </c:pt>
                <c:pt idx="340">
                  <c:v>44829</c:v>
                </c:pt>
                <c:pt idx="341">
                  <c:v>44830</c:v>
                </c:pt>
                <c:pt idx="342">
                  <c:v>44831</c:v>
                </c:pt>
                <c:pt idx="343">
                  <c:v>44832</c:v>
                </c:pt>
                <c:pt idx="344">
                  <c:v>44833</c:v>
                </c:pt>
                <c:pt idx="345">
                  <c:v>44834</c:v>
                </c:pt>
                <c:pt idx="346">
                  <c:v>44835</c:v>
                </c:pt>
                <c:pt idx="347">
                  <c:v>44836</c:v>
                </c:pt>
                <c:pt idx="348">
                  <c:v>44837</c:v>
                </c:pt>
                <c:pt idx="349">
                  <c:v>44838</c:v>
                </c:pt>
                <c:pt idx="350">
                  <c:v>44839</c:v>
                </c:pt>
                <c:pt idx="351">
                  <c:v>44840</c:v>
                </c:pt>
                <c:pt idx="352">
                  <c:v>44841</c:v>
                </c:pt>
                <c:pt idx="353">
                  <c:v>44842</c:v>
                </c:pt>
                <c:pt idx="354">
                  <c:v>44843</c:v>
                </c:pt>
                <c:pt idx="355">
                  <c:v>44844</c:v>
                </c:pt>
                <c:pt idx="356">
                  <c:v>44845</c:v>
                </c:pt>
                <c:pt idx="357">
                  <c:v>44846</c:v>
                </c:pt>
                <c:pt idx="358">
                  <c:v>44847</c:v>
                </c:pt>
                <c:pt idx="359">
                  <c:v>44848</c:v>
                </c:pt>
                <c:pt idx="360">
                  <c:v>44849</c:v>
                </c:pt>
                <c:pt idx="361">
                  <c:v>44850</c:v>
                </c:pt>
                <c:pt idx="362">
                  <c:v>44851</c:v>
                </c:pt>
                <c:pt idx="363">
                  <c:v>44852</c:v>
                </c:pt>
                <c:pt idx="364">
                  <c:v>44853</c:v>
                </c:pt>
                <c:pt idx="365">
                  <c:v>44854</c:v>
                </c:pt>
                <c:pt idx="366">
                  <c:v>44855</c:v>
                </c:pt>
                <c:pt idx="367">
                  <c:v>44856</c:v>
                </c:pt>
                <c:pt idx="368">
                  <c:v>44857</c:v>
                </c:pt>
                <c:pt idx="369">
                  <c:v>44858</c:v>
                </c:pt>
                <c:pt idx="370">
                  <c:v>44859</c:v>
                </c:pt>
                <c:pt idx="371">
                  <c:v>44860</c:v>
                </c:pt>
                <c:pt idx="372">
                  <c:v>44861</c:v>
                </c:pt>
                <c:pt idx="373">
                  <c:v>44862</c:v>
                </c:pt>
                <c:pt idx="374">
                  <c:v>44863</c:v>
                </c:pt>
                <c:pt idx="375">
                  <c:v>44864</c:v>
                </c:pt>
                <c:pt idx="376">
                  <c:v>44865</c:v>
                </c:pt>
                <c:pt idx="377">
                  <c:v>44866</c:v>
                </c:pt>
                <c:pt idx="378">
                  <c:v>44867</c:v>
                </c:pt>
                <c:pt idx="379">
                  <c:v>44868</c:v>
                </c:pt>
                <c:pt idx="380">
                  <c:v>44869</c:v>
                </c:pt>
                <c:pt idx="381">
                  <c:v>44870</c:v>
                </c:pt>
                <c:pt idx="382">
                  <c:v>44871</c:v>
                </c:pt>
                <c:pt idx="383">
                  <c:v>44872</c:v>
                </c:pt>
                <c:pt idx="384">
                  <c:v>44873</c:v>
                </c:pt>
                <c:pt idx="385">
                  <c:v>44874</c:v>
                </c:pt>
                <c:pt idx="386">
                  <c:v>44875</c:v>
                </c:pt>
                <c:pt idx="387">
                  <c:v>44876</c:v>
                </c:pt>
                <c:pt idx="388">
                  <c:v>44877</c:v>
                </c:pt>
                <c:pt idx="389">
                  <c:v>44878</c:v>
                </c:pt>
                <c:pt idx="390">
                  <c:v>44879</c:v>
                </c:pt>
                <c:pt idx="391">
                  <c:v>44880</c:v>
                </c:pt>
                <c:pt idx="392">
                  <c:v>44881</c:v>
                </c:pt>
                <c:pt idx="393">
                  <c:v>44882</c:v>
                </c:pt>
                <c:pt idx="394">
                  <c:v>44883</c:v>
                </c:pt>
                <c:pt idx="395">
                  <c:v>44884</c:v>
                </c:pt>
                <c:pt idx="396">
                  <c:v>44885</c:v>
                </c:pt>
                <c:pt idx="397">
                  <c:v>44886</c:v>
                </c:pt>
                <c:pt idx="398">
                  <c:v>44887</c:v>
                </c:pt>
                <c:pt idx="399">
                  <c:v>44888</c:v>
                </c:pt>
                <c:pt idx="400">
                  <c:v>44889</c:v>
                </c:pt>
                <c:pt idx="401">
                  <c:v>44890</c:v>
                </c:pt>
                <c:pt idx="402">
                  <c:v>44891</c:v>
                </c:pt>
                <c:pt idx="403">
                  <c:v>44892</c:v>
                </c:pt>
                <c:pt idx="404">
                  <c:v>44893</c:v>
                </c:pt>
                <c:pt idx="405">
                  <c:v>44894</c:v>
                </c:pt>
                <c:pt idx="406">
                  <c:v>44895</c:v>
                </c:pt>
                <c:pt idx="407">
                  <c:v>44896</c:v>
                </c:pt>
                <c:pt idx="408">
                  <c:v>44897</c:v>
                </c:pt>
                <c:pt idx="409">
                  <c:v>44898</c:v>
                </c:pt>
                <c:pt idx="410">
                  <c:v>44899</c:v>
                </c:pt>
                <c:pt idx="411">
                  <c:v>44900</c:v>
                </c:pt>
                <c:pt idx="412">
                  <c:v>44901</c:v>
                </c:pt>
                <c:pt idx="413">
                  <c:v>44902</c:v>
                </c:pt>
                <c:pt idx="414">
                  <c:v>44903</c:v>
                </c:pt>
                <c:pt idx="415">
                  <c:v>44904</c:v>
                </c:pt>
                <c:pt idx="416">
                  <c:v>44905</c:v>
                </c:pt>
                <c:pt idx="417">
                  <c:v>44906</c:v>
                </c:pt>
                <c:pt idx="418">
                  <c:v>44907</c:v>
                </c:pt>
                <c:pt idx="419">
                  <c:v>44908</c:v>
                </c:pt>
                <c:pt idx="420">
                  <c:v>44909</c:v>
                </c:pt>
                <c:pt idx="421">
                  <c:v>44910</c:v>
                </c:pt>
                <c:pt idx="422">
                  <c:v>44911</c:v>
                </c:pt>
                <c:pt idx="423">
                  <c:v>44912</c:v>
                </c:pt>
                <c:pt idx="424">
                  <c:v>44913</c:v>
                </c:pt>
                <c:pt idx="425">
                  <c:v>44914</c:v>
                </c:pt>
                <c:pt idx="426">
                  <c:v>44915</c:v>
                </c:pt>
                <c:pt idx="427">
                  <c:v>44916</c:v>
                </c:pt>
                <c:pt idx="428">
                  <c:v>44917</c:v>
                </c:pt>
                <c:pt idx="429">
                  <c:v>44918</c:v>
                </c:pt>
                <c:pt idx="430">
                  <c:v>44919</c:v>
                </c:pt>
                <c:pt idx="431">
                  <c:v>44920</c:v>
                </c:pt>
                <c:pt idx="432">
                  <c:v>44921</c:v>
                </c:pt>
                <c:pt idx="433">
                  <c:v>44922</c:v>
                </c:pt>
                <c:pt idx="434">
                  <c:v>44923</c:v>
                </c:pt>
                <c:pt idx="435">
                  <c:v>44924</c:v>
                </c:pt>
                <c:pt idx="436">
                  <c:v>44925</c:v>
                </c:pt>
                <c:pt idx="437">
                  <c:v>44926</c:v>
                </c:pt>
                <c:pt idx="438">
                  <c:v>44927</c:v>
                </c:pt>
                <c:pt idx="439">
                  <c:v>44928</c:v>
                </c:pt>
                <c:pt idx="440">
                  <c:v>44929</c:v>
                </c:pt>
                <c:pt idx="441">
                  <c:v>44930</c:v>
                </c:pt>
                <c:pt idx="442">
                  <c:v>44931</c:v>
                </c:pt>
                <c:pt idx="443">
                  <c:v>44932</c:v>
                </c:pt>
                <c:pt idx="444">
                  <c:v>44933</c:v>
                </c:pt>
                <c:pt idx="445">
                  <c:v>44934</c:v>
                </c:pt>
                <c:pt idx="446">
                  <c:v>44935</c:v>
                </c:pt>
                <c:pt idx="447">
                  <c:v>44936</c:v>
                </c:pt>
                <c:pt idx="448">
                  <c:v>44937</c:v>
                </c:pt>
                <c:pt idx="449">
                  <c:v>44938</c:v>
                </c:pt>
                <c:pt idx="450">
                  <c:v>44939</c:v>
                </c:pt>
                <c:pt idx="451">
                  <c:v>44940</c:v>
                </c:pt>
                <c:pt idx="452">
                  <c:v>44941</c:v>
                </c:pt>
                <c:pt idx="453">
                  <c:v>44942</c:v>
                </c:pt>
                <c:pt idx="454">
                  <c:v>44943</c:v>
                </c:pt>
                <c:pt idx="455">
                  <c:v>44944</c:v>
                </c:pt>
                <c:pt idx="456">
                  <c:v>44945</c:v>
                </c:pt>
                <c:pt idx="457">
                  <c:v>44946</c:v>
                </c:pt>
                <c:pt idx="458">
                  <c:v>44947</c:v>
                </c:pt>
                <c:pt idx="459">
                  <c:v>44948</c:v>
                </c:pt>
                <c:pt idx="460">
                  <c:v>44949</c:v>
                </c:pt>
                <c:pt idx="461">
                  <c:v>44950</c:v>
                </c:pt>
                <c:pt idx="462">
                  <c:v>44951</c:v>
                </c:pt>
                <c:pt idx="463">
                  <c:v>44952</c:v>
                </c:pt>
                <c:pt idx="464">
                  <c:v>44953</c:v>
                </c:pt>
                <c:pt idx="465">
                  <c:v>44954</c:v>
                </c:pt>
                <c:pt idx="466">
                  <c:v>44955</c:v>
                </c:pt>
                <c:pt idx="467">
                  <c:v>44956</c:v>
                </c:pt>
                <c:pt idx="468">
                  <c:v>44957</c:v>
                </c:pt>
                <c:pt idx="469">
                  <c:v>44958</c:v>
                </c:pt>
                <c:pt idx="470">
                  <c:v>44959</c:v>
                </c:pt>
                <c:pt idx="471">
                  <c:v>44960</c:v>
                </c:pt>
                <c:pt idx="472">
                  <c:v>44961</c:v>
                </c:pt>
                <c:pt idx="473">
                  <c:v>44962</c:v>
                </c:pt>
                <c:pt idx="474">
                  <c:v>44963</c:v>
                </c:pt>
                <c:pt idx="475">
                  <c:v>44964</c:v>
                </c:pt>
                <c:pt idx="476">
                  <c:v>44965</c:v>
                </c:pt>
                <c:pt idx="477">
                  <c:v>44966</c:v>
                </c:pt>
                <c:pt idx="478">
                  <c:v>44967</c:v>
                </c:pt>
                <c:pt idx="479">
                  <c:v>44968</c:v>
                </c:pt>
                <c:pt idx="480">
                  <c:v>44969</c:v>
                </c:pt>
                <c:pt idx="481">
                  <c:v>44970</c:v>
                </c:pt>
                <c:pt idx="482">
                  <c:v>44971</c:v>
                </c:pt>
                <c:pt idx="483">
                  <c:v>44972</c:v>
                </c:pt>
                <c:pt idx="484">
                  <c:v>44973</c:v>
                </c:pt>
                <c:pt idx="485">
                  <c:v>44974</c:v>
                </c:pt>
                <c:pt idx="486">
                  <c:v>44975</c:v>
                </c:pt>
                <c:pt idx="487">
                  <c:v>44976</c:v>
                </c:pt>
                <c:pt idx="488">
                  <c:v>44977</c:v>
                </c:pt>
                <c:pt idx="489">
                  <c:v>44978</c:v>
                </c:pt>
                <c:pt idx="490">
                  <c:v>44979</c:v>
                </c:pt>
                <c:pt idx="491">
                  <c:v>44980</c:v>
                </c:pt>
                <c:pt idx="492">
                  <c:v>44981</c:v>
                </c:pt>
                <c:pt idx="493">
                  <c:v>44982</c:v>
                </c:pt>
                <c:pt idx="494">
                  <c:v>44983</c:v>
                </c:pt>
                <c:pt idx="495">
                  <c:v>44984</c:v>
                </c:pt>
                <c:pt idx="496">
                  <c:v>44985</c:v>
                </c:pt>
                <c:pt idx="497">
                  <c:v>44986</c:v>
                </c:pt>
                <c:pt idx="498">
                  <c:v>44987</c:v>
                </c:pt>
                <c:pt idx="499">
                  <c:v>44988</c:v>
                </c:pt>
                <c:pt idx="500">
                  <c:v>44989</c:v>
                </c:pt>
                <c:pt idx="501">
                  <c:v>44990</c:v>
                </c:pt>
                <c:pt idx="502">
                  <c:v>44991</c:v>
                </c:pt>
                <c:pt idx="503">
                  <c:v>44992</c:v>
                </c:pt>
                <c:pt idx="504">
                  <c:v>44993</c:v>
                </c:pt>
                <c:pt idx="505">
                  <c:v>44994</c:v>
                </c:pt>
                <c:pt idx="506">
                  <c:v>44995</c:v>
                </c:pt>
                <c:pt idx="507">
                  <c:v>44996</c:v>
                </c:pt>
                <c:pt idx="508">
                  <c:v>44997</c:v>
                </c:pt>
                <c:pt idx="509">
                  <c:v>44998</c:v>
                </c:pt>
                <c:pt idx="510">
                  <c:v>44999</c:v>
                </c:pt>
                <c:pt idx="511">
                  <c:v>45000</c:v>
                </c:pt>
                <c:pt idx="512">
                  <c:v>45001</c:v>
                </c:pt>
                <c:pt idx="513">
                  <c:v>45002</c:v>
                </c:pt>
                <c:pt idx="514">
                  <c:v>45003</c:v>
                </c:pt>
                <c:pt idx="515">
                  <c:v>45004</c:v>
                </c:pt>
                <c:pt idx="516">
                  <c:v>45005</c:v>
                </c:pt>
                <c:pt idx="517">
                  <c:v>45006</c:v>
                </c:pt>
                <c:pt idx="518">
                  <c:v>45007</c:v>
                </c:pt>
                <c:pt idx="519">
                  <c:v>45008</c:v>
                </c:pt>
                <c:pt idx="520">
                  <c:v>45009</c:v>
                </c:pt>
                <c:pt idx="521">
                  <c:v>45010</c:v>
                </c:pt>
                <c:pt idx="522">
                  <c:v>45011</c:v>
                </c:pt>
                <c:pt idx="523">
                  <c:v>45012</c:v>
                </c:pt>
                <c:pt idx="524">
                  <c:v>45013</c:v>
                </c:pt>
                <c:pt idx="525">
                  <c:v>45014</c:v>
                </c:pt>
                <c:pt idx="526">
                  <c:v>45015</c:v>
                </c:pt>
                <c:pt idx="527">
                  <c:v>45016</c:v>
                </c:pt>
                <c:pt idx="528">
                  <c:v>45017</c:v>
                </c:pt>
                <c:pt idx="529">
                  <c:v>45018</c:v>
                </c:pt>
                <c:pt idx="530">
                  <c:v>45019</c:v>
                </c:pt>
                <c:pt idx="531">
                  <c:v>45020</c:v>
                </c:pt>
                <c:pt idx="532">
                  <c:v>45021</c:v>
                </c:pt>
                <c:pt idx="533">
                  <c:v>45022</c:v>
                </c:pt>
                <c:pt idx="534">
                  <c:v>45023</c:v>
                </c:pt>
                <c:pt idx="535">
                  <c:v>45024</c:v>
                </c:pt>
                <c:pt idx="536">
                  <c:v>45025</c:v>
                </c:pt>
                <c:pt idx="537">
                  <c:v>45026</c:v>
                </c:pt>
                <c:pt idx="538">
                  <c:v>45027</c:v>
                </c:pt>
                <c:pt idx="539">
                  <c:v>45028</c:v>
                </c:pt>
                <c:pt idx="540">
                  <c:v>45029</c:v>
                </c:pt>
                <c:pt idx="541">
                  <c:v>45030</c:v>
                </c:pt>
                <c:pt idx="542">
                  <c:v>45031</c:v>
                </c:pt>
                <c:pt idx="543">
                  <c:v>45032</c:v>
                </c:pt>
                <c:pt idx="544">
                  <c:v>45033</c:v>
                </c:pt>
                <c:pt idx="545">
                  <c:v>45034</c:v>
                </c:pt>
                <c:pt idx="546">
                  <c:v>45035</c:v>
                </c:pt>
                <c:pt idx="547">
                  <c:v>45036</c:v>
                </c:pt>
                <c:pt idx="548">
                  <c:v>45037</c:v>
                </c:pt>
                <c:pt idx="549">
                  <c:v>45038</c:v>
                </c:pt>
                <c:pt idx="550">
                  <c:v>45039</c:v>
                </c:pt>
                <c:pt idx="551">
                  <c:v>45040</c:v>
                </c:pt>
                <c:pt idx="552">
                  <c:v>45041</c:v>
                </c:pt>
                <c:pt idx="553">
                  <c:v>45042</c:v>
                </c:pt>
                <c:pt idx="554">
                  <c:v>45043</c:v>
                </c:pt>
                <c:pt idx="555">
                  <c:v>45044</c:v>
                </c:pt>
                <c:pt idx="556">
                  <c:v>45045</c:v>
                </c:pt>
                <c:pt idx="557">
                  <c:v>45046</c:v>
                </c:pt>
                <c:pt idx="558">
                  <c:v>45047</c:v>
                </c:pt>
                <c:pt idx="559">
                  <c:v>45048</c:v>
                </c:pt>
                <c:pt idx="560">
                  <c:v>45049</c:v>
                </c:pt>
                <c:pt idx="561">
                  <c:v>45050</c:v>
                </c:pt>
                <c:pt idx="562">
                  <c:v>45051</c:v>
                </c:pt>
                <c:pt idx="563">
                  <c:v>45052</c:v>
                </c:pt>
                <c:pt idx="564">
                  <c:v>45053</c:v>
                </c:pt>
                <c:pt idx="565">
                  <c:v>45054</c:v>
                </c:pt>
                <c:pt idx="566">
                  <c:v>45055</c:v>
                </c:pt>
                <c:pt idx="567">
                  <c:v>45056</c:v>
                </c:pt>
                <c:pt idx="568">
                  <c:v>45057</c:v>
                </c:pt>
                <c:pt idx="569">
                  <c:v>45058</c:v>
                </c:pt>
                <c:pt idx="570">
                  <c:v>45059</c:v>
                </c:pt>
                <c:pt idx="571">
                  <c:v>45060</c:v>
                </c:pt>
                <c:pt idx="572">
                  <c:v>45061</c:v>
                </c:pt>
                <c:pt idx="573">
                  <c:v>45062</c:v>
                </c:pt>
                <c:pt idx="574">
                  <c:v>45063</c:v>
                </c:pt>
                <c:pt idx="575">
                  <c:v>45064</c:v>
                </c:pt>
                <c:pt idx="576">
                  <c:v>45065</c:v>
                </c:pt>
                <c:pt idx="577">
                  <c:v>45066</c:v>
                </c:pt>
                <c:pt idx="578">
                  <c:v>45067</c:v>
                </c:pt>
                <c:pt idx="579">
                  <c:v>45068</c:v>
                </c:pt>
                <c:pt idx="580">
                  <c:v>45069</c:v>
                </c:pt>
                <c:pt idx="581">
                  <c:v>45070</c:v>
                </c:pt>
                <c:pt idx="582">
                  <c:v>45071</c:v>
                </c:pt>
                <c:pt idx="583">
                  <c:v>45072</c:v>
                </c:pt>
                <c:pt idx="584">
                  <c:v>45073</c:v>
                </c:pt>
                <c:pt idx="585">
                  <c:v>45074</c:v>
                </c:pt>
                <c:pt idx="586">
                  <c:v>45075</c:v>
                </c:pt>
                <c:pt idx="587">
                  <c:v>45076</c:v>
                </c:pt>
                <c:pt idx="588">
                  <c:v>45077</c:v>
                </c:pt>
                <c:pt idx="589">
                  <c:v>45078</c:v>
                </c:pt>
                <c:pt idx="590">
                  <c:v>45079</c:v>
                </c:pt>
                <c:pt idx="591">
                  <c:v>45080</c:v>
                </c:pt>
                <c:pt idx="592">
                  <c:v>45081</c:v>
                </c:pt>
                <c:pt idx="593">
                  <c:v>45082</c:v>
                </c:pt>
                <c:pt idx="594">
                  <c:v>45083</c:v>
                </c:pt>
                <c:pt idx="595">
                  <c:v>45084</c:v>
                </c:pt>
                <c:pt idx="596">
                  <c:v>45085</c:v>
                </c:pt>
                <c:pt idx="597">
                  <c:v>45086</c:v>
                </c:pt>
                <c:pt idx="598">
                  <c:v>45087</c:v>
                </c:pt>
                <c:pt idx="599">
                  <c:v>45088</c:v>
                </c:pt>
                <c:pt idx="600">
                  <c:v>45089</c:v>
                </c:pt>
                <c:pt idx="601">
                  <c:v>45090</c:v>
                </c:pt>
                <c:pt idx="602">
                  <c:v>45091</c:v>
                </c:pt>
                <c:pt idx="603">
                  <c:v>45092</c:v>
                </c:pt>
                <c:pt idx="604">
                  <c:v>45093</c:v>
                </c:pt>
                <c:pt idx="605">
                  <c:v>45094</c:v>
                </c:pt>
                <c:pt idx="606">
                  <c:v>45095</c:v>
                </c:pt>
                <c:pt idx="607">
                  <c:v>45096</c:v>
                </c:pt>
                <c:pt idx="608">
                  <c:v>45097</c:v>
                </c:pt>
                <c:pt idx="609">
                  <c:v>45098</c:v>
                </c:pt>
                <c:pt idx="610">
                  <c:v>45099</c:v>
                </c:pt>
                <c:pt idx="611">
                  <c:v>45100</c:v>
                </c:pt>
                <c:pt idx="612">
                  <c:v>45101</c:v>
                </c:pt>
                <c:pt idx="613">
                  <c:v>45102</c:v>
                </c:pt>
                <c:pt idx="614">
                  <c:v>45103</c:v>
                </c:pt>
                <c:pt idx="615">
                  <c:v>45104</c:v>
                </c:pt>
                <c:pt idx="616">
                  <c:v>45105</c:v>
                </c:pt>
                <c:pt idx="617">
                  <c:v>45106</c:v>
                </c:pt>
                <c:pt idx="618">
                  <c:v>45107</c:v>
                </c:pt>
                <c:pt idx="619">
                  <c:v>45108</c:v>
                </c:pt>
                <c:pt idx="620">
                  <c:v>45109</c:v>
                </c:pt>
                <c:pt idx="621">
                  <c:v>45110</c:v>
                </c:pt>
                <c:pt idx="622">
                  <c:v>45111</c:v>
                </c:pt>
                <c:pt idx="623">
                  <c:v>45112</c:v>
                </c:pt>
                <c:pt idx="624">
                  <c:v>45113</c:v>
                </c:pt>
                <c:pt idx="625">
                  <c:v>45114</c:v>
                </c:pt>
                <c:pt idx="626">
                  <c:v>45115</c:v>
                </c:pt>
                <c:pt idx="627">
                  <c:v>45116</c:v>
                </c:pt>
                <c:pt idx="628">
                  <c:v>45117</c:v>
                </c:pt>
                <c:pt idx="629">
                  <c:v>45118</c:v>
                </c:pt>
                <c:pt idx="630">
                  <c:v>45119</c:v>
                </c:pt>
                <c:pt idx="631">
                  <c:v>45120</c:v>
                </c:pt>
                <c:pt idx="632">
                  <c:v>45121</c:v>
                </c:pt>
                <c:pt idx="633">
                  <c:v>45122</c:v>
                </c:pt>
                <c:pt idx="634">
                  <c:v>45123</c:v>
                </c:pt>
                <c:pt idx="635">
                  <c:v>45124</c:v>
                </c:pt>
                <c:pt idx="636">
                  <c:v>45125</c:v>
                </c:pt>
                <c:pt idx="637">
                  <c:v>45126</c:v>
                </c:pt>
                <c:pt idx="638">
                  <c:v>45127</c:v>
                </c:pt>
                <c:pt idx="639">
                  <c:v>45128</c:v>
                </c:pt>
                <c:pt idx="640">
                  <c:v>45129</c:v>
                </c:pt>
                <c:pt idx="641">
                  <c:v>45130</c:v>
                </c:pt>
                <c:pt idx="642">
                  <c:v>45131</c:v>
                </c:pt>
                <c:pt idx="643">
                  <c:v>45132</c:v>
                </c:pt>
                <c:pt idx="644">
                  <c:v>45133</c:v>
                </c:pt>
                <c:pt idx="645">
                  <c:v>45134</c:v>
                </c:pt>
                <c:pt idx="646">
                  <c:v>45135</c:v>
                </c:pt>
                <c:pt idx="647">
                  <c:v>45136</c:v>
                </c:pt>
                <c:pt idx="648">
                  <c:v>45137</c:v>
                </c:pt>
                <c:pt idx="649">
                  <c:v>45138</c:v>
                </c:pt>
                <c:pt idx="650">
                  <c:v>45139</c:v>
                </c:pt>
                <c:pt idx="651">
                  <c:v>45140</c:v>
                </c:pt>
                <c:pt idx="652">
                  <c:v>45141</c:v>
                </c:pt>
                <c:pt idx="653">
                  <c:v>45142</c:v>
                </c:pt>
                <c:pt idx="654">
                  <c:v>45143</c:v>
                </c:pt>
                <c:pt idx="655">
                  <c:v>45144</c:v>
                </c:pt>
                <c:pt idx="656">
                  <c:v>45145</c:v>
                </c:pt>
                <c:pt idx="657">
                  <c:v>45146</c:v>
                </c:pt>
                <c:pt idx="658">
                  <c:v>45147</c:v>
                </c:pt>
                <c:pt idx="659">
                  <c:v>45148</c:v>
                </c:pt>
                <c:pt idx="660">
                  <c:v>45149</c:v>
                </c:pt>
                <c:pt idx="661">
                  <c:v>45150</c:v>
                </c:pt>
                <c:pt idx="662">
                  <c:v>45151</c:v>
                </c:pt>
                <c:pt idx="663">
                  <c:v>45152</c:v>
                </c:pt>
                <c:pt idx="664">
                  <c:v>45153</c:v>
                </c:pt>
                <c:pt idx="665">
                  <c:v>45154</c:v>
                </c:pt>
                <c:pt idx="666">
                  <c:v>45155</c:v>
                </c:pt>
                <c:pt idx="667">
                  <c:v>45156</c:v>
                </c:pt>
                <c:pt idx="668">
                  <c:v>45157</c:v>
                </c:pt>
                <c:pt idx="669">
                  <c:v>45158</c:v>
                </c:pt>
                <c:pt idx="670">
                  <c:v>45159</c:v>
                </c:pt>
                <c:pt idx="671">
                  <c:v>45160</c:v>
                </c:pt>
                <c:pt idx="672">
                  <c:v>45161</c:v>
                </c:pt>
                <c:pt idx="673">
                  <c:v>45162</c:v>
                </c:pt>
                <c:pt idx="674">
                  <c:v>45163</c:v>
                </c:pt>
                <c:pt idx="675">
                  <c:v>45164</c:v>
                </c:pt>
                <c:pt idx="676">
                  <c:v>45165</c:v>
                </c:pt>
                <c:pt idx="677">
                  <c:v>45166</c:v>
                </c:pt>
                <c:pt idx="678">
                  <c:v>45167</c:v>
                </c:pt>
                <c:pt idx="679">
                  <c:v>45168</c:v>
                </c:pt>
                <c:pt idx="680">
                  <c:v>45169</c:v>
                </c:pt>
                <c:pt idx="681">
                  <c:v>45170</c:v>
                </c:pt>
                <c:pt idx="682">
                  <c:v>45171</c:v>
                </c:pt>
                <c:pt idx="683">
                  <c:v>45172</c:v>
                </c:pt>
                <c:pt idx="684">
                  <c:v>45173</c:v>
                </c:pt>
                <c:pt idx="685">
                  <c:v>45174</c:v>
                </c:pt>
                <c:pt idx="686">
                  <c:v>45175</c:v>
                </c:pt>
                <c:pt idx="687">
                  <c:v>45176</c:v>
                </c:pt>
                <c:pt idx="688">
                  <c:v>45177</c:v>
                </c:pt>
                <c:pt idx="689">
                  <c:v>45178</c:v>
                </c:pt>
                <c:pt idx="690">
                  <c:v>45179</c:v>
                </c:pt>
                <c:pt idx="691">
                  <c:v>45180</c:v>
                </c:pt>
                <c:pt idx="692">
                  <c:v>45181</c:v>
                </c:pt>
                <c:pt idx="693">
                  <c:v>45182</c:v>
                </c:pt>
                <c:pt idx="694">
                  <c:v>45183</c:v>
                </c:pt>
                <c:pt idx="695">
                  <c:v>45184</c:v>
                </c:pt>
                <c:pt idx="696">
                  <c:v>45185</c:v>
                </c:pt>
                <c:pt idx="697">
                  <c:v>45186</c:v>
                </c:pt>
                <c:pt idx="698">
                  <c:v>45187</c:v>
                </c:pt>
                <c:pt idx="699">
                  <c:v>45188</c:v>
                </c:pt>
                <c:pt idx="700">
                  <c:v>45189</c:v>
                </c:pt>
                <c:pt idx="701">
                  <c:v>45190</c:v>
                </c:pt>
                <c:pt idx="702">
                  <c:v>45191</c:v>
                </c:pt>
                <c:pt idx="703">
                  <c:v>45192</c:v>
                </c:pt>
                <c:pt idx="704">
                  <c:v>45193</c:v>
                </c:pt>
                <c:pt idx="705">
                  <c:v>45194</c:v>
                </c:pt>
                <c:pt idx="706">
                  <c:v>45195</c:v>
                </c:pt>
                <c:pt idx="707">
                  <c:v>45196</c:v>
                </c:pt>
                <c:pt idx="708">
                  <c:v>45197</c:v>
                </c:pt>
                <c:pt idx="709">
                  <c:v>45198</c:v>
                </c:pt>
                <c:pt idx="710">
                  <c:v>45199</c:v>
                </c:pt>
                <c:pt idx="711">
                  <c:v>45200</c:v>
                </c:pt>
                <c:pt idx="712">
                  <c:v>45201</c:v>
                </c:pt>
                <c:pt idx="713">
                  <c:v>45202</c:v>
                </c:pt>
                <c:pt idx="714">
                  <c:v>45203</c:v>
                </c:pt>
                <c:pt idx="715">
                  <c:v>45204</c:v>
                </c:pt>
                <c:pt idx="716">
                  <c:v>45205</c:v>
                </c:pt>
                <c:pt idx="717">
                  <c:v>45206</c:v>
                </c:pt>
                <c:pt idx="718">
                  <c:v>45207</c:v>
                </c:pt>
                <c:pt idx="719">
                  <c:v>45208</c:v>
                </c:pt>
                <c:pt idx="720">
                  <c:v>45209</c:v>
                </c:pt>
                <c:pt idx="721">
                  <c:v>45210</c:v>
                </c:pt>
                <c:pt idx="722">
                  <c:v>45211</c:v>
                </c:pt>
                <c:pt idx="723">
                  <c:v>45212</c:v>
                </c:pt>
                <c:pt idx="724">
                  <c:v>45213</c:v>
                </c:pt>
                <c:pt idx="725">
                  <c:v>45214</c:v>
                </c:pt>
                <c:pt idx="726">
                  <c:v>45215</c:v>
                </c:pt>
                <c:pt idx="727">
                  <c:v>45216</c:v>
                </c:pt>
                <c:pt idx="728">
                  <c:v>45217</c:v>
                </c:pt>
                <c:pt idx="729">
                  <c:v>45218</c:v>
                </c:pt>
                <c:pt idx="730">
                  <c:v>45219</c:v>
                </c:pt>
                <c:pt idx="731">
                  <c:v>45220</c:v>
                </c:pt>
                <c:pt idx="732">
                  <c:v>45221</c:v>
                </c:pt>
                <c:pt idx="733">
                  <c:v>45222</c:v>
                </c:pt>
                <c:pt idx="734">
                  <c:v>45223</c:v>
                </c:pt>
                <c:pt idx="735">
                  <c:v>45224</c:v>
                </c:pt>
                <c:pt idx="736">
                  <c:v>45225</c:v>
                </c:pt>
                <c:pt idx="737">
                  <c:v>45226</c:v>
                </c:pt>
                <c:pt idx="738">
                  <c:v>45227</c:v>
                </c:pt>
                <c:pt idx="739">
                  <c:v>45228</c:v>
                </c:pt>
                <c:pt idx="740">
                  <c:v>45229</c:v>
                </c:pt>
                <c:pt idx="741">
                  <c:v>45230</c:v>
                </c:pt>
                <c:pt idx="742">
                  <c:v>45231</c:v>
                </c:pt>
                <c:pt idx="743">
                  <c:v>45232</c:v>
                </c:pt>
                <c:pt idx="744">
                  <c:v>45233</c:v>
                </c:pt>
                <c:pt idx="745">
                  <c:v>45234</c:v>
                </c:pt>
                <c:pt idx="746">
                  <c:v>45235</c:v>
                </c:pt>
                <c:pt idx="747">
                  <c:v>45236</c:v>
                </c:pt>
                <c:pt idx="748">
                  <c:v>45237</c:v>
                </c:pt>
                <c:pt idx="749">
                  <c:v>45238</c:v>
                </c:pt>
                <c:pt idx="750">
                  <c:v>45239</c:v>
                </c:pt>
                <c:pt idx="751">
                  <c:v>45240</c:v>
                </c:pt>
                <c:pt idx="752">
                  <c:v>45241</c:v>
                </c:pt>
                <c:pt idx="753">
                  <c:v>45242</c:v>
                </c:pt>
                <c:pt idx="754">
                  <c:v>45243</c:v>
                </c:pt>
                <c:pt idx="755">
                  <c:v>45244</c:v>
                </c:pt>
                <c:pt idx="756">
                  <c:v>45245</c:v>
                </c:pt>
                <c:pt idx="757">
                  <c:v>45246</c:v>
                </c:pt>
                <c:pt idx="758">
                  <c:v>45247</c:v>
                </c:pt>
                <c:pt idx="759">
                  <c:v>45248</c:v>
                </c:pt>
                <c:pt idx="760">
                  <c:v>45249</c:v>
                </c:pt>
                <c:pt idx="761">
                  <c:v>45250</c:v>
                </c:pt>
                <c:pt idx="762">
                  <c:v>45251</c:v>
                </c:pt>
                <c:pt idx="763">
                  <c:v>45252</c:v>
                </c:pt>
                <c:pt idx="764">
                  <c:v>45253</c:v>
                </c:pt>
                <c:pt idx="765">
                  <c:v>45254</c:v>
                </c:pt>
                <c:pt idx="766">
                  <c:v>45255</c:v>
                </c:pt>
                <c:pt idx="767">
                  <c:v>45256</c:v>
                </c:pt>
                <c:pt idx="768">
                  <c:v>45257</c:v>
                </c:pt>
                <c:pt idx="769">
                  <c:v>45258</c:v>
                </c:pt>
                <c:pt idx="770">
                  <c:v>45259</c:v>
                </c:pt>
                <c:pt idx="771">
                  <c:v>45260</c:v>
                </c:pt>
                <c:pt idx="772">
                  <c:v>45261</c:v>
                </c:pt>
                <c:pt idx="773">
                  <c:v>45262</c:v>
                </c:pt>
                <c:pt idx="774">
                  <c:v>45263</c:v>
                </c:pt>
                <c:pt idx="775">
                  <c:v>45264</c:v>
                </c:pt>
                <c:pt idx="776">
                  <c:v>45265</c:v>
                </c:pt>
                <c:pt idx="777">
                  <c:v>45266</c:v>
                </c:pt>
                <c:pt idx="778">
                  <c:v>45267</c:v>
                </c:pt>
                <c:pt idx="779">
                  <c:v>45268</c:v>
                </c:pt>
                <c:pt idx="780">
                  <c:v>45269</c:v>
                </c:pt>
                <c:pt idx="781">
                  <c:v>45270</c:v>
                </c:pt>
                <c:pt idx="782">
                  <c:v>45271</c:v>
                </c:pt>
                <c:pt idx="783">
                  <c:v>45272</c:v>
                </c:pt>
                <c:pt idx="784">
                  <c:v>45273</c:v>
                </c:pt>
                <c:pt idx="785">
                  <c:v>45274</c:v>
                </c:pt>
                <c:pt idx="786">
                  <c:v>45275</c:v>
                </c:pt>
                <c:pt idx="787">
                  <c:v>45276</c:v>
                </c:pt>
                <c:pt idx="788">
                  <c:v>45277</c:v>
                </c:pt>
                <c:pt idx="789">
                  <c:v>45278</c:v>
                </c:pt>
                <c:pt idx="790">
                  <c:v>45279</c:v>
                </c:pt>
                <c:pt idx="791">
                  <c:v>45280</c:v>
                </c:pt>
                <c:pt idx="792">
                  <c:v>45281</c:v>
                </c:pt>
                <c:pt idx="793">
                  <c:v>45282</c:v>
                </c:pt>
                <c:pt idx="794">
                  <c:v>45283</c:v>
                </c:pt>
                <c:pt idx="795">
                  <c:v>45284</c:v>
                </c:pt>
                <c:pt idx="796">
                  <c:v>45285</c:v>
                </c:pt>
                <c:pt idx="797">
                  <c:v>45286</c:v>
                </c:pt>
                <c:pt idx="798">
                  <c:v>45287</c:v>
                </c:pt>
                <c:pt idx="799">
                  <c:v>45288</c:v>
                </c:pt>
                <c:pt idx="800">
                  <c:v>45289</c:v>
                </c:pt>
                <c:pt idx="801">
                  <c:v>45290</c:v>
                </c:pt>
                <c:pt idx="802">
                  <c:v>45291</c:v>
                </c:pt>
                <c:pt idx="803">
                  <c:v>45292</c:v>
                </c:pt>
                <c:pt idx="804">
                  <c:v>45293</c:v>
                </c:pt>
                <c:pt idx="805">
                  <c:v>45294</c:v>
                </c:pt>
                <c:pt idx="806">
                  <c:v>45295</c:v>
                </c:pt>
                <c:pt idx="807">
                  <c:v>45296</c:v>
                </c:pt>
                <c:pt idx="808">
                  <c:v>45297</c:v>
                </c:pt>
                <c:pt idx="809">
                  <c:v>45298</c:v>
                </c:pt>
                <c:pt idx="810">
                  <c:v>45299</c:v>
                </c:pt>
                <c:pt idx="811">
                  <c:v>45300</c:v>
                </c:pt>
                <c:pt idx="812">
                  <c:v>45301</c:v>
                </c:pt>
                <c:pt idx="813">
                  <c:v>45302</c:v>
                </c:pt>
                <c:pt idx="814">
                  <c:v>45303</c:v>
                </c:pt>
                <c:pt idx="815">
                  <c:v>45304</c:v>
                </c:pt>
                <c:pt idx="816">
                  <c:v>45305</c:v>
                </c:pt>
                <c:pt idx="817">
                  <c:v>45306</c:v>
                </c:pt>
                <c:pt idx="818">
                  <c:v>45307</c:v>
                </c:pt>
                <c:pt idx="819">
                  <c:v>45308</c:v>
                </c:pt>
                <c:pt idx="820">
                  <c:v>45309</c:v>
                </c:pt>
                <c:pt idx="821">
                  <c:v>45310</c:v>
                </c:pt>
                <c:pt idx="822">
                  <c:v>45311</c:v>
                </c:pt>
                <c:pt idx="823">
                  <c:v>45312</c:v>
                </c:pt>
                <c:pt idx="824">
                  <c:v>45313</c:v>
                </c:pt>
                <c:pt idx="825">
                  <c:v>45314</c:v>
                </c:pt>
                <c:pt idx="826">
                  <c:v>45315</c:v>
                </c:pt>
                <c:pt idx="827">
                  <c:v>45316</c:v>
                </c:pt>
                <c:pt idx="828">
                  <c:v>45317</c:v>
                </c:pt>
                <c:pt idx="829">
                  <c:v>45318</c:v>
                </c:pt>
                <c:pt idx="830">
                  <c:v>45319</c:v>
                </c:pt>
                <c:pt idx="831">
                  <c:v>45320</c:v>
                </c:pt>
                <c:pt idx="832">
                  <c:v>45321</c:v>
                </c:pt>
                <c:pt idx="833">
                  <c:v>45322</c:v>
                </c:pt>
                <c:pt idx="834">
                  <c:v>45323</c:v>
                </c:pt>
                <c:pt idx="835">
                  <c:v>45324</c:v>
                </c:pt>
                <c:pt idx="836">
                  <c:v>45325</c:v>
                </c:pt>
                <c:pt idx="837">
                  <c:v>45326</c:v>
                </c:pt>
                <c:pt idx="838">
                  <c:v>45327</c:v>
                </c:pt>
                <c:pt idx="839">
                  <c:v>45328</c:v>
                </c:pt>
                <c:pt idx="840">
                  <c:v>45329</c:v>
                </c:pt>
                <c:pt idx="841">
                  <c:v>45330</c:v>
                </c:pt>
                <c:pt idx="842">
                  <c:v>45331</c:v>
                </c:pt>
                <c:pt idx="843">
                  <c:v>45332</c:v>
                </c:pt>
                <c:pt idx="844">
                  <c:v>45333</c:v>
                </c:pt>
                <c:pt idx="845">
                  <c:v>45334</c:v>
                </c:pt>
                <c:pt idx="846">
                  <c:v>45335</c:v>
                </c:pt>
                <c:pt idx="847">
                  <c:v>45336</c:v>
                </c:pt>
                <c:pt idx="848">
                  <c:v>45337</c:v>
                </c:pt>
                <c:pt idx="849">
                  <c:v>45338</c:v>
                </c:pt>
                <c:pt idx="850">
                  <c:v>45339</c:v>
                </c:pt>
                <c:pt idx="851">
                  <c:v>45340</c:v>
                </c:pt>
                <c:pt idx="852">
                  <c:v>45341</c:v>
                </c:pt>
                <c:pt idx="853">
                  <c:v>45342</c:v>
                </c:pt>
                <c:pt idx="854">
                  <c:v>45343</c:v>
                </c:pt>
                <c:pt idx="855">
                  <c:v>45344</c:v>
                </c:pt>
                <c:pt idx="856">
                  <c:v>45345</c:v>
                </c:pt>
                <c:pt idx="857">
                  <c:v>45346</c:v>
                </c:pt>
                <c:pt idx="858">
                  <c:v>45347</c:v>
                </c:pt>
                <c:pt idx="859">
                  <c:v>45348</c:v>
                </c:pt>
                <c:pt idx="860">
                  <c:v>45349</c:v>
                </c:pt>
                <c:pt idx="861">
                  <c:v>45350</c:v>
                </c:pt>
                <c:pt idx="862">
                  <c:v>45351</c:v>
                </c:pt>
                <c:pt idx="863">
                  <c:v>45352</c:v>
                </c:pt>
                <c:pt idx="864">
                  <c:v>45353</c:v>
                </c:pt>
                <c:pt idx="865">
                  <c:v>45354</c:v>
                </c:pt>
                <c:pt idx="866">
                  <c:v>45355</c:v>
                </c:pt>
                <c:pt idx="867">
                  <c:v>45356</c:v>
                </c:pt>
                <c:pt idx="868">
                  <c:v>45357</c:v>
                </c:pt>
                <c:pt idx="869">
                  <c:v>45358</c:v>
                </c:pt>
                <c:pt idx="870">
                  <c:v>45359</c:v>
                </c:pt>
                <c:pt idx="871">
                  <c:v>45360</c:v>
                </c:pt>
                <c:pt idx="872">
                  <c:v>45361</c:v>
                </c:pt>
                <c:pt idx="873">
                  <c:v>45362</c:v>
                </c:pt>
                <c:pt idx="874">
                  <c:v>45363</c:v>
                </c:pt>
                <c:pt idx="875">
                  <c:v>45364</c:v>
                </c:pt>
                <c:pt idx="876">
                  <c:v>45365</c:v>
                </c:pt>
                <c:pt idx="877">
                  <c:v>45366</c:v>
                </c:pt>
                <c:pt idx="878">
                  <c:v>45367</c:v>
                </c:pt>
                <c:pt idx="879">
                  <c:v>45368</c:v>
                </c:pt>
                <c:pt idx="880">
                  <c:v>45369</c:v>
                </c:pt>
                <c:pt idx="881">
                  <c:v>45370</c:v>
                </c:pt>
                <c:pt idx="882">
                  <c:v>45371</c:v>
                </c:pt>
                <c:pt idx="883">
                  <c:v>45372</c:v>
                </c:pt>
                <c:pt idx="884">
                  <c:v>45373</c:v>
                </c:pt>
                <c:pt idx="885">
                  <c:v>45374</c:v>
                </c:pt>
                <c:pt idx="886">
                  <c:v>45375</c:v>
                </c:pt>
                <c:pt idx="887">
                  <c:v>45376</c:v>
                </c:pt>
                <c:pt idx="888">
                  <c:v>45377</c:v>
                </c:pt>
                <c:pt idx="889">
                  <c:v>45378</c:v>
                </c:pt>
                <c:pt idx="890">
                  <c:v>45379</c:v>
                </c:pt>
                <c:pt idx="891">
                  <c:v>45380</c:v>
                </c:pt>
                <c:pt idx="892">
                  <c:v>45381</c:v>
                </c:pt>
                <c:pt idx="893">
                  <c:v>45382</c:v>
                </c:pt>
                <c:pt idx="894">
                  <c:v>45383</c:v>
                </c:pt>
                <c:pt idx="895">
                  <c:v>45384</c:v>
                </c:pt>
                <c:pt idx="896">
                  <c:v>45385</c:v>
                </c:pt>
                <c:pt idx="897">
                  <c:v>45386</c:v>
                </c:pt>
                <c:pt idx="898">
                  <c:v>45387</c:v>
                </c:pt>
                <c:pt idx="899">
                  <c:v>45388</c:v>
                </c:pt>
                <c:pt idx="900">
                  <c:v>45389</c:v>
                </c:pt>
                <c:pt idx="901">
                  <c:v>45390</c:v>
                </c:pt>
                <c:pt idx="902">
                  <c:v>45391</c:v>
                </c:pt>
                <c:pt idx="903">
                  <c:v>45392</c:v>
                </c:pt>
                <c:pt idx="904">
                  <c:v>45393</c:v>
                </c:pt>
                <c:pt idx="905">
                  <c:v>45394</c:v>
                </c:pt>
                <c:pt idx="906">
                  <c:v>45395</c:v>
                </c:pt>
                <c:pt idx="907">
                  <c:v>45396</c:v>
                </c:pt>
                <c:pt idx="908">
                  <c:v>45397</c:v>
                </c:pt>
                <c:pt idx="909">
                  <c:v>45398</c:v>
                </c:pt>
                <c:pt idx="910">
                  <c:v>45399</c:v>
                </c:pt>
                <c:pt idx="911">
                  <c:v>45400</c:v>
                </c:pt>
                <c:pt idx="912">
                  <c:v>45401</c:v>
                </c:pt>
                <c:pt idx="913">
                  <c:v>45402</c:v>
                </c:pt>
                <c:pt idx="914">
                  <c:v>45403</c:v>
                </c:pt>
                <c:pt idx="915">
                  <c:v>45404</c:v>
                </c:pt>
                <c:pt idx="916">
                  <c:v>45405</c:v>
                </c:pt>
                <c:pt idx="917">
                  <c:v>45406</c:v>
                </c:pt>
                <c:pt idx="918">
                  <c:v>45407</c:v>
                </c:pt>
                <c:pt idx="919">
                  <c:v>45408</c:v>
                </c:pt>
                <c:pt idx="920">
                  <c:v>45409</c:v>
                </c:pt>
                <c:pt idx="921">
                  <c:v>45410</c:v>
                </c:pt>
                <c:pt idx="922">
                  <c:v>45411</c:v>
                </c:pt>
                <c:pt idx="923">
                  <c:v>45412</c:v>
                </c:pt>
                <c:pt idx="924">
                  <c:v>45413</c:v>
                </c:pt>
                <c:pt idx="925">
                  <c:v>45414</c:v>
                </c:pt>
                <c:pt idx="926">
                  <c:v>45415</c:v>
                </c:pt>
                <c:pt idx="927">
                  <c:v>45416</c:v>
                </c:pt>
                <c:pt idx="928">
                  <c:v>45417</c:v>
                </c:pt>
                <c:pt idx="929">
                  <c:v>45418</c:v>
                </c:pt>
                <c:pt idx="930">
                  <c:v>45419</c:v>
                </c:pt>
                <c:pt idx="931">
                  <c:v>45420</c:v>
                </c:pt>
                <c:pt idx="932">
                  <c:v>45421</c:v>
                </c:pt>
                <c:pt idx="933">
                  <c:v>45422</c:v>
                </c:pt>
                <c:pt idx="934">
                  <c:v>45423</c:v>
                </c:pt>
                <c:pt idx="935">
                  <c:v>45424</c:v>
                </c:pt>
                <c:pt idx="936">
                  <c:v>45425</c:v>
                </c:pt>
                <c:pt idx="937">
                  <c:v>45426</c:v>
                </c:pt>
                <c:pt idx="938">
                  <c:v>45427</c:v>
                </c:pt>
                <c:pt idx="939">
                  <c:v>45428</c:v>
                </c:pt>
                <c:pt idx="940">
                  <c:v>45429</c:v>
                </c:pt>
                <c:pt idx="941">
                  <c:v>45430</c:v>
                </c:pt>
                <c:pt idx="942">
                  <c:v>45431</c:v>
                </c:pt>
                <c:pt idx="943">
                  <c:v>45432</c:v>
                </c:pt>
                <c:pt idx="944">
                  <c:v>45433</c:v>
                </c:pt>
                <c:pt idx="945">
                  <c:v>45434</c:v>
                </c:pt>
                <c:pt idx="946">
                  <c:v>45435</c:v>
                </c:pt>
                <c:pt idx="947">
                  <c:v>45436</c:v>
                </c:pt>
                <c:pt idx="948">
                  <c:v>45437</c:v>
                </c:pt>
                <c:pt idx="949">
                  <c:v>45438</c:v>
                </c:pt>
                <c:pt idx="950">
                  <c:v>45439</c:v>
                </c:pt>
                <c:pt idx="951">
                  <c:v>45440</c:v>
                </c:pt>
                <c:pt idx="952">
                  <c:v>45441</c:v>
                </c:pt>
                <c:pt idx="953">
                  <c:v>45442</c:v>
                </c:pt>
                <c:pt idx="954">
                  <c:v>45443</c:v>
                </c:pt>
                <c:pt idx="955">
                  <c:v>45444</c:v>
                </c:pt>
                <c:pt idx="956">
                  <c:v>45445</c:v>
                </c:pt>
                <c:pt idx="957">
                  <c:v>45446</c:v>
                </c:pt>
                <c:pt idx="958">
                  <c:v>45447</c:v>
                </c:pt>
                <c:pt idx="959">
                  <c:v>45448</c:v>
                </c:pt>
                <c:pt idx="960">
                  <c:v>45449</c:v>
                </c:pt>
                <c:pt idx="961">
                  <c:v>45450</c:v>
                </c:pt>
                <c:pt idx="962">
                  <c:v>45451</c:v>
                </c:pt>
                <c:pt idx="963">
                  <c:v>45452</c:v>
                </c:pt>
                <c:pt idx="964">
                  <c:v>45453</c:v>
                </c:pt>
                <c:pt idx="965">
                  <c:v>45454</c:v>
                </c:pt>
                <c:pt idx="966">
                  <c:v>45455</c:v>
                </c:pt>
                <c:pt idx="967">
                  <c:v>45456</c:v>
                </c:pt>
                <c:pt idx="968">
                  <c:v>45457</c:v>
                </c:pt>
                <c:pt idx="969">
                  <c:v>45458</c:v>
                </c:pt>
                <c:pt idx="970">
                  <c:v>45459</c:v>
                </c:pt>
                <c:pt idx="971">
                  <c:v>45460</c:v>
                </c:pt>
                <c:pt idx="972">
                  <c:v>45461</c:v>
                </c:pt>
                <c:pt idx="973">
                  <c:v>45462</c:v>
                </c:pt>
                <c:pt idx="974">
                  <c:v>45463</c:v>
                </c:pt>
                <c:pt idx="975">
                  <c:v>45464</c:v>
                </c:pt>
                <c:pt idx="976">
                  <c:v>45465</c:v>
                </c:pt>
                <c:pt idx="977">
                  <c:v>45466</c:v>
                </c:pt>
                <c:pt idx="978">
                  <c:v>45467</c:v>
                </c:pt>
                <c:pt idx="979">
                  <c:v>45468</c:v>
                </c:pt>
                <c:pt idx="980">
                  <c:v>45469</c:v>
                </c:pt>
                <c:pt idx="981">
                  <c:v>45470</c:v>
                </c:pt>
                <c:pt idx="982">
                  <c:v>45471</c:v>
                </c:pt>
                <c:pt idx="983">
                  <c:v>45472</c:v>
                </c:pt>
                <c:pt idx="984">
                  <c:v>45473</c:v>
                </c:pt>
                <c:pt idx="985">
                  <c:v>45474</c:v>
                </c:pt>
                <c:pt idx="986">
                  <c:v>45475</c:v>
                </c:pt>
                <c:pt idx="987">
                  <c:v>45476</c:v>
                </c:pt>
                <c:pt idx="988">
                  <c:v>45477</c:v>
                </c:pt>
                <c:pt idx="989">
                  <c:v>45478</c:v>
                </c:pt>
                <c:pt idx="990">
                  <c:v>45479</c:v>
                </c:pt>
                <c:pt idx="991">
                  <c:v>45480</c:v>
                </c:pt>
                <c:pt idx="992">
                  <c:v>45481</c:v>
                </c:pt>
                <c:pt idx="993">
                  <c:v>45482</c:v>
                </c:pt>
                <c:pt idx="994">
                  <c:v>45483</c:v>
                </c:pt>
                <c:pt idx="995">
                  <c:v>45484</c:v>
                </c:pt>
                <c:pt idx="996">
                  <c:v>45485</c:v>
                </c:pt>
                <c:pt idx="997">
                  <c:v>45486</c:v>
                </c:pt>
                <c:pt idx="998">
                  <c:v>45487</c:v>
                </c:pt>
                <c:pt idx="999">
                  <c:v>45488</c:v>
                </c:pt>
                <c:pt idx="1000">
                  <c:v>45489</c:v>
                </c:pt>
                <c:pt idx="1001">
                  <c:v>45490</c:v>
                </c:pt>
                <c:pt idx="1002">
                  <c:v>45491</c:v>
                </c:pt>
                <c:pt idx="1003">
                  <c:v>45492</c:v>
                </c:pt>
                <c:pt idx="1004">
                  <c:v>45493</c:v>
                </c:pt>
                <c:pt idx="1005">
                  <c:v>45494</c:v>
                </c:pt>
                <c:pt idx="1006">
                  <c:v>45495</c:v>
                </c:pt>
                <c:pt idx="1007">
                  <c:v>45496</c:v>
                </c:pt>
                <c:pt idx="1008">
                  <c:v>45497</c:v>
                </c:pt>
                <c:pt idx="1009">
                  <c:v>45498</c:v>
                </c:pt>
                <c:pt idx="1010">
                  <c:v>45499</c:v>
                </c:pt>
                <c:pt idx="1011">
                  <c:v>45500</c:v>
                </c:pt>
                <c:pt idx="1012">
                  <c:v>45501</c:v>
                </c:pt>
                <c:pt idx="1013">
                  <c:v>45502</c:v>
                </c:pt>
                <c:pt idx="1014">
                  <c:v>45503</c:v>
                </c:pt>
                <c:pt idx="1015">
                  <c:v>45504</c:v>
                </c:pt>
                <c:pt idx="1016">
                  <c:v>45505</c:v>
                </c:pt>
                <c:pt idx="1017">
                  <c:v>45506</c:v>
                </c:pt>
                <c:pt idx="1018">
                  <c:v>45507</c:v>
                </c:pt>
                <c:pt idx="1019">
                  <c:v>45508</c:v>
                </c:pt>
                <c:pt idx="1020">
                  <c:v>45509</c:v>
                </c:pt>
                <c:pt idx="1021">
                  <c:v>45510</c:v>
                </c:pt>
                <c:pt idx="1022">
                  <c:v>45511</c:v>
                </c:pt>
                <c:pt idx="1023">
                  <c:v>45512</c:v>
                </c:pt>
                <c:pt idx="1024">
                  <c:v>45513</c:v>
                </c:pt>
                <c:pt idx="1025">
                  <c:v>45514</c:v>
                </c:pt>
                <c:pt idx="1026">
                  <c:v>45515</c:v>
                </c:pt>
                <c:pt idx="1027">
                  <c:v>45516</c:v>
                </c:pt>
                <c:pt idx="1028">
                  <c:v>45517</c:v>
                </c:pt>
                <c:pt idx="1029">
                  <c:v>45518</c:v>
                </c:pt>
                <c:pt idx="1030">
                  <c:v>45519</c:v>
                </c:pt>
                <c:pt idx="1031">
                  <c:v>45520</c:v>
                </c:pt>
                <c:pt idx="1032">
                  <c:v>45521</c:v>
                </c:pt>
                <c:pt idx="1033">
                  <c:v>45522</c:v>
                </c:pt>
                <c:pt idx="1034">
                  <c:v>45523</c:v>
                </c:pt>
                <c:pt idx="1035">
                  <c:v>45524</c:v>
                </c:pt>
                <c:pt idx="1036">
                  <c:v>45525</c:v>
                </c:pt>
                <c:pt idx="1037">
                  <c:v>45526</c:v>
                </c:pt>
                <c:pt idx="1038">
                  <c:v>45527</c:v>
                </c:pt>
                <c:pt idx="1039">
                  <c:v>45528</c:v>
                </c:pt>
                <c:pt idx="1040">
                  <c:v>45529</c:v>
                </c:pt>
                <c:pt idx="1041">
                  <c:v>45530</c:v>
                </c:pt>
                <c:pt idx="1042">
                  <c:v>45531</c:v>
                </c:pt>
                <c:pt idx="1043">
                  <c:v>45532</c:v>
                </c:pt>
                <c:pt idx="1044">
                  <c:v>45533</c:v>
                </c:pt>
                <c:pt idx="1045">
                  <c:v>45534</c:v>
                </c:pt>
                <c:pt idx="1046">
                  <c:v>45535</c:v>
                </c:pt>
                <c:pt idx="1047">
                  <c:v>45536</c:v>
                </c:pt>
                <c:pt idx="1048">
                  <c:v>45537</c:v>
                </c:pt>
                <c:pt idx="1049">
                  <c:v>45538</c:v>
                </c:pt>
                <c:pt idx="1050">
                  <c:v>45539</c:v>
                </c:pt>
                <c:pt idx="1051">
                  <c:v>45540</c:v>
                </c:pt>
                <c:pt idx="1052">
                  <c:v>45541</c:v>
                </c:pt>
                <c:pt idx="1053">
                  <c:v>45542</c:v>
                </c:pt>
                <c:pt idx="1054">
                  <c:v>45543</c:v>
                </c:pt>
                <c:pt idx="1055">
                  <c:v>45544</c:v>
                </c:pt>
                <c:pt idx="1056">
                  <c:v>45545</c:v>
                </c:pt>
                <c:pt idx="1057">
                  <c:v>45546</c:v>
                </c:pt>
                <c:pt idx="1058">
                  <c:v>45547</c:v>
                </c:pt>
                <c:pt idx="1059">
                  <c:v>45548</c:v>
                </c:pt>
                <c:pt idx="1060">
                  <c:v>45549</c:v>
                </c:pt>
                <c:pt idx="1061">
                  <c:v>45550</c:v>
                </c:pt>
                <c:pt idx="1062">
                  <c:v>45551</c:v>
                </c:pt>
                <c:pt idx="1063">
                  <c:v>45552</c:v>
                </c:pt>
                <c:pt idx="1064">
                  <c:v>45553</c:v>
                </c:pt>
                <c:pt idx="1065">
                  <c:v>45554</c:v>
                </c:pt>
                <c:pt idx="1066">
                  <c:v>45555</c:v>
                </c:pt>
                <c:pt idx="1067">
                  <c:v>45556</c:v>
                </c:pt>
                <c:pt idx="1068">
                  <c:v>45557</c:v>
                </c:pt>
                <c:pt idx="1069">
                  <c:v>45558</c:v>
                </c:pt>
                <c:pt idx="1070">
                  <c:v>45559</c:v>
                </c:pt>
                <c:pt idx="1071">
                  <c:v>45560</c:v>
                </c:pt>
                <c:pt idx="1072">
                  <c:v>45561</c:v>
                </c:pt>
                <c:pt idx="1073">
                  <c:v>45562</c:v>
                </c:pt>
                <c:pt idx="1074">
                  <c:v>45563</c:v>
                </c:pt>
                <c:pt idx="1075">
                  <c:v>45564</c:v>
                </c:pt>
                <c:pt idx="1076">
                  <c:v>45565</c:v>
                </c:pt>
                <c:pt idx="1077">
                  <c:v>45566</c:v>
                </c:pt>
                <c:pt idx="1078">
                  <c:v>45567</c:v>
                </c:pt>
                <c:pt idx="1079">
                  <c:v>45568</c:v>
                </c:pt>
                <c:pt idx="1080">
                  <c:v>45569</c:v>
                </c:pt>
                <c:pt idx="1081">
                  <c:v>45570</c:v>
                </c:pt>
                <c:pt idx="1082">
                  <c:v>45571</c:v>
                </c:pt>
                <c:pt idx="1083">
                  <c:v>45572</c:v>
                </c:pt>
                <c:pt idx="1084">
                  <c:v>45573</c:v>
                </c:pt>
                <c:pt idx="1085">
                  <c:v>45574</c:v>
                </c:pt>
                <c:pt idx="1086">
                  <c:v>45575</c:v>
                </c:pt>
                <c:pt idx="1087">
                  <c:v>45576</c:v>
                </c:pt>
                <c:pt idx="1088">
                  <c:v>45577</c:v>
                </c:pt>
                <c:pt idx="1089">
                  <c:v>45578</c:v>
                </c:pt>
                <c:pt idx="1090">
                  <c:v>45579</c:v>
                </c:pt>
                <c:pt idx="1091">
                  <c:v>45580</c:v>
                </c:pt>
                <c:pt idx="1092">
                  <c:v>45581</c:v>
                </c:pt>
                <c:pt idx="1093">
                  <c:v>45582</c:v>
                </c:pt>
                <c:pt idx="1094">
                  <c:v>45583</c:v>
                </c:pt>
                <c:pt idx="1095">
                  <c:v>45584</c:v>
                </c:pt>
                <c:pt idx="1096">
                  <c:v>45585</c:v>
                </c:pt>
                <c:pt idx="1097">
                  <c:v>45586</c:v>
                </c:pt>
                <c:pt idx="1098">
                  <c:v>45587</c:v>
                </c:pt>
                <c:pt idx="1099">
                  <c:v>45588</c:v>
                </c:pt>
                <c:pt idx="1100">
                  <c:v>45589</c:v>
                </c:pt>
                <c:pt idx="1101">
                  <c:v>45590</c:v>
                </c:pt>
                <c:pt idx="1102">
                  <c:v>45591</c:v>
                </c:pt>
                <c:pt idx="1103">
                  <c:v>45592</c:v>
                </c:pt>
                <c:pt idx="1104">
                  <c:v>45593</c:v>
                </c:pt>
                <c:pt idx="1105">
                  <c:v>45594</c:v>
                </c:pt>
                <c:pt idx="1106">
                  <c:v>45595</c:v>
                </c:pt>
                <c:pt idx="1107">
                  <c:v>45596</c:v>
                </c:pt>
                <c:pt idx="1108">
                  <c:v>45597</c:v>
                </c:pt>
                <c:pt idx="1109">
                  <c:v>45598</c:v>
                </c:pt>
                <c:pt idx="1110">
                  <c:v>45599</c:v>
                </c:pt>
                <c:pt idx="1111">
                  <c:v>45600</c:v>
                </c:pt>
                <c:pt idx="1112">
                  <c:v>45601</c:v>
                </c:pt>
                <c:pt idx="1113">
                  <c:v>45602</c:v>
                </c:pt>
                <c:pt idx="1114">
                  <c:v>45603</c:v>
                </c:pt>
                <c:pt idx="1115">
                  <c:v>45604</c:v>
                </c:pt>
                <c:pt idx="1116">
                  <c:v>45605</c:v>
                </c:pt>
                <c:pt idx="1117">
                  <c:v>45606</c:v>
                </c:pt>
                <c:pt idx="1118">
                  <c:v>45607</c:v>
                </c:pt>
                <c:pt idx="1119">
                  <c:v>45608</c:v>
                </c:pt>
                <c:pt idx="1120">
                  <c:v>45609</c:v>
                </c:pt>
                <c:pt idx="1121">
                  <c:v>45610</c:v>
                </c:pt>
                <c:pt idx="1122">
                  <c:v>45611</c:v>
                </c:pt>
                <c:pt idx="1123">
                  <c:v>45612</c:v>
                </c:pt>
                <c:pt idx="1124">
                  <c:v>45613</c:v>
                </c:pt>
                <c:pt idx="1125">
                  <c:v>45614</c:v>
                </c:pt>
                <c:pt idx="1126">
                  <c:v>45615</c:v>
                </c:pt>
                <c:pt idx="1127">
                  <c:v>45616</c:v>
                </c:pt>
                <c:pt idx="1128">
                  <c:v>45617</c:v>
                </c:pt>
                <c:pt idx="1129">
                  <c:v>45618</c:v>
                </c:pt>
                <c:pt idx="1130">
                  <c:v>45619</c:v>
                </c:pt>
                <c:pt idx="1131">
                  <c:v>45620</c:v>
                </c:pt>
                <c:pt idx="1132">
                  <c:v>45621</c:v>
                </c:pt>
                <c:pt idx="1133">
                  <c:v>45622</c:v>
                </c:pt>
                <c:pt idx="1134">
                  <c:v>45623</c:v>
                </c:pt>
                <c:pt idx="1135">
                  <c:v>45624</c:v>
                </c:pt>
                <c:pt idx="1136">
                  <c:v>45625</c:v>
                </c:pt>
                <c:pt idx="1137">
                  <c:v>45626</c:v>
                </c:pt>
                <c:pt idx="1138">
                  <c:v>45627</c:v>
                </c:pt>
                <c:pt idx="1139">
                  <c:v>45628</c:v>
                </c:pt>
                <c:pt idx="1140">
                  <c:v>45629</c:v>
                </c:pt>
                <c:pt idx="1141">
                  <c:v>45630</c:v>
                </c:pt>
                <c:pt idx="1142">
                  <c:v>45631</c:v>
                </c:pt>
                <c:pt idx="1143">
                  <c:v>45632</c:v>
                </c:pt>
                <c:pt idx="1144">
                  <c:v>45633</c:v>
                </c:pt>
                <c:pt idx="1145">
                  <c:v>45634</c:v>
                </c:pt>
                <c:pt idx="1146">
                  <c:v>45635</c:v>
                </c:pt>
                <c:pt idx="1147">
                  <c:v>45636</c:v>
                </c:pt>
                <c:pt idx="1148">
                  <c:v>45637</c:v>
                </c:pt>
                <c:pt idx="1149">
                  <c:v>45638</c:v>
                </c:pt>
                <c:pt idx="1150">
                  <c:v>45639</c:v>
                </c:pt>
                <c:pt idx="1151">
                  <c:v>45640</c:v>
                </c:pt>
                <c:pt idx="1152">
                  <c:v>45641</c:v>
                </c:pt>
                <c:pt idx="1153">
                  <c:v>45642</c:v>
                </c:pt>
                <c:pt idx="1154">
                  <c:v>45643</c:v>
                </c:pt>
                <c:pt idx="1155">
                  <c:v>45644</c:v>
                </c:pt>
                <c:pt idx="1156">
                  <c:v>45645</c:v>
                </c:pt>
                <c:pt idx="1157">
                  <c:v>45646</c:v>
                </c:pt>
                <c:pt idx="1158">
                  <c:v>45647</c:v>
                </c:pt>
                <c:pt idx="1159">
                  <c:v>45648</c:v>
                </c:pt>
                <c:pt idx="1160">
                  <c:v>45649</c:v>
                </c:pt>
                <c:pt idx="1161">
                  <c:v>45650</c:v>
                </c:pt>
                <c:pt idx="1162">
                  <c:v>45651</c:v>
                </c:pt>
                <c:pt idx="1163">
                  <c:v>45652</c:v>
                </c:pt>
                <c:pt idx="1164">
                  <c:v>45653</c:v>
                </c:pt>
                <c:pt idx="1165">
                  <c:v>45654</c:v>
                </c:pt>
                <c:pt idx="1166">
                  <c:v>45655</c:v>
                </c:pt>
                <c:pt idx="1167">
                  <c:v>45656</c:v>
                </c:pt>
                <c:pt idx="1168">
                  <c:v>45657</c:v>
                </c:pt>
                <c:pt idx="1169">
                  <c:v>45658</c:v>
                </c:pt>
                <c:pt idx="1170">
                  <c:v>45659</c:v>
                </c:pt>
                <c:pt idx="1171">
                  <c:v>45660</c:v>
                </c:pt>
                <c:pt idx="1172">
                  <c:v>45661</c:v>
                </c:pt>
                <c:pt idx="1173">
                  <c:v>45662</c:v>
                </c:pt>
                <c:pt idx="1174">
                  <c:v>45663</c:v>
                </c:pt>
                <c:pt idx="1175">
                  <c:v>45664</c:v>
                </c:pt>
                <c:pt idx="1176">
                  <c:v>45665</c:v>
                </c:pt>
                <c:pt idx="1177">
                  <c:v>45666</c:v>
                </c:pt>
                <c:pt idx="1178">
                  <c:v>45667</c:v>
                </c:pt>
                <c:pt idx="1179">
                  <c:v>45668</c:v>
                </c:pt>
                <c:pt idx="1180">
                  <c:v>45669</c:v>
                </c:pt>
                <c:pt idx="1181">
                  <c:v>45670</c:v>
                </c:pt>
                <c:pt idx="1182">
                  <c:v>45671</c:v>
                </c:pt>
                <c:pt idx="1183">
                  <c:v>45672</c:v>
                </c:pt>
                <c:pt idx="1184">
                  <c:v>45673</c:v>
                </c:pt>
                <c:pt idx="1185">
                  <c:v>45674</c:v>
                </c:pt>
                <c:pt idx="1186">
                  <c:v>45675</c:v>
                </c:pt>
                <c:pt idx="1187">
                  <c:v>45676</c:v>
                </c:pt>
                <c:pt idx="1188">
                  <c:v>45677</c:v>
                </c:pt>
                <c:pt idx="1189">
                  <c:v>45678</c:v>
                </c:pt>
                <c:pt idx="1190">
                  <c:v>45679</c:v>
                </c:pt>
                <c:pt idx="1191">
                  <c:v>45680</c:v>
                </c:pt>
                <c:pt idx="1192">
                  <c:v>45681</c:v>
                </c:pt>
                <c:pt idx="1193">
                  <c:v>45682</c:v>
                </c:pt>
                <c:pt idx="1194">
                  <c:v>45683</c:v>
                </c:pt>
                <c:pt idx="1195">
                  <c:v>45684</c:v>
                </c:pt>
                <c:pt idx="1196">
                  <c:v>45685</c:v>
                </c:pt>
                <c:pt idx="1197">
                  <c:v>45686</c:v>
                </c:pt>
                <c:pt idx="1198">
                  <c:v>45687</c:v>
                </c:pt>
                <c:pt idx="1199">
                  <c:v>45688</c:v>
                </c:pt>
                <c:pt idx="1200">
                  <c:v>45689</c:v>
                </c:pt>
                <c:pt idx="1201">
                  <c:v>45690</c:v>
                </c:pt>
                <c:pt idx="1202">
                  <c:v>45691</c:v>
                </c:pt>
                <c:pt idx="1203">
                  <c:v>45692</c:v>
                </c:pt>
                <c:pt idx="1204">
                  <c:v>45693</c:v>
                </c:pt>
                <c:pt idx="1205">
                  <c:v>45694</c:v>
                </c:pt>
                <c:pt idx="1206">
                  <c:v>45695</c:v>
                </c:pt>
                <c:pt idx="1207">
                  <c:v>45696</c:v>
                </c:pt>
                <c:pt idx="1208">
                  <c:v>45697</c:v>
                </c:pt>
                <c:pt idx="1209">
                  <c:v>45698</c:v>
                </c:pt>
                <c:pt idx="1210">
                  <c:v>45699</c:v>
                </c:pt>
                <c:pt idx="1211">
                  <c:v>45700</c:v>
                </c:pt>
                <c:pt idx="1212">
                  <c:v>45701</c:v>
                </c:pt>
                <c:pt idx="1213">
                  <c:v>45702</c:v>
                </c:pt>
                <c:pt idx="1214">
                  <c:v>45703</c:v>
                </c:pt>
                <c:pt idx="1215">
                  <c:v>45704</c:v>
                </c:pt>
                <c:pt idx="1216">
                  <c:v>45705</c:v>
                </c:pt>
                <c:pt idx="1217">
                  <c:v>45706</c:v>
                </c:pt>
                <c:pt idx="1218">
                  <c:v>45707</c:v>
                </c:pt>
                <c:pt idx="1219">
                  <c:v>45708</c:v>
                </c:pt>
                <c:pt idx="1220">
                  <c:v>45709</c:v>
                </c:pt>
                <c:pt idx="1221">
                  <c:v>45710</c:v>
                </c:pt>
                <c:pt idx="1222">
                  <c:v>45711</c:v>
                </c:pt>
                <c:pt idx="1223">
                  <c:v>45712</c:v>
                </c:pt>
                <c:pt idx="1224">
                  <c:v>45713</c:v>
                </c:pt>
                <c:pt idx="1225">
                  <c:v>45714</c:v>
                </c:pt>
                <c:pt idx="1226">
                  <c:v>45715</c:v>
                </c:pt>
                <c:pt idx="1227">
                  <c:v>45716</c:v>
                </c:pt>
                <c:pt idx="1228">
                  <c:v>45717</c:v>
                </c:pt>
                <c:pt idx="1229">
                  <c:v>45718</c:v>
                </c:pt>
                <c:pt idx="1230">
                  <c:v>45719</c:v>
                </c:pt>
                <c:pt idx="1231">
                  <c:v>45720</c:v>
                </c:pt>
                <c:pt idx="1232">
                  <c:v>45721</c:v>
                </c:pt>
                <c:pt idx="1233">
                  <c:v>45722</c:v>
                </c:pt>
                <c:pt idx="1234">
                  <c:v>45723</c:v>
                </c:pt>
                <c:pt idx="1235">
                  <c:v>45724</c:v>
                </c:pt>
                <c:pt idx="1236">
                  <c:v>45725</c:v>
                </c:pt>
                <c:pt idx="1237">
                  <c:v>45726</c:v>
                </c:pt>
                <c:pt idx="1238">
                  <c:v>45727</c:v>
                </c:pt>
                <c:pt idx="1239">
                  <c:v>45728</c:v>
                </c:pt>
                <c:pt idx="1240">
                  <c:v>45729</c:v>
                </c:pt>
                <c:pt idx="1241">
                  <c:v>45730</c:v>
                </c:pt>
                <c:pt idx="1242">
                  <c:v>45731</c:v>
                </c:pt>
                <c:pt idx="1243">
                  <c:v>45732</c:v>
                </c:pt>
                <c:pt idx="1244">
                  <c:v>45733</c:v>
                </c:pt>
                <c:pt idx="1245">
                  <c:v>45734</c:v>
                </c:pt>
                <c:pt idx="1246">
                  <c:v>45735</c:v>
                </c:pt>
                <c:pt idx="1247">
                  <c:v>45736</c:v>
                </c:pt>
                <c:pt idx="1248">
                  <c:v>45737</c:v>
                </c:pt>
                <c:pt idx="1249">
                  <c:v>45738</c:v>
                </c:pt>
                <c:pt idx="1250">
                  <c:v>45739</c:v>
                </c:pt>
                <c:pt idx="1251">
                  <c:v>45740</c:v>
                </c:pt>
                <c:pt idx="1252">
                  <c:v>45741</c:v>
                </c:pt>
                <c:pt idx="1253">
                  <c:v>45742</c:v>
                </c:pt>
                <c:pt idx="1254">
                  <c:v>45743</c:v>
                </c:pt>
                <c:pt idx="1255">
                  <c:v>45744</c:v>
                </c:pt>
                <c:pt idx="1256">
                  <c:v>45745</c:v>
                </c:pt>
                <c:pt idx="1257">
                  <c:v>45746</c:v>
                </c:pt>
                <c:pt idx="1258">
                  <c:v>45747</c:v>
                </c:pt>
                <c:pt idx="1259">
                  <c:v>45748</c:v>
                </c:pt>
                <c:pt idx="1260">
                  <c:v>45749</c:v>
                </c:pt>
                <c:pt idx="1261">
                  <c:v>45750</c:v>
                </c:pt>
                <c:pt idx="1262">
                  <c:v>45751</c:v>
                </c:pt>
                <c:pt idx="1263">
                  <c:v>45752</c:v>
                </c:pt>
                <c:pt idx="1264">
                  <c:v>45753</c:v>
                </c:pt>
                <c:pt idx="1265">
                  <c:v>45754</c:v>
                </c:pt>
                <c:pt idx="1266">
                  <c:v>45755</c:v>
                </c:pt>
                <c:pt idx="1267">
                  <c:v>45756</c:v>
                </c:pt>
                <c:pt idx="1268">
                  <c:v>45757</c:v>
                </c:pt>
                <c:pt idx="1269">
                  <c:v>45758</c:v>
                </c:pt>
                <c:pt idx="1270">
                  <c:v>45759</c:v>
                </c:pt>
                <c:pt idx="1271">
                  <c:v>45760</c:v>
                </c:pt>
                <c:pt idx="1272">
                  <c:v>45761</c:v>
                </c:pt>
                <c:pt idx="1273">
                  <c:v>45762</c:v>
                </c:pt>
                <c:pt idx="1274">
                  <c:v>45763</c:v>
                </c:pt>
                <c:pt idx="1275">
                  <c:v>45764</c:v>
                </c:pt>
                <c:pt idx="1276">
                  <c:v>45765</c:v>
                </c:pt>
                <c:pt idx="1277">
                  <c:v>45766</c:v>
                </c:pt>
                <c:pt idx="1278">
                  <c:v>45767</c:v>
                </c:pt>
                <c:pt idx="1279">
                  <c:v>45768</c:v>
                </c:pt>
                <c:pt idx="1280">
                  <c:v>45769</c:v>
                </c:pt>
                <c:pt idx="1281">
                  <c:v>45770</c:v>
                </c:pt>
                <c:pt idx="1282">
                  <c:v>45771</c:v>
                </c:pt>
                <c:pt idx="1283">
                  <c:v>45772</c:v>
                </c:pt>
                <c:pt idx="1284">
                  <c:v>45773</c:v>
                </c:pt>
                <c:pt idx="1285">
                  <c:v>45774</c:v>
                </c:pt>
                <c:pt idx="1286">
                  <c:v>45775</c:v>
                </c:pt>
                <c:pt idx="1287">
                  <c:v>45776</c:v>
                </c:pt>
                <c:pt idx="1288">
                  <c:v>45777</c:v>
                </c:pt>
                <c:pt idx="1289">
                  <c:v>45778</c:v>
                </c:pt>
                <c:pt idx="1290">
                  <c:v>45779</c:v>
                </c:pt>
                <c:pt idx="1291">
                  <c:v>45780</c:v>
                </c:pt>
                <c:pt idx="1292">
                  <c:v>45781</c:v>
                </c:pt>
                <c:pt idx="1293">
                  <c:v>45782</c:v>
                </c:pt>
                <c:pt idx="1294">
                  <c:v>45783</c:v>
                </c:pt>
                <c:pt idx="1295">
                  <c:v>45784</c:v>
                </c:pt>
                <c:pt idx="1296">
                  <c:v>45785</c:v>
                </c:pt>
                <c:pt idx="1297">
                  <c:v>45786</c:v>
                </c:pt>
                <c:pt idx="1298">
                  <c:v>45787</c:v>
                </c:pt>
                <c:pt idx="1299">
                  <c:v>45788</c:v>
                </c:pt>
                <c:pt idx="1300">
                  <c:v>45789</c:v>
                </c:pt>
                <c:pt idx="1301">
                  <c:v>45790</c:v>
                </c:pt>
                <c:pt idx="1302">
                  <c:v>45791</c:v>
                </c:pt>
                <c:pt idx="1303">
                  <c:v>45792</c:v>
                </c:pt>
                <c:pt idx="1304">
                  <c:v>45793</c:v>
                </c:pt>
                <c:pt idx="1305">
                  <c:v>45794</c:v>
                </c:pt>
                <c:pt idx="1306">
                  <c:v>45795</c:v>
                </c:pt>
                <c:pt idx="1307">
                  <c:v>45796</c:v>
                </c:pt>
                <c:pt idx="1308">
                  <c:v>45797</c:v>
                </c:pt>
                <c:pt idx="1309">
                  <c:v>45798</c:v>
                </c:pt>
                <c:pt idx="1310">
                  <c:v>45799</c:v>
                </c:pt>
                <c:pt idx="1311">
                  <c:v>45800</c:v>
                </c:pt>
                <c:pt idx="1312">
                  <c:v>45801</c:v>
                </c:pt>
                <c:pt idx="1313">
                  <c:v>45802</c:v>
                </c:pt>
                <c:pt idx="1314">
                  <c:v>45803</c:v>
                </c:pt>
                <c:pt idx="1315">
                  <c:v>45804</c:v>
                </c:pt>
                <c:pt idx="1316">
                  <c:v>45805</c:v>
                </c:pt>
                <c:pt idx="1317">
                  <c:v>45806</c:v>
                </c:pt>
                <c:pt idx="1318">
                  <c:v>45807</c:v>
                </c:pt>
                <c:pt idx="1319">
                  <c:v>45808</c:v>
                </c:pt>
                <c:pt idx="1320">
                  <c:v>45809</c:v>
                </c:pt>
                <c:pt idx="1321">
                  <c:v>45810</c:v>
                </c:pt>
                <c:pt idx="1322">
                  <c:v>45811</c:v>
                </c:pt>
                <c:pt idx="1323">
                  <c:v>45812</c:v>
                </c:pt>
                <c:pt idx="1324">
                  <c:v>45813</c:v>
                </c:pt>
                <c:pt idx="1325">
                  <c:v>45814</c:v>
                </c:pt>
                <c:pt idx="1326">
                  <c:v>45815</c:v>
                </c:pt>
                <c:pt idx="1327">
                  <c:v>45816</c:v>
                </c:pt>
                <c:pt idx="1328">
                  <c:v>45817</c:v>
                </c:pt>
                <c:pt idx="1329">
                  <c:v>45818</c:v>
                </c:pt>
                <c:pt idx="1330">
                  <c:v>45819</c:v>
                </c:pt>
                <c:pt idx="1331">
                  <c:v>45820</c:v>
                </c:pt>
                <c:pt idx="1332">
                  <c:v>45821</c:v>
                </c:pt>
                <c:pt idx="1333">
                  <c:v>45822</c:v>
                </c:pt>
                <c:pt idx="1334">
                  <c:v>45823</c:v>
                </c:pt>
                <c:pt idx="1335">
                  <c:v>45824</c:v>
                </c:pt>
                <c:pt idx="1336">
                  <c:v>45825</c:v>
                </c:pt>
                <c:pt idx="1337">
                  <c:v>45826</c:v>
                </c:pt>
                <c:pt idx="1338">
                  <c:v>45827</c:v>
                </c:pt>
                <c:pt idx="1339">
                  <c:v>45828</c:v>
                </c:pt>
                <c:pt idx="1340">
                  <c:v>45829</c:v>
                </c:pt>
                <c:pt idx="1341">
                  <c:v>45830</c:v>
                </c:pt>
                <c:pt idx="1342">
                  <c:v>45831</c:v>
                </c:pt>
                <c:pt idx="1343">
                  <c:v>45832</c:v>
                </c:pt>
                <c:pt idx="1344">
                  <c:v>45833</c:v>
                </c:pt>
                <c:pt idx="1345">
                  <c:v>45834</c:v>
                </c:pt>
                <c:pt idx="1346">
                  <c:v>45835</c:v>
                </c:pt>
                <c:pt idx="1347">
                  <c:v>45836</c:v>
                </c:pt>
                <c:pt idx="1348">
                  <c:v>45837</c:v>
                </c:pt>
                <c:pt idx="1349">
                  <c:v>45838</c:v>
                </c:pt>
                <c:pt idx="1350">
                  <c:v>45839</c:v>
                </c:pt>
                <c:pt idx="1351">
                  <c:v>45840</c:v>
                </c:pt>
                <c:pt idx="1352">
                  <c:v>45841</c:v>
                </c:pt>
                <c:pt idx="1353">
                  <c:v>45842</c:v>
                </c:pt>
                <c:pt idx="1354">
                  <c:v>45843</c:v>
                </c:pt>
                <c:pt idx="1355">
                  <c:v>45844</c:v>
                </c:pt>
                <c:pt idx="1356">
                  <c:v>45845</c:v>
                </c:pt>
                <c:pt idx="1357">
                  <c:v>45846</c:v>
                </c:pt>
                <c:pt idx="1358">
                  <c:v>45847</c:v>
                </c:pt>
                <c:pt idx="1359">
                  <c:v>45848</c:v>
                </c:pt>
                <c:pt idx="1360">
                  <c:v>45849</c:v>
                </c:pt>
                <c:pt idx="1361">
                  <c:v>45850</c:v>
                </c:pt>
                <c:pt idx="1362">
                  <c:v>45851</c:v>
                </c:pt>
                <c:pt idx="1363">
                  <c:v>45852</c:v>
                </c:pt>
                <c:pt idx="1364">
                  <c:v>45853</c:v>
                </c:pt>
                <c:pt idx="1365">
                  <c:v>45854</c:v>
                </c:pt>
                <c:pt idx="1366">
                  <c:v>45855</c:v>
                </c:pt>
                <c:pt idx="1367">
                  <c:v>45856</c:v>
                </c:pt>
                <c:pt idx="1368">
                  <c:v>45857</c:v>
                </c:pt>
                <c:pt idx="1369">
                  <c:v>45858</c:v>
                </c:pt>
                <c:pt idx="1370">
                  <c:v>45859</c:v>
                </c:pt>
                <c:pt idx="1371">
                  <c:v>45860</c:v>
                </c:pt>
                <c:pt idx="1372">
                  <c:v>45861</c:v>
                </c:pt>
                <c:pt idx="1373">
                  <c:v>45862</c:v>
                </c:pt>
                <c:pt idx="1374">
                  <c:v>45863</c:v>
                </c:pt>
                <c:pt idx="1375">
                  <c:v>45864</c:v>
                </c:pt>
                <c:pt idx="1376">
                  <c:v>45865</c:v>
                </c:pt>
                <c:pt idx="1377">
                  <c:v>45866</c:v>
                </c:pt>
                <c:pt idx="1378">
                  <c:v>45867</c:v>
                </c:pt>
                <c:pt idx="1379">
                  <c:v>45868</c:v>
                </c:pt>
                <c:pt idx="1380">
                  <c:v>45869</c:v>
                </c:pt>
                <c:pt idx="1381">
                  <c:v>45870</c:v>
                </c:pt>
                <c:pt idx="1382">
                  <c:v>45871</c:v>
                </c:pt>
                <c:pt idx="1383">
                  <c:v>45872</c:v>
                </c:pt>
                <c:pt idx="1384">
                  <c:v>45873</c:v>
                </c:pt>
                <c:pt idx="1385">
                  <c:v>45874</c:v>
                </c:pt>
                <c:pt idx="1386">
                  <c:v>45875</c:v>
                </c:pt>
                <c:pt idx="1387">
                  <c:v>45876</c:v>
                </c:pt>
                <c:pt idx="1388">
                  <c:v>45877</c:v>
                </c:pt>
                <c:pt idx="1389">
                  <c:v>45878</c:v>
                </c:pt>
                <c:pt idx="1390">
                  <c:v>45879</c:v>
                </c:pt>
                <c:pt idx="1391">
                  <c:v>45880</c:v>
                </c:pt>
                <c:pt idx="1392">
                  <c:v>45881</c:v>
                </c:pt>
                <c:pt idx="1393">
                  <c:v>45882</c:v>
                </c:pt>
                <c:pt idx="1394">
                  <c:v>45883</c:v>
                </c:pt>
                <c:pt idx="1395">
                  <c:v>45884</c:v>
                </c:pt>
                <c:pt idx="1396">
                  <c:v>45885</c:v>
                </c:pt>
                <c:pt idx="1397">
                  <c:v>45886</c:v>
                </c:pt>
                <c:pt idx="1398">
                  <c:v>45887</c:v>
                </c:pt>
                <c:pt idx="1399">
                  <c:v>45888</c:v>
                </c:pt>
                <c:pt idx="1400">
                  <c:v>45889</c:v>
                </c:pt>
                <c:pt idx="1401">
                  <c:v>45890</c:v>
                </c:pt>
                <c:pt idx="1402">
                  <c:v>45891</c:v>
                </c:pt>
                <c:pt idx="1403">
                  <c:v>45892</c:v>
                </c:pt>
                <c:pt idx="1404">
                  <c:v>45893</c:v>
                </c:pt>
                <c:pt idx="1405">
                  <c:v>45894</c:v>
                </c:pt>
                <c:pt idx="1406">
                  <c:v>45895</c:v>
                </c:pt>
                <c:pt idx="1407">
                  <c:v>45896</c:v>
                </c:pt>
                <c:pt idx="1408">
                  <c:v>45897</c:v>
                </c:pt>
                <c:pt idx="1409">
                  <c:v>45898</c:v>
                </c:pt>
                <c:pt idx="1410">
                  <c:v>45899</c:v>
                </c:pt>
                <c:pt idx="1411">
                  <c:v>45900</c:v>
                </c:pt>
                <c:pt idx="1412">
                  <c:v>45901</c:v>
                </c:pt>
                <c:pt idx="1413">
                  <c:v>45902</c:v>
                </c:pt>
                <c:pt idx="1414">
                  <c:v>45903</c:v>
                </c:pt>
                <c:pt idx="1415">
                  <c:v>45904</c:v>
                </c:pt>
                <c:pt idx="1416">
                  <c:v>45905</c:v>
                </c:pt>
                <c:pt idx="1417">
                  <c:v>45906</c:v>
                </c:pt>
                <c:pt idx="1418">
                  <c:v>45907</c:v>
                </c:pt>
                <c:pt idx="1419">
                  <c:v>45908</c:v>
                </c:pt>
                <c:pt idx="1420">
                  <c:v>45909</c:v>
                </c:pt>
                <c:pt idx="1421">
                  <c:v>45910</c:v>
                </c:pt>
                <c:pt idx="1422">
                  <c:v>45911</c:v>
                </c:pt>
                <c:pt idx="1423">
                  <c:v>45912</c:v>
                </c:pt>
                <c:pt idx="1424">
                  <c:v>45913</c:v>
                </c:pt>
                <c:pt idx="1425">
                  <c:v>45914</c:v>
                </c:pt>
                <c:pt idx="1426">
                  <c:v>45915</c:v>
                </c:pt>
                <c:pt idx="1427">
                  <c:v>45916</c:v>
                </c:pt>
                <c:pt idx="1428">
                  <c:v>45917</c:v>
                </c:pt>
                <c:pt idx="1429">
                  <c:v>45918</c:v>
                </c:pt>
                <c:pt idx="1430">
                  <c:v>45919</c:v>
                </c:pt>
                <c:pt idx="1431">
                  <c:v>45920</c:v>
                </c:pt>
                <c:pt idx="1432">
                  <c:v>45921</c:v>
                </c:pt>
                <c:pt idx="1433">
                  <c:v>45922</c:v>
                </c:pt>
                <c:pt idx="1434">
                  <c:v>45923</c:v>
                </c:pt>
                <c:pt idx="1435">
                  <c:v>45924</c:v>
                </c:pt>
                <c:pt idx="1436">
                  <c:v>45925</c:v>
                </c:pt>
                <c:pt idx="1437">
                  <c:v>45926</c:v>
                </c:pt>
                <c:pt idx="1438">
                  <c:v>45927</c:v>
                </c:pt>
                <c:pt idx="1439">
                  <c:v>45928</c:v>
                </c:pt>
                <c:pt idx="1440">
                  <c:v>45929</c:v>
                </c:pt>
                <c:pt idx="1441">
                  <c:v>45930</c:v>
                </c:pt>
                <c:pt idx="1442">
                  <c:v>45931</c:v>
                </c:pt>
                <c:pt idx="1443">
                  <c:v>45932</c:v>
                </c:pt>
                <c:pt idx="1444">
                  <c:v>45933</c:v>
                </c:pt>
                <c:pt idx="1445">
                  <c:v>45934</c:v>
                </c:pt>
                <c:pt idx="1446">
                  <c:v>45935</c:v>
                </c:pt>
                <c:pt idx="1447">
                  <c:v>45936</c:v>
                </c:pt>
                <c:pt idx="1448">
                  <c:v>45937</c:v>
                </c:pt>
                <c:pt idx="1449">
                  <c:v>45938</c:v>
                </c:pt>
                <c:pt idx="1450">
                  <c:v>45939</c:v>
                </c:pt>
                <c:pt idx="1451">
                  <c:v>45940</c:v>
                </c:pt>
                <c:pt idx="1452">
                  <c:v>45941</c:v>
                </c:pt>
                <c:pt idx="1453">
                  <c:v>45942</c:v>
                </c:pt>
                <c:pt idx="1454">
                  <c:v>45943</c:v>
                </c:pt>
                <c:pt idx="1455">
                  <c:v>45944</c:v>
                </c:pt>
                <c:pt idx="1456">
                  <c:v>45945</c:v>
                </c:pt>
                <c:pt idx="1457">
                  <c:v>45946</c:v>
                </c:pt>
                <c:pt idx="1458">
                  <c:v>45947</c:v>
                </c:pt>
                <c:pt idx="1459">
                  <c:v>45948</c:v>
                </c:pt>
                <c:pt idx="1460">
                  <c:v>45949</c:v>
                </c:pt>
                <c:pt idx="1461">
                  <c:v>45950</c:v>
                </c:pt>
                <c:pt idx="1462">
                  <c:v>45951</c:v>
                </c:pt>
                <c:pt idx="1463">
                  <c:v>45952</c:v>
                </c:pt>
                <c:pt idx="1464">
                  <c:v>45953</c:v>
                </c:pt>
                <c:pt idx="1465">
                  <c:v>45954</c:v>
                </c:pt>
                <c:pt idx="1466">
                  <c:v>45955</c:v>
                </c:pt>
                <c:pt idx="1467">
                  <c:v>45956</c:v>
                </c:pt>
                <c:pt idx="1468">
                  <c:v>45957</c:v>
                </c:pt>
                <c:pt idx="1469">
                  <c:v>45958</c:v>
                </c:pt>
                <c:pt idx="1470">
                  <c:v>45959</c:v>
                </c:pt>
                <c:pt idx="1471">
                  <c:v>45960</c:v>
                </c:pt>
                <c:pt idx="1472">
                  <c:v>45961</c:v>
                </c:pt>
                <c:pt idx="1473">
                  <c:v>45962</c:v>
                </c:pt>
                <c:pt idx="1474">
                  <c:v>45963</c:v>
                </c:pt>
                <c:pt idx="1475">
                  <c:v>45964</c:v>
                </c:pt>
                <c:pt idx="1476">
                  <c:v>45965</c:v>
                </c:pt>
                <c:pt idx="1477">
                  <c:v>45966</c:v>
                </c:pt>
                <c:pt idx="1478">
                  <c:v>45967</c:v>
                </c:pt>
                <c:pt idx="1479">
                  <c:v>45968</c:v>
                </c:pt>
                <c:pt idx="1480">
                  <c:v>45969</c:v>
                </c:pt>
                <c:pt idx="1481">
                  <c:v>45970</c:v>
                </c:pt>
                <c:pt idx="1482">
                  <c:v>45971</c:v>
                </c:pt>
                <c:pt idx="1483">
                  <c:v>45972</c:v>
                </c:pt>
                <c:pt idx="1484">
                  <c:v>45973</c:v>
                </c:pt>
                <c:pt idx="1485">
                  <c:v>45974</c:v>
                </c:pt>
                <c:pt idx="1486">
                  <c:v>45975</c:v>
                </c:pt>
                <c:pt idx="1487">
                  <c:v>45976</c:v>
                </c:pt>
                <c:pt idx="1488">
                  <c:v>45977</c:v>
                </c:pt>
                <c:pt idx="1489">
                  <c:v>45978</c:v>
                </c:pt>
                <c:pt idx="1490">
                  <c:v>45979</c:v>
                </c:pt>
                <c:pt idx="1491">
                  <c:v>45980</c:v>
                </c:pt>
                <c:pt idx="1492">
                  <c:v>45981</c:v>
                </c:pt>
                <c:pt idx="1493">
                  <c:v>45982</c:v>
                </c:pt>
                <c:pt idx="1494">
                  <c:v>45983</c:v>
                </c:pt>
                <c:pt idx="1495">
                  <c:v>45984</c:v>
                </c:pt>
                <c:pt idx="1496">
                  <c:v>45985</c:v>
                </c:pt>
                <c:pt idx="1497">
                  <c:v>45986</c:v>
                </c:pt>
                <c:pt idx="1498">
                  <c:v>45987</c:v>
                </c:pt>
                <c:pt idx="1499">
                  <c:v>45988</c:v>
                </c:pt>
                <c:pt idx="1500">
                  <c:v>45989</c:v>
                </c:pt>
                <c:pt idx="1501">
                  <c:v>45990</c:v>
                </c:pt>
                <c:pt idx="1502">
                  <c:v>45991</c:v>
                </c:pt>
                <c:pt idx="1503">
                  <c:v>45992</c:v>
                </c:pt>
                <c:pt idx="1504">
                  <c:v>45993</c:v>
                </c:pt>
                <c:pt idx="1505">
                  <c:v>45994</c:v>
                </c:pt>
                <c:pt idx="1506">
                  <c:v>45995</c:v>
                </c:pt>
                <c:pt idx="1507">
                  <c:v>45996</c:v>
                </c:pt>
                <c:pt idx="1508">
                  <c:v>45997</c:v>
                </c:pt>
                <c:pt idx="1509">
                  <c:v>45998</c:v>
                </c:pt>
                <c:pt idx="1510">
                  <c:v>45999</c:v>
                </c:pt>
                <c:pt idx="1511">
                  <c:v>46000</c:v>
                </c:pt>
                <c:pt idx="1512">
                  <c:v>46001</c:v>
                </c:pt>
                <c:pt idx="1513">
                  <c:v>46002</c:v>
                </c:pt>
                <c:pt idx="1514">
                  <c:v>46003</c:v>
                </c:pt>
                <c:pt idx="1515">
                  <c:v>46004</c:v>
                </c:pt>
                <c:pt idx="1516">
                  <c:v>46005</c:v>
                </c:pt>
                <c:pt idx="1517">
                  <c:v>46006</c:v>
                </c:pt>
                <c:pt idx="1518">
                  <c:v>46007</c:v>
                </c:pt>
                <c:pt idx="1519">
                  <c:v>46008</c:v>
                </c:pt>
                <c:pt idx="1520">
                  <c:v>46009</c:v>
                </c:pt>
                <c:pt idx="1521">
                  <c:v>46010</c:v>
                </c:pt>
                <c:pt idx="1522">
                  <c:v>46011</c:v>
                </c:pt>
                <c:pt idx="1523">
                  <c:v>46012</c:v>
                </c:pt>
                <c:pt idx="1524">
                  <c:v>46013</c:v>
                </c:pt>
                <c:pt idx="1525">
                  <c:v>46014</c:v>
                </c:pt>
                <c:pt idx="1526">
                  <c:v>46015</c:v>
                </c:pt>
                <c:pt idx="1527">
                  <c:v>46016</c:v>
                </c:pt>
                <c:pt idx="1528">
                  <c:v>46017</c:v>
                </c:pt>
                <c:pt idx="1529">
                  <c:v>46018</c:v>
                </c:pt>
                <c:pt idx="1530">
                  <c:v>46019</c:v>
                </c:pt>
                <c:pt idx="1531">
                  <c:v>46020</c:v>
                </c:pt>
                <c:pt idx="1532">
                  <c:v>46021</c:v>
                </c:pt>
                <c:pt idx="1533">
                  <c:v>46022</c:v>
                </c:pt>
                <c:pt idx="1534">
                  <c:v>46023</c:v>
                </c:pt>
                <c:pt idx="1535">
                  <c:v>46024</c:v>
                </c:pt>
                <c:pt idx="1536">
                  <c:v>46025</c:v>
                </c:pt>
                <c:pt idx="1537">
                  <c:v>46026</c:v>
                </c:pt>
                <c:pt idx="1538">
                  <c:v>46027</c:v>
                </c:pt>
                <c:pt idx="1539">
                  <c:v>46028</c:v>
                </c:pt>
                <c:pt idx="1540">
                  <c:v>46029</c:v>
                </c:pt>
                <c:pt idx="1541">
                  <c:v>46030</c:v>
                </c:pt>
                <c:pt idx="1542">
                  <c:v>46031</c:v>
                </c:pt>
                <c:pt idx="1543">
                  <c:v>46032</c:v>
                </c:pt>
                <c:pt idx="1544">
                  <c:v>46033</c:v>
                </c:pt>
                <c:pt idx="1545">
                  <c:v>46034</c:v>
                </c:pt>
                <c:pt idx="1546">
                  <c:v>46035</c:v>
                </c:pt>
                <c:pt idx="1547">
                  <c:v>46036</c:v>
                </c:pt>
                <c:pt idx="1548">
                  <c:v>46037</c:v>
                </c:pt>
                <c:pt idx="1549">
                  <c:v>46038</c:v>
                </c:pt>
                <c:pt idx="1550">
                  <c:v>46039</c:v>
                </c:pt>
                <c:pt idx="1551">
                  <c:v>46040</c:v>
                </c:pt>
                <c:pt idx="1552">
                  <c:v>46041</c:v>
                </c:pt>
                <c:pt idx="1553">
                  <c:v>46042</c:v>
                </c:pt>
                <c:pt idx="1554">
                  <c:v>46043</c:v>
                </c:pt>
                <c:pt idx="1555">
                  <c:v>46044</c:v>
                </c:pt>
                <c:pt idx="1556">
                  <c:v>46045</c:v>
                </c:pt>
                <c:pt idx="1557">
                  <c:v>46046</c:v>
                </c:pt>
                <c:pt idx="1558">
                  <c:v>46047</c:v>
                </c:pt>
                <c:pt idx="1559">
                  <c:v>46048</c:v>
                </c:pt>
                <c:pt idx="1560">
                  <c:v>46049</c:v>
                </c:pt>
                <c:pt idx="1561">
                  <c:v>46050</c:v>
                </c:pt>
                <c:pt idx="1562">
                  <c:v>46051</c:v>
                </c:pt>
                <c:pt idx="1563">
                  <c:v>46052</c:v>
                </c:pt>
                <c:pt idx="1564">
                  <c:v>46053</c:v>
                </c:pt>
                <c:pt idx="1565">
                  <c:v>46054</c:v>
                </c:pt>
                <c:pt idx="1566">
                  <c:v>46055</c:v>
                </c:pt>
                <c:pt idx="1567">
                  <c:v>46056</c:v>
                </c:pt>
                <c:pt idx="1568">
                  <c:v>46057</c:v>
                </c:pt>
                <c:pt idx="1569">
                  <c:v>46058</c:v>
                </c:pt>
                <c:pt idx="1570">
                  <c:v>46059</c:v>
                </c:pt>
                <c:pt idx="1571">
                  <c:v>46060</c:v>
                </c:pt>
                <c:pt idx="1572">
                  <c:v>46061</c:v>
                </c:pt>
                <c:pt idx="1573">
                  <c:v>46062</c:v>
                </c:pt>
                <c:pt idx="1574">
                  <c:v>46063</c:v>
                </c:pt>
                <c:pt idx="1575">
                  <c:v>46064</c:v>
                </c:pt>
                <c:pt idx="1576">
                  <c:v>46065</c:v>
                </c:pt>
                <c:pt idx="1577">
                  <c:v>46066</c:v>
                </c:pt>
                <c:pt idx="1578">
                  <c:v>46067</c:v>
                </c:pt>
                <c:pt idx="1579">
                  <c:v>46068</c:v>
                </c:pt>
                <c:pt idx="1580">
                  <c:v>46069</c:v>
                </c:pt>
                <c:pt idx="1581">
                  <c:v>46070</c:v>
                </c:pt>
                <c:pt idx="1582">
                  <c:v>46071</c:v>
                </c:pt>
                <c:pt idx="1583">
                  <c:v>46072</c:v>
                </c:pt>
                <c:pt idx="1584">
                  <c:v>46073</c:v>
                </c:pt>
                <c:pt idx="1585">
                  <c:v>46074</c:v>
                </c:pt>
                <c:pt idx="1586">
                  <c:v>46075</c:v>
                </c:pt>
                <c:pt idx="1587">
                  <c:v>46076</c:v>
                </c:pt>
                <c:pt idx="1588">
                  <c:v>46077</c:v>
                </c:pt>
                <c:pt idx="1589">
                  <c:v>46078</c:v>
                </c:pt>
                <c:pt idx="1590">
                  <c:v>46079</c:v>
                </c:pt>
                <c:pt idx="1591">
                  <c:v>46080</c:v>
                </c:pt>
                <c:pt idx="1592">
                  <c:v>46081</c:v>
                </c:pt>
                <c:pt idx="1593">
                  <c:v>46082</c:v>
                </c:pt>
                <c:pt idx="1594">
                  <c:v>46083</c:v>
                </c:pt>
                <c:pt idx="1595">
                  <c:v>46084</c:v>
                </c:pt>
                <c:pt idx="1596">
                  <c:v>46085</c:v>
                </c:pt>
                <c:pt idx="1597">
                  <c:v>46086</c:v>
                </c:pt>
                <c:pt idx="1598">
                  <c:v>46087</c:v>
                </c:pt>
                <c:pt idx="1599">
                  <c:v>46088</c:v>
                </c:pt>
                <c:pt idx="1600">
                  <c:v>46089</c:v>
                </c:pt>
                <c:pt idx="1601">
                  <c:v>46090</c:v>
                </c:pt>
                <c:pt idx="1602">
                  <c:v>46091</c:v>
                </c:pt>
                <c:pt idx="1603">
                  <c:v>46092</c:v>
                </c:pt>
                <c:pt idx="1604">
                  <c:v>46093</c:v>
                </c:pt>
                <c:pt idx="1605">
                  <c:v>46094</c:v>
                </c:pt>
                <c:pt idx="1606">
                  <c:v>46095</c:v>
                </c:pt>
                <c:pt idx="1607">
                  <c:v>46096</c:v>
                </c:pt>
                <c:pt idx="1608">
                  <c:v>46097</c:v>
                </c:pt>
                <c:pt idx="1609">
                  <c:v>46098</c:v>
                </c:pt>
                <c:pt idx="1610">
                  <c:v>46099</c:v>
                </c:pt>
                <c:pt idx="1611">
                  <c:v>46100</c:v>
                </c:pt>
                <c:pt idx="1612">
                  <c:v>46101</c:v>
                </c:pt>
                <c:pt idx="1613">
                  <c:v>46102</c:v>
                </c:pt>
                <c:pt idx="1614">
                  <c:v>46103</c:v>
                </c:pt>
                <c:pt idx="1615">
                  <c:v>46104</c:v>
                </c:pt>
                <c:pt idx="1616">
                  <c:v>46105</c:v>
                </c:pt>
                <c:pt idx="1617">
                  <c:v>46106</c:v>
                </c:pt>
                <c:pt idx="1618">
                  <c:v>46107</c:v>
                </c:pt>
                <c:pt idx="1619">
                  <c:v>46108</c:v>
                </c:pt>
                <c:pt idx="1620">
                  <c:v>46109</c:v>
                </c:pt>
                <c:pt idx="1621">
                  <c:v>46110</c:v>
                </c:pt>
                <c:pt idx="1622">
                  <c:v>46111</c:v>
                </c:pt>
                <c:pt idx="1623">
                  <c:v>46112</c:v>
                </c:pt>
                <c:pt idx="1624">
                  <c:v>46113</c:v>
                </c:pt>
                <c:pt idx="1625">
                  <c:v>46114</c:v>
                </c:pt>
                <c:pt idx="1626">
                  <c:v>46115</c:v>
                </c:pt>
                <c:pt idx="1627">
                  <c:v>46116</c:v>
                </c:pt>
                <c:pt idx="1628">
                  <c:v>46117</c:v>
                </c:pt>
                <c:pt idx="1629">
                  <c:v>46118</c:v>
                </c:pt>
                <c:pt idx="1630">
                  <c:v>46119</c:v>
                </c:pt>
                <c:pt idx="1631">
                  <c:v>46120</c:v>
                </c:pt>
                <c:pt idx="1632">
                  <c:v>46121</c:v>
                </c:pt>
                <c:pt idx="1633">
                  <c:v>46122</c:v>
                </c:pt>
                <c:pt idx="1634">
                  <c:v>46123</c:v>
                </c:pt>
                <c:pt idx="1635">
                  <c:v>46124</c:v>
                </c:pt>
                <c:pt idx="1636">
                  <c:v>46125</c:v>
                </c:pt>
                <c:pt idx="1637">
                  <c:v>46126</c:v>
                </c:pt>
                <c:pt idx="1638">
                  <c:v>46127</c:v>
                </c:pt>
                <c:pt idx="1639">
                  <c:v>46128</c:v>
                </c:pt>
                <c:pt idx="1640">
                  <c:v>46129</c:v>
                </c:pt>
                <c:pt idx="1641">
                  <c:v>46130</c:v>
                </c:pt>
                <c:pt idx="1642">
                  <c:v>46131</c:v>
                </c:pt>
                <c:pt idx="1643">
                  <c:v>46132</c:v>
                </c:pt>
                <c:pt idx="1644">
                  <c:v>46133</c:v>
                </c:pt>
                <c:pt idx="1645">
                  <c:v>46134</c:v>
                </c:pt>
                <c:pt idx="1646">
                  <c:v>46135</c:v>
                </c:pt>
                <c:pt idx="1647">
                  <c:v>46136</c:v>
                </c:pt>
                <c:pt idx="1648">
                  <c:v>46137</c:v>
                </c:pt>
                <c:pt idx="1649">
                  <c:v>46138</c:v>
                </c:pt>
                <c:pt idx="1650">
                  <c:v>46139</c:v>
                </c:pt>
                <c:pt idx="1651">
                  <c:v>46140</c:v>
                </c:pt>
                <c:pt idx="1652">
                  <c:v>46141</c:v>
                </c:pt>
                <c:pt idx="1653">
                  <c:v>46142</c:v>
                </c:pt>
                <c:pt idx="1654">
                  <c:v>46143</c:v>
                </c:pt>
                <c:pt idx="1655">
                  <c:v>46144</c:v>
                </c:pt>
                <c:pt idx="1656">
                  <c:v>46145</c:v>
                </c:pt>
                <c:pt idx="1657">
                  <c:v>46146</c:v>
                </c:pt>
                <c:pt idx="1658">
                  <c:v>46147</c:v>
                </c:pt>
                <c:pt idx="1659">
                  <c:v>46148</c:v>
                </c:pt>
                <c:pt idx="1660">
                  <c:v>46149</c:v>
                </c:pt>
                <c:pt idx="1661">
                  <c:v>46150</c:v>
                </c:pt>
                <c:pt idx="1662">
                  <c:v>46151</c:v>
                </c:pt>
                <c:pt idx="1663">
                  <c:v>46152</c:v>
                </c:pt>
                <c:pt idx="1664">
                  <c:v>46153</c:v>
                </c:pt>
                <c:pt idx="1665">
                  <c:v>46154</c:v>
                </c:pt>
                <c:pt idx="1666">
                  <c:v>46155</c:v>
                </c:pt>
                <c:pt idx="1667">
                  <c:v>46156</c:v>
                </c:pt>
                <c:pt idx="1668">
                  <c:v>46157</c:v>
                </c:pt>
                <c:pt idx="1669">
                  <c:v>46158</c:v>
                </c:pt>
                <c:pt idx="1670">
                  <c:v>46159</c:v>
                </c:pt>
                <c:pt idx="1671">
                  <c:v>46160</c:v>
                </c:pt>
                <c:pt idx="1672">
                  <c:v>46161</c:v>
                </c:pt>
                <c:pt idx="1673">
                  <c:v>46162</c:v>
                </c:pt>
                <c:pt idx="1674">
                  <c:v>46163</c:v>
                </c:pt>
                <c:pt idx="1675">
                  <c:v>46164</c:v>
                </c:pt>
                <c:pt idx="1676">
                  <c:v>46165</c:v>
                </c:pt>
                <c:pt idx="1677">
                  <c:v>46166</c:v>
                </c:pt>
                <c:pt idx="1678">
                  <c:v>46167</c:v>
                </c:pt>
                <c:pt idx="1679">
                  <c:v>46168</c:v>
                </c:pt>
                <c:pt idx="1680">
                  <c:v>46169</c:v>
                </c:pt>
                <c:pt idx="1681">
                  <c:v>46170</c:v>
                </c:pt>
                <c:pt idx="1682">
                  <c:v>46171</c:v>
                </c:pt>
                <c:pt idx="1683">
                  <c:v>46172</c:v>
                </c:pt>
                <c:pt idx="1684">
                  <c:v>46173</c:v>
                </c:pt>
                <c:pt idx="1685">
                  <c:v>46174</c:v>
                </c:pt>
                <c:pt idx="1686">
                  <c:v>46175</c:v>
                </c:pt>
                <c:pt idx="1687">
                  <c:v>46176</c:v>
                </c:pt>
                <c:pt idx="1688">
                  <c:v>46177</c:v>
                </c:pt>
                <c:pt idx="1689">
                  <c:v>46178</c:v>
                </c:pt>
                <c:pt idx="1690">
                  <c:v>46179</c:v>
                </c:pt>
                <c:pt idx="1691">
                  <c:v>46180</c:v>
                </c:pt>
                <c:pt idx="1692">
                  <c:v>46181</c:v>
                </c:pt>
                <c:pt idx="1693">
                  <c:v>46182</c:v>
                </c:pt>
                <c:pt idx="1694">
                  <c:v>46183</c:v>
                </c:pt>
                <c:pt idx="1695">
                  <c:v>46184</c:v>
                </c:pt>
                <c:pt idx="1696">
                  <c:v>46185</c:v>
                </c:pt>
                <c:pt idx="1697">
                  <c:v>46186</c:v>
                </c:pt>
                <c:pt idx="1698">
                  <c:v>46187</c:v>
                </c:pt>
                <c:pt idx="1699">
                  <c:v>46188</c:v>
                </c:pt>
                <c:pt idx="1700">
                  <c:v>46189</c:v>
                </c:pt>
                <c:pt idx="1701">
                  <c:v>46190</c:v>
                </c:pt>
                <c:pt idx="1702">
                  <c:v>46191</c:v>
                </c:pt>
                <c:pt idx="1703">
                  <c:v>46192</c:v>
                </c:pt>
                <c:pt idx="1704">
                  <c:v>46193</c:v>
                </c:pt>
                <c:pt idx="1705">
                  <c:v>46194</c:v>
                </c:pt>
                <c:pt idx="1706">
                  <c:v>46195</c:v>
                </c:pt>
                <c:pt idx="1707">
                  <c:v>46196</c:v>
                </c:pt>
                <c:pt idx="1708">
                  <c:v>46197</c:v>
                </c:pt>
                <c:pt idx="1709">
                  <c:v>46198</c:v>
                </c:pt>
                <c:pt idx="1710">
                  <c:v>46199</c:v>
                </c:pt>
                <c:pt idx="1711">
                  <c:v>46200</c:v>
                </c:pt>
                <c:pt idx="1712">
                  <c:v>46201</c:v>
                </c:pt>
                <c:pt idx="1713">
                  <c:v>46202</c:v>
                </c:pt>
                <c:pt idx="1714">
                  <c:v>46203</c:v>
                </c:pt>
                <c:pt idx="1715">
                  <c:v>46204</c:v>
                </c:pt>
                <c:pt idx="1716">
                  <c:v>46205</c:v>
                </c:pt>
                <c:pt idx="1717">
                  <c:v>46206</c:v>
                </c:pt>
                <c:pt idx="1718">
                  <c:v>46207</c:v>
                </c:pt>
                <c:pt idx="1719">
                  <c:v>46208</c:v>
                </c:pt>
                <c:pt idx="1720">
                  <c:v>46209</c:v>
                </c:pt>
                <c:pt idx="1721">
                  <c:v>46210</c:v>
                </c:pt>
                <c:pt idx="1722">
                  <c:v>46211</c:v>
                </c:pt>
                <c:pt idx="1723">
                  <c:v>46212</c:v>
                </c:pt>
                <c:pt idx="1724">
                  <c:v>46213</c:v>
                </c:pt>
                <c:pt idx="1725">
                  <c:v>46214</c:v>
                </c:pt>
                <c:pt idx="1726">
                  <c:v>46215</c:v>
                </c:pt>
                <c:pt idx="1727">
                  <c:v>46216</c:v>
                </c:pt>
                <c:pt idx="1728">
                  <c:v>46217</c:v>
                </c:pt>
                <c:pt idx="1729">
                  <c:v>46218</c:v>
                </c:pt>
                <c:pt idx="1730">
                  <c:v>46219</c:v>
                </c:pt>
                <c:pt idx="1731">
                  <c:v>46220</c:v>
                </c:pt>
                <c:pt idx="1732">
                  <c:v>46221</c:v>
                </c:pt>
                <c:pt idx="1733">
                  <c:v>46222</c:v>
                </c:pt>
                <c:pt idx="1734">
                  <c:v>46223</c:v>
                </c:pt>
                <c:pt idx="1735">
                  <c:v>46224</c:v>
                </c:pt>
                <c:pt idx="1736">
                  <c:v>46225</c:v>
                </c:pt>
                <c:pt idx="1737">
                  <c:v>46226</c:v>
                </c:pt>
                <c:pt idx="1738">
                  <c:v>46227</c:v>
                </c:pt>
                <c:pt idx="1739">
                  <c:v>46228</c:v>
                </c:pt>
                <c:pt idx="1740">
                  <c:v>46229</c:v>
                </c:pt>
                <c:pt idx="1741">
                  <c:v>46230</c:v>
                </c:pt>
                <c:pt idx="1742">
                  <c:v>46231</c:v>
                </c:pt>
                <c:pt idx="1743">
                  <c:v>46232</c:v>
                </c:pt>
                <c:pt idx="1744">
                  <c:v>46233</c:v>
                </c:pt>
                <c:pt idx="1745">
                  <c:v>46234</c:v>
                </c:pt>
                <c:pt idx="1746">
                  <c:v>46235</c:v>
                </c:pt>
                <c:pt idx="1747">
                  <c:v>46236</c:v>
                </c:pt>
                <c:pt idx="1748">
                  <c:v>46237</c:v>
                </c:pt>
                <c:pt idx="1749">
                  <c:v>46238</c:v>
                </c:pt>
                <c:pt idx="1750">
                  <c:v>46239</c:v>
                </c:pt>
                <c:pt idx="1751">
                  <c:v>46240</c:v>
                </c:pt>
                <c:pt idx="1752">
                  <c:v>46241</c:v>
                </c:pt>
                <c:pt idx="1753">
                  <c:v>46242</c:v>
                </c:pt>
                <c:pt idx="1754">
                  <c:v>46243</c:v>
                </c:pt>
                <c:pt idx="1755">
                  <c:v>46244</c:v>
                </c:pt>
                <c:pt idx="1756">
                  <c:v>46245</c:v>
                </c:pt>
                <c:pt idx="1757">
                  <c:v>46246</c:v>
                </c:pt>
                <c:pt idx="1758">
                  <c:v>46247</c:v>
                </c:pt>
                <c:pt idx="1759">
                  <c:v>46248</c:v>
                </c:pt>
                <c:pt idx="1760">
                  <c:v>46249</c:v>
                </c:pt>
                <c:pt idx="1761">
                  <c:v>46250</c:v>
                </c:pt>
                <c:pt idx="1762">
                  <c:v>46251</c:v>
                </c:pt>
                <c:pt idx="1763">
                  <c:v>46252</c:v>
                </c:pt>
                <c:pt idx="1764">
                  <c:v>46253</c:v>
                </c:pt>
                <c:pt idx="1765">
                  <c:v>46254</c:v>
                </c:pt>
                <c:pt idx="1766">
                  <c:v>46255</c:v>
                </c:pt>
                <c:pt idx="1767">
                  <c:v>46256</c:v>
                </c:pt>
                <c:pt idx="1768">
                  <c:v>46257</c:v>
                </c:pt>
                <c:pt idx="1769">
                  <c:v>46258</c:v>
                </c:pt>
                <c:pt idx="1770">
                  <c:v>46259</c:v>
                </c:pt>
                <c:pt idx="1771">
                  <c:v>46260</c:v>
                </c:pt>
                <c:pt idx="1772">
                  <c:v>46261</c:v>
                </c:pt>
                <c:pt idx="1773">
                  <c:v>46262</c:v>
                </c:pt>
                <c:pt idx="1774">
                  <c:v>46263</c:v>
                </c:pt>
                <c:pt idx="1775">
                  <c:v>46264</c:v>
                </c:pt>
                <c:pt idx="1776">
                  <c:v>46265</c:v>
                </c:pt>
                <c:pt idx="1777">
                  <c:v>46266</c:v>
                </c:pt>
                <c:pt idx="1778">
                  <c:v>46267</c:v>
                </c:pt>
                <c:pt idx="1779">
                  <c:v>46268</c:v>
                </c:pt>
                <c:pt idx="1780">
                  <c:v>46269</c:v>
                </c:pt>
                <c:pt idx="1781">
                  <c:v>46270</c:v>
                </c:pt>
                <c:pt idx="1782">
                  <c:v>46271</c:v>
                </c:pt>
                <c:pt idx="1783">
                  <c:v>46272</c:v>
                </c:pt>
                <c:pt idx="1784">
                  <c:v>46273</c:v>
                </c:pt>
                <c:pt idx="1785">
                  <c:v>46274</c:v>
                </c:pt>
                <c:pt idx="1786">
                  <c:v>46275</c:v>
                </c:pt>
                <c:pt idx="1787">
                  <c:v>46276</c:v>
                </c:pt>
                <c:pt idx="1788">
                  <c:v>46277</c:v>
                </c:pt>
                <c:pt idx="1789">
                  <c:v>46278</c:v>
                </c:pt>
                <c:pt idx="1790">
                  <c:v>46279</c:v>
                </c:pt>
                <c:pt idx="1791">
                  <c:v>46280</c:v>
                </c:pt>
                <c:pt idx="1792">
                  <c:v>46281</c:v>
                </c:pt>
                <c:pt idx="1793">
                  <c:v>46282</c:v>
                </c:pt>
                <c:pt idx="1794">
                  <c:v>46283</c:v>
                </c:pt>
                <c:pt idx="1795">
                  <c:v>46284</c:v>
                </c:pt>
                <c:pt idx="1796">
                  <c:v>46285</c:v>
                </c:pt>
                <c:pt idx="1797">
                  <c:v>46286</c:v>
                </c:pt>
                <c:pt idx="1798">
                  <c:v>46287</c:v>
                </c:pt>
                <c:pt idx="1799">
                  <c:v>46288</c:v>
                </c:pt>
                <c:pt idx="1800">
                  <c:v>46289</c:v>
                </c:pt>
                <c:pt idx="1801">
                  <c:v>46290</c:v>
                </c:pt>
                <c:pt idx="1802">
                  <c:v>46291</c:v>
                </c:pt>
                <c:pt idx="1803">
                  <c:v>46292</c:v>
                </c:pt>
                <c:pt idx="1804">
                  <c:v>46293</c:v>
                </c:pt>
                <c:pt idx="1805">
                  <c:v>46294</c:v>
                </c:pt>
                <c:pt idx="1806">
                  <c:v>46295</c:v>
                </c:pt>
                <c:pt idx="1807">
                  <c:v>46296</c:v>
                </c:pt>
                <c:pt idx="1808">
                  <c:v>46297</c:v>
                </c:pt>
                <c:pt idx="1809">
                  <c:v>46298</c:v>
                </c:pt>
                <c:pt idx="1810">
                  <c:v>46299</c:v>
                </c:pt>
                <c:pt idx="1811">
                  <c:v>46300</c:v>
                </c:pt>
                <c:pt idx="1812">
                  <c:v>46301</c:v>
                </c:pt>
                <c:pt idx="1813">
                  <c:v>46302</c:v>
                </c:pt>
                <c:pt idx="1814">
                  <c:v>46303</c:v>
                </c:pt>
                <c:pt idx="1815">
                  <c:v>46304</c:v>
                </c:pt>
                <c:pt idx="1816">
                  <c:v>46305</c:v>
                </c:pt>
                <c:pt idx="1817">
                  <c:v>46306</c:v>
                </c:pt>
                <c:pt idx="1818">
                  <c:v>46307</c:v>
                </c:pt>
                <c:pt idx="1819">
                  <c:v>46308</c:v>
                </c:pt>
                <c:pt idx="1820">
                  <c:v>46309</c:v>
                </c:pt>
                <c:pt idx="1821">
                  <c:v>46310</c:v>
                </c:pt>
                <c:pt idx="1822">
                  <c:v>46311</c:v>
                </c:pt>
                <c:pt idx="1823">
                  <c:v>46312</c:v>
                </c:pt>
                <c:pt idx="1824">
                  <c:v>46313</c:v>
                </c:pt>
                <c:pt idx="1825">
                  <c:v>46314</c:v>
                </c:pt>
                <c:pt idx="1826">
                  <c:v>46315</c:v>
                </c:pt>
                <c:pt idx="1827">
                  <c:v>46316</c:v>
                </c:pt>
                <c:pt idx="1828">
                  <c:v>46317</c:v>
                </c:pt>
              </c:numCache>
            </c:numRef>
          </c:cat>
          <c:val>
            <c:numRef>
              <c:f>Source!$AZ$3:$AZ$3656</c:f>
              <c:numCache>
                <c:formatCode>General</c:formatCode>
                <c:ptCount val="3654"/>
                <c:pt idx="0">
                  <c:v>14.529309180327896</c:v>
                </c:pt>
                <c:pt idx="1">
                  <c:v>14.529309180327896</c:v>
                </c:pt>
                <c:pt idx="2">
                  <c:v>14.529309180327896</c:v>
                </c:pt>
                <c:pt idx="3">
                  <c:v>14.529309180327896</c:v>
                </c:pt>
                <c:pt idx="4">
                  <c:v>14.529309180327896</c:v>
                </c:pt>
                <c:pt idx="5">
                  <c:v>14.529309180327896</c:v>
                </c:pt>
                <c:pt idx="6">
                  <c:v>14.529309180327896</c:v>
                </c:pt>
                <c:pt idx="7">
                  <c:v>14.529309180327896</c:v>
                </c:pt>
                <c:pt idx="8">
                  <c:v>14.529309180327896</c:v>
                </c:pt>
                <c:pt idx="9">
                  <c:v>14.529309180327896</c:v>
                </c:pt>
                <c:pt idx="10">
                  <c:v>14.529309180327896</c:v>
                </c:pt>
                <c:pt idx="11">
                  <c:v>14.529309180327896</c:v>
                </c:pt>
                <c:pt idx="12">
                  <c:v>14.529309180327896</c:v>
                </c:pt>
                <c:pt idx="13">
                  <c:v>14.529309180327896</c:v>
                </c:pt>
                <c:pt idx="14">
                  <c:v>14.529309180327896</c:v>
                </c:pt>
                <c:pt idx="15">
                  <c:v>14.529309180327896</c:v>
                </c:pt>
                <c:pt idx="16">
                  <c:v>14.529309180327896</c:v>
                </c:pt>
                <c:pt idx="17">
                  <c:v>14.529309180327896</c:v>
                </c:pt>
                <c:pt idx="18">
                  <c:v>14.529309180327896</c:v>
                </c:pt>
                <c:pt idx="19">
                  <c:v>14.529309180327896</c:v>
                </c:pt>
                <c:pt idx="20">
                  <c:v>14.529309180327896</c:v>
                </c:pt>
                <c:pt idx="21">
                  <c:v>14.529309180327896</c:v>
                </c:pt>
                <c:pt idx="22">
                  <c:v>14.529309180327896</c:v>
                </c:pt>
                <c:pt idx="23">
                  <c:v>14.529309180327896</c:v>
                </c:pt>
                <c:pt idx="24">
                  <c:v>14.529309180327896</c:v>
                </c:pt>
                <c:pt idx="25">
                  <c:v>14.529309180327896</c:v>
                </c:pt>
                <c:pt idx="26">
                  <c:v>14.529309180327896</c:v>
                </c:pt>
                <c:pt idx="27">
                  <c:v>14.529309180327896</c:v>
                </c:pt>
                <c:pt idx="28">
                  <c:v>14.529309180327896</c:v>
                </c:pt>
                <c:pt idx="29">
                  <c:v>14.529309180327896</c:v>
                </c:pt>
                <c:pt idx="30">
                  <c:v>14.529309180327896</c:v>
                </c:pt>
                <c:pt idx="31">
                  <c:v>14.529309180327896</c:v>
                </c:pt>
                <c:pt idx="32">
                  <c:v>14.529309180327896</c:v>
                </c:pt>
                <c:pt idx="33">
                  <c:v>14.529309180327896</c:v>
                </c:pt>
                <c:pt idx="34">
                  <c:v>14.529309180327896</c:v>
                </c:pt>
                <c:pt idx="35">
                  <c:v>14.529309180327896</c:v>
                </c:pt>
                <c:pt idx="36">
                  <c:v>14.529309180327896</c:v>
                </c:pt>
                <c:pt idx="37">
                  <c:v>14.529309180327896</c:v>
                </c:pt>
                <c:pt idx="38">
                  <c:v>14.529309180327896</c:v>
                </c:pt>
                <c:pt idx="39">
                  <c:v>14.529309180327896</c:v>
                </c:pt>
                <c:pt idx="40">
                  <c:v>14.529309180327896</c:v>
                </c:pt>
                <c:pt idx="41">
                  <c:v>14.529309180327896</c:v>
                </c:pt>
                <c:pt idx="42">
                  <c:v>14.529309180327896</c:v>
                </c:pt>
                <c:pt idx="43">
                  <c:v>14.529309180327896</c:v>
                </c:pt>
                <c:pt idx="44">
                  <c:v>14.529309180327896</c:v>
                </c:pt>
                <c:pt idx="45">
                  <c:v>14.529309180327896</c:v>
                </c:pt>
                <c:pt idx="46">
                  <c:v>14.529309180327896</c:v>
                </c:pt>
                <c:pt idx="47">
                  <c:v>14.529309180327896</c:v>
                </c:pt>
                <c:pt idx="48">
                  <c:v>14.529309180327896</c:v>
                </c:pt>
                <c:pt idx="49">
                  <c:v>14.529309180327896</c:v>
                </c:pt>
                <c:pt idx="50">
                  <c:v>14.529309180327896</c:v>
                </c:pt>
                <c:pt idx="51">
                  <c:v>14.529309180327896</c:v>
                </c:pt>
                <c:pt idx="52">
                  <c:v>14.529309180327896</c:v>
                </c:pt>
                <c:pt idx="53">
                  <c:v>14.529309180327896</c:v>
                </c:pt>
                <c:pt idx="54">
                  <c:v>14.529309180327896</c:v>
                </c:pt>
                <c:pt idx="55">
                  <c:v>14.529309180327896</c:v>
                </c:pt>
                <c:pt idx="56">
                  <c:v>14.529309180327896</c:v>
                </c:pt>
                <c:pt idx="57">
                  <c:v>14.529309180327896</c:v>
                </c:pt>
                <c:pt idx="58">
                  <c:v>14.529309180327896</c:v>
                </c:pt>
                <c:pt idx="59">
                  <c:v>14.529309180327896</c:v>
                </c:pt>
                <c:pt idx="60">
                  <c:v>14.529309180327896</c:v>
                </c:pt>
                <c:pt idx="61">
                  <c:v>14.529309180327896</c:v>
                </c:pt>
                <c:pt idx="62">
                  <c:v>14.529309180327896</c:v>
                </c:pt>
                <c:pt idx="63">
                  <c:v>14.529309180327896</c:v>
                </c:pt>
                <c:pt idx="64">
                  <c:v>14.529309180327896</c:v>
                </c:pt>
                <c:pt idx="65">
                  <c:v>14.529309180327896</c:v>
                </c:pt>
                <c:pt idx="66">
                  <c:v>14.529309180327896</c:v>
                </c:pt>
                <c:pt idx="67">
                  <c:v>14.529309180327896</c:v>
                </c:pt>
                <c:pt idx="68">
                  <c:v>14.529309180327896</c:v>
                </c:pt>
                <c:pt idx="69">
                  <c:v>14.529309180327896</c:v>
                </c:pt>
                <c:pt idx="70">
                  <c:v>14.529309180327896</c:v>
                </c:pt>
                <c:pt idx="71">
                  <c:v>14.529309180327896</c:v>
                </c:pt>
                <c:pt idx="72">
                  <c:v>14.529309180327896</c:v>
                </c:pt>
                <c:pt idx="73">
                  <c:v>14.529309180327896</c:v>
                </c:pt>
                <c:pt idx="74">
                  <c:v>14.529309180327896</c:v>
                </c:pt>
                <c:pt idx="75">
                  <c:v>14.529309180327896</c:v>
                </c:pt>
                <c:pt idx="76">
                  <c:v>14.529309180327896</c:v>
                </c:pt>
                <c:pt idx="77">
                  <c:v>14.529309180327896</c:v>
                </c:pt>
                <c:pt idx="78">
                  <c:v>14.529309180327896</c:v>
                </c:pt>
                <c:pt idx="79">
                  <c:v>14.529309180327896</c:v>
                </c:pt>
                <c:pt idx="80">
                  <c:v>14.529309180327896</c:v>
                </c:pt>
                <c:pt idx="81">
                  <c:v>14.529309180327896</c:v>
                </c:pt>
                <c:pt idx="82">
                  <c:v>14.529309180327896</c:v>
                </c:pt>
                <c:pt idx="83">
                  <c:v>14.529309180327896</c:v>
                </c:pt>
                <c:pt idx="84">
                  <c:v>14.529309180327896</c:v>
                </c:pt>
                <c:pt idx="85">
                  <c:v>14.529309180327896</c:v>
                </c:pt>
                <c:pt idx="86">
                  <c:v>14.529309180327896</c:v>
                </c:pt>
                <c:pt idx="87">
                  <c:v>14.529309180327896</c:v>
                </c:pt>
                <c:pt idx="88">
                  <c:v>14.529309180327896</c:v>
                </c:pt>
                <c:pt idx="89">
                  <c:v>14.529309180327896</c:v>
                </c:pt>
                <c:pt idx="90">
                  <c:v>14.529309180327896</c:v>
                </c:pt>
                <c:pt idx="91">
                  <c:v>14.529309180327896</c:v>
                </c:pt>
                <c:pt idx="92">
                  <c:v>14.529309180327896</c:v>
                </c:pt>
                <c:pt idx="93">
                  <c:v>14.529309180327896</c:v>
                </c:pt>
                <c:pt idx="94">
                  <c:v>14.529309180327896</c:v>
                </c:pt>
                <c:pt idx="95">
                  <c:v>14.529309180327896</c:v>
                </c:pt>
                <c:pt idx="96">
                  <c:v>14.529309180327896</c:v>
                </c:pt>
                <c:pt idx="97">
                  <c:v>14.529309180327896</c:v>
                </c:pt>
                <c:pt idx="98">
                  <c:v>14.529309180327896</c:v>
                </c:pt>
                <c:pt idx="99">
                  <c:v>14.529309180327896</c:v>
                </c:pt>
                <c:pt idx="100">
                  <c:v>14.529309180327896</c:v>
                </c:pt>
                <c:pt idx="101">
                  <c:v>14.529309180327896</c:v>
                </c:pt>
                <c:pt idx="102">
                  <c:v>14.529309180327896</c:v>
                </c:pt>
                <c:pt idx="103">
                  <c:v>14.529309180327896</c:v>
                </c:pt>
                <c:pt idx="104">
                  <c:v>14.529309180327896</c:v>
                </c:pt>
                <c:pt idx="105">
                  <c:v>14.529309180327896</c:v>
                </c:pt>
                <c:pt idx="106">
                  <c:v>14.529309180327896</c:v>
                </c:pt>
                <c:pt idx="107">
                  <c:v>14.529309180327896</c:v>
                </c:pt>
                <c:pt idx="108">
                  <c:v>14.529309180327896</c:v>
                </c:pt>
                <c:pt idx="109">
                  <c:v>14.529309180327896</c:v>
                </c:pt>
                <c:pt idx="110">
                  <c:v>14.529309180327896</c:v>
                </c:pt>
                <c:pt idx="111">
                  <c:v>14.529309180327896</c:v>
                </c:pt>
                <c:pt idx="112">
                  <c:v>14.529309180327896</c:v>
                </c:pt>
                <c:pt idx="113">
                  <c:v>14.529309180327896</c:v>
                </c:pt>
                <c:pt idx="114">
                  <c:v>14.529309180327896</c:v>
                </c:pt>
                <c:pt idx="115">
                  <c:v>14.529309180327896</c:v>
                </c:pt>
                <c:pt idx="116">
                  <c:v>14.529309180327896</c:v>
                </c:pt>
                <c:pt idx="117">
                  <c:v>14.529309180327896</c:v>
                </c:pt>
                <c:pt idx="118">
                  <c:v>14.529309180327896</c:v>
                </c:pt>
                <c:pt idx="119">
                  <c:v>14.529309180327896</c:v>
                </c:pt>
                <c:pt idx="120">
                  <c:v>14.529309180327896</c:v>
                </c:pt>
                <c:pt idx="121">
                  <c:v>14.529309180327896</c:v>
                </c:pt>
                <c:pt idx="122">
                  <c:v>14.529309180327896</c:v>
                </c:pt>
                <c:pt idx="123">
                  <c:v>14.529309180327896</c:v>
                </c:pt>
                <c:pt idx="124">
                  <c:v>14.529309180327896</c:v>
                </c:pt>
                <c:pt idx="125">
                  <c:v>14.529309180327896</c:v>
                </c:pt>
                <c:pt idx="126">
                  <c:v>14.529309180327896</c:v>
                </c:pt>
                <c:pt idx="127">
                  <c:v>14.529309180327896</c:v>
                </c:pt>
                <c:pt idx="128">
                  <c:v>14.529309180327896</c:v>
                </c:pt>
                <c:pt idx="129">
                  <c:v>14.529309180327896</c:v>
                </c:pt>
                <c:pt idx="130">
                  <c:v>14.529309180327896</c:v>
                </c:pt>
                <c:pt idx="131">
                  <c:v>14.529309180327896</c:v>
                </c:pt>
                <c:pt idx="132">
                  <c:v>14.529309180327896</c:v>
                </c:pt>
                <c:pt idx="133">
                  <c:v>14.529309180327896</c:v>
                </c:pt>
                <c:pt idx="134">
                  <c:v>14.529309180327896</c:v>
                </c:pt>
                <c:pt idx="135">
                  <c:v>14.529309180327896</c:v>
                </c:pt>
                <c:pt idx="136">
                  <c:v>14.529309180327896</c:v>
                </c:pt>
                <c:pt idx="137">
                  <c:v>14.529309180327896</c:v>
                </c:pt>
                <c:pt idx="138">
                  <c:v>14.529309180327896</c:v>
                </c:pt>
                <c:pt idx="139">
                  <c:v>14.529309180327896</c:v>
                </c:pt>
                <c:pt idx="140">
                  <c:v>14.529309180327896</c:v>
                </c:pt>
                <c:pt idx="141">
                  <c:v>14.529309180327896</c:v>
                </c:pt>
                <c:pt idx="142">
                  <c:v>14.529309180327896</c:v>
                </c:pt>
                <c:pt idx="143">
                  <c:v>14.529309180327896</c:v>
                </c:pt>
                <c:pt idx="144">
                  <c:v>14.529309180327896</c:v>
                </c:pt>
                <c:pt idx="145">
                  <c:v>14.529309180327896</c:v>
                </c:pt>
                <c:pt idx="146">
                  <c:v>14.529309180327896</c:v>
                </c:pt>
                <c:pt idx="147">
                  <c:v>14.529309180327896</c:v>
                </c:pt>
                <c:pt idx="148">
                  <c:v>14.529309180327896</c:v>
                </c:pt>
                <c:pt idx="149">
                  <c:v>14.529309180327896</c:v>
                </c:pt>
                <c:pt idx="150">
                  <c:v>14.529309180327896</c:v>
                </c:pt>
                <c:pt idx="151">
                  <c:v>14.529309180327896</c:v>
                </c:pt>
                <c:pt idx="152">
                  <c:v>14.529309180327896</c:v>
                </c:pt>
                <c:pt idx="153">
                  <c:v>14.529309180327896</c:v>
                </c:pt>
                <c:pt idx="154">
                  <c:v>14.529309180327896</c:v>
                </c:pt>
                <c:pt idx="155">
                  <c:v>14.529309180327896</c:v>
                </c:pt>
                <c:pt idx="156">
                  <c:v>14.529309180327896</c:v>
                </c:pt>
                <c:pt idx="157">
                  <c:v>14.529309180327896</c:v>
                </c:pt>
                <c:pt idx="158">
                  <c:v>14.529309180327896</c:v>
                </c:pt>
                <c:pt idx="159">
                  <c:v>14.529309180327896</c:v>
                </c:pt>
                <c:pt idx="160">
                  <c:v>14.529309180327896</c:v>
                </c:pt>
                <c:pt idx="161">
                  <c:v>14.529309180327896</c:v>
                </c:pt>
                <c:pt idx="162">
                  <c:v>14.529309180327896</c:v>
                </c:pt>
                <c:pt idx="163">
                  <c:v>14.529309180327896</c:v>
                </c:pt>
                <c:pt idx="164">
                  <c:v>14.529309180327896</c:v>
                </c:pt>
                <c:pt idx="165">
                  <c:v>14.529309180327896</c:v>
                </c:pt>
                <c:pt idx="166">
                  <c:v>14.529309180327896</c:v>
                </c:pt>
                <c:pt idx="167">
                  <c:v>14.529309180327896</c:v>
                </c:pt>
                <c:pt idx="168">
                  <c:v>14.529309180327896</c:v>
                </c:pt>
                <c:pt idx="169">
                  <c:v>14.529309180327896</c:v>
                </c:pt>
                <c:pt idx="170">
                  <c:v>14.529309180327896</c:v>
                </c:pt>
                <c:pt idx="171">
                  <c:v>14.529309180327896</c:v>
                </c:pt>
                <c:pt idx="172">
                  <c:v>14.529309180327896</c:v>
                </c:pt>
                <c:pt idx="173">
                  <c:v>14.529309180327896</c:v>
                </c:pt>
                <c:pt idx="174">
                  <c:v>14.529309180327896</c:v>
                </c:pt>
                <c:pt idx="175">
                  <c:v>14.529309180327896</c:v>
                </c:pt>
                <c:pt idx="176">
                  <c:v>14.529309180327896</c:v>
                </c:pt>
                <c:pt idx="177">
                  <c:v>14.529309180327896</c:v>
                </c:pt>
                <c:pt idx="178">
                  <c:v>14.529309180327896</c:v>
                </c:pt>
                <c:pt idx="179">
                  <c:v>14.529309180327896</c:v>
                </c:pt>
                <c:pt idx="180">
                  <c:v>14.529309180327896</c:v>
                </c:pt>
                <c:pt idx="181">
                  <c:v>14.529309180327896</c:v>
                </c:pt>
                <c:pt idx="182">
                  <c:v>14.529309180327896</c:v>
                </c:pt>
                <c:pt idx="183">
                  <c:v>14.529309180327896</c:v>
                </c:pt>
                <c:pt idx="184">
                  <c:v>14.529309180327896</c:v>
                </c:pt>
                <c:pt idx="185">
                  <c:v>14.529309180327896</c:v>
                </c:pt>
                <c:pt idx="186">
                  <c:v>14.529309180327896</c:v>
                </c:pt>
                <c:pt idx="187">
                  <c:v>14.529309180327896</c:v>
                </c:pt>
                <c:pt idx="188">
                  <c:v>14.529309180327896</c:v>
                </c:pt>
                <c:pt idx="189">
                  <c:v>14.529309180327896</c:v>
                </c:pt>
                <c:pt idx="190">
                  <c:v>14.529309180327896</c:v>
                </c:pt>
                <c:pt idx="191">
                  <c:v>14.529309180327896</c:v>
                </c:pt>
                <c:pt idx="192">
                  <c:v>14.529309180327896</c:v>
                </c:pt>
                <c:pt idx="193">
                  <c:v>14.529309180327896</c:v>
                </c:pt>
                <c:pt idx="194">
                  <c:v>14.529309180327896</c:v>
                </c:pt>
                <c:pt idx="195">
                  <c:v>14.529309180327896</c:v>
                </c:pt>
                <c:pt idx="196">
                  <c:v>14.529309180327896</c:v>
                </c:pt>
                <c:pt idx="197">
                  <c:v>14.529309180327896</c:v>
                </c:pt>
                <c:pt idx="198">
                  <c:v>14.529309180327896</c:v>
                </c:pt>
                <c:pt idx="199">
                  <c:v>14.529309180327896</c:v>
                </c:pt>
                <c:pt idx="200">
                  <c:v>14.529309180327896</c:v>
                </c:pt>
                <c:pt idx="201">
                  <c:v>14.529309180327896</c:v>
                </c:pt>
                <c:pt idx="202">
                  <c:v>14.529309180327896</c:v>
                </c:pt>
                <c:pt idx="203">
                  <c:v>14.529309180327896</c:v>
                </c:pt>
                <c:pt idx="204">
                  <c:v>14.529309180327896</c:v>
                </c:pt>
                <c:pt idx="205">
                  <c:v>14.529309180327896</c:v>
                </c:pt>
                <c:pt idx="206">
                  <c:v>14.529309180327896</c:v>
                </c:pt>
                <c:pt idx="207">
                  <c:v>14.529309180327896</c:v>
                </c:pt>
                <c:pt idx="208">
                  <c:v>14.529309180327896</c:v>
                </c:pt>
                <c:pt idx="209">
                  <c:v>14.529309180327896</c:v>
                </c:pt>
                <c:pt idx="210">
                  <c:v>14.529309180327896</c:v>
                </c:pt>
                <c:pt idx="211">
                  <c:v>14.529309180327896</c:v>
                </c:pt>
                <c:pt idx="212">
                  <c:v>14.529309180327896</c:v>
                </c:pt>
                <c:pt idx="213">
                  <c:v>14.529309180327896</c:v>
                </c:pt>
                <c:pt idx="214">
                  <c:v>14.529309180327896</c:v>
                </c:pt>
                <c:pt idx="215">
                  <c:v>14.529309180327896</c:v>
                </c:pt>
                <c:pt idx="216">
                  <c:v>14.529309180327896</c:v>
                </c:pt>
                <c:pt idx="217">
                  <c:v>14.529309180327896</c:v>
                </c:pt>
                <c:pt idx="218">
                  <c:v>14.529309180327896</c:v>
                </c:pt>
                <c:pt idx="219">
                  <c:v>14.529309180327896</c:v>
                </c:pt>
                <c:pt idx="220">
                  <c:v>14.529309180327896</c:v>
                </c:pt>
                <c:pt idx="221">
                  <c:v>14.529309180327896</c:v>
                </c:pt>
                <c:pt idx="222">
                  <c:v>14.529309180327896</c:v>
                </c:pt>
                <c:pt idx="223">
                  <c:v>14.529309180327896</c:v>
                </c:pt>
                <c:pt idx="224">
                  <c:v>14.529309180327896</c:v>
                </c:pt>
                <c:pt idx="225">
                  <c:v>14.529309180327896</c:v>
                </c:pt>
                <c:pt idx="226">
                  <c:v>14.529309180327896</c:v>
                </c:pt>
                <c:pt idx="227">
                  <c:v>14.529309180327896</c:v>
                </c:pt>
                <c:pt idx="228">
                  <c:v>14.529309180327896</c:v>
                </c:pt>
                <c:pt idx="229">
                  <c:v>14.529309180327896</c:v>
                </c:pt>
                <c:pt idx="230">
                  <c:v>14.529309180327896</c:v>
                </c:pt>
                <c:pt idx="231">
                  <c:v>14.529309180327896</c:v>
                </c:pt>
                <c:pt idx="232">
                  <c:v>14.529309180327896</c:v>
                </c:pt>
                <c:pt idx="233">
                  <c:v>14.529309180327896</c:v>
                </c:pt>
                <c:pt idx="234">
                  <c:v>14.529309180327896</c:v>
                </c:pt>
                <c:pt idx="235">
                  <c:v>14.529309180327896</c:v>
                </c:pt>
                <c:pt idx="236">
                  <c:v>14.529309180327896</c:v>
                </c:pt>
                <c:pt idx="237">
                  <c:v>14.529309180327896</c:v>
                </c:pt>
                <c:pt idx="238">
                  <c:v>14.529309180327896</c:v>
                </c:pt>
                <c:pt idx="239">
                  <c:v>14.529309180327896</c:v>
                </c:pt>
                <c:pt idx="240">
                  <c:v>14.529309180327896</c:v>
                </c:pt>
                <c:pt idx="241">
                  <c:v>14.529309180327896</c:v>
                </c:pt>
                <c:pt idx="242">
                  <c:v>14.529309180327896</c:v>
                </c:pt>
                <c:pt idx="243">
                  <c:v>14.529309180327896</c:v>
                </c:pt>
                <c:pt idx="244">
                  <c:v>14.529309180327896</c:v>
                </c:pt>
                <c:pt idx="245">
                  <c:v>14.529309180327896</c:v>
                </c:pt>
                <c:pt idx="246">
                  <c:v>14.529309180327896</c:v>
                </c:pt>
                <c:pt idx="247">
                  <c:v>14.529309180327896</c:v>
                </c:pt>
                <c:pt idx="248">
                  <c:v>14.529309180327896</c:v>
                </c:pt>
                <c:pt idx="249">
                  <c:v>14.529309180327896</c:v>
                </c:pt>
                <c:pt idx="250">
                  <c:v>14.529309180327896</c:v>
                </c:pt>
                <c:pt idx="251">
                  <c:v>14.529309180327896</c:v>
                </c:pt>
                <c:pt idx="252">
                  <c:v>14.529309180327896</c:v>
                </c:pt>
                <c:pt idx="253">
                  <c:v>14.529309180327896</c:v>
                </c:pt>
                <c:pt idx="254">
                  <c:v>14.529309180327896</c:v>
                </c:pt>
                <c:pt idx="255">
                  <c:v>14.529309180327896</c:v>
                </c:pt>
                <c:pt idx="256">
                  <c:v>14.529309180327896</c:v>
                </c:pt>
                <c:pt idx="257">
                  <c:v>14.529309180327896</c:v>
                </c:pt>
                <c:pt idx="258">
                  <c:v>14.529309180327896</c:v>
                </c:pt>
                <c:pt idx="259">
                  <c:v>14.529309180327896</c:v>
                </c:pt>
                <c:pt idx="260">
                  <c:v>14.529309180327896</c:v>
                </c:pt>
                <c:pt idx="261">
                  <c:v>14.529309180327896</c:v>
                </c:pt>
                <c:pt idx="262">
                  <c:v>14.529309180327896</c:v>
                </c:pt>
                <c:pt idx="263">
                  <c:v>14.529309180327896</c:v>
                </c:pt>
                <c:pt idx="264">
                  <c:v>14.529309180327896</c:v>
                </c:pt>
                <c:pt idx="265">
                  <c:v>14.529309180327896</c:v>
                </c:pt>
                <c:pt idx="266">
                  <c:v>14.529309180327896</c:v>
                </c:pt>
                <c:pt idx="267">
                  <c:v>14.529309180327896</c:v>
                </c:pt>
                <c:pt idx="268">
                  <c:v>14.529309180327896</c:v>
                </c:pt>
                <c:pt idx="269">
                  <c:v>14.529309180327896</c:v>
                </c:pt>
                <c:pt idx="270">
                  <c:v>14.529309180327896</c:v>
                </c:pt>
                <c:pt idx="271">
                  <c:v>14.529309180327896</c:v>
                </c:pt>
                <c:pt idx="272">
                  <c:v>14.529309180327896</c:v>
                </c:pt>
                <c:pt idx="273">
                  <c:v>14.529309180327896</c:v>
                </c:pt>
                <c:pt idx="274">
                  <c:v>14.529309180327896</c:v>
                </c:pt>
                <c:pt idx="275">
                  <c:v>14.529309180327896</c:v>
                </c:pt>
                <c:pt idx="276">
                  <c:v>14.529309180327896</c:v>
                </c:pt>
                <c:pt idx="277">
                  <c:v>14.529309180327896</c:v>
                </c:pt>
                <c:pt idx="278">
                  <c:v>14.529309180327896</c:v>
                </c:pt>
                <c:pt idx="279">
                  <c:v>14.529309180327896</c:v>
                </c:pt>
                <c:pt idx="280">
                  <c:v>14.529309180327896</c:v>
                </c:pt>
                <c:pt idx="281">
                  <c:v>14.529309180327896</c:v>
                </c:pt>
                <c:pt idx="282">
                  <c:v>14.529309180327896</c:v>
                </c:pt>
                <c:pt idx="283">
                  <c:v>14.529309180327896</c:v>
                </c:pt>
                <c:pt idx="284">
                  <c:v>14.529309180327896</c:v>
                </c:pt>
                <c:pt idx="285">
                  <c:v>14.529309180327896</c:v>
                </c:pt>
                <c:pt idx="286">
                  <c:v>14.529309180327896</c:v>
                </c:pt>
                <c:pt idx="287">
                  <c:v>14.529309180327896</c:v>
                </c:pt>
                <c:pt idx="288">
                  <c:v>14.529309180327896</c:v>
                </c:pt>
                <c:pt idx="289">
                  <c:v>14.529309180327896</c:v>
                </c:pt>
                <c:pt idx="290">
                  <c:v>14.529309180327896</c:v>
                </c:pt>
                <c:pt idx="291">
                  <c:v>14.529309180327896</c:v>
                </c:pt>
                <c:pt idx="292">
                  <c:v>14.529309180327896</c:v>
                </c:pt>
                <c:pt idx="293">
                  <c:v>14.529309180327896</c:v>
                </c:pt>
                <c:pt idx="294">
                  <c:v>14.529309180327896</c:v>
                </c:pt>
                <c:pt idx="295">
                  <c:v>14.529309180327896</c:v>
                </c:pt>
                <c:pt idx="296">
                  <c:v>14.529309180327896</c:v>
                </c:pt>
                <c:pt idx="297">
                  <c:v>14.529309180327896</c:v>
                </c:pt>
                <c:pt idx="298">
                  <c:v>14.529309180327896</c:v>
                </c:pt>
                <c:pt idx="299">
                  <c:v>14.529309180327896</c:v>
                </c:pt>
                <c:pt idx="300">
                  <c:v>14.529309180327896</c:v>
                </c:pt>
                <c:pt idx="301">
                  <c:v>14.529309180327896</c:v>
                </c:pt>
                <c:pt idx="302">
                  <c:v>14.529309180327896</c:v>
                </c:pt>
                <c:pt idx="303">
                  <c:v>14.529309180327896</c:v>
                </c:pt>
                <c:pt idx="304">
                  <c:v>14.529309180327896</c:v>
                </c:pt>
                <c:pt idx="305">
                  <c:v>14.529309180327896</c:v>
                </c:pt>
                <c:pt idx="306">
                  <c:v>14.529309180327896</c:v>
                </c:pt>
                <c:pt idx="307">
                  <c:v>14.529309180327896</c:v>
                </c:pt>
                <c:pt idx="308">
                  <c:v>14.529309180327896</c:v>
                </c:pt>
                <c:pt idx="309">
                  <c:v>14.529309180327896</c:v>
                </c:pt>
                <c:pt idx="310">
                  <c:v>14.529309180327896</c:v>
                </c:pt>
                <c:pt idx="311">
                  <c:v>14.529309180327896</c:v>
                </c:pt>
                <c:pt idx="312">
                  <c:v>14.529309180327896</c:v>
                </c:pt>
                <c:pt idx="313">
                  <c:v>14.529309180327896</c:v>
                </c:pt>
                <c:pt idx="314">
                  <c:v>14.529309180327896</c:v>
                </c:pt>
                <c:pt idx="315">
                  <c:v>14.529309180327896</c:v>
                </c:pt>
                <c:pt idx="316">
                  <c:v>14.529309180327896</c:v>
                </c:pt>
                <c:pt idx="317">
                  <c:v>14.529309180327896</c:v>
                </c:pt>
                <c:pt idx="318">
                  <c:v>14.529309180327896</c:v>
                </c:pt>
                <c:pt idx="319">
                  <c:v>14.529309180327896</c:v>
                </c:pt>
                <c:pt idx="320">
                  <c:v>14.529309180327896</c:v>
                </c:pt>
                <c:pt idx="321">
                  <c:v>14.529309180327896</c:v>
                </c:pt>
                <c:pt idx="322">
                  <c:v>14.529309180327896</c:v>
                </c:pt>
                <c:pt idx="323">
                  <c:v>14.529309180327896</c:v>
                </c:pt>
                <c:pt idx="324">
                  <c:v>14.529309180327896</c:v>
                </c:pt>
                <c:pt idx="325">
                  <c:v>14.529309180327896</c:v>
                </c:pt>
                <c:pt idx="326">
                  <c:v>14.529309180327896</c:v>
                </c:pt>
                <c:pt idx="327">
                  <c:v>14.529309180327896</c:v>
                </c:pt>
                <c:pt idx="328">
                  <c:v>14.529309180327896</c:v>
                </c:pt>
                <c:pt idx="329">
                  <c:v>14.529309180327896</c:v>
                </c:pt>
                <c:pt idx="330">
                  <c:v>14.529309180327896</c:v>
                </c:pt>
                <c:pt idx="331">
                  <c:v>14.529309180327896</c:v>
                </c:pt>
                <c:pt idx="332">
                  <c:v>14.529309180327896</c:v>
                </c:pt>
                <c:pt idx="333">
                  <c:v>14.529309180327896</c:v>
                </c:pt>
                <c:pt idx="334">
                  <c:v>14.529309180327896</c:v>
                </c:pt>
                <c:pt idx="335">
                  <c:v>14.529309180327896</c:v>
                </c:pt>
                <c:pt idx="336">
                  <c:v>14.529309180327896</c:v>
                </c:pt>
                <c:pt idx="337">
                  <c:v>14.529309180327896</c:v>
                </c:pt>
                <c:pt idx="338">
                  <c:v>14.529309180327896</c:v>
                </c:pt>
                <c:pt idx="339">
                  <c:v>14.529309180327896</c:v>
                </c:pt>
                <c:pt idx="340">
                  <c:v>14.529309180327896</c:v>
                </c:pt>
                <c:pt idx="341">
                  <c:v>14.529309180327896</c:v>
                </c:pt>
                <c:pt idx="342">
                  <c:v>14.529309180327896</c:v>
                </c:pt>
                <c:pt idx="343">
                  <c:v>14.529309180327896</c:v>
                </c:pt>
                <c:pt idx="344">
                  <c:v>14.529309180327896</c:v>
                </c:pt>
                <c:pt idx="345">
                  <c:v>14.529309180327896</c:v>
                </c:pt>
                <c:pt idx="346">
                  <c:v>14.529309180327896</c:v>
                </c:pt>
                <c:pt idx="347">
                  <c:v>14.529309180327896</c:v>
                </c:pt>
                <c:pt idx="348">
                  <c:v>14.529309180327896</c:v>
                </c:pt>
                <c:pt idx="349">
                  <c:v>14.529309180327896</c:v>
                </c:pt>
                <c:pt idx="350">
                  <c:v>14.529309180327896</c:v>
                </c:pt>
                <c:pt idx="351">
                  <c:v>14.529309180327896</c:v>
                </c:pt>
                <c:pt idx="352">
                  <c:v>14.529309180327896</c:v>
                </c:pt>
                <c:pt idx="353">
                  <c:v>14.529309180327896</c:v>
                </c:pt>
                <c:pt idx="354">
                  <c:v>14.529309180327896</c:v>
                </c:pt>
                <c:pt idx="355">
                  <c:v>14.529309180327896</c:v>
                </c:pt>
                <c:pt idx="356">
                  <c:v>14.529309180327896</c:v>
                </c:pt>
                <c:pt idx="357">
                  <c:v>14.529309180327896</c:v>
                </c:pt>
                <c:pt idx="358">
                  <c:v>14.529309180327896</c:v>
                </c:pt>
                <c:pt idx="359">
                  <c:v>14.529309180327896</c:v>
                </c:pt>
                <c:pt idx="360">
                  <c:v>14.529309180327896</c:v>
                </c:pt>
                <c:pt idx="361">
                  <c:v>14.529309180327896</c:v>
                </c:pt>
                <c:pt idx="362">
                  <c:v>14.529309180327896</c:v>
                </c:pt>
                <c:pt idx="363">
                  <c:v>14.529309180327896</c:v>
                </c:pt>
                <c:pt idx="364">
                  <c:v>14.529309180327896</c:v>
                </c:pt>
                <c:pt idx="365">
                  <c:v>14.529309180327896</c:v>
                </c:pt>
                <c:pt idx="366">
                  <c:v>14.529309180327896</c:v>
                </c:pt>
                <c:pt idx="367">
                  <c:v>14.529309180327896</c:v>
                </c:pt>
                <c:pt idx="368">
                  <c:v>14.529309180327896</c:v>
                </c:pt>
                <c:pt idx="369">
                  <c:v>14.529309180327896</c:v>
                </c:pt>
                <c:pt idx="370">
                  <c:v>14.529309180327896</c:v>
                </c:pt>
                <c:pt idx="371">
                  <c:v>14.529309180327896</c:v>
                </c:pt>
                <c:pt idx="372">
                  <c:v>14.529309180327896</c:v>
                </c:pt>
                <c:pt idx="373">
                  <c:v>14.529309180327896</c:v>
                </c:pt>
                <c:pt idx="374">
                  <c:v>14.529309180327896</c:v>
                </c:pt>
                <c:pt idx="375">
                  <c:v>14.529309180327896</c:v>
                </c:pt>
                <c:pt idx="376">
                  <c:v>14.529309180327896</c:v>
                </c:pt>
                <c:pt idx="377">
                  <c:v>14.529309180327896</c:v>
                </c:pt>
                <c:pt idx="378">
                  <c:v>14.529309180327896</c:v>
                </c:pt>
                <c:pt idx="379">
                  <c:v>14.529309180327896</c:v>
                </c:pt>
                <c:pt idx="380">
                  <c:v>14.529309180327896</c:v>
                </c:pt>
                <c:pt idx="381">
                  <c:v>14.529309180327896</c:v>
                </c:pt>
                <c:pt idx="382">
                  <c:v>14.529309180327896</c:v>
                </c:pt>
                <c:pt idx="383">
                  <c:v>14.529309180327896</c:v>
                </c:pt>
                <c:pt idx="384">
                  <c:v>14.529309180327896</c:v>
                </c:pt>
                <c:pt idx="385">
                  <c:v>14.529309180327896</c:v>
                </c:pt>
                <c:pt idx="386">
                  <c:v>14.529309180327896</c:v>
                </c:pt>
                <c:pt idx="387">
                  <c:v>14.529309180327896</c:v>
                </c:pt>
                <c:pt idx="388">
                  <c:v>14.529309180327896</c:v>
                </c:pt>
                <c:pt idx="389">
                  <c:v>14.529309180327896</c:v>
                </c:pt>
                <c:pt idx="390">
                  <c:v>14.529309180327896</c:v>
                </c:pt>
                <c:pt idx="391">
                  <c:v>14.529309180327896</c:v>
                </c:pt>
                <c:pt idx="392">
                  <c:v>14.529309180327896</c:v>
                </c:pt>
                <c:pt idx="393">
                  <c:v>14.529309180327896</c:v>
                </c:pt>
                <c:pt idx="394">
                  <c:v>14.529309180327896</c:v>
                </c:pt>
                <c:pt idx="395">
                  <c:v>14.529309180327896</c:v>
                </c:pt>
                <c:pt idx="396">
                  <c:v>14.529309180327896</c:v>
                </c:pt>
                <c:pt idx="397">
                  <c:v>14.529309180327896</c:v>
                </c:pt>
                <c:pt idx="398">
                  <c:v>14.529309180327896</c:v>
                </c:pt>
                <c:pt idx="399">
                  <c:v>14.529309180327896</c:v>
                </c:pt>
                <c:pt idx="400">
                  <c:v>14.529309180327896</c:v>
                </c:pt>
                <c:pt idx="401">
                  <c:v>14.529309180327896</c:v>
                </c:pt>
                <c:pt idx="402">
                  <c:v>14.529309180327896</c:v>
                </c:pt>
                <c:pt idx="403">
                  <c:v>14.529309180327896</c:v>
                </c:pt>
                <c:pt idx="404">
                  <c:v>14.529309180327896</c:v>
                </c:pt>
                <c:pt idx="405">
                  <c:v>14.529309180327896</c:v>
                </c:pt>
                <c:pt idx="406">
                  <c:v>14.529309180327896</c:v>
                </c:pt>
                <c:pt idx="407">
                  <c:v>14.529309180327896</c:v>
                </c:pt>
                <c:pt idx="408">
                  <c:v>14.529309180327896</c:v>
                </c:pt>
                <c:pt idx="409">
                  <c:v>14.529309180327896</c:v>
                </c:pt>
                <c:pt idx="410">
                  <c:v>14.529309180327896</c:v>
                </c:pt>
                <c:pt idx="411">
                  <c:v>14.529309180327896</c:v>
                </c:pt>
                <c:pt idx="412">
                  <c:v>14.529309180327896</c:v>
                </c:pt>
                <c:pt idx="413">
                  <c:v>14.529309180327896</c:v>
                </c:pt>
                <c:pt idx="414">
                  <c:v>14.529309180327896</c:v>
                </c:pt>
                <c:pt idx="415">
                  <c:v>14.529309180327896</c:v>
                </c:pt>
                <c:pt idx="416">
                  <c:v>14.529309180327896</c:v>
                </c:pt>
                <c:pt idx="417">
                  <c:v>14.529309180327896</c:v>
                </c:pt>
                <c:pt idx="418">
                  <c:v>14.529309180327896</c:v>
                </c:pt>
                <c:pt idx="419">
                  <c:v>14.529309180327896</c:v>
                </c:pt>
                <c:pt idx="420">
                  <c:v>14.529309180327896</c:v>
                </c:pt>
                <c:pt idx="421">
                  <c:v>14.529309180327896</c:v>
                </c:pt>
                <c:pt idx="422">
                  <c:v>14.529309180327896</c:v>
                </c:pt>
                <c:pt idx="423">
                  <c:v>14.529309180327896</c:v>
                </c:pt>
                <c:pt idx="424">
                  <c:v>14.529309180327896</c:v>
                </c:pt>
                <c:pt idx="425">
                  <c:v>14.529309180327896</c:v>
                </c:pt>
                <c:pt idx="426">
                  <c:v>14.529309180327896</c:v>
                </c:pt>
                <c:pt idx="427">
                  <c:v>14.529309180327896</c:v>
                </c:pt>
                <c:pt idx="428">
                  <c:v>14.529309180327896</c:v>
                </c:pt>
                <c:pt idx="429">
                  <c:v>14.529309180327896</c:v>
                </c:pt>
                <c:pt idx="430">
                  <c:v>14.529309180327896</c:v>
                </c:pt>
                <c:pt idx="431">
                  <c:v>14.529309180327896</c:v>
                </c:pt>
                <c:pt idx="432">
                  <c:v>14.529309180327896</c:v>
                </c:pt>
                <c:pt idx="433">
                  <c:v>14.529309180327896</c:v>
                </c:pt>
                <c:pt idx="434">
                  <c:v>14.529309180327896</c:v>
                </c:pt>
                <c:pt idx="435">
                  <c:v>14.529309180327896</c:v>
                </c:pt>
                <c:pt idx="436">
                  <c:v>14.529309180327896</c:v>
                </c:pt>
                <c:pt idx="437">
                  <c:v>14.529309180327896</c:v>
                </c:pt>
                <c:pt idx="438">
                  <c:v>14.529309180327896</c:v>
                </c:pt>
                <c:pt idx="439">
                  <c:v>14.529309180327896</c:v>
                </c:pt>
                <c:pt idx="440">
                  <c:v>14.529309180327896</c:v>
                </c:pt>
                <c:pt idx="441">
                  <c:v>14.529309180327896</c:v>
                </c:pt>
                <c:pt idx="442">
                  <c:v>14.529309180327896</c:v>
                </c:pt>
                <c:pt idx="443">
                  <c:v>14.529309180327896</c:v>
                </c:pt>
                <c:pt idx="444">
                  <c:v>14.529309180327896</c:v>
                </c:pt>
                <c:pt idx="445">
                  <c:v>14.529309180327896</c:v>
                </c:pt>
                <c:pt idx="446">
                  <c:v>14.529309180327896</c:v>
                </c:pt>
                <c:pt idx="447">
                  <c:v>14.529309180327896</c:v>
                </c:pt>
                <c:pt idx="448">
                  <c:v>14.529309180327896</c:v>
                </c:pt>
                <c:pt idx="449">
                  <c:v>14.529309180327896</c:v>
                </c:pt>
                <c:pt idx="450">
                  <c:v>14.529309180327896</c:v>
                </c:pt>
                <c:pt idx="451">
                  <c:v>14.529309180327896</c:v>
                </c:pt>
                <c:pt idx="452">
                  <c:v>14.529309180327896</c:v>
                </c:pt>
                <c:pt idx="453">
                  <c:v>14.529309180327896</c:v>
                </c:pt>
                <c:pt idx="454">
                  <c:v>14.529309180327896</c:v>
                </c:pt>
                <c:pt idx="455">
                  <c:v>14.529309180327896</c:v>
                </c:pt>
                <c:pt idx="456">
                  <c:v>14.529309180327896</c:v>
                </c:pt>
                <c:pt idx="457">
                  <c:v>14.529309180327896</c:v>
                </c:pt>
                <c:pt idx="458">
                  <c:v>14.529309180327896</c:v>
                </c:pt>
                <c:pt idx="459">
                  <c:v>14.529309180327896</c:v>
                </c:pt>
                <c:pt idx="460">
                  <c:v>14.529309180327896</c:v>
                </c:pt>
                <c:pt idx="461">
                  <c:v>14.529309180327896</c:v>
                </c:pt>
                <c:pt idx="462">
                  <c:v>14.529309180327896</c:v>
                </c:pt>
                <c:pt idx="463">
                  <c:v>14.529309180327896</c:v>
                </c:pt>
                <c:pt idx="464">
                  <c:v>14.529309180327896</c:v>
                </c:pt>
                <c:pt idx="465">
                  <c:v>14.529309180327896</c:v>
                </c:pt>
                <c:pt idx="466">
                  <c:v>14.529309180327896</c:v>
                </c:pt>
                <c:pt idx="467">
                  <c:v>14.529309180327896</c:v>
                </c:pt>
                <c:pt idx="468">
                  <c:v>14.529309180327896</c:v>
                </c:pt>
                <c:pt idx="469">
                  <c:v>14.529309180327896</c:v>
                </c:pt>
                <c:pt idx="470">
                  <c:v>14.529309180327896</c:v>
                </c:pt>
                <c:pt idx="471">
                  <c:v>14.529309180327896</c:v>
                </c:pt>
                <c:pt idx="472">
                  <c:v>14.529309180327896</c:v>
                </c:pt>
                <c:pt idx="473">
                  <c:v>14.529309180327896</c:v>
                </c:pt>
                <c:pt idx="474">
                  <c:v>14.529309180327896</c:v>
                </c:pt>
                <c:pt idx="475">
                  <c:v>14.529309180327896</c:v>
                </c:pt>
                <c:pt idx="476">
                  <c:v>14.529309180327896</c:v>
                </c:pt>
                <c:pt idx="477">
                  <c:v>14.529309180327896</c:v>
                </c:pt>
                <c:pt idx="478">
                  <c:v>14.529309180327896</c:v>
                </c:pt>
                <c:pt idx="479">
                  <c:v>14.529309180327896</c:v>
                </c:pt>
                <c:pt idx="480">
                  <c:v>14.529309180327896</c:v>
                </c:pt>
                <c:pt idx="481">
                  <c:v>14.529309180327896</c:v>
                </c:pt>
                <c:pt idx="482">
                  <c:v>14.529309180327896</c:v>
                </c:pt>
                <c:pt idx="483">
                  <c:v>14.529309180327896</c:v>
                </c:pt>
                <c:pt idx="484">
                  <c:v>14.529309180327896</c:v>
                </c:pt>
                <c:pt idx="485">
                  <c:v>14.529309180327896</c:v>
                </c:pt>
                <c:pt idx="486">
                  <c:v>14.529309180327896</c:v>
                </c:pt>
                <c:pt idx="487">
                  <c:v>14.529309180327896</c:v>
                </c:pt>
                <c:pt idx="488">
                  <c:v>14.529309180327896</c:v>
                </c:pt>
                <c:pt idx="489">
                  <c:v>14.529309180327896</c:v>
                </c:pt>
                <c:pt idx="490">
                  <c:v>14.529309180327896</c:v>
                </c:pt>
                <c:pt idx="491">
                  <c:v>14.529309180327896</c:v>
                </c:pt>
                <c:pt idx="492">
                  <c:v>14.529309180327896</c:v>
                </c:pt>
                <c:pt idx="493">
                  <c:v>14.529309180327896</c:v>
                </c:pt>
                <c:pt idx="494">
                  <c:v>14.529309180327896</c:v>
                </c:pt>
                <c:pt idx="495">
                  <c:v>14.529309180327896</c:v>
                </c:pt>
                <c:pt idx="496">
                  <c:v>14.529309180327896</c:v>
                </c:pt>
                <c:pt idx="497">
                  <c:v>14.529309180327896</c:v>
                </c:pt>
                <c:pt idx="498">
                  <c:v>14.529309180327896</c:v>
                </c:pt>
                <c:pt idx="499">
                  <c:v>14.529309180327896</c:v>
                </c:pt>
                <c:pt idx="500">
                  <c:v>14.529309180327896</c:v>
                </c:pt>
                <c:pt idx="501">
                  <c:v>14.529309180327896</c:v>
                </c:pt>
                <c:pt idx="502">
                  <c:v>14.529309180327896</c:v>
                </c:pt>
                <c:pt idx="503">
                  <c:v>14.529309180327896</c:v>
                </c:pt>
                <c:pt idx="504">
                  <c:v>14.529309180327896</c:v>
                </c:pt>
                <c:pt idx="505">
                  <c:v>14.529309180327896</c:v>
                </c:pt>
                <c:pt idx="506">
                  <c:v>14.529309180327896</c:v>
                </c:pt>
                <c:pt idx="507">
                  <c:v>14.529309180327896</c:v>
                </c:pt>
                <c:pt idx="508">
                  <c:v>14.529309180327896</c:v>
                </c:pt>
                <c:pt idx="509">
                  <c:v>14.529309180327896</c:v>
                </c:pt>
                <c:pt idx="510">
                  <c:v>14.529309180327896</c:v>
                </c:pt>
                <c:pt idx="511">
                  <c:v>14.529309180327896</c:v>
                </c:pt>
                <c:pt idx="512">
                  <c:v>14.529309180327896</c:v>
                </c:pt>
                <c:pt idx="513">
                  <c:v>14.529309180327896</c:v>
                </c:pt>
                <c:pt idx="514">
                  <c:v>14.529309180327896</c:v>
                </c:pt>
                <c:pt idx="515">
                  <c:v>14.529309180327896</c:v>
                </c:pt>
                <c:pt idx="516">
                  <c:v>14.529309180327896</c:v>
                </c:pt>
                <c:pt idx="517">
                  <c:v>14.529309180327896</c:v>
                </c:pt>
                <c:pt idx="518">
                  <c:v>14.529309180327896</c:v>
                </c:pt>
                <c:pt idx="519">
                  <c:v>14.529309180327896</c:v>
                </c:pt>
                <c:pt idx="520">
                  <c:v>14.529309180327896</c:v>
                </c:pt>
                <c:pt idx="521">
                  <c:v>14.529309180327896</c:v>
                </c:pt>
                <c:pt idx="522">
                  <c:v>14.529309180327896</c:v>
                </c:pt>
                <c:pt idx="523">
                  <c:v>14.529309180327896</c:v>
                </c:pt>
                <c:pt idx="524">
                  <c:v>14.529309180327896</c:v>
                </c:pt>
                <c:pt idx="525">
                  <c:v>14.529309180327896</c:v>
                </c:pt>
                <c:pt idx="526">
                  <c:v>14.529309180327896</c:v>
                </c:pt>
                <c:pt idx="527">
                  <c:v>14.529309180327896</c:v>
                </c:pt>
                <c:pt idx="528">
                  <c:v>14.529309180327896</c:v>
                </c:pt>
                <c:pt idx="529">
                  <c:v>14.529309180327896</c:v>
                </c:pt>
                <c:pt idx="530">
                  <c:v>14.529309180327896</c:v>
                </c:pt>
                <c:pt idx="531">
                  <c:v>14.529309180327896</c:v>
                </c:pt>
                <c:pt idx="532">
                  <c:v>14.529309180327896</c:v>
                </c:pt>
                <c:pt idx="533">
                  <c:v>14.529309180327896</c:v>
                </c:pt>
                <c:pt idx="534">
                  <c:v>14.529309180327896</c:v>
                </c:pt>
                <c:pt idx="535">
                  <c:v>14.529309180327896</c:v>
                </c:pt>
                <c:pt idx="536">
                  <c:v>14.529309180327896</c:v>
                </c:pt>
                <c:pt idx="537">
                  <c:v>14.529309180327896</c:v>
                </c:pt>
                <c:pt idx="538">
                  <c:v>14.529309180327896</c:v>
                </c:pt>
                <c:pt idx="539">
                  <c:v>14.529309180327896</c:v>
                </c:pt>
                <c:pt idx="540">
                  <c:v>14.529309180327896</c:v>
                </c:pt>
                <c:pt idx="541">
                  <c:v>14.529309180327896</c:v>
                </c:pt>
                <c:pt idx="542">
                  <c:v>14.529309180327896</c:v>
                </c:pt>
                <c:pt idx="543">
                  <c:v>14.529309180327896</c:v>
                </c:pt>
                <c:pt idx="544">
                  <c:v>14.529309180327896</c:v>
                </c:pt>
                <c:pt idx="545">
                  <c:v>14.529309180327896</c:v>
                </c:pt>
                <c:pt idx="546">
                  <c:v>14.529309180327896</c:v>
                </c:pt>
                <c:pt idx="547">
                  <c:v>14.529309180327896</c:v>
                </c:pt>
                <c:pt idx="548">
                  <c:v>14.529309180327896</c:v>
                </c:pt>
                <c:pt idx="549">
                  <c:v>14.529309180327896</c:v>
                </c:pt>
                <c:pt idx="550">
                  <c:v>14.529309180327896</c:v>
                </c:pt>
                <c:pt idx="551">
                  <c:v>14.529309180327896</c:v>
                </c:pt>
                <c:pt idx="552">
                  <c:v>14.529309180327896</c:v>
                </c:pt>
                <c:pt idx="553">
                  <c:v>14.529309180327896</c:v>
                </c:pt>
                <c:pt idx="554">
                  <c:v>14.529309180327896</c:v>
                </c:pt>
                <c:pt idx="555">
                  <c:v>14.529309180327896</c:v>
                </c:pt>
                <c:pt idx="556">
                  <c:v>14.529309180327896</c:v>
                </c:pt>
                <c:pt idx="557">
                  <c:v>14.529309180327896</c:v>
                </c:pt>
                <c:pt idx="558">
                  <c:v>14.529309180327896</c:v>
                </c:pt>
                <c:pt idx="559">
                  <c:v>14.529309180327896</c:v>
                </c:pt>
                <c:pt idx="560">
                  <c:v>14.529309180327896</c:v>
                </c:pt>
                <c:pt idx="561">
                  <c:v>14.529309180327896</c:v>
                </c:pt>
                <c:pt idx="562">
                  <c:v>14.529309180327896</c:v>
                </c:pt>
                <c:pt idx="563">
                  <c:v>14.529309180327896</c:v>
                </c:pt>
                <c:pt idx="564">
                  <c:v>14.529309180327896</c:v>
                </c:pt>
                <c:pt idx="565">
                  <c:v>14.529309180327896</c:v>
                </c:pt>
                <c:pt idx="566">
                  <c:v>14.529309180327896</c:v>
                </c:pt>
                <c:pt idx="567">
                  <c:v>14.529309180327896</c:v>
                </c:pt>
                <c:pt idx="568">
                  <c:v>14.529309180327896</c:v>
                </c:pt>
                <c:pt idx="569">
                  <c:v>14.529309180327896</c:v>
                </c:pt>
                <c:pt idx="570">
                  <c:v>14.529309180327896</c:v>
                </c:pt>
                <c:pt idx="571">
                  <c:v>14.529309180327896</c:v>
                </c:pt>
                <c:pt idx="572">
                  <c:v>14.529309180327896</c:v>
                </c:pt>
                <c:pt idx="573">
                  <c:v>14.529309180327896</c:v>
                </c:pt>
                <c:pt idx="574">
                  <c:v>14.529309180327896</c:v>
                </c:pt>
                <c:pt idx="575">
                  <c:v>14.529309180327896</c:v>
                </c:pt>
                <c:pt idx="576">
                  <c:v>14.529309180327896</c:v>
                </c:pt>
                <c:pt idx="577">
                  <c:v>14.529309180327896</c:v>
                </c:pt>
                <c:pt idx="578">
                  <c:v>14.529309180327896</c:v>
                </c:pt>
                <c:pt idx="579">
                  <c:v>14.529309180327896</c:v>
                </c:pt>
                <c:pt idx="580">
                  <c:v>14.529309180327896</c:v>
                </c:pt>
                <c:pt idx="581">
                  <c:v>14.529309180327896</c:v>
                </c:pt>
                <c:pt idx="582">
                  <c:v>14.529309180327896</c:v>
                </c:pt>
                <c:pt idx="583">
                  <c:v>14.529309180327896</c:v>
                </c:pt>
                <c:pt idx="584">
                  <c:v>14.529309180327896</c:v>
                </c:pt>
                <c:pt idx="585">
                  <c:v>14.529309180327896</c:v>
                </c:pt>
                <c:pt idx="586">
                  <c:v>14.529309180327896</c:v>
                </c:pt>
                <c:pt idx="587">
                  <c:v>14.529309180327896</c:v>
                </c:pt>
                <c:pt idx="588">
                  <c:v>14.529309180327896</c:v>
                </c:pt>
                <c:pt idx="589">
                  <c:v>14.529309180327896</c:v>
                </c:pt>
                <c:pt idx="590">
                  <c:v>14.529309180327896</c:v>
                </c:pt>
                <c:pt idx="591">
                  <c:v>14.529309180327896</c:v>
                </c:pt>
                <c:pt idx="592">
                  <c:v>14.529309180327896</c:v>
                </c:pt>
                <c:pt idx="593">
                  <c:v>14.529309180327896</c:v>
                </c:pt>
                <c:pt idx="594">
                  <c:v>14.529309180327896</c:v>
                </c:pt>
                <c:pt idx="595">
                  <c:v>14.529309180327896</c:v>
                </c:pt>
                <c:pt idx="596">
                  <c:v>14.529309180327896</c:v>
                </c:pt>
                <c:pt idx="597">
                  <c:v>14.529309180327896</c:v>
                </c:pt>
                <c:pt idx="598">
                  <c:v>14.529309180327896</c:v>
                </c:pt>
                <c:pt idx="599">
                  <c:v>14.529309180327896</c:v>
                </c:pt>
                <c:pt idx="600">
                  <c:v>14.529309180327896</c:v>
                </c:pt>
                <c:pt idx="601">
                  <c:v>14.529309180327896</c:v>
                </c:pt>
                <c:pt idx="602">
                  <c:v>14.529309180327896</c:v>
                </c:pt>
                <c:pt idx="603">
                  <c:v>14.529309180327896</c:v>
                </c:pt>
                <c:pt idx="604">
                  <c:v>14.529309180327896</c:v>
                </c:pt>
                <c:pt idx="605">
                  <c:v>14.529309180327896</c:v>
                </c:pt>
                <c:pt idx="606">
                  <c:v>14.529309180327896</c:v>
                </c:pt>
                <c:pt idx="607">
                  <c:v>14.529309180327896</c:v>
                </c:pt>
                <c:pt idx="608">
                  <c:v>14.529309180327896</c:v>
                </c:pt>
                <c:pt idx="609">
                  <c:v>14.529309180327896</c:v>
                </c:pt>
                <c:pt idx="610">
                  <c:v>14.529309180327896</c:v>
                </c:pt>
                <c:pt idx="611">
                  <c:v>14.529309180327896</c:v>
                </c:pt>
                <c:pt idx="612">
                  <c:v>14.529309180327896</c:v>
                </c:pt>
                <c:pt idx="613">
                  <c:v>14.529309180327896</c:v>
                </c:pt>
                <c:pt idx="614">
                  <c:v>14.529309180327896</c:v>
                </c:pt>
                <c:pt idx="615">
                  <c:v>14.529309180327896</c:v>
                </c:pt>
                <c:pt idx="616">
                  <c:v>14.529309180327896</c:v>
                </c:pt>
                <c:pt idx="617">
                  <c:v>14.529309180327896</c:v>
                </c:pt>
                <c:pt idx="618">
                  <c:v>14.529309180327896</c:v>
                </c:pt>
                <c:pt idx="619">
                  <c:v>14.529309180327896</c:v>
                </c:pt>
                <c:pt idx="620">
                  <c:v>14.529309180327896</c:v>
                </c:pt>
                <c:pt idx="621">
                  <c:v>14.529309180327896</c:v>
                </c:pt>
                <c:pt idx="622">
                  <c:v>14.529309180327896</c:v>
                </c:pt>
                <c:pt idx="623">
                  <c:v>14.529309180327896</c:v>
                </c:pt>
                <c:pt idx="624">
                  <c:v>14.529309180327896</c:v>
                </c:pt>
                <c:pt idx="625">
                  <c:v>14.529309180327896</c:v>
                </c:pt>
                <c:pt idx="626">
                  <c:v>14.529309180327896</c:v>
                </c:pt>
                <c:pt idx="627">
                  <c:v>14.529309180327896</c:v>
                </c:pt>
                <c:pt idx="628">
                  <c:v>14.529309180327896</c:v>
                </c:pt>
                <c:pt idx="629">
                  <c:v>14.529309180327896</c:v>
                </c:pt>
                <c:pt idx="630">
                  <c:v>14.529309180327896</c:v>
                </c:pt>
                <c:pt idx="631">
                  <c:v>14.529309180327896</c:v>
                </c:pt>
                <c:pt idx="632">
                  <c:v>14.529309180327896</c:v>
                </c:pt>
                <c:pt idx="633">
                  <c:v>14.529309180327896</c:v>
                </c:pt>
                <c:pt idx="634">
                  <c:v>14.529309180327896</c:v>
                </c:pt>
                <c:pt idx="635">
                  <c:v>14.529309180327896</c:v>
                </c:pt>
                <c:pt idx="636">
                  <c:v>14.529309180327896</c:v>
                </c:pt>
                <c:pt idx="637">
                  <c:v>14.529309180327896</c:v>
                </c:pt>
                <c:pt idx="638">
                  <c:v>14.529309180327896</c:v>
                </c:pt>
                <c:pt idx="639">
                  <c:v>14.529309180327896</c:v>
                </c:pt>
                <c:pt idx="640">
                  <c:v>14.529309180327896</c:v>
                </c:pt>
                <c:pt idx="641">
                  <c:v>14.529309180327896</c:v>
                </c:pt>
                <c:pt idx="642">
                  <c:v>14.529309180327896</c:v>
                </c:pt>
                <c:pt idx="643">
                  <c:v>14.529309180327896</c:v>
                </c:pt>
                <c:pt idx="644">
                  <c:v>14.529309180327896</c:v>
                </c:pt>
                <c:pt idx="645">
                  <c:v>14.529309180327896</c:v>
                </c:pt>
                <c:pt idx="646">
                  <c:v>14.529309180327896</c:v>
                </c:pt>
                <c:pt idx="647">
                  <c:v>14.529309180327896</c:v>
                </c:pt>
                <c:pt idx="648">
                  <c:v>14.529309180327896</c:v>
                </c:pt>
                <c:pt idx="649">
                  <c:v>14.529309180327896</c:v>
                </c:pt>
                <c:pt idx="650">
                  <c:v>14.529309180327896</c:v>
                </c:pt>
                <c:pt idx="651">
                  <c:v>14.529309180327896</c:v>
                </c:pt>
                <c:pt idx="652">
                  <c:v>14.529309180327896</c:v>
                </c:pt>
                <c:pt idx="653">
                  <c:v>14.529309180327896</c:v>
                </c:pt>
                <c:pt idx="654">
                  <c:v>14.529309180327896</c:v>
                </c:pt>
                <c:pt idx="655">
                  <c:v>14.529309180327896</c:v>
                </c:pt>
                <c:pt idx="656">
                  <c:v>14.529309180327896</c:v>
                </c:pt>
                <c:pt idx="657">
                  <c:v>14.529309180327896</c:v>
                </c:pt>
                <c:pt idx="658">
                  <c:v>14.529309180327896</c:v>
                </c:pt>
                <c:pt idx="659">
                  <c:v>14.529309180327896</c:v>
                </c:pt>
                <c:pt idx="660">
                  <c:v>14.529309180327896</c:v>
                </c:pt>
                <c:pt idx="661">
                  <c:v>14.529309180327896</c:v>
                </c:pt>
                <c:pt idx="662">
                  <c:v>14.529309180327896</c:v>
                </c:pt>
                <c:pt idx="663">
                  <c:v>14.529309180327896</c:v>
                </c:pt>
                <c:pt idx="664">
                  <c:v>14.529309180327896</c:v>
                </c:pt>
                <c:pt idx="665">
                  <c:v>14.529309180327896</c:v>
                </c:pt>
                <c:pt idx="666">
                  <c:v>14.529309180327896</c:v>
                </c:pt>
                <c:pt idx="667">
                  <c:v>14.529309180327896</c:v>
                </c:pt>
                <c:pt idx="668">
                  <c:v>14.529309180327896</c:v>
                </c:pt>
                <c:pt idx="669">
                  <c:v>14.529309180327896</c:v>
                </c:pt>
                <c:pt idx="670">
                  <c:v>14.529309180327896</c:v>
                </c:pt>
                <c:pt idx="671">
                  <c:v>14.529309180327896</c:v>
                </c:pt>
                <c:pt idx="672">
                  <c:v>14.529309180327896</c:v>
                </c:pt>
                <c:pt idx="673">
                  <c:v>14.529309180327896</c:v>
                </c:pt>
                <c:pt idx="674">
                  <c:v>14.529309180327896</c:v>
                </c:pt>
                <c:pt idx="675">
                  <c:v>14.529309180327896</c:v>
                </c:pt>
                <c:pt idx="676">
                  <c:v>14.529309180327896</c:v>
                </c:pt>
                <c:pt idx="677">
                  <c:v>14.529309180327896</c:v>
                </c:pt>
                <c:pt idx="678">
                  <c:v>14.529309180327896</c:v>
                </c:pt>
                <c:pt idx="679">
                  <c:v>14.529309180327896</c:v>
                </c:pt>
                <c:pt idx="680">
                  <c:v>14.529309180327896</c:v>
                </c:pt>
                <c:pt idx="681">
                  <c:v>14.529309180327896</c:v>
                </c:pt>
                <c:pt idx="682">
                  <c:v>14.529309180327896</c:v>
                </c:pt>
                <c:pt idx="683">
                  <c:v>14.529309180327896</c:v>
                </c:pt>
                <c:pt idx="684">
                  <c:v>14.529309180327896</c:v>
                </c:pt>
                <c:pt idx="685">
                  <c:v>14.529309180327896</c:v>
                </c:pt>
                <c:pt idx="686">
                  <c:v>14.529309180327896</c:v>
                </c:pt>
                <c:pt idx="687">
                  <c:v>14.529309180327896</c:v>
                </c:pt>
                <c:pt idx="688">
                  <c:v>14.529309180327896</c:v>
                </c:pt>
                <c:pt idx="689">
                  <c:v>14.529309180327896</c:v>
                </c:pt>
                <c:pt idx="690">
                  <c:v>14.529309180327896</c:v>
                </c:pt>
                <c:pt idx="691">
                  <c:v>14.529309180327896</c:v>
                </c:pt>
                <c:pt idx="692">
                  <c:v>14.529309180327896</c:v>
                </c:pt>
                <c:pt idx="693">
                  <c:v>14.529309180327896</c:v>
                </c:pt>
                <c:pt idx="694">
                  <c:v>14.529309180327896</c:v>
                </c:pt>
                <c:pt idx="695">
                  <c:v>14.529309180327896</c:v>
                </c:pt>
                <c:pt idx="696">
                  <c:v>14.529309180327896</c:v>
                </c:pt>
                <c:pt idx="697">
                  <c:v>14.529309180327896</c:v>
                </c:pt>
                <c:pt idx="698">
                  <c:v>14.529309180327896</c:v>
                </c:pt>
                <c:pt idx="699">
                  <c:v>14.529309180327896</c:v>
                </c:pt>
                <c:pt idx="700">
                  <c:v>14.529309180327896</c:v>
                </c:pt>
                <c:pt idx="701">
                  <c:v>14.529309180327896</c:v>
                </c:pt>
                <c:pt idx="702">
                  <c:v>14.529309180327896</c:v>
                </c:pt>
                <c:pt idx="703">
                  <c:v>14.529309180327896</c:v>
                </c:pt>
                <c:pt idx="704">
                  <c:v>14.529309180327896</c:v>
                </c:pt>
                <c:pt idx="705">
                  <c:v>14.529309180327896</c:v>
                </c:pt>
                <c:pt idx="706">
                  <c:v>14.529309180327896</c:v>
                </c:pt>
                <c:pt idx="707">
                  <c:v>14.529309180327896</c:v>
                </c:pt>
                <c:pt idx="708">
                  <c:v>14.529309180327896</c:v>
                </c:pt>
                <c:pt idx="709">
                  <c:v>14.529309180327896</c:v>
                </c:pt>
                <c:pt idx="710">
                  <c:v>14.529309180327896</c:v>
                </c:pt>
                <c:pt idx="711">
                  <c:v>14.529309180327896</c:v>
                </c:pt>
                <c:pt idx="712">
                  <c:v>14.529309180327896</c:v>
                </c:pt>
                <c:pt idx="713">
                  <c:v>14.529309180327896</c:v>
                </c:pt>
                <c:pt idx="714">
                  <c:v>14.529309180327896</c:v>
                </c:pt>
                <c:pt idx="715">
                  <c:v>14.529309180327896</c:v>
                </c:pt>
                <c:pt idx="716">
                  <c:v>14.529309180327896</c:v>
                </c:pt>
                <c:pt idx="717">
                  <c:v>14.529309180327896</c:v>
                </c:pt>
                <c:pt idx="718">
                  <c:v>14.529309180327896</c:v>
                </c:pt>
                <c:pt idx="719">
                  <c:v>14.529309180327896</c:v>
                </c:pt>
                <c:pt idx="720">
                  <c:v>14.529309180327896</c:v>
                </c:pt>
                <c:pt idx="721">
                  <c:v>14.529309180327896</c:v>
                </c:pt>
                <c:pt idx="722">
                  <c:v>14.529309180327896</c:v>
                </c:pt>
                <c:pt idx="723">
                  <c:v>14.529309180327896</c:v>
                </c:pt>
                <c:pt idx="724">
                  <c:v>14.529309180327896</c:v>
                </c:pt>
                <c:pt idx="725">
                  <c:v>14.529309180327896</c:v>
                </c:pt>
                <c:pt idx="726">
                  <c:v>14.529309180327896</c:v>
                </c:pt>
                <c:pt idx="727">
                  <c:v>14.529309180327896</c:v>
                </c:pt>
                <c:pt idx="728">
                  <c:v>14.529309180327896</c:v>
                </c:pt>
                <c:pt idx="729">
                  <c:v>14.529309180327896</c:v>
                </c:pt>
                <c:pt idx="730">
                  <c:v>14.529309180327896</c:v>
                </c:pt>
                <c:pt idx="731">
                  <c:v>14.529309180327896</c:v>
                </c:pt>
                <c:pt idx="732">
                  <c:v>14.529309180327896</c:v>
                </c:pt>
                <c:pt idx="733">
                  <c:v>14.529309180327896</c:v>
                </c:pt>
                <c:pt idx="734">
                  <c:v>14.529309180327896</c:v>
                </c:pt>
                <c:pt idx="735">
                  <c:v>14.529309180327896</c:v>
                </c:pt>
                <c:pt idx="736">
                  <c:v>14.529309180327896</c:v>
                </c:pt>
                <c:pt idx="737">
                  <c:v>14.529309180327896</c:v>
                </c:pt>
                <c:pt idx="738">
                  <c:v>14.529309180327896</c:v>
                </c:pt>
                <c:pt idx="739">
                  <c:v>14.529309180327896</c:v>
                </c:pt>
                <c:pt idx="740">
                  <c:v>14.529309180327896</c:v>
                </c:pt>
                <c:pt idx="741">
                  <c:v>14.529309180327896</c:v>
                </c:pt>
                <c:pt idx="742">
                  <c:v>14.529309180327896</c:v>
                </c:pt>
                <c:pt idx="743">
                  <c:v>14.529309180327896</c:v>
                </c:pt>
                <c:pt idx="744">
                  <c:v>14.529309180327896</c:v>
                </c:pt>
                <c:pt idx="745">
                  <c:v>14.529309180327896</c:v>
                </c:pt>
                <c:pt idx="746">
                  <c:v>14.529309180327896</c:v>
                </c:pt>
                <c:pt idx="747">
                  <c:v>14.529309180327896</c:v>
                </c:pt>
                <c:pt idx="748">
                  <c:v>14.529309180327896</c:v>
                </c:pt>
                <c:pt idx="749">
                  <c:v>14.529309180327896</c:v>
                </c:pt>
                <c:pt idx="750">
                  <c:v>14.529309180327896</c:v>
                </c:pt>
                <c:pt idx="751">
                  <c:v>14.529309180327896</c:v>
                </c:pt>
                <c:pt idx="752">
                  <c:v>14.529309180327896</c:v>
                </c:pt>
                <c:pt idx="753">
                  <c:v>14.529309180327896</c:v>
                </c:pt>
                <c:pt idx="754">
                  <c:v>14.529309180327896</c:v>
                </c:pt>
                <c:pt idx="755">
                  <c:v>14.529309180327896</c:v>
                </c:pt>
                <c:pt idx="756">
                  <c:v>14.529309180327896</c:v>
                </c:pt>
                <c:pt idx="757">
                  <c:v>14.529309180327896</c:v>
                </c:pt>
                <c:pt idx="758">
                  <c:v>14.529309180327896</c:v>
                </c:pt>
                <c:pt idx="759">
                  <c:v>14.529309180327896</c:v>
                </c:pt>
                <c:pt idx="760">
                  <c:v>14.529309180327896</c:v>
                </c:pt>
                <c:pt idx="761">
                  <c:v>14.529309180327896</c:v>
                </c:pt>
                <c:pt idx="762">
                  <c:v>14.529309180327896</c:v>
                </c:pt>
                <c:pt idx="763">
                  <c:v>14.529309180327896</c:v>
                </c:pt>
                <c:pt idx="764">
                  <c:v>14.529309180327896</c:v>
                </c:pt>
                <c:pt idx="765">
                  <c:v>14.529309180327896</c:v>
                </c:pt>
                <c:pt idx="766">
                  <c:v>14.529309180327896</c:v>
                </c:pt>
                <c:pt idx="767">
                  <c:v>14.529309180327896</c:v>
                </c:pt>
                <c:pt idx="768">
                  <c:v>14.529309180327896</c:v>
                </c:pt>
                <c:pt idx="769">
                  <c:v>14.529309180327896</c:v>
                </c:pt>
                <c:pt idx="770">
                  <c:v>14.529309180327896</c:v>
                </c:pt>
                <c:pt idx="771">
                  <c:v>14.529309180327896</c:v>
                </c:pt>
                <c:pt idx="772">
                  <c:v>14.529309180327896</c:v>
                </c:pt>
                <c:pt idx="773">
                  <c:v>14.529309180327896</c:v>
                </c:pt>
                <c:pt idx="774">
                  <c:v>14.529309180327896</c:v>
                </c:pt>
                <c:pt idx="775">
                  <c:v>14.529309180327896</c:v>
                </c:pt>
                <c:pt idx="776">
                  <c:v>14.529309180327896</c:v>
                </c:pt>
                <c:pt idx="777">
                  <c:v>14.529309180327896</c:v>
                </c:pt>
                <c:pt idx="778">
                  <c:v>14.529309180327896</c:v>
                </c:pt>
                <c:pt idx="779">
                  <c:v>14.529309180327896</c:v>
                </c:pt>
                <c:pt idx="780">
                  <c:v>14.529309180327896</c:v>
                </c:pt>
                <c:pt idx="781">
                  <c:v>14.529309180327896</c:v>
                </c:pt>
                <c:pt idx="782">
                  <c:v>14.529309180327896</c:v>
                </c:pt>
                <c:pt idx="783">
                  <c:v>14.529309180327896</c:v>
                </c:pt>
                <c:pt idx="784">
                  <c:v>14.529309180327896</c:v>
                </c:pt>
                <c:pt idx="785">
                  <c:v>14.529309180327896</c:v>
                </c:pt>
                <c:pt idx="786">
                  <c:v>14.529309180327896</c:v>
                </c:pt>
                <c:pt idx="787">
                  <c:v>14.529309180327896</c:v>
                </c:pt>
                <c:pt idx="788">
                  <c:v>14.529309180327896</c:v>
                </c:pt>
                <c:pt idx="789">
                  <c:v>14.529309180327896</c:v>
                </c:pt>
                <c:pt idx="790">
                  <c:v>14.529309180327896</c:v>
                </c:pt>
                <c:pt idx="791">
                  <c:v>14.529309180327896</c:v>
                </c:pt>
                <c:pt idx="792">
                  <c:v>14.529309180327896</c:v>
                </c:pt>
                <c:pt idx="793">
                  <c:v>14.529309180327896</c:v>
                </c:pt>
                <c:pt idx="794">
                  <c:v>14.529309180327896</c:v>
                </c:pt>
                <c:pt idx="795">
                  <c:v>14.529309180327896</c:v>
                </c:pt>
                <c:pt idx="796">
                  <c:v>14.529309180327896</c:v>
                </c:pt>
                <c:pt idx="797">
                  <c:v>14.529309180327896</c:v>
                </c:pt>
                <c:pt idx="798">
                  <c:v>14.529309180327896</c:v>
                </c:pt>
                <c:pt idx="799">
                  <c:v>14.529309180327896</c:v>
                </c:pt>
                <c:pt idx="800">
                  <c:v>14.529309180327896</c:v>
                </c:pt>
                <c:pt idx="801">
                  <c:v>14.529309180327896</c:v>
                </c:pt>
                <c:pt idx="802">
                  <c:v>14.529309180327896</c:v>
                </c:pt>
                <c:pt idx="803">
                  <c:v>14.529309180327896</c:v>
                </c:pt>
                <c:pt idx="804">
                  <c:v>14.529309180327896</c:v>
                </c:pt>
                <c:pt idx="805">
                  <c:v>14.529309180327896</c:v>
                </c:pt>
                <c:pt idx="806">
                  <c:v>14.529309180327896</c:v>
                </c:pt>
                <c:pt idx="807">
                  <c:v>14.529309180327896</c:v>
                </c:pt>
                <c:pt idx="808">
                  <c:v>14.529309180327896</c:v>
                </c:pt>
                <c:pt idx="809">
                  <c:v>14.529309180327896</c:v>
                </c:pt>
                <c:pt idx="810">
                  <c:v>14.529309180327896</c:v>
                </c:pt>
                <c:pt idx="811">
                  <c:v>14.529309180327896</c:v>
                </c:pt>
                <c:pt idx="812">
                  <c:v>14.529309180327896</c:v>
                </c:pt>
                <c:pt idx="813">
                  <c:v>14.529309180327896</c:v>
                </c:pt>
                <c:pt idx="814">
                  <c:v>14.529309180327896</c:v>
                </c:pt>
                <c:pt idx="815">
                  <c:v>14.529309180327896</c:v>
                </c:pt>
                <c:pt idx="816">
                  <c:v>14.529309180327896</c:v>
                </c:pt>
                <c:pt idx="817">
                  <c:v>14.529309180327896</c:v>
                </c:pt>
                <c:pt idx="818">
                  <c:v>14.529309180327896</c:v>
                </c:pt>
                <c:pt idx="819">
                  <c:v>14.529309180327896</c:v>
                </c:pt>
                <c:pt idx="820">
                  <c:v>14.529309180327896</c:v>
                </c:pt>
                <c:pt idx="821">
                  <c:v>14.529309180327896</c:v>
                </c:pt>
                <c:pt idx="822">
                  <c:v>14.529309180327896</c:v>
                </c:pt>
                <c:pt idx="823">
                  <c:v>14.529309180327896</c:v>
                </c:pt>
                <c:pt idx="824">
                  <c:v>14.529309180327896</c:v>
                </c:pt>
                <c:pt idx="825">
                  <c:v>14.529309180327896</c:v>
                </c:pt>
                <c:pt idx="826">
                  <c:v>14.529309180327896</c:v>
                </c:pt>
                <c:pt idx="827">
                  <c:v>14.529309180327896</c:v>
                </c:pt>
                <c:pt idx="828">
                  <c:v>14.529309180327896</c:v>
                </c:pt>
                <c:pt idx="829">
                  <c:v>14.529309180327896</c:v>
                </c:pt>
                <c:pt idx="830">
                  <c:v>14.529309180327896</c:v>
                </c:pt>
                <c:pt idx="831">
                  <c:v>14.529309180327896</c:v>
                </c:pt>
                <c:pt idx="832">
                  <c:v>14.529309180327896</c:v>
                </c:pt>
                <c:pt idx="833">
                  <c:v>14.529309180327896</c:v>
                </c:pt>
                <c:pt idx="834">
                  <c:v>14.529309180327896</c:v>
                </c:pt>
                <c:pt idx="835">
                  <c:v>14.529309180327896</c:v>
                </c:pt>
                <c:pt idx="836">
                  <c:v>14.529309180327896</c:v>
                </c:pt>
                <c:pt idx="837">
                  <c:v>14.529309180327896</c:v>
                </c:pt>
                <c:pt idx="838">
                  <c:v>14.529309180327896</c:v>
                </c:pt>
                <c:pt idx="839">
                  <c:v>14.529309180327896</c:v>
                </c:pt>
                <c:pt idx="840">
                  <c:v>14.529309180327896</c:v>
                </c:pt>
                <c:pt idx="841">
                  <c:v>14.529309180327896</c:v>
                </c:pt>
                <c:pt idx="842">
                  <c:v>14.529309180327896</c:v>
                </c:pt>
                <c:pt idx="843">
                  <c:v>14.529309180327896</c:v>
                </c:pt>
                <c:pt idx="844">
                  <c:v>14.529309180327896</c:v>
                </c:pt>
                <c:pt idx="845">
                  <c:v>14.529309180327896</c:v>
                </c:pt>
                <c:pt idx="846">
                  <c:v>14.529309180327896</c:v>
                </c:pt>
                <c:pt idx="847">
                  <c:v>14.529309180327896</c:v>
                </c:pt>
                <c:pt idx="848">
                  <c:v>14.529309180327896</c:v>
                </c:pt>
                <c:pt idx="849">
                  <c:v>14.529309180327896</c:v>
                </c:pt>
                <c:pt idx="850">
                  <c:v>14.529309180327896</c:v>
                </c:pt>
                <c:pt idx="851">
                  <c:v>14.529309180327896</c:v>
                </c:pt>
                <c:pt idx="852">
                  <c:v>14.529309180327896</c:v>
                </c:pt>
                <c:pt idx="853">
                  <c:v>14.529309180327896</c:v>
                </c:pt>
                <c:pt idx="854">
                  <c:v>14.529309180327896</c:v>
                </c:pt>
                <c:pt idx="855">
                  <c:v>14.529309180327896</c:v>
                </c:pt>
                <c:pt idx="856">
                  <c:v>14.529309180327896</c:v>
                </c:pt>
                <c:pt idx="857">
                  <c:v>14.529309180327896</c:v>
                </c:pt>
                <c:pt idx="858">
                  <c:v>14.529309180327896</c:v>
                </c:pt>
                <c:pt idx="859">
                  <c:v>14.529309180327896</c:v>
                </c:pt>
                <c:pt idx="860">
                  <c:v>14.529309180327896</c:v>
                </c:pt>
                <c:pt idx="861">
                  <c:v>14.529309180327896</c:v>
                </c:pt>
                <c:pt idx="862">
                  <c:v>14.529309180327896</c:v>
                </c:pt>
                <c:pt idx="863">
                  <c:v>14.529309180327896</c:v>
                </c:pt>
                <c:pt idx="864">
                  <c:v>14.529309180327896</c:v>
                </c:pt>
                <c:pt idx="865">
                  <c:v>14.529309180327896</c:v>
                </c:pt>
                <c:pt idx="866">
                  <c:v>14.529309180327896</c:v>
                </c:pt>
                <c:pt idx="867">
                  <c:v>14.529309180327896</c:v>
                </c:pt>
                <c:pt idx="868">
                  <c:v>14.529309180327896</c:v>
                </c:pt>
                <c:pt idx="869">
                  <c:v>14.529309180327896</c:v>
                </c:pt>
                <c:pt idx="870">
                  <c:v>14.529309180327896</c:v>
                </c:pt>
                <c:pt idx="871">
                  <c:v>14.529309180327896</c:v>
                </c:pt>
                <c:pt idx="872">
                  <c:v>14.529309180327896</c:v>
                </c:pt>
                <c:pt idx="873">
                  <c:v>14.529309180327896</c:v>
                </c:pt>
                <c:pt idx="874">
                  <c:v>14.529309180327896</c:v>
                </c:pt>
                <c:pt idx="875">
                  <c:v>14.529309180327896</c:v>
                </c:pt>
                <c:pt idx="876">
                  <c:v>14.529309180327896</c:v>
                </c:pt>
                <c:pt idx="877">
                  <c:v>14.529309180327896</c:v>
                </c:pt>
                <c:pt idx="878">
                  <c:v>14.529309180327896</c:v>
                </c:pt>
                <c:pt idx="879">
                  <c:v>14.529309180327896</c:v>
                </c:pt>
                <c:pt idx="880">
                  <c:v>14.529309180327896</c:v>
                </c:pt>
                <c:pt idx="881">
                  <c:v>14.529309180327896</c:v>
                </c:pt>
                <c:pt idx="882">
                  <c:v>14.529309180327896</c:v>
                </c:pt>
                <c:pt idx="883">
                  <c:v>14.529309180327896</c:v>
                </c:pt>
                <c:pt idx="884">
                  <c:v>14.529309180327896</c:v>
                </c:pt>
                <c:pt idx="885">
                  <c:v>14.529309180327896</c:v>
                </c:pt>
                <c:pt idx="886">
                  <c:v>14.529309180327896</c:v>
                </c:pt>
                <c:pt idx="887">
                  <c:v>14.529309180327896</c:v>
                </c:pt>
                <c:pt idx="888">
                  <c:v>14.529309180327896</c:v>
                </c:pt>
                <c:pt idx="889">
                  <c:v>14.529309180327896</c:v>
                </c:pt>
                <c:pt idx="890">
                  <c:v>14.529309180327896</c:v>
                </c:pt>
                <c:pt idx="891">
                  <c:v>14.529309180327896</c:v>
                </c:pt>
                <c:pt idx="892">
                  <c:v>14.529309180327896</c:v>
                </c:pt>
                <c:pt idx="893">
                  <c:v>14.529309180327896</c:v>
                </c:pt>
                <c:pt idx="894">
                  <c:v>14.529309180327896</c:v>
                </c:pt>
                <c:pt idx="895">
                  <c:v>14.529309180327896</c:v>
                </c:pt>
                <c:pt idx="896">
                  <c:v>14.529309180327896</c:v>
                </c:pt>
                <c:pt idx="897">
                  <c:v>14.529309180327896</c:v>
                </c:pt>
                <c:pt idx="898">
                  <c:v>14.529309180327896</c:v>
                </c:pt>
                <c:pt idx="899">
                  <c:v>14.529309180327896</c:v>
                </c:pt>
                <c:pt idx="900">
                  <c:v>14.529309180327896</c:v>
                </c:pt>
                <c:pt idx="901">
                  <c:v>14.529309180327896</c:v>
                </c:pt>
                <c:pt idx="902">
                  <c:v>14.529309180327896</c:v>
                </c:pt>
                <c:pt idx="903">
                  <c:v>14.529309180327896</c:v>
                </c:pt>
                <c:pt idx="904">
                  <c:v>14.529309180327896</c:v>
                </c:pt>
                <c:pt idx="905">
                  <c:v>14.529309180327896</c:v>
                </c:pt>
                <c:pt idx="906">
                  <c:v>14.529309180327896</c:v>
                </c:pt>
                <c:pt idx="907">
                  <c:v>14.529309180327896</c:v>
                </c:pt>
                <c:pt idx="908">
                  <c:v>14.529309180327896</c:v>
                </c:pt>
                <c:pt idx="909">
                  <c:v>14.529309180327896</c:v>
                </c:pt>
                <c:pt idx="910">
                  <c:v>14.529309180327896</c:v>
                </c:pt>
                <c:pt idx="911">
                  <c:v>14.529309180327896</c:v>
                </c:pt>
                <c:pt idx="912">
                  <c:v>14.529309180327896</c:v>
                </c:pt>
                <c:pt idx="913">
                  <c:v>14.529309180327896</c:v>
                </c:pt>
                <c:pt idx="914">
                  <c:v>14.529309180327896</c:v>
                </c:pt>
                <c:pt idx="915">
                  <c:v>14.529309180327896</c:v>
                </c:pt>
                <c:pt idx="916">
                  <c:v>14.529309180327896</c:v>
                </c:pt>
                <c:pt idx="917">
                  <c:v>14.529309180327896</c:v>
                </c:pt>
                <c:pt idx="918">
                  <c:v>14.529309180327896</c:v>
                </c:pt>
                <c:pt idx="919">
                  <c:v>14.529309180327896</c:v>
                </c:pt>
                <c:pt idx="920">
                  <c:v>14.529309180327896</c:v>
                </c:pt>
                <c:pt idx="921">
                  <c:v>14.529309180327896</c:v>
                </c:pt>
                <c:pt idx="922">
                  <c:v>14.529309180327896</c:v>
                </c:pt>
                <c:pt idx="923">
                  <c:v>14.529309180327896</c:v>
                </c:pt>
                <c:pt idx="924">
                  <c:v>14.529309180327896</c:v>
                </c:pt>
                <c:pt idx="925">
                  <c:v>14.529309180327896</c:v>
                </c:pt>
                <c:pt idx="926">
                  <c:v>14.529309180327896</c:v>
                </c:pt>
                <c:pt idx="927">
                  <c:v>14.529309180327896</c:v>
                </c:pt>
                <c:pt idx="928">
                  <c:v>14.529309180327896</c:v>
                </c:pt>
                <c:pt idx="929">
                  <c:v>14.529309180327896</c:v>
                </c:pt>
                <c:pt idx="930">
                  <c:v>14.529309180327896</c:v>
                </c:pt>
                <c:pt idx="931">
                  <c:v>14.529309180327896</c:v>
                </c:pt>
                <c:pt idx="932">
                  <c:v>14.529309180327896</c:v>
                </c:pt>
                <c:pt idx="933">
                  <c:v>14.529309180327896</c:v>
                </c:pt>
                <c:pt idx="934">
                  <c:v>14.529309180327896</c:v>
                </c:pt>
                <c:pt idx="935">
                  <c:v>14.529309180327896</c:v>
                </c:pt>
                <c:pt idx="936">
                  <c:v>14.529309180327896</c:v>
                </c:pt>
                <c:pt idx="937">
                  <c:v>14.529309180327896</c:v>
                </c:pt>
                <c:pt idx="938">
                  <c:v>14.529309180327896</c:v>
                </c:pt>
                <c:pt idx="939">
                  <c:v>14.529309180327896</c:v>
                </c:pt>
                <c:pt idx="940">
                  <c:v>14.529309180327896</c:v>
                </c:pt>
                <c:pt idx="941">
                  <c:v>14.529309180327896</c:v>
                </c:pt>
                <c:pt idx="942">
                  <c:v>14.529309180327896</c:v>
                </c:pt>
                <c:pt idx="943">
                  <c:v>14.529309180327896</c:v>
                </c:pt>
                <c:pt idx="944">
                  <c:v>14.529309180327896</c:v>
                </c:pt>
                <c:pt idx="945">
                  <c:v>14.529309180327896</c:v>
                </c:pt>
                <c:pt idx="946">
                  <c:v>14.529309180327896</c:v>
                </c:pt>
                <c:pt idx="947">
                  <c:v>14.529309180327896</c:v>
                </c:pt>
                <c:pt idx="948">
                  <c:v>14.529309180327896</c:v>
                </c:pt>
                <c:pt idx="949">
                  <c:v>14.529309180327896</c:v>
                </c:pt>
                <c:pt idx="950">
                  <c:v>14.529309180327896</c:v>
                </c:pt>
                <c:pt idx="951">
                  <c:v>14.529309180327896</c:v>
                </c:pt>
                <c:pt idx="952">
                  <c:v>14.529309180327896</c:v>
                </c:pt>
                <c:pt idx="953">
                  <c:v>14.529309180327896</c:v>
                </c:pt>
                <c:pt idx="954">
                  <c:v>14.529309180327896</c:v>
                </c:pt>
                <c:pt idx="955">
                  <c:v>14.529309180327896</c:v>
                </c:pt>
                <c:pt idx="956">
                  <c:v>14.529309180327896</c:v>
                </c:pt>
                <c:pt idx="957">
                  <c:v>14.529309180327896</c:v>
                </c:pt>
                <c:pt idx="958">
                  <c:v>14.529309180327896</c:v>
                </c:pt>
                <c:pt idx="959">
                  <c:v>14.529309180327896</c:v>
                </c:pt>
                <c:pt idx="960">
                  <c:v>14.529309180327896</c:v>
                </c:pt>
                <c:pt idx="961">
                  <c:v>14.529309180327896</c:v>
                </c:pt>
                <c:pt idx="962">
                  <c:v>14.529309180327896</c:v>
                </c:pt>
                <c:pt idx="963">
                  <c:v>14.529309180327896</c:v>
                </c:pt>
                <c:pt idx="964">
                  <c:v>14.529309180327896</c:v>
                </c:pt>
                <c:pt idx="965">
                  <c:v>14.529309180327896</c:v>
                </c:pt>
                <c:pt idx="966">
                  <c:v>14.529309180327896</c:v>
                </c:pt>
                <c:pt idx="967">
                  <c:v>14.529309180327896</c:v>
                </c:pt>
                <c:pt idx="968">
                  <c:v>14.529309180327896</c:v>
                </c:pt>
                <c:pt idx="969">
                  <c:v>14.529309180327896</c:v>
                </c:pt>
                <c:pt idx="970">
                  <c:v>14.529309180327896</c:v>
                </c:pt>
                <c:pt idx="971">
                  <c:v>14.529309180327896</c:v>
                </c:pt>
                <c:pt idx="972">
                  <c:v>14.529309180327896</c:v>
                </c:pt>
                <c:pt idx="973">
                  <c:v>14.529309180327896</c:v>
                </c:pt>
                <c:pt idx="974">
                  <c:v>14.529309180327896</c:v>
                </c:pt>
                <c:pt idx="975">
                  <c:v>14.529309180327896</c:v>
                </c:pt>
                <c:pt idx="976">
                  <c:v>14.529309180327896</c:v>
                </c:pt>
                <c:pt idx="977">
                  <c:v>14.529309180327896</c:v>
                </c:pt>
                <c:pt idx="978">
                  <c:v>14.529309180327896</c:v>
                </c:pt>
                <c:pt idx="979">
                  <c:v>14.529309180327896</c:v>
                </c:pt>
                <c:pt idx="980">
                  <c:v>14.529309180327896</c:v>
                </c:pt>
                <c:pt idx="981">
                  <c:v>14.529309180327896</c:v>
                </c:pt>
                <c:pt idx="982">
                  <c:v>14.529309180327896</c:v>
                </c:pt>
                <c:pt idx="983">
                  <c:v>14.529309180327896</c:v>
                </c:pt>
                <c:pt idx="984">
                  <c:v>14.529309180327896</c:v>
                </c:pt>
                <c:pt idx="985">
                  <c:v>14.529309180327896</c:v>
                </c:pt>
                <c:pt idx="986">
                  <c:v>14.529309180327896</c:v>
                </c:pt>
                <c:pt idx="987">
                  <c:v>14.529309180327896</c:v>
                </c:pt>
                <c:pt idx="988">
                  <c:v>14.529309180327896</c:v>
                </c:pt>
                <c:pt idx="989">
                  <c:v>14.529309180327896</c:v>
                </c:pt>
                <c:pt idx="990">
                  <c:v>14.529309180327896</c:v>
                </c:pt>
                <c:pt idx="991">
                  <c:v>14.529309180327896</c:v>
                </c:pt>
                <c:pt idx="992">
                  <c:v>14.529309180327896</c:v>
                </c:pt>
                <c:pt idx="993">
                  <c:v>14.529309180327896</c:v>
                </c:pt>
                <c:pt idx="994">
                  <c:v>14.529309180327896</c:v>
                </c:pt>
                <c:pt idx="995">
                  <c:v>14.529309180327896</c:v>
                </c:pt>
                <c:pt idx="996">
                  <c:v>14.529309180327896</c:v>
                </c:pt>
                <c:pt idx="997">
                  <c:v>14.529309180327896</c:v>
                </c:pt>
                <c:pt idx="998">
                  <c:v>14.529309180327896</c:v>
                </c:pt>
                <c:pt idx="999">
                  <c:v>14.529309180327896</c:v>
                </c:pt>
                <c:pt idx="1000">
                  <c:v>14.529309180327896</c:v>
                </c:pt>
                <c:pt idx="1001">
                  <c:v>14.529309180327896</c:v>
                </c:pt>
                <c:pt idx="1002">
                  <c:v>14.529309180327896</c:v>
                </c:pt>
                <c:pt idx="1003">
                  <c:v>14.529309180327896</c:v>
                </c:pt>
                <c:pt idx="1004">
                  <c:v>14.529309180327896</c:v>
                </c:pt>
                <c:pt idx="1005">
                  <c:v>14.529309180327896</c:v>
                </c:pt>
                <c:pt idx="1006">
                  <c:v>14.529309180327896</c:v>
                </c:pt>
                <c:pt idx="1007">
                  <c:v>14.529309180327896</c:v>
                </c:pt>
                <c:pt idx="1008">
                  <c:v>14.529309180327896</c:v>
                </c:pt>
                <c:pt idx="1009">
                  <c:v>14.529309180327896</c:v>
                </c:pt>
                <c:pt idx="1010">
                  <c:v>14.529309180327896</c:v>
                </c:pt>
                <c:pt idx="1011">
                  <c:v>14.529309180327896</c:v>
                </c:pt>
                <c:pt idx="1012">
                  <c:v>14.529309180327896</c:v>
                </c:pt>
                <c:pt idx="1013">
                  <c:v>14.529309180327896</c:v>
                </c:pt>
                <c:pt idx="1014">
                  <c:v>14.529309180327896</c:v>
                </c:pt>
                <c:pt idx="1015">
                  <c:v>14.529309180327896</c:v>
                </c:pt>
                <c:pt idx="1016">
                  <c:v>14.529309180327896</c:v>
                </c:pt>
                <c:pt idx="1017">
                  <c:v>14.529309180327896</c:v>
                </c:pt>
                <c:pt idx="1018">
                  <c:v>14.529309180327896</c:v>
                </c:pt>
                <c:pt idx="1019">
                  <c:v>14.529309180327896</c:v>
                </c:pt>
                <c:pt idx="1020">
                  <c:v>14.529309180327896</c:v>
                </c:pt>
                <c:pt idx="1021">
                  <c:v>14.529309180327896</c:v>
                </c:pt>
                <c:pt idx="1022">
                  <c:v>14.529309180327896</c:v>
                </c:pt>
                <c:pt idx="1023">
                  <c:v>14.529309180327896</c:v>
                </c:pt>
                <c:pt idx="1024">
                  <c:v>14.529309180327896</c:v>
                </c:pt>
                <c:pt idx="1025">
                  <c:v>14.529309180327896</c:v>
                </c:pt>
                <c:pt idx="1026">
                  <c:v>14.529309180327896</c:v>
                </c:pt>
                <c:pt idx="1027">
                  <c:v>14.529309180327896</c:v>
                </c:pt>
                <c:pt idx="1028">
                  <c:v>14.529309180327896</c:v>
                </c:pt>
                <c:pt idx="1029">
                  <c:v>14.529309180327896</c:v>
                </c:pt>
                <c:pt idx="1030">
                  <c:v>14.529309180327896</c:v>
                </c:pt>
                <c:pt idx="1031">
                  <c:v>14.529309180327896</c:v>
                </c:pt>
                <c:pt idx="1032">
                  <c:v>14.529309180327896</c:v>
                </c:pt>
                <c:pt idx="1033">
                  <c:v>14.529309180327896</c:v>
                </c:pt>
                <c:pt idx="1034">
                  <c:v>14.529309180327896</c:v>
                </c:pt>
                <c:pt idx="1035">
                  <c:v>14.529309180327896</c:v>
                </c:pt>
                <c:pt idx="1036">
                  <c:v>14.529309180327896</c:v>
                </c:pt>
                <c:pt idx="1037">
                  <c:v>14.529309180327896</c:v>
                </c:pt>
                <c:pt idx="1038">
                  <c:v>14.529309180327896</c:v>
                </c:pt>
                <c:pt idx="1039">
                  <c:v>14.529309180327896</c:v>
                </c:pt>
                <c:pt idx="1040">
                  <c:v>14.529309180327896</c:v>
                </c:pt>
                <c:pt idx="1041">
                  <c:v>14.529309180327896</c:v>
                </c:pt>
                <c:pt idx="1042">
                  <c:v>14.529309180327896</c:v>
                </c:pt>
                <c:pt idx="1043">
                  <c:v>14.529309180327896</c:v>
                </c:pt>
                <c:pt idx="1044">
                  <c:v>14.529309180327896</c:v>
                </c:pt>
                <c:pt idx="1045">
                  <c:v>14.529309180327896</c:v>
                </c:pt>
                <c:pt idx="1046">
                  <c:v>14.529309180327896</c:v>
                </c:pt>
                <c:pt idx="1047">
                  <c:v>14.529309180327896</c:v>
                </c:pt>
                <c:pt idx="1048">
                  <c:v>14.529309180327896</c:v>
                </c:pt>
                <c:pt idx="1049">
                  <c:v>14.529309180327896</c:v>
                </c:pt>
                <c:pt idx="1050">
                  <c:v>14.529309180327896</c:v>
                </c:pt>
                <c:pt idx="1051">
                  <c:v>14.529309180327896</c:v>
                </c:pt>
                <c:pt idx="1052">
                  <c:v>14.529309180327896</c:v>
                </c:pt>
                <c:pt idx="1053">
                  <c:v>14.529309180327896</c:v>
                </c:pt>
                <c:pt idx="1054">
                  <c:v>14.529309180327896</c:v>
                </c:pt>
                <c:pt idx="1055">
                  <c:v>14.529309180327896</c:v>
                </c:pt>
                <c:pt idx="1056">
                  <c:v>14.529309180327896</c:v>
                </c:pt>
                <c:pt idx="1057">
                  <c:v>14.529309180327896</c:v>
                </c:pt>
                <c:pt idx="1058">
                  <c:v>14.529309180327896</c:v>
                </c:pt>
                <c:pt idx="1059">
                  <c:v>14.529309180327896</c:v>
                </c:pt>
                <c:pt idx="1060">
                  <c:v>14.529309180327896</c:v>
                </c:pt>
                <c:pt idx="1061">
                  <c:v>14.529309180327896</c:v>
                </c:pt>
                <c:pt idx="1062">
                  <c:v>14.529309180327896</c:v>
                </c:pt>
                <c:pt idx="1063">
                  <c:v>14.529309180327896</c:v>
                </c:pt>
                <c:pt idx="1064">
                  <c:v>14.529309180327896</c:v>
                </c:pt>
                <c:pt idx="1065">
                  <c:v>14.529309180327896</c:v>
                </c:pt>
                <c:pt idx="1066">
                  <c:v>14.529309180327896</c:v>
                </c:pt>
                <c:pt idx="1067">
                  <c:v>14.529309180327896</c:v>
                </c:pt>
                <c:pt idx="1068">
                  <c:v>14.529309180327896</c:v>
                </c:pt>
                <c:pt idx="1069">
                  <c:v>14.529309180327896</c:v>
                </c:pt>
                <c:pt idx="1070">
                  <c:v>14.529309180327896</c:v>
                </c:pt>
                <c:pt idx="1071">
                  <c:v>14.529309180327896</c:v>
                </c:pt>
                <c:pt idx="1072">
                  <c:v>14.529309180327896</c:v>
                </c:pt>
                <c:pt idx="1073">
                  <c:v>14.529309180327896</c:v>
                </c:pt>
                <c:pt idx="1074">
                  <c:v>14.529309180327896</c:v>
                </c:pt>
                <c:pt idx="1075">
                  <c:v>14.529309180327896</c:v>
                </c:pt>
                <c:pt idx="1076">
                  <c:v>14.529309180327896</c:v>
                </c:pt>
                <c:pt idx="1077">
                  <c:v>14.529309180327896</c:v>
                </c:pt>
                <c:pt idx="1078">
                  <c:v>14.529309180327896</c:v>
                </c:pt>
                <c:pt idx="1079">
                  <c:v>14.529309180327896</c:v>
                </c:pt>
                <c:pt idx="1080">
                  <c:v>14.529309180327896</c:v>
                </c:pt>
                <c:pt idx="1081">
                  <c:v>14.529309180327896</c:v>
                </c:pt>
                <c:pt idx="1082">
                  <c:v>14.529309180327896</c:v>
                </c:pt>
                <c:pt idx="1083">
                  <c:v>14.529309180327896</c:v>
                </c:pt>
                <c:pt idx="1084">
                  <c:v>14.529309180327896</c:v>
                </c:pt>
                <c:pt idx="1085">
                  <c:v>14.529309180327896</c:v>
                </c:pt>
                <c:pt idx="1086">
                  <c:v>14.529309180327896</c:v>
                </c:pt>
                <c:pt idx="1087">
                  <c:v>14.529309180327896</c:v>
                </c:pt>
                <c:pt idx="1088">
                  <c:v>14.529309180327896</c:v>
                </c:pt>
                <c:pt idx="1089">
                  <c:v>14.529309180327896</c:v>
                </c:pt>
                <c:pt idx="1090">
                  <c:v>14.529309180327896</c:v>
                </c:pt>
                <c:pt idx="1091">
                  <c:v>14.529309180327896</c:v>
                </c:pt>
                <c:pt idx="1092">
                  <c:v>14.529309180327896</c:v>
                </c:pt>
                <c:pt idx="1093">
                  <c:v>14.529309180327896</c:v>
                </c:pt>
                <c:pt idx="1094">
                  <c:v>14.529309180327896</c:v>
                </c:pt>
                <c:pt idx="1095">
                  <c:v>14.529309180327896</c:v>
                </c:pt>
                <c:pt idx="1096">
                  <c:v>14.529309180327896</c:v>
                </c:pt>
                <c:pt idx="1097">
                  <c:v>14.529309180327896</c:v>
                </c:pt>
                <c:pt idx="1098">
                  <c:v>14.529309180327896</c:v>
                </c:pt>
                <c:pt idx="1099">
                  <c:v>14.529309180327896</c:v>
                </c:pt>
                <c:pt idx="1100">
                  <c:v>14.529309180327896</c:v>
                </c:pt>
                <c:pt idx="1101">
                  <c:v>14.529309180327896</c:v>
                </c:pt>
                <c:pt idx="1102">
                  <c:v>14.529309180327896</c:v>
                </c:pt>
                <c:pt idx="1103">
                  <c:v>14.529309180327896</c:v>
                </c:pt>
                <c:pt idx="1104">
                  <c:v>14.529309180327896</c:v>
                </c:pt>
                <c:pt idx="1105">
                  <c:v>14.529309180327896</c:v>
                </c:pt>
                <c:pt idx="1106">
                  <c:v>14.529309180327896</c:v>
                </c:pt>
                <c:pt idx="1107">
                  <c:v>14.529309180327896</c:v>
                </c:pt>
                <c:pt idx="1108">
                  <c:v>14.529309180327896</c:v>
                </c:pt>
                <c:pt idx="1109">
                  <c:v>14.529309180327896</c:v>
                </c:pt>
                <c:pt idx="1110">
                  <c:v>14.529309180327896</c:v>
                </c:pt>
                <c:pt idx="1111">
                  <c:v>14.529309180327896</c:v>
                </c:pt>
                <c:pt idx="1112">
                  <c:v>14.529309180327896</c:v>
                </c:pt>
                <c:pt idx="1113">
                  <c:v>14.529309180327896</c:v>
                </c:pt>
                <c:pt idx="1114">
                  <c:v>14.529309180327896</c:v>
                </c:pt>
                <c:pt idx="1115">
                  <c:v>14.529309180327896</c:v>
                </c:pt>
                <c:pt idx="1116">
                  <c:v>14.529309180327896</c:v>
                </c:pt>
                <c:pt idx="1117">
                  <c:v>14.529309180327896</c:v>
                </c:pt>
                <c:pt idx="1118">
                  <c:v>14.529309180327896</c:v>
                </c:pt>
                <c:pt idx="1119">
                  <c:v>14.529309180327896</c:v>
                </c:pt>
                <c:pt idx="1120">
                  <c:v>14.529309180327896</c:v>
                </c:pt>
                <c:pt idx="1121">
                  <c:v>14.529309180327896</c:v>
                </c:pt>
                <c:pt idx="1122">
                  <c:v>14.529309180327896</c:v>
                </c:pt>
                <c:pt idx="1123">
                  <c:v>14.529309180327896</c:v>
                </c:pt>
                <c:pt idx="1124">
                  <c:v>14.529309180327896</c:v>
                </c:pt>
                <c:pt idx="1125">
                  <c:v>14.529309180327896</c:v>
                </c:pt>
                <c:pt idx="1126">
                  <c:v>14.529309180327896</c:v>
                </c:pt>
                <c:pt idx="1127">
                  <c:v>14.529309180327896</c:v>
                </c:pt>
                <c:pt idx="1128">
                  <c:v>14.529309180327896</c:v>
                </c:pt>
                <c:pt idx="1129">
                  <c:v>14.529309180327896</c:v>
                </c:pt>
                <c:pt idx="1130">
                  <c:v>14.529309180327896</c:v>
                </c:pt>
                <c:pt idx="1131">
                  <c:v>14.529309180327896</c:v>
                </c:pt>
                <c:pt idx="1132">
                  <c:v>14.529309180327896</c:v>
                </c:pt>
                <c:pt idx="1133">
                  <c:v>14.529309180327896</c:v>
                </c:pt>
                <c:pt idx="1134">
                  <c:v>14.529309180327896</c:v>
                </c:pt>
                <c:pt idx="1135">
                  <c:v>14.529309180327896</c:v>
                </c:pt>
                <c:pt idx="1136">
                  <c:v>14.529309180327896</c:v>
                </c:pt>
                <c:pt idx="1137">
                  <c:v>14.529309180327896</c:v>
                </c:pt>
                <c:pt idx="1138">
                  <c:v>14.529309180327896</c:v>
                </c:pt>
                <c:pt idx="1139">
                  <c:v>14.529309180327896</c:v>
                </c:pt>
                <c:pt idx="1140">
                  <c:v>14.529309180327896</c:v>
                </c:pt>
                <c:pt idx="1141">
                  <c:v>14.529309180327896</c:v>
                </c:pt>
                <c:pt idx="1142">
                  <c:v>14.529309180327896</c:v>
                </c:pt>
                <c:pt idx="1143">
                  <c:v>14.529309180327896</c:v>
                </c:pt>
                <c:pt idx="1144">
                  <c:v>14.529309180327896</c:v>
                </c:pt>
                <c:pt idx="1145">
                  <c:v>14.529309180327896</c:v>
                </c:pt>
                <c:pt idx="1146">
                  <c:v>14.529309180327896</c:v>
                </c:pt>
                <c:pt idx="1147">
                  <c:v>14.529309180327896</c:v>
                </c:pt>
                <c:pt idx="1148">
                  <c:v>14.529309180327896</c:v>
                </c:pt>
                <c:pt idx="1149">
                  <c:v>14.529309180327896</c:v>
                </c:pt>
                <c:pt idx="1150">
                  <c:v>14.529309180327896</c:v>
                </c:pt>
                <c:pt idx="1151">
                  <c:v>14.529309180327896</c:v>
                </c:pt>
                <c:pt idx="1152">
                  <c:v>14.529309180327896</c:v>
                </c:pt>
                <c:pt idx="1153">
                  <c:v>14.529309180327896</c:v>
                </c:pt>
                <c:pt idx="1154">
                  <c:v>14.529309180327896</c:v>
                </c:pt>
                <c:pt idx="1155">
                  <c:v>14.529309180327896</c:v>
                </c:pt>
                <c:pt idx="1156">
                  <c:v>14.529309180327896</c:v>
                </c:pt>
                <c:pt idx="1157">
                  <c:v>14.529309180327896</c:v>
                </c:pt>
                <c:pt idx="1158">
                  <c:v>14.529309180327896</c:v>
                </c:pt>
                <c:pt idx="1159">
                  <c:v>14.529309180327896</c:v>
                </c:pt>
                <c:pt idx="1160">
                  <c:v>14.529309180327896</c:v>
                </c:pt>
                <c:pt idx="1161">
                  <c:v>14.529309180327896</c:v>
                </c:pt>
                <c:pt idx="1162">
                  <c:v>14.529309180327896</c:v>
                </c:pt>
                <c:pt idx="1163">
                  <c:v>14.529309180327896</c:v>
                </c:pt>
                <c:pt idx="1164">
                  <c:v>14.529309180327896</c:v>
                </c:pt>
                <c:pt idx="1165">
                  <c:v>14.529309180327896</c:v>
                </c:pt>
                <c:pt idx="1166">
                  <c:v>14.529309180327896</c:v>
                </c:pt>
                <c:pt idx="1167">
                  <c:v>14.529309180327896</c:v>
                </c:pt>
                <c:pt idx="1168">
                  <c:v>14.529309180327896</c:v>
                </c:pt>
                <c:pt idx="1169">
                  <c:v>14.529309180327896</c:v>
                </c:pt>
                <c:pt idx="1170">
                  <c:v>14.529309180327896</c:v>
                </c:pt>
                <c:pt idx="1171">
                  <c:v>14.529309180327896</c:v>
                </c:pt>
                <c:pt idx="1172">
                  <c:v>14.529309180327896</c:v>
                </c:pt>
                <c:pt idx="1173">
                  <c:v>14.529309180327896</c:v>
                </c:pt>
                <c:pt idx="1174">
                  <c:v>14.529309180327896</c:v>
                </c:pt>
                <c:pt idx="1175">
                  <c:v>14.529309180327896</c:v>
                </c:pt>
                <c:pt idx="1176">
                  <c:v>14.529309180327896</c:v>
                </c:pt>
                <c:pt idx="1177">
                  <c:v>14.529309180327896</c:v>
                </c:pt>
                <c:pt idx="1178">
                  <c:v>14.529309180327896</c:v>
                </c:pt>
                <c:pt idx="1179">
                  <c:v>14.529309180327896</c:v>
                </c:pt>
                <c:pt idx="1180">
                  <c:v>14.529309180327896</c:v>
                </c:pt>
                <c:pt idx="1181">
                  <c:v>14.529309180327896</c:v>
                </c:pt>
                <c:pt idx="1182">
                  <c:v>14.529309180327896</c:v>
                </c:pt>
                <c:pt idx="1183">
                  <c:v>14.529309180327896</c:v>
                </c:pt>
                <c:pt idx="1184">
                  <c:v>14.529309180327896</c:v>
                </c:pt>
                <c:pt idx="1185">
                  <c:v>14.529309180327896</c:v>
                </c:pt>
                <c:pt idx="1186">
                  <c:v>14.529309180327896</c:v>
                </c:pt>
                <c:pt idx="1187">
                  <c:v>14.529309180327896</c:v>
                </c:pt>
                <c:pt idx="1188">
                  <c:v>14.529309180327896</c:v>
                </c:pt>
                <c:pt idx="1189">
                  <c:v>14.529309180327896</c:v>
                </c:pt>
                <c:pt idx="1190">
                  <c:v>14.529309180327896</c:v>
                </c:pt>
                <c:pt idx="1191">
                  <c:v>14.529309180327896</c:v>
                </c:pt>
                <c:pt idx="1192">
                  <c:v>14.529309180327896</c:v>
                </c:pt>
                <c:pt idx="1193">
                  <c:v>14.529309180327896</c:v>
                </c:pt>
                <c:pt idx="1194">
                  <c:v>14.529309180327896</c:v>
                </c:pt>
                <c:pt idx="1195">
                  <c:v>14.529309180327896</c:v>
                </c:pt>
                <c:pt idx="1196">
                  <c:v>14.529309180327896</c:v>
                </c:pt>
                <c:pt idx="1197">
                  <c:v>14.529309180327896</c:v>
                </c:pt>
                <c:pt idx="1198">
                  <c:v>14.529309180327896</c:v>
                </c:pt>
                <c:pt idx="1199">
                  <c:v>14.529309180327896</c:v>
                </c:pt>
                <c:pt idx="1200">
                  <c:v>14.529309180327896</c:v>
                </c:pt>
                <c:pt idx="1201">
                  <c:v>14.529309180327896</c:v>
                </c:pt>
                <c:pt idx="1202">
                  <c:v>14.529309180327896</c:v>
                </c:pt>
                <c:pt idx="1203">
                  <c:v>14.529309180327896</c:v>
                </c:pt>
                <c:pt idx="1204">
                  <c:v>14.529309180327896</c:v>
                </c:pt>
                <c:pt idx="1205">
                  <c:v>14.529309180327896</c:v>
                </c:pt>
                <c:pt idx="1206">
                  <c:v>14.529309180327896</c:v>
                </c:pt>
                <c:pt idx="1207">
                  <c:v>14.529309180327896</c:v>
                </c:pt>
                <c:pt idx="1208">
                  <c:v>14.529309180327896</c:v>
                </c:pt>
                <c:pt idx="1209">
                  <c:v>14.529309180327896</c:v>
                </c:pt>
                <c:pt idx="1210">
                  <c:v>14.529309180327896</c:v>
                </c:pt>
                <c:pt idx="1211">
                  <c:v>14.529309180327896</c:v>
                </c:pt>
                <c:pt idx="1212">
                  <c:v>14.529309180327896</c:v>
                </c:pt>
                <c:pt idx="1213">
                  <c:v>14.529309180327896</c:v>
                </c:pt>
                <c:pt idx="1214">
                  <c:v>14.529309180327896</c:v>
                </c:pt>
                <c:pt idx="1215">
                  <c:v>14.529309180327896</c:v>
                </c:pt>
                <c:pt idx="1216">
                  <c:v>14.529309180327896</c:v>
                </c:pt>
                <c:pt idx="1217">
                  <c:v>14.529309180327896</c:v>
                </c:pt>
                <c:pt idx="1218">
                  <c:v>14.529309180327896</c:v>
                </c:pt>
                <c:pt idx="1219">
                  <c:v>14.529309180327896</c:v>
                </c:pt>
                <c:pt idx="1220">
                  <c:v>14.529309180327896</c:v>
                </c:pt>
                <c:pt idx="1221">
                  <c:v>14.529309180327896</c:v>
                </c:pt>
                <c:pt idx="1222">
                  <c:v>14.529309180327896</c:v>
                </c:pt>
                <c:pt idx="1223">
                  <c:v>14.529309180327896</c:v>
                </c:pt>
                <c:pt idx="1224">
                  <c:v>14.529309180327896</c:v>
                </c:pt>
                <c:pt idx="1225">
                  <c:v>14.529309180327896</c:v>
                </c:pt>
                <c:pt idx="1226">
                  <c:v>14.529309180327896</c:v>
                </c:pt>
                <c:pt idx="1227">
                  <c:v>14.529309180327896</c:v>
                </c:pt>
                <c:pt idx="1228">
                  <c:v>14.529309180327896</c:v>
                </c:pt>
                <c:pt idx="1229">
                  <c:v>14.529309180327896</c:v>
                </c:pt>
                <c:pt idx="1230">
                  <c:v>14.529309180327896</c:v>
                </c:pt>
                <c:pt idx="1231">
                  <c:v>14.529309180327896</c:v>
                </c:pt>
                <c:pt idx="1232">
                  <c:v>14.529309180327896</c:v>
                </c:pt>
                <c:pt idx="1233">
                  <c:v>14.529309180327896</c:v>
                </c:pt>
                <c:pt idx="1234">
                  <c:v>14.529309180327896</c:v>
                </c:pt>
                <c:pt idx="1235">
                  <c:v>14.529309180327896</c:v>
                </c:pt>
                <c:pt idx="1236">
                  <c:v>14.529309180327896</c:v>
                </c:pt>
                <c:pt idx="1237">
                  <c:v>14.529309180327896</c:v>
                </c:pt>
                <c:pt idx="1238">
                  <c:v>14.529309180327896</c:v>
                </c:pt>
                <c:pt idx="1239">
                  <c:v>14.529309180327896</c:v>
                </c:pt>
                <c:pt idx="1240">
                  <c:v>14.529309180327896</c:v>
                </c:pt>
                <c:pt idx="1241">
                  <c:v>14.529309180327896</c:v>
                </c:pt>
                <c:pt idx="1242">
                  <c:v>14.529309180327896</c:v>
                </c:pt>
                <c:pt idx="1243">
                  <c:v>14.529309180327896</c:v>
                </c:pt>
                <c:pt idx="1244">
                  <c:v>14.529309180327896</c:v>
                </c:pt>
                <c:pt idx="1245">
                  <c:v>14.529309180327896</c:v>
                </c:pt>
                <c:pt idx="1246">
                  <c:v>14.529309180327896</c:v>
                </c:pt>
                <c:pt idx="1247">
                  <c:v>14.529309180327896</c:v>
                </c:pt>
                <c:pt idx="1248">
                  <c:v>14.529309180327896</c:v>
                </c:pt>
                <c:pt idx="1249">
                  <c:v>14.529309180327896</c:v>
                </c:pt>
                <c:pt idx="1250">
                  <c:v>14.529309180327896</c:v>
                </c:pt>
                <c:pt idx="1251">
                  <c:v>14.529309180327896</c:v>
                </c:pt>
                <c:pt idx="1252">
                  <c:v>14.529309180327896</c:v>
                </c:pt>
                <c:pt idx="1253">
                  <c:v>14.529309180327896</c:v>
                </c:pt>
                <c:pt idx="1254">
                  <c:v>14.529309180327896</c:v>
                </c:pt>
                <c:pt idx="1255">
                  <c:v>14.529309180327896</c:v>
                </c:pt>
                <c:pt idx="1256">
                  <c:v>14.529309180327896</c:v>
                </c:pt>
                <c:pt idx="1257">
                  <c:v>14.529309180327896</c:v>
                </c:pt>
                <c:pt idx="1258">
                  <c:v>14.529309180327896</c:v>
                </c:pt>
                <c:pt idx="1259">
                  <c:v>14.529309180327896</c:v>
                </c:pt>
                <c:pt idx="1260">
                  <c:v>14.529309180327896</c:v>
                </c:pt>
                <c:pt idx="1261">
                  <c:v>14.529309180327896</c:v>
                </c:pt>
                <c:pt idx="1262">
                  <c:v>14.529309180327896</c:v>
                </c:pt>
                <c:pt idx="1263">
                  <c:v>14.529309180327896</c:v>
                </c:pt>
                <c:pt idx="1264">
                  <c:v>14.529309180327896</c:v>
                </c:pt>
                <c:pt idx="1265">
                  <c:v>14.529309180327896</c:v>
                </c:pt>
                <c:pt idx="1266">
                  <c:v>14.529309180327896</c:v>
                </c:pt>
                <c:pt idx="1267">
                  <c:v>14.529309180327896</c:v>
                </c:pt>
                <c:pt idx="1268">
                  <c:v>14.529309180327896</c:v>
                </c:pt>
                <c:pt idx="1269">
                  <c:v>14.529309180327896</c:v>
                </c:pt>
                <c:pt idx="1270">
                  <c:v>14.529309180327896</c:v>
                </c:pt>
                <c:pt idx="1271">
                  <c:v>14.529309180327896</c:v>
                </c:pt>
                <c:pt idx="1272">
                  <c:v>14.529309180327896</c:v>
                </c:pt>
                <c:pt idx="1273">
                  <c:v>14.529309180327896</c:v>
                </c:pt>
                <c:pt idx="1274">
                  <c:v>14.529309180327896</c:v>
                </c:pt>
                <c:pt idx="1275">
                  <c:v>14.529309180327896</c:v>
                </c:pt>
                <c:pt idx="1276">
                  <c:v>14.529309180327896</c:v>
                </c:pt>
                <c:pt idx="1277">
                  <c:v>14.529309180327896</c:v>
                </c:pt>
                <c:pt idx="1278">
                  <c:v>14.529309180327896</c:v>
                </c:pt>
                <c:pt idx="1279">
                  <c:v>14.529309180327896</c:v>
                </c:pt>
                <c:pt idx="1280">
                  <c:v>14.529309180327896</c:v>
                </c:pt>
                <c:pt idx="1281">
                  <c:v>14.529309180327896</c:v>
                </c:pt>
                <c:pt idx="1282">
                  <c:v>14.529309180327896</c:v>
                </c:pt>
                <c:pt idx="1283">
                  <c:v>14.529309180327896</c:v>
                </c:pt>
                <c:pt idx="1284">
                  <c:v>14.529309180327896</c:v>
                </c:pt>
                <c:pt idx="1285">
                  <c:v>14.529309180327896</c:v>
                </c:pt>
                <c:pt idx="1286">
                  <c:v>14.529309180327896</c:v>
                </c:pt>
                <c:pt idx="1287">
                  <c:v>14.529309180327896</c:v>
                </c:pt>
                <c:pt idx="1288">
                  <c:v>14.529309180327896</c:v>
                </c:pt>
                <c:pt idx="1289">
                  <c:v>14.529309180327896</c:v>
                </c:pt>
                <c:pt idx="1290">
                  <c:v>14.529309180327896</c:v>
                </c:pt>
                <c:pt idx="1291">
                  <c:v>14.529309180327896</c:v>
                </c:pt>
                <c:pt idx="1292">
                  <c:v>14.529309180327896</c:v>
                </c:pt>
                <c:pt idx="1293">
                  <c:v>14.529309180327896</c:v>
                </c:pt>
                <c:pt idx="1294">
                  <c:v>14.529309180327896</c:v>
                </c:pt>
                <c:pt idx="1295">
                  <c:v>14.529309180327896</c:v>
                </c:pt>
                <c:pt idx="1296">
                  <c:v>14.529309180327896</c:v>
                </c:pt>
                <c:pt idx="1297">
                  <c:v>14.529309180327896</c:v>
                </c:pt>
                <c:pt idx="1298">
                  <c:v>14.529309180327896</c:v>
                </c:pt>
                <c:pt idx="1299">
                  <c:v>14.529309180327896</c:v>
                </c:pt>
                <c:pt idx="1300">
                  <c:v>14.529309180327896</c:v>
                </c:pt>
                <c:pt idx="1301">
                  <c:v>14.529309180327896</c:v>
                </c:pt>
                <c:pt idx="1302">
                  <c:v>14.529309180327896</c:v>
                </c:pt>
                <c:pt idx="1303">
                  <c:v>14.529309180327896</c:v>
                </c:pt>
                <c:pt idx="1304">
                  <c:v>14.529309180327896</c:v>
                </c:pt>
                <c:pt idx="1305">
                  <c:v>14.529309180327896</c:v>
                </c:pt>
                <c:pt idx="1306">
                  <c:v>14.529309180327896</c:v>
                </c:pt>
                <c:pt idx="1307">
                  <c:v>14.529309180327896</c:v>
                </c:pt>
                <c:pt idx="1308">
                  <c:v>14.529309180327896</c:v>
                </c:pt>
                <c:pt idx="1309">
                  <c:v>14.529309180327896</c:v>
                </c:pt>
                <c:pt idx="1310">
                  <c:v>14.529309180327896</c:v>
                </c:pt>
                <c:pt idx="1311">
                  <c:v>14.529309180327896</c:v>
                </c:pt>
                <c:pt idx="1312">
                  <c:v>14.529309180327896</c:v>
                </c:pt>
                <c:pt idx="1313">
                  <c:v>14.529309180327896</c:v>
                </c:pt>
                <c:pt idx="1314">
                  <c:v>14.529309180327896</c:v>
                </c:pt>
                <c:pt idx="1315">
                  <c:v>14.529309180327896</c:v>
                </c:pt>
                <c:pt idx="1316">
                  <c:v>14.529309180327896</c:v>
                </c:pt>
                <c:pt idx="1317">
                  <c:v>14.529309180327896</c:v>
                </c:pt>
                <c:pt idx="1318">
                  <c:v>14.529309180327896</c:v>
                </c:pt>
                <c:pt idx="1319">
                  <c:v>14.529309180327896</c:v>
                </c:pt>
                <c:pt idx="1320">
                  <c:v>14.529309180327896</c:v>
                </c:pt>
                <c:pt idx="1321">
                  <c:v>14.529309180327896</c:v>
                </c:pt>
                <c:pt idx="1322">
                  <c:v>14.529309180327896</c:v>
                </c:pt>
                <c:pt idx="1323">
                  <c:v>14.529309180327896</c:v>
                </c:pt>
                <c:pt idx="1324">
                  <c:v>14.529309180327896</c:v>
                </c:pt>
                <c:pt idx="1325">
                  <c:v>14.529309180327896</c:v>
                </c:pt>
                <c:pt idx="1326">
                  <c:v>14.529309180327896</c:v>
                </c:pt>
                <c:pt idx="1327">
                  <c:v>14.529309180327896</c:v>
                </c:pt>
                <c:pt idx="1328">
                  <c:v>14.529309180327896</c:v>
                </c:pt>
                <c:pt idx="1329">
                  <c:v>14.529309180327896</c:v>
                </c:pt>
                <c:pt idx="1330">
                  <c:v>14.529309180327896</c:v>
                </c:pt>
                <c:pt idx="1331">
                  <c:v>14.529309180327896</c:v>
                </c:pt>
                <c:pt idx="1332">
                  <c:v>14.529309180327896</c:v>
                </c:pt>
                <c:pt idx="1333">
                  <c:v>14.529309180327896</c:v>
                </c:pt>
                <c:pt idx="1334">
                  <c:v>14.529309180327896</c:v>
                </c:pt>
                <c:pt idx="1335">
                  <c:v>14.529309180327896</c:v>
                </c:pt>
                <c:pt idx="1336">
                  <c:v>14.529309180327896</c:v>
                </c:pt>
                <c:pt idx="1337">
                  <c:v>14.529309180327896</c:v>
                </c:pt>
                <c:pt idx="1338">
                  <c:v>14.529309180327896</c:v>
                </c:pt>
                <c:pt idx="1339">
                  <c:v>14.529309180327896</c:v>
                </c:pt>
                <c:pt idx="1340">
                  <c:v>14.529309180327896</c:v>
                </c:pt>
                <c:pt idx="1341">
                  <c:v>14.529309180327896</c:v>
                </c:pt>
                <c:pt idx="1342">
                  <c:v>14.529309180327896</c:v>
                </c:pt>
                <c:pt idx="1343">
                  <c:v>14.529309180327896</c:v>
                </c:pt>
                <c:pt idx="1344">
                  <c:v>14.529309180327896</c:v>
                </c:pt>
                <c:pt idx="1345">
                  <c:v>14.529309180327896</c:v>
                </c:pt>
                <c:pt idx="1346">
                  <c:v>14.529309180327896</c:v>
                </c:pt>
                <c:pt idx="1347">
                  <c:v>14.529309180327896</c:v>
                </c:pt>
                <c:pt idx="1348">
                  <c:v>14.529309180327896</c:v>
                </c:pt>
                <c:pt idx="1349">
                  <c:v>14.529309180327896</c:v>
                </c:pt>
                <c:pt idx="1350">
                  <c:v>14.529309180327896</c:v>
                </c:pt>
                <c:pt idx="1351">
                  <c:v>14.529309180327896</c:v>
                </c:pt>
                <c:pt idx="1352">
                  <c:v>14.529309180327896</c:v>
                </c:pt>
                <c:pt idx="1353">
                  <c:v>14.529309180327896</c:v>
                </c:pt>
                <c:pt idx="1354">
                  <c:v>14.529309180327896</c:v>
                </c:pt>
                <c:pt idx="1355">
                  <c:v>14.529309180327896</c:v>
                </c:pt>
                <c:pt idx="1356">
                  <c:v>14.529309180327896</c:v>
                </c:pt>
                <c:pt idx="1357">
                  <c:v>14.529309180327896</c:v>
                </c:pt>
                <c:pt idx="1358">
                  <c:v>14.529309180327896</c:v>
                </c:pt>
                <c:pt idx="1359">
                  <c:v>14.529309180327896</c:v>
                </c:pt>
                <c:pt idx="1360">
                  <c:v>14.529309180327896</c:v>
                </c:pt>
                <c:pt idx="1361">
                  <c:v>14.529309180327896</c:v>
                </c:pt>
                <c:pt idx="1362">
                  <c:v>14.529309180327896</c:v>
                </c:pt>
                <c:pt idx="1363">
                  <c:v>14.529309180327896</c:v>
                </c:pt>
                <c:pt idx="1364">
                  <c:v>14.529309180327896</c:v>
                </c:pt>
                <c:pt idx="1365">
                  <c:v>14.529309180327896</c:v>
                </c:pt>
                <c:pt idx="1366">
                  <c:v>14.529309180327896</c:v>
                </c:pt>
                <c:pt idx="1367">
                  <c:v>14.529309180327896</c:v>
                </c:pt>
                <c:pt idx="1368">
                  <c:v>14.529309180327896</c:v>
                </c:pt>
                <c:pt idx="1369">
                  <c:v>14.529309180327896</c:v>
                </c:pt>
                <c:pt idx="1370">
                  <c:v>14.529309180327896</c:v>
                </c:pt>
                <c:pt idx="1371">
                  <c:v>14.529309180327896</c:v>
                </c:pt>
                <c:pt idx="1372">
                  <c:v>14.529309180327896</c:v>
                </c:pt>
                <c:pt idx="1373">
                  <c:v>14.529309180327896</c:v>
                </c:pt>
                <c:pt idx="1374">
                  <c:v>14.529309180327896</c:v>
                </c:pt>
                <c:pt idx="1375">
                  <c:v>14.529309180327896</c:v>
                </c:pt>
                <c:pt idx="1376">
                  <c:v>14.529309180327896</c:v>
                </c:pt>
                <c:pt idx="1377">
                  <c:v>14.529309180327896</c:v>
                </c:pt>
                <c:pt idx="1378">
                  <c:v>14.529309180327896</c:v>
                </c:pt>
                <c:pt idx="1379">
                  <c:v>14.529309180327896</c:v>
                </c:pt>
                <c:pt idx="1380">
                  <c:v>14.529309180327896</c:v>
                </c:pt>
                <c:pt idx="1381">
                  <c:v>14.529309180327896</c:v>
                </c:pt>
                <c:pt idx="1382">
                  <c:v>14.529309180327896</c:v>
                </c:pt>
                <c:pt idx="1383">
                  <c:v>14.529309180327896</c:v>
                </c:pt>
                <c:pt idx="1384">
                  <c:v>14.529309180327896</c:v>
                </c:pt>
                <c:pt idx="1385">
                  <c:v>14.529309180327896</c:v>
                </c:pt>
                <c:pt idx="1386">
                  <c:v>14.529309180327896</c:v>
                </c:pt>
                <c:pt idx="1387">
                  <c:v>14.529309180327896</c:v>
                </c:pt>
                <c:pt idx="1388">
                  <c:v>14.529309180327896</c:v>
                </c:pt>
                <c:pt idx="1389">
                  <c:v>14.529309180327896</c:v>
                </c:pt>
                <c:pt idx="1390">
                  <c:v>14.529309180327896</c:v>
                </c:pt>
                <c:pt idx="1391">
                  <c:v>14.529309180327896</c:v>
                </c:pt>
                <c:pt idx="1392">
                  <c:v>14.529309180327896</c:v>
                </c:pt>
                <c:pt idx="1393">
                  <c:v>14.529309180327896</c:v>
                </c:pt>
                <c:pt idx="1394">
                  <c:v>14.529309180327896</c:v>
                </c:pt>
                <c:pt idx="1395">
                  <c:v>14.529309180327896</c:v>
                </c:pt>
                <c:pt idx="1396">
                  <c:v>14.529309180327896</c:v>
                </c:pt>
                <c:pt idx="1397">
                  <c:v>14.529309180327896</c:v>
                </c:pt>
                <c:pt idx="1398">
                  <c:v>14.529309180327896</c:v>
                </c:pt>
                <c:pt idx="1399">
                  <c:v>14.529309180327896</c:v>
                </c:pt>
                <c:pt idx="1400">
                  <c:v>14.529309180327896</c:v>
                </c:pt>
                <c:pt idx="1401">
                  <c:v>14.529309180327896</c:v>
                </c:pt>
                <c:pt idx="1402">
                  <c:v>14.529309180327896</c:v>
                </c:pt>
                <c:pt idx="1403">
                  <c:v>14.529309180327896</c:v>
                </c:pt>
                <c:pt idx="1404">
                  <c:v>14.529309180327896</c:v>
                </c:pt>
                <c:pt idx="1405">
                  <c:v>14.529309180327896</c:v>
                </c:pt>
                <c:pt idx="1406">
                  <c:v>14.529309180327896</c:v>
                </c:pt>
                <c:pt idx="1407">
                  <c:v>14.529309180327896</c:v>
                </c:pt>
                <c:pt idx="1408">
                  <c:v>14.529309180327896</c:v>
                </c:pt>
                <c:pt idx="1409">
                  <c:v>14.529309180327896</c:v>
                </c:pt>
                <c:pt idx="1410">
                  <c:v>14.529309180327896</c:v>
                </c:pt>
                <c:pt idx="1411">
                  <c:v>14.529309180327896</c:v>
                </c:pt>
                <c:pt idx="1412">
                  <c:v>14.529309180327896</c:v>
                </c:pt>
                <c:pt idx="1413">
                  <c:v>14.529309180327896</c:v>
                </c:pt>
                <c:pt idx="1414">
                  <c:v>14.529309180327896</c:v>
                </c:pt>
                <c:pt idx="1415">
                  <c:v>14.529309180327896</c:v>
                </c:pt>
                <c:pt idx="1416">
                  <c:v>14.529309180327896</c:v>
                </c:pt>
                <c:pt idx="1417">
                  <c:v>14.529309180327896</c:v>
                </c:pt>
                <c:pt idx="1418">
                  <c:v>14.529309180327896</c:v>
                </c:pt>
                <c:pt idx="1419">
                  <c:v>14.529309180327896</c:v>
                </c:pt>
                <c:pt idx="1420">
                  <c:v>14.529309180327896</c:v>
                </c:pt>
                <c:pt idx="1421">
                  <c:v>14.529309180327896</c:v>
                </c:pt>
                <c:pt idx="1422">
                  <c:v>14.529309180327896</c:v>
                </c:pt>
                <c:pt idx="1423">
                  <c:v>14.529309180327896</c:v>
                </c:pt>
                <c:pt idx="1424">
                  <c:v>14.529309180327896</c:v>
                </c:pt>
                <c:pt idx="1425">
                  <c:v>14.529309180327896</c:v>
                </c:pt>
                <c:pt idx="1426">
                  <c:v>14.529309180327896</c:v>
                </c:pt>
                <c:pt idx="1427">
                  <c:v>14.529309180327896</c:v>
                </c:pt>
                <c:pt idx="1428">
                  <c:v>14.529309180327896</c:v>
                </c:pt>
                <c:pt idx="1429">
                  <c:v>14.529309180327896</c:v>
                </c:pt>
                <c:pt idx="1430">
                  <c:v>14.529309180327896</c:v>
                </c:pt>
                <c:pt idx="1431">
                  <c:v>14.529309180327896</c:v>
                </c:pt>
                <c:pt idx="1432">
                  <c:v>14.529309180327896</c:v>
                </c:pt>
                <c:pt idx="1433">
                  <c:v>14.529309180327896</c:v>
                </c:pt>
                <c:pt idx="1434">
                  <c:v>14.529309180327896</c:v>
                </c:pt>
                <c:pt idx="1435">
                  <c:v>14.529309180327896</c:v>
                </c:pt>
                <c:pt idx="1436">
                  <c:v>14.529309180327896</c:v>
                </c:pt>
                <c:pt idx="1437">
                  <c:v>14.529309180327896</c:v>
                </c:pt>
                <c:pt idx="1438">
                  <c:v>14.529309180327896</c:v>
                </c:pt>
                <c:pt idx="1439">
                  <c:v>14.529309180327896</c:v>
                </c:pt>
                <c:pt idx="1440">
                  <c:v>14.529309180327896</c:v>
                </c:pt>
                <c:pt idx="1441">
                  <c:v>14.529309180327896</c:v>
                </c:pt>
                <c:pt idx="1442">
                  <c:v>14.529309180327896</c:v>
                </c:pt>
                <c:pt idx="1443">
                  <c:v>14.529309180327896</c:v>
                </c:pt>
                <c:pt idx="1444">
                  <c:v>14.529309180327896</c:v>
                </c:pt>
                <c:pt idx="1445">
                  <c:v>14.529309180327896</c:v>
                </c:pt>
                <c:pt idx="1446">
                  <c:v>14.529309180327896</c:v>
                </c:pt>
                <c:pt idx="1447">
                  <c:v>14.529309180327896</c:v>
                </c:pt>
                <c:pt idx="1448">
                  <c:v>14.529309180327896</c:v>
                </c:pt>
                <c:pt idx="1449">
                  <c:v>14.529309180327896</c:v>
                </c:pt>
                <c:pt idx="1450">
                  <c:v>14.529309180327896</c:v>
                </c:pt>
                <c:pt idx="1451">
                  <c:v>14.529309180327896</c:v>
                </c:pt>
                <c:pt idx="1452">
                  <c:v>14.529309180327896</c:v>
                </c:pt>
                <c:pt idx="1453">
                  <c:v>14.529309180327896</c:v>
                </c:pt>
                <c:pt idx="1454">
                  <c:v>14.529309180327896</c:v>
                </c:pt>
                <c:pt idx="1455">
                  <c:v>14.529309180327896</c:v>
                </c:pt>
                <c:pt idx="1456">
                  <c:v>14.529309180327896</c:v>
                </c:pt>
                <c:pt idx="1457">
                  <c:v>14.529309180327896</c:v>
                </c:pt>
                <c:pt idx="1458">
                  <c:v>14.529309180327896</c:v>
                </c:pt>
                <c:pt idx="1459">
                  <c:v>14.529309180327896</c:v>
                </c:pt>
                <c:pt idx="1460">
                  <c:v>14.529309180327896</c:v>
                </c:pt>
                <c:pt idx="1461">
                  <c:v>14.529309180327896</c:v>
                </c:pt>
                <c:pt idx="1462">
                  <c:v>14.529309180327896</c:v>
                </c:pt>
                <c:pt idx="1463">
                  <c:v>14.529309180327896</c:v>
                </c:pt>
                <c:pt idx="1464">
                  <c:v>14.529309180327896</c:v>
                </c:pt>
                <c:pt idx="1465">
                  <c:v>14.529309180327896</c:v>
                </c:pt>
                <c:pt idx="1466">
                  <c:v>14.529309180327896</c:v>
                </c:pt>
                <c:pt idx="1467">
                  <c:v>14.529309180327896</c:v>
                </c:pt>
                <c:pt idx="1468">
                  <c:v>14.529309180327896</c:v>
                </c:pt>
                <c:pt idx="1469">
                  <c:v>14.529309180327896</c:v>
                </c:pt>
                <c:pt idx="1470">
                  <c:v>14.529309180327896</c:v>
                </c:pt>
                <c:pt idx="1471">
                  <c:v>14.529309180327896</c:v>
                </c:pt>
                <c:pt idx="1472">
                  <c:v>14.529309180327896</c:v>
                </c:pt>
                <c:pt idx="1473">
                  <c:v>14.529309180327896</c:v>
                </c:pt>
                <c:pt idx="1474">
                  <c:v>14.529309180327896</c:v>
                </c:pt>
                <c:pt idx="1475">
                  <c:v>14.529309180327896</c:v>
                </c:pt>
                <c:pt idx="1476">
                  <c:v>14.529309180327896</c:v>
                </c:pt>
                <c:pt idx="1477">
                  <c:v>14.529309180327896</c:v>
                </c:pt>
                <c:pt idx="1478">
                  <c:v>14.529309180327896</c:v>
                </c:pt>
                <c:pt idx="1479">
                  <c:v>14.529309180327896</c:v>
                </c:pt>
                <c:pt idx="1480">
                  <c:v>14.529309180327896</c:v>
                </c:pt>
                <c:pt idx="1481">
                  <c:v>14.529309180327896</c:v>
                </c:pt>
                <c:pt idx="1482">
                  <c:v>14.529309180327896</c:v>
                </c:pt>
                <c:pt idx="1483">
                  <c:v>14.529309180327896</c:v>
                </c:pt>
                <c:pt idx="1484">
                  <c:v>14.529309180327896</c:v>
                </c:pt>
                <c:pt idx="1485">
                  <c:v>14.529309180327896</c:v>
                </c:pt>
                <c:pt idx="1486">
                  <c:v>14.529309180327896</c:v>
                </c:pt>
                <c:pt idx="1487">
                  <c:v>14.529309180327896</c:v>
                </c:pt>
                <c:pt idx="1488">
                  <c:v>14.529309180327896</c:v>
                </c:pt>
                <c:pt idx="1489">
                  <c:v>14.529309180327896</c:v>
                </c:pt>
                <c:pt idx="1490">
                  <c:v>14.529309180327896</c:v>
                </c:pt>
                <c:pt idx="1491">
                  <c:v>14.529309180327896</c:v>
                </c:pt>
                <c:pt idx="1492">
                  <c:v>14.529309180327896</c:v>
                </c:pt>
                <c:pt idx="1493">
                  <c:v>14.529309180327896</c:v>
                </c:pt>
                <c:pt idx="1494">
                  <c:v>14.529309180327896</c:v>
                </c:pt>
                <c:pt idx="1495">
                  <c:v>14.529309180327896</c:v>
                </c:pt>
                <c:pt idx="1496">
                  <c:v>14.529309180327896</c:v>
                </c:pt>
                <c:pt idx="1497">
                  <c:v>14.529309180327896</c:v>
                </c:pt>
                <c:pt idx="1498">
                  <c:v>14.529309180327896</c:v>
                </c:pt>
                <c:pt idx="1499">
                  <c:v>14.529309180327896</c:v>
                </c:pt>
                <c:pt idx="1500">
                  <c:v>14.529309180327896</c:v>
                </c:pt>
                <c:pt idx="1501">
                  <c:v>14.529309180327896</c:v>
                </c:pt>
                <c:pt idx="1502">
                  <c:v>14.529309180327896</c:v>
                </c:pt>
                <c:pt idx="1503">
                  <c:v>14.529309180327896</c:v>
                </c:pt>
                <c:pt idx="1504">
                  <c:v>14.529309180327896</c:v>
                </c:pt>
                <c:pt idx="1505">
                  <c:v>14.529309180327896</c:v>
                </c:pt>
                <c:pt idx="1506">
                  <c:v>14.529309180327896</c:v>
                </c:pt>
                <c:pt idx="1507">
                  <c:v>14.529309180327896</c:v>
                </c:pt>
                <c:pt idx="1508">
                  <c:v>14.529309180327896</c:v>
                </c:pt>
                <c:pt idx="1509">
                  <c:v>14.529309180327896</c:v>
                </c:pt>
                <c:pt idx="1510">
                  <c:v>14.529309180327896</c:v>
                </c:pt>
                <c:pt idx="1511">
                  <c:v>14.529309180327896</c:v>
                </c:pt>
                <c:pt idx="1512">
                  <c:v>14.529309180327896</c:v>
                </c:pt>
                <c:pt idx="1513">
                  <c:v>14.529309180327896</c:v>
                </c:pt>
                <c:pt idx="1514">
                  <c:v>14.529309180327896</c:v>
                </c:pt>
                <c:pt idx="1515">
                  <c:v>14.529309180327896</c:v>
                </c:pt>
                <c:pt idx="1516">
                  <c:v>14.529309180327896</c:v>
                </c:pt>
                <c:pt idx="1517">
                  <c:v>14.529309180327896</c:v>
                </c:pt>
                <c:pt idx="1518">
                  <c:v>14.529309180327896</c:v>
                </c:pt>
                <c:pt idx="1519">
                  <c:v>14.529309180327896</c:v>
                </c:pt>
                <c:pt idx="1520">
                  <c:v>14.529309180327896</c:v>
                </c:pt>
                <c:pt idx="1521">
                  <c:v>14.529309180327896</c:v>
                </c:pt>
                <c:pt idx="1522">
                  <c:v>14.529309180327896</c:v>
                </c:pt>
                <c:pt idx="1523">
                  <c:v>14.529309180327896</c:v>
                </c:pt>
                <c:pt idx="1524">
                  <c:v>14.529309180327896</c:v>
                </c:pt>
                <c:pt idx="1525">
                  <c:v>14.529309180327896</c:v>
                </c:pt>
                <c:pt idx="1526">
                  <c:v>14.529309180327896</c:v>
                </c:pt>
                <c:pt idx="1527">
                  <c:v>14.529309180327896</c:v>
                </c:pt>
                <c:pt idx="1528">
                  <c:v>14.529309180327896</c:v>
                </c:pt>
                <c:pt idx="1529">
                  <c:v>14.529309180327896</c:v>
                </c:pt>
                <c:pt idx="1530">
                  <c:v>14.529309180327896</c:v>
                </c:pt>
                <c:pt idx="1531">
                  <c:v>14.529309180327896</c:v>
                </c:pt>
                <c:pt idx="1532">
                  <c:v>14.529309180327896</c:v>
                </c:pt>
                <c:pt idx="1533">
                  <c:v>14.529309180327896</c:v>
                </c:pt>
                <c:pt idx="1534">
                  <c:v>14.529309180327896</c:v>
                </c:pt>
                <c:pt idx="1535">
                  <c:v>14.529309180327896</c:v>
                </c:pt>
                <c:pt idx="1536">
                  <c:v>14.529309180327896</c:v>
                </c:pt>
                <c:pt idx="1537">
                  <c:v>14.529309180327896</c:v>
                </c:pt>
                <c:pt idx="1538">
                  <c:v>14.529309180327896</c:v>
                </c:pt>
                <c:pt idx="1539">
                  <c:v>14.529309180327896</c:v>
                </c:pt>
                <c:pt idx="1540">
                  <c:v>14.529309180327896</c:v>
                </c:pt>
                <c:pt idx="1541">
                  <c:v>14.529309180327896</c:v>
                </c:pt>
                <c:pt idx="1542">
                  <c:v>14.529309180327896</c:v>
                </c:pt>
                <c:pt idx="1543">
                  <c:v>14.529309180327896</c:v>
                </c:pt>
                <c:pt idx="1544">
                  <c:v>14.529309180327896</c:v>
                </c:pt>
                <c:pt idx="1545">
                  <c:v>14.529309180327896</c:v>
                </c:pt>
                <c:pt idx="1546">
                  <c:v>14.529309180327896</c:v>
                </c:pt>
                <c:pt idx="1547">
                  <c:v>14.529309180327896</c:v>
                </c:pt>
                <c:pt idx="1548">
                  <c:v>14.529309180327896</c:v>
                </c:pt>
                <c:pt idx="1549">
                  <c:v>14.529309180327896</c:v>
                </c:pt>
                <c:pt idx="1550">
                  <c:v>14.529309180327896</c:v>
                </c:pt>
                <c:pt idx="1551">
                  <c:v>14.529309180327896</c:v>
                </c:pt>
                <c:pt idx="1552">
                  <c:v>14.529309180327896</c:v>
                </c:pt>
                <c:pt idx="1553">
                  <c:v>14.529309180327896</c:v>
                </c:pt>
                <c:pt idx="1554">
                  <c:v>14.529309180327896</c:v>
                </c:pt>
                <c:pt idx="1555">
                  <c:v>14.529309180327896</c:v>
                </c:pt>
                <c:pt idx="1556">
                  <c:v>14.529309180327896</c:v>
                </c:pt>
                <c:pt idx="1557">
                  <c:v>14.529309180327896</c:v>
                </c:pt>
                <c:pt idx="1558">
                  <c:v>14.529309180327896</c:v>
                </c:pt>
                <c:pt idx="1559">
                  <c:v>14.529309180327896</c:v>
                </c:pt>
                <c:pt idx="1560">
                  <c:v>14.529309180327896</c:v>
                </c:pt>
                <c:pt idx="1561">
                  <c:v>14.529309180327896</c:v>
                </c:pt>
                <c:pt idx="1562">
                  <c:v>14.529309180327896</c:v>
                </c:pt>
                <c:pt idx="1563">
                  <c:v>14.529309180327896</c:v>
                </c:pt>
                <c:pt idx="1564">
                  <c:v>14.529309180327896</c:v>
                </c:pt>
                <c:pt idx="1565">
                  <c:v>14.529309180327896</c:v>
                </c:pt>
                <c:pt idx="1566">
                  <c:v>14.529309180327896</c:v>
                </c:pt>
                <c:pt idx="1567">
                  <c:v>14.529309180327896</c:v>
                </c:pt>
                <c:pt idx="1568">
                  <c:v>14.529309180327896</c:v>
                </c:pt>
                <c:pt idx="1569">
                  <c:v>14.529309180327896</c:v>
                </c:pt>
                <c:pt idx="1570">
                  <c:v>14.529309180327896</c:v>
                </c:pt>
                <c:pt idx="1571">
                  <c:v>14.529309180327896</c:v>
                </c:pt>
                <c:pt idx="1572">
                  <c:v>14.529309180327896</c:v>
                </c:pt>
                <c:pt idx="1573">
                  <c:v>14.529309180327896</c:v>
                </c:pt>
                <c:pt idx="1574">
                  <c:v>14.529309180327896</c:v>
                </c:pt>
                <c:pt idx="1575">
                  <c:v>14.529309180327896</c:v>
                </c:pt>
                <c:pt idx="1576">
                  <c:v>14.529309180327896</c:v>
                </c:pt>
                <c:pt idx="1577">
                  <c:v>14.529309180327896</c:v>
                </c:pt>
                <c:pt idx="1578">
                  <c:v>14.529309180327896</c:v>
                </c:pt>
                <c:pt idx="1579">
                  <c:v>14.529309180327896</c:v>
                </c:pt>
                <c:pt idx="1580">
                  <c:v>14.529309180327896</c:v>
                </c:pt>
                <c:pt idx="1581">
                  <c:v>14.529309180327896</c:v>
                </c:pt>
                <c:pt idx="1582">
                  <c:v>14.529309180327896</c:v>
                </c:pt>
                <c:pt idx="1583">
                  <c:v>14.529309180327896</c:v>
                </c:pt>
                <c:pt idx="1584">
                  <c:v>14.529309180327896</c:v>
                </c:pt>
                <c:pt idx="1585">
                  <c:v>14.529309180327896</c:v>
                </c:pt>
                <c:pt idx="1586">
                  <c:v>14.529309180327896</c:v>
                </c:pt>
                <c:pt idx="1587">
                  <c:v>14.529309180327896</c:v>
                </c:pt>
                <c:pt idx="1588">
                  <c:v>14.529309180327896</c:v>
                </c:pt>
                <c:pt idx="1589">
                  <c:v>14.529309180327896</c:v>
                </c:pt>
                <c:pt idx="1590">
                  <c:v>14.529309180327896</c:v>
                </c:pt>
                <c:pt idx="1591">
                  <c:v>14.529309180327896</c:v>
                </c:pt>
                <c:pt idx="1592">
                  <c:v>14.529309180327896</c:v>
                </c:pt>
                <c:pt idx="1593">
                  <c:v>14.529309180327896</c:v>
                </c:pt>
                <c:pt idx="1594">
                  <c:v>14.529309180327896</c:v>
                </c:pt>
                <c:pt idx="1595">
                  <c:v>14.529309180327896</c:v>
                </c:pt>
                <c:pt idx="1596">
                  <c:v>14.529309180327896</c:v>
                </c:pt>
                <c:pt idx="1597">
                  <c:v>14.529309180327896</c:v>
                </c:pt>
                <c:pt idx="1598">
                  <c:v>14.529309180327896</c:v>
                </c:pt>
                <c:pt idx="1599">
                  <c:v>14.529309180327896</c:v>
                </c:pt>
                <c:pt idx="1600">
                  <c:v>14.529309180327896</c:v>
                </c:pt>
                <c:pt idx="1601">
                  <c:v>14.529309180327896</c:v>
                </c:pt>
                <c:pt idx="1602">
                  <c:v>14.529309180327896</c:v>
                </c:pt>
                <c:pt idx="1603">
                  <c:v>14.529309180327896</c:v>
                </c:pt>
                <c:pt idx="1604">
                  <c:v>14.529309180327896</c:v>
                </c:pt>
                <c:pt idx="1605">
                  <c:v>14.529309180327896</c:v>
                </c:pt>
                <c:pt idx="1606">
                  <c:v>14.529309180327896</c:v>
                </c:pt>
                <c:pt idx="1607">
                  <c:v>14.529309180327896</c:v>
                </c:pt>
                <c:pt idx="1608">
                  <c:v>14.529309180327896</c:v>
                </c:pt>
                <c:pt idx="1609">
                  <c:v>14.529309180327896</c:v>
                </c:pt>
                <c:pt idx="1610">
                  <c:v>14.529309180327896</c:v>
                </c:pt>
                <c:pt idx="1611">
                  <c:v>14.529309180327896</c:v>
                </c:pt>
                <c:pt idx="1612">
                  <c:v>14.529309180327896</c:v>
                </c:pt>
                <c:pt idx="1613">
                  <c:v>14.529309180327896</c:v>
                </c:pt>
                <c:pt idx="1614">
                  <c:v>14.529309180327896</c:v>
                </c:pt>
                <c:pt idx="1615">
                  <c:v>14.529309180327896</c:v>
                </c:pt>
                <c:pt idx="1616">
                  <c:v>14.529309180327896</c:v>
                </c:pt>
                <c:pt idx="1617">
                  <c:v>14.529309180327896</c:v>
                </c:pt>
                <c:pt idx="1618">
                  <c:v>14.529309180327896</c:v>
                </c:pt>
                <c:pt idx="1619">
                  <c:v>14.529309180327896</c:v>
                </c:pt>
                <c:pt idx="1620">
                  <c:v>14.529309180327896</c:v>
                </c:pt>
                <c:pt idx="1621">
                  <c:v>14.529309180327896</c:v>
                </c:pt>
                <c:pt idx="1622">
                  <c:v>14.529309180327896</c:v>
                </c:pt>
                <c:pt idx="1623">
                  <c:v>14.529309180327896</c:v>
                </c:pt>
                <c:pt idx="1624">
                  <c:v>14.529309180327896</c:v>
                </c:pt>
                <c:pt idx="1625">
                  <c:v>14.529309180327896</c:v>
                </c:pt>
                <c:pt idx="1626">
                  <c:v>14.529309180327896</c:v>
                </c:pt>
                <c:pt idx="1627">
                  <c:v>14.529309180327896</c:v>
                </c:pt>
                <c:pt idx="1628">
                  <c:v>14.529309180327896</c:v>
                </c:pt>
                <c:pt idx="1629">
                  <c:v>14.529309180327896</c:v>
                </c:pt>
                <c:pt idx="1630">
                  <c:v>14.529309180327896</c:v>
                </c:pt>
                <c:pt idx="1631">
                  <c:v>14.529309180327896</c:v>
                </c:pt>
                <c:pt idx="1632">
                  <c:v>14.529309180327896</c:v>
                </c:pt>
                <c:pt idx="1633">
                  <c:v>14.529309180327896</c:v>
                </c:pt>
                <c:pt idx="1634">
                  <c:v>14.529309180327896</c:v>
                </c:pt>
                <c:pt idx="1635">
                  <c:v>14.529309180327896</c:v>
                </c:pt>
                <c:pt idx="1636">
                  <c:v>14.529309180327896</c:v>
                </c:pt>
                <c:pt idx="1637">
                  <c:v>14.529309180327896</c:v>
                </c:pt>
                <c:pt idx="1638">
                  <c:v>14.529309180327896</c:v>
                </c:pt>
                <c:pt idx="1639">
                  <c:v>14.529309180327896</c:v>
                </c:pt>
                <c:pt idx="1640">
                  <c:v>14.529309180327896</c:v>
                </c:pt>
                <c:pt idx="1641">
                  <c:v>14.529309180327896</c:v>
                </c:pt>
                <c:pt idx="1642">
                  <c:v>14.529309180327896</c:v>
                </c:pt>
                <c:pt idx="1643">
                  <c:v>14.529309180327896</c:v>
                </c:pt>
                <c:pt idx="1644">
                  <c:v>14.529309180327896</c:v>
                </c:pt>
                <c:pt idx="1645">
                  <c:v>14.529309180327896</c:v>
                </c:pt>
                <c:pt idx="1646">
                  <c:v>14.529309180327896</c:v>
                </c:pt>
                <c:pt idx="1647">
                  <c:v>14.529309180327896</c:v>
                </c:pt>
                <c:pt idx="1648">
                  <c:v>14.529309180327896</c:v>
                </c:pt>
                <c:pt idx="1649">
                  <c:v>14.529309180327896</c:v>
                </c:pt>
                <c:pt idx="1650">
                  <c:v>14.529309180327896</c:v>
                </c:pt>
                <c:pt idx="1651">
                  <c:v>14.529309180327896</c:v>
                </c:pt>
                <c:pt idx="1652">
                  <c:v>14.529309180327896</c:v>
                </c:pt>
                <c:pt idx="1653">
                  <c:v>14.529309180327896</c:v>
                </c:pt>
                <c:pt idx="1654">
                  <c:v>14.529309180327896</c:v>
                </c:pt>
                <c:pt idx="1655">
                  <c:v>14.529309180327896</c:v>
                </c:pt>
                <c:pt idx="1656">
                  <c:v>14.529309180327896</c:v>
                </c:pt>
                <c:pt idx="1657">
                  <c:v>14.529309180327896</c:v>
                </c:pt>
                <c:pt idx="1658">
                  <c:v>14.529309180327896</c:v>
                </c:pt>
                <c:pt idx="1659">
                  <c:v>14.529309180327896</c:v>
                </c:pt>
                <c:pt idx="1660">
                  <c:v>14.529309180327896</c:v>
                </c:pt>
                <c:pt idx="1661">
                  <c:v>14.529309180327896</c:v>
                </c:pt>
                <c:pt idx="1662">
                  <c:v>14.529309180327896</c:v>
                </c:pt>
                <c:pt idx="1663">
                  <c:v>14.529309180327896</c:v>
                </c:pt>
                <c:pt idx="1664">
                  <c:v>14.529309180327896</c:v>
                </c:pt>
                <c:pt idx="1665">
                  <c:v>14.529309180327896</c:v>
                </c:pt>
                <c:pt idx="1666">
                  <c:v>14.529309180327896</c:v>
                </c:pt>
                <c:pt idx="1667">
                  <c:v>14.529309180327896</c:v>
                </c:pt>
                <c:pt idx="1668">
                  <c:v>14.529309180327896</c:v>
                </c:pt>
                <c:pt idx="1669">
                  <c:v>14.529309180327896</c:v>
                </c:pt>
                <c:pt idx="1670">
                  <c:v>14.529309180327896</c:v>
                </c:pt>
                <c:pt idx="1671">
                  <c:v>14.529309180327896</c:v>
                </c:pt>
                <c:pt idx="1672">
                  <c:v>14.529309180327896</c:v>
                </c:pt>
                <c:pt idx="1673">
                  <c:v>14.529309180327896</c:v>
                </c:pt>
                <c:pt idx="1674">
                  <c:v>14.529309180327896</c:v>
                </c:pt>
                <c:pt idx="1675">
                  <c:v>14.529309180327896</c:v>
                </c:pt>
                <c:pt idx="1676">
                  <c:v>14.529309180327896</c:v>
                </c:pt>
                <c:pt idx="1677">
                  <c:v>14.529309180327896</c:v>
                </c:pt>
                <c:pt idx="1678">
                  <c:v>14.529309180327896</c:v>
                </c:pt>
                <c:pt idx="1679">
                  <c:v>14.529309180327896</c:v>
                </c:pt>
                <c:pt idx="1680">
                  <c:v>14.529309180327896</c:v>
                </c:pt>
                <c:pt idx="1681">
                  <c:v>14.529309180327896</c:v>
                </c:pt>
                <c:pt idx="1682">
                  <c:v>14.529309180327896</c:v>
                </c:pt>
                <c:pt idx="1683">
                  <c:v>14.529309180327896</c:v>
                </c:pt>
                <c:pt idx="1684">
                  <c:v>14.529309180327896</c:v>
                </c:pt>
                <c:pt idx="1685">
                  <c:v>14.529309180327896</c:v>
                </c:pt>
                <c:pt idx="1686">
                  <c:v>14.529309180327896</c:v>
                </c:pt>
                <c:pt idx="1687">
                  <c:v>14.529309180327896</c:v>
                </c:pt>
                <c:pt idx="1688">
                  <c:v>14.529309180327896</c:v>
                </c:pt>
                <c:pt idx="1689">
                  <c:v>14.529309180327896</c:v>
                </c:pt>
                <c:pt idx="1690">
                  <c:v>14.529309180327896</c:v>
                </c:pt>
                <c:pt idx="1691">
                  <c:v>14.529309180327896</c:v>
                </c:pt>
                <c:pt idx="1692">
                  <c:v>14.529309180327896</c:v>
                </c:pt>
                <c:pt idx="1693">
                  <c:v>14.529309180327896</c:v>
                </c:pt>
                <c:pt idx="1694">
                  <c:v>14.529309180327896</c:v>
                </c:pt>
                <c:pt idx="1695">
                  <c:v>14.529309180327896</c:v>
                </c:pt>
                <c:pt idx="1696">
                  <c:v>14.529309180327896</c:v>
                </c:pt>
                <c:pt idx="1697">
                  <c:v>14.529309180327896</c:v>
                </c:pt>
                <c:pt idx="1698">
                  <c:v>14.529309180327896</c:v>
                </c:pt>
                <c:pt idx="1699">
                  <c:v>14.529309180327896</c:v>
                </c:pt>
                <c:pt idx="1700">
                  <c:v>14.529309180327896</c:v>
                </c:pt>
                <c:pt idx="1701">
                  <c:v>14.529309180327896</c:v>
                </c:pt>
                <c:pt idx="1702">
                  <c:v>14.529309180327896</c:v>
                </c:pt>
                <c:pt idx="1703">
                  <c:v>14.529309180327896</c:v>
                </c:pt>
                <c:pt idx="1704">
                  <c:v>14.529309180327896</c:v>
                </c:pt>
                <c:pt idx="1705">
                  <c:v>14.529309180327896</c:v>
                </c:pt>
                <c:pt idx="1706">
                  <c:v>14.529309180327896</c:v>
                </c:pt>
                <c:pt idx="1707">
                  <c:v>14.529309180327896</c:v>
                </c:pt>
                <c:pt idx="1708">
                  <c:v>14.529309180327896</c:v>
                </c:pt>
                <c:pt idx="1709">
                  <c:v>14.529309180327896</c:v>
                </c:pt>
                <c:pt idx="1710">
                  <c:v>14.529309180327896</c:v>
                </c:pt>
                <c:pt idx="1711">
                  <c:v>14.529309180327896</c:v>
                </c:pt>
                <c:pt idx="1712">
                  <c:v>14.529309180327896</c:v>
                </c:pt>
                <c:pt idx="1713">
                  <c:v>14.529309180327896</c:v>
                </c:pt>
                <c:pt idx="1714">
                  <c:v>14.529309180327896</c:v>
                </c:pt>
                <c:pt idx="1715">
                  <c:v>14.529309180327896</c:v>
                </c:pt>
                <c:pt idx="1716">
                  <c:v>14.529309180327896</c:v>
                </c:pt>
                <c:pt idx="1717">
                  <c:v>14.529309180327896</c:v>
                </c:pt>
                <c:pt idx="1718">
                  <c:v>14.529309180327896</c:v>
                </c:pt>
                <c:pt idx="1719">
                  <c:v>14.529309180327896</c:v>
                </c:pt>
                <c:pt idx="1720">
                  <c:v>14.529309180327896</c:v>
                </c:pt>
                <c:pt idx="1721">
                  <c:v>14.529309180327896</c:v>
                </c:pt>
                <c:pt idx="1722">
                  <c:v>14.529309180327896</c:v>
                </c:pt>
                <c:pt idx="1723">
                  <c:v>14.529309180327896</c:v>
                </c:pt>
                <c:pt idx="1724">
                  <c:v>14.529309180327896</c:v>
                </c:pt>
                <c:pt idx="1725">
                  <c:v>14.529309180327896</c:v>
                </c:pt>
                <c:pt idx="1726">
                  <c:v>14.529309180327896</c:v>
                </c:pt>
                <c:pt idx="1727">
                  <c:v>14.529309180327896</c:v>
                </c:pt>
                <c:pt idx="1728">
                  <c:v>14.529309180327896</c:v>
                </c:pt>
                <c:pt idx="1729">
                  <c:v>14.529309180327896</c:v>
                </c:pt>
                <c:pt idx="1730">
                  <c:v>14.529309180327896</c:v>
                </c:pt>
                <c:pt idx="1731">
                  <c:v>14.529309180327896</c:v>
                </c:pt>
                <c:pt idx="1732">
                  <c:v>14.529309180327896</c:v>
                </c:pt>
                <c:pt idx="1733">
                  <c:v>14.529309180327896</c:v>
                </c:pt>
                <c:pt idx="1734">
                  <c:v>14.529309180327896</c:v>
                </c:pt>
                <c:pt idx="1735">
                  <c:v>14.529309180327896</c:v>
                </c:pt>
                <c:pt idx="1736">
                  <c:v>14.529309180327896</c:v>
                </c:pt>
                <c:pt idx="1737">
                  <c:v>14.529309180327896</c:v>
                </c:pt>
                <c:pt idx="1738">
                  <c:v>14.529309180327896</c:v>
                </c:pt>
                <c:pt idx="1739">
                  <c:v>14.529309180327896</c:v>
                </c:pt>
                <c:pt idx="1740">
                  <c:v>14.529309180327896</c:v>
                </c:pt>
                <c:pt idx="1741">
                  <c:v>14.529309180327896</c:v>
                </c:pt>
                <c:pt idx="1742">
                  <c:v>14.529309180327896</c:v>
                </c:pt>
                <c:pt idx="1743">
                  <c:v>14.529309180327896</c:v>
                </c:pt>
                <c:pt idx="1744">
                  <c:v>14.529309180327896</c:v>
                </c:pt>
                <c:pt idx="1745">
                  <c:v>14.529309180327896</c:v>
                </c:pt>
                <c:pt idx="1746">
                  <c:v>14.529309180327896</c:v>
                </c:pt>
                <c:pt idx="1747">
                  <c:v>14.529309180327896</c:v>
                </c:pt>
                <c:pt idx="1748">
                  <c:v>14.529309180327896</c:v>
                </c:pt>
                <c:pt idx="1749">
                  <c:v>14.529309180327896</c:v>
                </c:pt>
                <c:pt idx="1750">
                  <c:v>14.529309180327896</c:v>
                </c:pt>
                <c:pt idx="1751">
                  <c:v>14.529309180327896</c:v>
                </c:pt>
                <c:pt idx="1752">
                  <c:v>14.529309180327896</c:v>
                </c:pt>
                <c:pt idx="1753">
                  <c:v>14.529309180327896</c:v>
                </c:pt>
                <c:pt idx="1754">
                  <c:v>14.529309180327896</c:v>
                </c:pt>
                <c:pt idx="1755">
                  <c:v>14.529309180327896</c:v>
                </c:pt>
                <c:pt idx="1756">
                  <c:v>14.529309180327896</c:v>
                </c:pt>
                <c:pt idx="1757">
                  <c:v>14.529309180327896</c:v>
                </c:pt>
                <c:pt idx="1758">
                  <c:v>14.529309180327896</c:v>
                </c:pt>
                <c:pt idx="1759">
                  <c:v>14.529309180327896</c:v>
                </c:pt>
                <c:pt idx="1760">
                  <c:v>14.529309180327896</c:v>
                </c:pt>
                <c:pt idx="1761">
                  <c:v>14.529309180327896</c:v>
                </c:pt>
                <c:pt idx="1762">
                  <c:v>14.529309180327896</c:v>
                </c:pt>
                <c:pt idx="1763">
                  <c:v>14.529309180327896</c:v>
                </c:pt>
                <c:pt idx="1764">
                  <c:v>14.529309180327896</c:v>
                </c:pt>
                <c:pt idx="1765">
                  <c:v>14.529309180327896</c:v>
                </c:pt>
                <c:pt idx="1766">
                  <c:v>14.529309180327896</c:v>
                </c:pt>
                <c:pt idx="1767">
                  <c:v>14.529309180327896</c:v>
                </c:pt>
                <c:pt idx="1768">
                  <c:v>14.529309180327896</c:v>
                </c:pt>
                <c:pt idx="1769">
                  <c:v>14.529309180327896</c:v>
                </c:pt>
                <c:pt idx="1770">
                  <c:v>14.529309180327896</c:v>
                </c:pt>
                <c:pt idx="1771">
                  <c:v>14.529309180327896</c:v>
                </c:pt>
                <c:pt idx="1772">
                  <c:v>14.529309180327896</c:v>
                </c:pt>
                <c:pt idx="1773">
                  <c:v>14.529309180327896</c:v>
                </c:pt>
                <c:pt idx="1774">
                  <c:v>14.529309180327896</c:v>
                </c:pt>
                <c:pt idx="1775">
                  <c:v>14.529309180327896</c:v>
                </c:pt>
                <c:pt idx="1776">
                  <c:v>14.529309180327896</c:v>
                </c:pt>
                <c:pt idx="1777">
                  <c:v>14.529309180327896</c:v>
                </c:pt>
                <c:pt idx="1778">
                  <c:v>14.529309180327896</c:v>
                </c:pt>
                <c:pt idx="1779">
                  <c:v>14.529309180327896</c:v>
                </c:pt>
                <c:pt idx="1780">
                  <c:v>14.529309180327896</c:v>
                </c:pt>
                <c:pt idx="1781">
                  <c:v>14.529309180327896</c:v>
                </c:pt>
                <c:pt idx="1782">
                  <c:v>14.529309180327896</c:v>
                </c:pt>
                <c:pt idx="1783">
                  <c:v>14.529309180327896</c:v>
                </c:pt>
                <c:pt idx="1784">
                  <c:v>14.529309180327896</c:v>
                </c:pt>
                <c:pt idx="1785">
                  <c:v>14.529309180327896</c:v>
                </c:pt>
                <c:pt idx="1786">
                  <c:v>14.529309180327896</c:v>
                </c:pt>
                <c:pt idx="1787">
                  <c:v>14.529309180327896</c:v>
                </c:pt>
                <c:pt idx="1788">
                  <c:v>14.529309180327896</c:v>
                </c:pt>
                <c:pt idx="1789">
                  <c:v>14.529309180327896</c:v>
                </c:pt>
                <c:pt idx="1790">
                  <c:v>14.529309180327896</c:v>
                </c:pt>
                <c:pt idx="1791">
                  <c:v>14.529309180327896</c:v>
                </c:pt>
                <c:pt idx="1792">
                  <c:v>14.529309180327896</c:v>
                </c:pt>
                <c:pt idx="1793">
                  <c:v>14.529309180327896</c:v>
                </c:pt>
                <c:pt idx="1794">
                  <c:v>14.529309180327896</c:v>
                </c:pt>
                <c:pt idx="1795">
                  <c:v>14.529309180327896</c:v>
                </c:pt>
                <c:pt idx="1796">
                  <c:v>14.529309180327896</c:v>
                </c:pt>
                <c:pt idx="1797">
                  <c:v>14.529309180327896</c:v>
                </c:pt>
                <c:pt idx="1798">
                  <c:v>14.529309180327896</c:v>
                </c:pt>
                <c:pt idx="1799">
                  <c:v>14.529309180327896</c:v>
                </c:pt>
                <c:pt idx="1800">
                  <c:v>14.529309180327896</c:v>
                </c:pt>
                <c:pt idx="1801">
                  <c:v>14.529309180327896</c:v>
                </c:pt>
                <c:pt idx="1802">
                  <c:v>14.529309180327896</c:v>
                </c:pt>
                <c:pt idx="1803">
                  <c:v>14.529309180327896</c:v>
                </c:pt>
                <c:pt idx="1804">
                  <c:v>14.529309180327896</c:v>
                </c:pt>
                <c:pt idx="1805">
                  <c:v>14.529309180327896</c:v>
                </c:pt>
                <c:pt idx="1806">
                  <c:v>14.529309180327896</c:v>
                </c:pt>
                <c:pt idx="1807">
                  <c:v>14.529309180327896</c:v>
                </c:pt>
                <c:pt idx="1808">
                  <c:v>14.529309180327896</c:v>
                </c:pt>
                <c:pt idx="1809">
                  <c:v>14.529309180327896</c:v>
                </c:pt>
                <c:pt idx="1810">
                  <c:v>14.529309180327896</c:v>
                </c:pt>
                <c:pt idx="1811">
                  <c:v>14.529309180327896</c:v>
                </c:pt>
                <c:pt idx="1812">
                  <c:v>14.529309180327896</c:v>
                </c:pt>
                <c:pt idx="1813">
                  <c:v>14.529309180327896</c:v>
                </c:pt>
                <c:pt idx="1814">
                  <c:v>14.529309180327896</c:v>
                </c:pt>
                <c:pt idx="1815">
                  <c:v>14.529309180327896</c:v>
                </c:pt>
                <c:pt idx="1816">
                  <c:v>14.529309180327896</c:v>
                </c:pt>
                <c:pt idx="1817">
                  <c:v>14.529309180327896</c:v>
                </c:pt>
                <c:pt idx="1818">
                  <c:v>14.529309180327896</c:v>
                </c:pt>
                <c:pt idx="1819">
                  <c:v>14.529309180327896</c:v>
                </c:pt>
                <c:pt idx="1820">
                  <c:v>14.529309180327896</c:v>
                </c:pt>
                <c:pt idx="1821">
                  <c:v>14.529309180327896</c:v>
                </c:pt>
                <c:pt idx="1822">
                  <c:v>14.529309180327896</c:v>
                </c:pt>
                <c:pt idx="1823">
                  <c:v>14.529309180327896</c:v>
                </c:pt>
                <c:pt idx="1824">
                  <c:v>14.529309180327896</c:v>
                </c:pt>
                <c:pt idx="1825">
                  <c:v>14.529309180327896</c:v>
                </c:pt>
                <c:pt idx="1826">
                  <c:v>14.529309180327896</c:v>
                </c:pt>
                <c:pt idx="1827">
                  <c:v>14.529309180327896</c:v>
                </c:pt>
                <c:pt idx="1828">
                  <c:v>14.529309180327896</c:v>
                </c:pt>
              </c:numCache>
            </c:numRef>
          </c:val>
          <c:smooth val="0"/>
          <c:extLst>
            <c:ext xmlns:c16="http://schemas.microsoft.com/office/drawing/2014/chart" uri="{C3380CC4-5D6E-409C-BE32-E72D297353CC}">
              <c16:uniqueId val="{00000003-81C4-4815-9680-5AA56E5DE3F5}"/>
            </c:ext>
          </c:extLst>
        </c:ser>
        <c:ser>
          <c:idx val="4"/>
          <c:order val="4"/>
          <c:tx>
            <c:strRef>
              <c:f>Source!$BA$1</c:f>
              <c:strCache>
                <c:ptCount val="1"/>
                <c:pt idx="0">
                  <c:v>+1SD</c:v>
                </c:pt>
              </c:strCache>
            </c:strRef>
          </c:tx>
          <c:spPr>
            <a:ln w="9525">
              <a:solidFill>
                <a:schemeClr val="accent3"/>
              </a:solidFill>
              <a:prstDash val="solid"/>
            </a:ln>
          </c:spPr>
          <c:marker>
            <c:symbol val="none"/>
          </c:marker>
          <c:cat>
            <c:numRef>
              <c:f>Source!$AV$3:$AV$3656</c:f>
              <c:numCache>
                <c:formatCode>m/d/yyyy</c:formatCode>
                <c:ptCount val="3654"/>
                <c:pt idx="0">
                  <c:v>44489</c:v>
                </c:pt>
                <c:pt idx="1">
                  <c:v>44490</c:v>
                </c:pt>
                <c:pt idx="2">
                  <c:v>44491</c:v>
                </c:pt>
                <c:pt idx="3">
                  <c:v>44492</c:v>
                </c:pt>
                <c:pt idx="4">
                  <c:v>44493</c:v>
                </c:pt>
                <c:pt idx="5">
                  <c:v>44494</c:v>
                </c:pt>
                <c:pt idx="6">
                  <c:v>44495</c:v>
                </c:pt>
                <c:pt idx="7">
                  <c:v>44496</c:v>
                </c:pt>
                <c:pt idx="8">
                  <c:v>44497</c:v>
                </c:pt>
                <c:pt idx="9">
                  <c:v>44498</c:v>
                </c:pt>
                <c:pt idx="10">
                  <c:v>44499</c:v>
                </c:pt>
                <c:pt idx="11">
                  <c:v>44500</c:v>
                </c:pt>
                <c:pt idx="12">
                  <c:v>44501</c:v>
                </c:pt>
                <c:pt idx="13">
                  <c:v>44502</c:v>
                </c:pt>
                <c:pt idx="14">
                  <c:v>44503</c:v>
                </c:pt>
                <c:pt idx="15">
                  <c:v>44504</c:v>
                </c:pt>
                <c:pt idx="16">
                  <c:v>44505</c:v>
                </c:pt>
                <c:pt idx="17">
                  <c:v>44506</c:v>
                </c:pt>
                <c:pt idx="18">
                  <c:v>44507</c:v>
                </c:pt>
                <c:pt idx="19">
                  <c:v>44508</c:v>
                </c:pt>
                <c:pt idx="20">
                  <c:v>44509</c:v>
                </c:pt>
                <c:pt idx="21">
                  <c:v>44510</c:v>
                </c:pt>
                <c:pt idx="22">
                  <c:v>44511</c:v>
                </c:pt>
                <c:pt idx="23">
                  <c:v>44512</c:v>
                </c:pt>
                <c:pt idx="24">
                  <c:v>44513</c:v>
                </c:pt>
                <c:pt idx="25">
                  <c:v>44514</c:v>
                </c:pt>
                <c:pt idx="26">
                  <c:v>44515</c:v>
                </c:pt>
                <c:pt idx="27">
                  <c:v>44516</c:v>
                </c:pt>
                <c:pt idx="28">
                  <c:v>44517</c:v>
                </c:pt>
                <c:pt idx="29">
                  <c:v>44518</c:v>
                </c:pt>
                <c:pt idx="30">
                  <c:v>44519</c:v>
                </c:pt>
                <c:pt idx="31">
                  <c:v>44520</c:v>
                </c:pt>
                <c:pt idx="32">
                  <c:v>44521</c:v>
                </c:pt>
                <c:pt idx="33">
                  <c:v>44522</c:v>
                </c:pt>
                <c:pt idx="34">
                  <c:v>44523</c:v>
                </c:pt>
                <c:pt idx="35">
                  <c:v>44524</c:v>
                </c:pt>
                <c:pt idx="36">
                  <c:v>44525</c:v>
                </c:pt>
                <c:pt idx="37">
                  <c:v>44526</c:v>
                </c:pt>
                <c:pt idx="38">
                  <c:v>44527</c:v>
                </c:pt>
                <c:pt idx="39">
                  <c:v>44528</c:v>
                </c:pt>
                <c:pt idx="40">
                  <c:v>44529</c:v>
                </c:pt>
                <c:pt idx="41">
                  <c:v>44530</c:v>
                </c:pt>
                <c:pt idx="42">
                  <c:v>44531</c:v>
                </c:pt>
                <c:pt idx="43">
                  <c:v>44532</c:v>
                </c:pt>
                <c:pt idx="44">
                  <c:v>44533</c:v>
                </c:pt>
                <c:pt idx="45">
                  <c:v>44534</c:v>
                </c:pt>
                <c:pt idx="46">
                  <c:v>44535</c:v>
                </c:pt>
                <c:pt idx="47">
                  <c:v>44536</c:v>
                </c:pt>
                <c:pt idx="48">
                  <c:v>44537</c:v>
                </c:pt>
                <c:pt idx="49">
                  <c:v>44538</c:v>
                </c:pt>
                <c:pt idx="50">
                  <c:v>44539</c:v>
                </c:pt>
                <c:pt idx="51">
                  <c:v>44540</c:v>
                </c:pt>
                <c:pt idx="52">
                  <c:v>44541</c:v>
                </c:pt>
                <c:pt idx="53">
                  <c:v>44542</c:v>
                </c:pt>
                <c:pt idx="54">
                  <c:v>44543</c:v>
                </c:pt>
                <c:pt idx="55">
                  <c:v>44544</c:v>
                </c:pt>
                <c:pt idx="56">
                  <c:v>44545</c:v>
                </c:pt>
                <c:pt idx="57">
                  <c:v>44546</c:v>
                </c:pt>
                <c:pt idx="58">
                  <c:v>44547</c:v>
                </c:pt>
                <c:pt idx="59">
                  <c:v>44548</c:v>
                </c:pt>
                <c:pt idx="60">
                  <c:v>44549</c:v>
                </c:pt>
                <c:pt idx="61">
                  <c:v>44550</c:v>
                </c:pt>
                <c:pt idx="62">
                  <c:v>44551</c:v>
                </c:pt>
                <c:pt idx="63">
                  <c:v>44552</c:v>
                </c:pt>
                <c:pt idx="64">
                  <c:v>44553</c:v>
                </c:pt>
                <c:pt idx="65">
                  <c:v>44554</c:v>
                </c:pt>
                <c:pt idx="66">
                  <c:v>44555</c:v>
                </c:pt>
                <c:pt idx="67">
                  <c:v>44556</c:v>
                </c:pt>
                <c:pt idx="68">
                  <c:v>44557</c:v>
                </c:pt>
                <c:pt idx="69">
                  <c:v>44558</c:v>
                </c:pt>
                <c:pt idx="70">
                  <c:v>44559</c:v>
                </c:pt>
                <c:pt idx="71">
                  <c:v>44560</c:v>
                </c:pt>
                <c:pt idx="72">
                  <c:v>44561</c:v>
                </c:pt>
                <c:pt idx="73">
                  <c:v>44562</c:v>
                </c:pt>
                <c:pt idx="74">
                  <c:v>44563</c:v>
                </c:pt>
                <c:pt idx="75">
                  <c:v>44564</c:v>
                </c:pt>
                <c:pt idx="76">
                  <c:v>44565</c:v>
                </c:pt>
                <c:pt idx="77">
                  <c:v>44566</c:v>
                </c:pt>
                <c:pt idx="78">
                  <c:v>44567</c:v>
                </c:pt>
                <c:pt idx="79">
                  <c:v>44568</c:v>
                </c:pt>
                <c:pt idx="80">
                  <c:v>44569</c:v>
                </c:pt>
                <c:pt idx="81">
                  <c:v>44570</c:v>
                </c:pt>
                <c:pt idx="82">
                  <c:v>44571</c:v>
                </c:pt>
                <c:pt idx="83">
                  <c:v>44572</c:v>
                </c:pt>
                <c:pt idx="84">
                  <c:v>44573</c:v>
                </c:pt>
                <c:pt idx="85">
                  <c:v>44574</c:v>
                </c:pt>
                <c:pt idx="86">
                  <c:v>44575</c:v>
                </c:pt>
                <c:pt idx="87">
                  <c:v>44576</c:v>
                </c:pt>
                <c:pt idx="88">
                  <c:v>44577</c:v>
                </c:pt>
                <c:pt idx="89">
                  <c:v>44578</c:v>
                </c:pt>
                <c:pt idx="90">
                  <c:v>44579</c:v>
                </c:pt>
                <c:pt idx="91">
                  <c:v>44580</c:v>
                </c:pt>
                <c:pt idx="92">
                  <c:v>44581</c:v>
                </c:pt>
                <c:pt idx="93">
                  <c:v>44582</c:v>
                </c:pt>
                <c:pt idx="94">
                  <c:v>44583</c:v>
                </c:pt>
                <c:pt idx="95">
                  <c:v>44584</c:v>
                </c:pt>
                <c:pt idx="96">
                  <c:v>44585</c:v>
                </c:pt>
                <c:pt idx="97">
                  <c:v>44586</c:v>
                </c:pt>
                <c:pt idx="98">
                  <c:v>44587</c:v>
                </c:pt>
                <c:pt idx="99">
                  <c:v>44588</c:v>
                </c:pt>
                <c:pt idx="100">
                  <c:v>44589</c:v>
                </c:pt>
                <c:pt idx="101">
                  <c:v>44590</c:v>
                </c:pt>
                <c:pt idx="102">
                  <c:v>44591</c:v>
                </c:pt>
                <c:pt idx="103">
                  <c:v>44592</c:v>
                </c:pt>
                <c:pt idx="104">
                  <c:v>44593</c:v>
                </c:pt>
                <c:pt idx="105">
                  <c:v>44594</c:v>
                </c:pt>
                <c:pt idx="106">
                  <c:v>44595</c:v>
                </c:pt>
                <c:pt idx="107">
                  <c:v>44596</c:v>
                </c:pt>
                <c:pt idx="108">
                  <c:v>44597</c:v>
                </c:pt>
                <c:pt idx="109">
                  <c:v>44598</c:v>
                </c:pt>
                <c:pt idx="110">
                  <c:v>44599</c:v>
                </c:pt>
                <c:pt idx="111">
                  <c:v>44600</c:v>
                </c:pt>
                <c:pt idx="112">
                  <c:v>44601</c:v>
                </c:pt>
                <c:pt idx="113">
                  <c:v>44602</c:v>
                </c:pt>
                <c:pt idx="114">
                  <c:v>44603</c:v>
                </c:pt>
                <c:pt idx="115">
                  <c:v>44604</c:v>
                </c:pt>
                <c:pt idx="116">
                  <c:v>44605</c:v>
                </c:pt>
                <c:pt idx="117">
                  <c:v>44606</c:v>
                </c:pt>
                <c:pt idx="118">
                  <c:v>44607</c:v>
                </c:pt>
                <c:pt idx="119">
                  <c:v>44608</c:v>
                </c:pt>
                <c:pt idx="120">
                  <c:v>44609</c:v>
                </c:pt>
                <c:pt idx="121">
                  <c:v>44610</c:v>
                </c:pt>
                <c:pt idx="122">
                  <c:v>44611</c:v>
                </c:pt>
                <c:pt idx="123">
                  <c:v>44612</c:v>
                </c:pt>
                <c:pt idx="124">
                  <c:v>44613</c:v>
                </c:pt>
                <c:pt idx="125">
                  <c:v>44614</c:v>
                </c:pt>
                <c:pt idx="126">
                  <c:v>44615</c:v>
                </c:pt>
                <c:pt idx="127">
                  <c:v>44616</c:v>
                </c:pt>
                <c:pt idx="128">
                  <c:v>44617</c:v>
                </c:pt>
                <c:pt idx="129">
                  <c:v>44618</c:v>
                </c:pt>
                <c:pt idx="130">
                  <c:v>44619</c:v>
                </c:pt>
                <c:pt idx="131">
                  <c:v>44620</c:v>
                </c:pt>
                <c:pt idx="132">
                  <c:v>44621</c:v>
                </c:pt>
                <c:pt idx="133">
                  <c:v>44622</c:v>
                </c:pt>
                <c:pt idx="134">
                  <c:v>44623</c:v>
                </c:pt>
                <c:pt idx="135">
                  <c:v>44624</c:v>
                </c:pt>
                <c:pt idx="136">
                  <c:v>44625</c:v>
                </c:pt>
                <c:pt idx="137">
                  <c:v>44626</c:v>
                </c:pt>
                <c:pt idx="138">
                  <c:v>44627</c:v>
                </c:pt>
                <c:pt idx="139">
                  <c:v>44628</c:v>
                </c:pt>
                <c:pt idx="140">
                  <c:v>44629</c:v>
                </c:pt>
                <c:pt idx="141">
                  <c:v>44630</c:v>
                </c:pt>
                <c:pt idx="142">
                  <c:v>44631</c:v>
                </c:pt>
                <c:pt idx="143">
                  <c:v>44632</c:v>
                </c:pt>
                <c:pt idx="144">
                  <c:v>44633</c:v>
                </c:pt>
                <c:pt idx="145">
                  <c:v>44634</c:v>
                </c:pt>
                <c:pt idx="146">
                  <c:v>44635</c:v>
                </c:pt>
                <c:pt idx="147">
                  <c:v>44636</c:v>
                </c:pt>
                <c:pt idx="148">
                  <c:v>44637</c:v>
                </c:pt>
                <c:pt idx="149">
                  <c:v>44638</c:v>
                </c:pt>
                <c:pt idx="150">
                  <c:v>44639</c:v>
                </c:pt>
                <c:pt idx="151">
                  <c:v>44640</c:v>
                </c:pt>
                <c:pt idx="152">
                  <c:v>44641</c:v>
                </c:pt>
                <c:pt idx="153">
                  <c:v>44642</c:v>
                </c:pt>
                <c:pt idx="154">
                  <c:v>44643</c:v>
                </c:pt>
                <c:pt idx="155">
                  <c:v>44644</c:v>
                </c:pt>
                <c:pt idx="156">
                  <c:v>44645</c:v>
                </c:pt>
                <c:pt idx="157">
                  <c:v>44646</c:v>
                </c:pt>
                <c:pt idx="158">
                  <c:v>44647</c:v>
                </c:pt>
                <c:pt idx="159">
                  <c:v>44648</c:v>
                </c:pt>
                <c:pt idx="160">
                  <c:v>44649</c:v>
                </c:pt>
                <c:pt idx="161">
                  <c:v>44650</c:v>
                </c:pt>
                <c:pt idx="162">
                  <c:v>44651</c:v>
                </c:pt>
                <c:pt idx="163">
                  <c:v>44652</c:v>
                </c:pt>
                <c:pt idx="164">
                  <c:v>44653</c:v>
                </c:pt>
                <c:pt idx="165">
                  <c:v>44654</c:v>
                </c:pt>
                <c:pt idx="166">
                  <c:v>44655</c:v>
                </c:pt>
                <c:pt idx="167">
                  <c:v>44656</c:v>
                </c:pt>
                <c:pt idx="168">
                  <c:v>44657</c:v>
                </c:pt>
                <c:pt idx="169">
                  <c:v>44658</c:v>
                </c:pt>
                <c:pt idx="170">
                  <c:v>44659</c:v>
                </c:pt>
                <c:pt idx="171">
                  <c:v>44660</c:v>
                </c:pt>
                <c:pt idx="172">
                  <c:v>44661</c:v>
                </c:pt>
                <c:pt idx="173">
                  <c:v>44662</c:v>
                </c:pt>
                <c:pt idx="174">
                  <c:v>44663</c:v>
                </c:pt>
                <c:pt idx="175">
                  <c:v>44664</c:v>
                </c:pt>
                <c:pt idx="176">
                  <c:v>44665</c:v>
                </c:pt>
                <c:pt idx="177">
                  <c:v>44666</c:v>
                </c:pt>
                <c:pt idx="178">
                  <c:v>44667</c:v>
                </c:pt>
                <c:pt idx="179">
                  <c:v>44668</c:v>
                </c:pt>
                <c:pt idx="180">
                  <c:v>44669</c:v>
                </c:pt>
                <c:pt idx="181">
                  <c:v>44670</c:v>
                </c:pt>
                <c:pt idx="182">
                  <c:v>44671</c:v>
                </c:pt>
                <c:pt idx="183">
                  <c:v>44672</c:v>
                </c:pt>
                <c:pt idx="184">
                  <c:v>44673</c:v>
                </c:pt>
                <c:pt idx="185">
                  <c:v>44674</c:v>
                </c:pt>
                <c:pt idx="186">
                  <c:v>44675</c:v>
                </c:pt>
                <c:pt idx="187">
                  <c:v>44676</c:v>
                </c:pt>
                <c:pt idx="188">
                  <c:v>44677</c:v>
                </c:pt>
                <c:pt idx="189">
                  <c:v>44678</c:v>
                </c:pt>
                <c:pt idx="190">
                  <c:v>44679</c:v>
                </c:pt>
                <c:pt idx="191">
                  <c:v>44680</c:v>
                </c:pt>
                <c:pt idx="192">
                  <c:v>44681</c:v>
                </c:pt>
                <c:pt idx="193">
                  <c:v>44682</c:v>
                </c:pt>
                <c:pt idx="194">
                  <c:v>44683</c:v>
                </c:pt>
                <c:pt idx="195">
                  <c:v>44684</c:v>
                </c:pt>
                <c:pt idx="196">
                  <c:v>44685</c:v>
                </c:pt>
                <c:pt idx="197">
                  <c:v>44686</c:v>
                </c:pt>
                <c:pt idx="198">
                  <c:v>44687</c:v>
                </c:pt>
                <c:pt idx="199">
                  <c:v>44688</c:v>
                </c:pt>
                <c:pt idx="200">
                  <c:v>44689</c:v>
                </c:pt>
                <c:pt idx="201">
                  <c:v>44690</c:v>
                </c:pt>
                <c:pt idx="202">
                  <c:v>44691</c:v>
                </c:pt>
                <c:pt idx="203">
                  <c:v>44692</c:v>
                </c:pt>
                <c:pt idx="204">
                  <c:v>44693</c:v>
                </c:pt>
                <c:pt idx="205">
                  <c:v>44694</c:v>
                </c:pt>
                <c:pt idx="206">
                  <c:v>44695</c:v>
                </c:pt>
                <c:pt idx="207">
                  <c:v>44696</c:v>
                </c:pt>
                <c:pt idx="208">
                  <c:v>44697</c:v>
                </c:pt>
                <c:pt idx="209">
                  <c:v>44698</c:v>
                </c:pt>
                <c:pt idx="210">
                  <c:v>44699</c:v>
                </c:pt>
                <c:pt idx="211">
                  <c:v>44700</c:v>
                </c:pt>
                <c:pt idx="212">
                  <c:v>44701</c:v>
                </c:pt>
                <c:pt idx="213">
                  <c:v>44702</c:v>
                </c:pt>
                <c:pt idx="214">
                  <c:v>44703</c:v>
                </c:pt>
                <c:pt idx="215">
                  <c:v>44704</c:v>
                </c:pt>
                <c:pt idx="216">
                  <c:v>44705</c:v>
                </c:pt>
                <c:pt idx="217">
                  <c:v>44706</c:v>
                </c:pt>
                <c:pt idx="218">
                  <c:v>44707</c:v>
                </c:pt>
                <c:pt idx="219">
                  <c:v>44708</c:v>
                </c:pt>
                <c:pt idx="220">
                  <c:v>44709</c:v>
                </c:pt>
                <c:pt idx="221">
                  <c:v>44710</c:v>
                </c:pt>
                <c:pt idx="222">
                  <c:v>44711</c:v>
                </c:pt>
                <c:pt idx="223">
                  <c:v>44712</c:v>
                </c:pt>
                <c:pt idx="224">
                  <c:v>44713</c:v>
                </c:pt>
                <c:pt idx="225">
                  <c:v>44714</c:v>
                </c:pt>
                <c:pt idx="226">
                  <c:v>44715</c:v>
                </c:pt>
                <c:pt idx="227">
                  <c:v>44716</c:v>
                </c:pt>
                <c:pt idx="228">
                  <c:v>44717</c:v>
                </c:pt>
                <c:pt idx="229">
                  <c:v>44718</c:v>
                </c:pt>
                <c:pt idx="230">
                  <c:v>44719</c:v>
                </c:pt>
                <c:pt idx="231">
                  <c:v>44720</c:v>
                </c:pt>
                <c:pt idx="232">
                  <c:v>44721</c:v>
                </c:pt>
                <c:pt idx="233">
                  <c:v>44722</c:v>
                </c:pt>
                <c:pt idx="234">
                  <c:v>44723</c:v>
                </c:pt>
                <c:pt idx="235">
                  <c:v>44724</c:v>
                </c:pt>
                <c:pt idx="236">
                  <c:v>44725</c:v>
                </c:pt>
                <c:pt idx="237">
                  <c:v>44726</c:v>
                </c:pt>
                <c:pt idx="238">
                  <c:v>44727</c:v>
                </c:pt>
                <c:pt idx="239">
                  <c:v>44728</c:v>
                </c:pt>
                <c:pt idx="240">
                  <c:v>44729</c:v>
                </c:pt>
                <c:pt idx="241">
                  <c:v>44730</c:v>
                </c:pt>
                <c:pt idx="242">
                  <c:v>44731</c:v>
                </c:pt>
                <c:pt idx="243">
                  <c:v>44732</c:v>
                </c:pt>
                <c:pt idx="244">
                  <c:v>44733</c:v>
                </c:pt>
                <c:pt idx="245">
                  <c:v>44734</c:v>
                </c:pt>
                <c:pt idx="246">
                  <c:v>44735</c:v>
                </c:pt>
                <c:pt idx="247">
                  <c:v>44736</c:v>
                </c:pt>
                <c:pt idx="248">
                  <c:v>44737</c:v>
                </c:pt>
                <c:pt idx="249">
                  <c:v>44738</c:v>
                </c:pt>
                <c:pt idx="250">
                  <c:v>44739</c:v>
                </c:pt>
                <c:pt idx="251">
                  <c:v>44740</c:v>
                </c:pt>
                <c:pt idx="252">
                  <c:v>44741</c:v>
                </c:pt>
                <c:pt idx="253">
                  <c:v>44742</c:v>
                </c:pt>
                <c:pt idx="254">
                  <c:v>44743</c:v>
                </c:pt>
                <c:pt idx="255">
                  <c:v>44744</c:v>
                </c:pt>
                <c:pt idx="256">
                  <c:v>44745</c:v>
                </c:pt>
                <c:pt idx="257">
                  <c:v>44746</c:v>
                </c:pt>
                <c:pt idx="258">
                  <c:v>44747</c:v>
                </c:pt>
                <c:pt idx="259">
                  <c:v>44748</c:v>
                </c:pt>
                <c:pt idx="260">
                  <c:v>44749</c:v>
                </c:pt>
                <c:pt idx="261">
                  <c:v>44750</c:v>
                </c:pt>
                <c:pt idx="262">
                  <c:v>44751</c:v>
                </c:pt>
                <c:pt idx="263">
                  <c:v>44752</c:v>
                </c:pt>
                <c:pt idx="264">
                  <c:v>44753</c:v>
                </c:pt>
                <c:pt idx="265">
                  <c:v>44754</c:v>
                </c:pt>
                <c:pt idx="266">
                  <c:v>44755</c:v>
                </c:pt>
                <c:pt idx="267">
                  <c:v>44756</c:v>
                </c:pt>
                <c:pt idx="268">
                  <c:v>44757</c:v>
                </c:pt>
                <c:pt idx="269">
                  <c:v>44758</c:v>
                </c:pt>
                <c:pt idx="270">
                  <c:v>44759</c:v>
                </c:pt>
                <c:pt idx="271">
                  <c:v>44760</c:v>
                </c:pt>
                <c:pt idx="272">
                  <c:v>44761</c:v>
                </c:pt>
                <c:pt idx="273">
                  <c:v>44762</c:v>
                </c:pt>
                <c:pt idx="274">
                  <c:v>44763</c:v>
                </c:pt>
                <c:pt idx="275">
                  <c:v>44764</c:v>
                </c:pt>
                <c:pt idx="276">
                  <c:v>44765</c:v>
                </c:pt>
                <c:pt idx="277">
                  <c:v>44766</c:v>
                </c:pt>
                <c:pt idx="278">
                  <c:v>44767</c:v>
                </c:pt>
                <c:pt idx="279">
                  <c:v>44768</c:v>
                </c:pt>
                <c:pt idx="280">
                  <c:v>44769</c:v>
                </c:pt>
                <c:pt idx="281">
                  <c:v>44770</c:v>
                </c:pt>
                <c:pt idx="282">
                  <c:v>44771</c:v>
                </c:pt>
                <c:pt idx="283">
                  <c:v>44772</c:v>
                </c:pt>
                <c:pt idx="284">
                  <c:v>44773</c:v>
                </c:pt>
                <c:pt idx="285">
                  <c:v>44774</c:v>
                </c:pt>
                <c:pt idx="286">
                  <c:v>44775</c:v>
                </c:pt>
                <c:pt idx="287">
                  <c:v>44776</c:v>
                </c:pt>
                <c:pt idx="288">
                  <c:v>44777</c:v>
                </c:pt>
                <c:pt idx="289">
                  <c:v>44778</c:v>
                </c:pt>
                <c:pt idx="290">
                  <c:v>44779</c:v>
                </c:pt>
                <c:pt idx="291">
                  <c:v>44780</c:v>
                </c:pt>
                <c:pt idx="292">
                  <c:v>44781</c:v>
                </c:pt>
                <c:pt idx="293">
                  <c:v>44782</c:v>
                </c:pt>
                <c:pt idx="294">
                  <c:v>44783</c:v>
                </c:pt>
                <c:pt idx="295">
                  <c:v>44784</c:v>
                </c:pt>
                <c:pt idx="296">
                  <c:v>44785</c:v>
                </c:pt>
                <c:pt idx="297">
                  <c:v>44786</c:v>
                </c:pt>
                <c:pt idx="298">
                  <c:v>44787</c:v>
                </c:pt>
                <c:pt idx="299">
                  <c:v>44788</c:v>
                </c:pt>
                <c:pt idx="300">
                  <c:v>44789</c:v>
                </c:pt>
                <c:pt idx="301">
                  <c:v>44790</c:v>
                </c:pt>
                <c:pt idx="302">
                  <c:v>44791</c:v>
                </c:pt>
                <c:pt idx="303">
                  <c:v>44792</c:v>
                </c:pt>
                <c:pt idx="304">
                  <c:v>44793</c:v>
                </c:pt>
                <c:pt idx="305">
                  <c:v>44794</c:v>
                </c:pt>
                <c:pt idx="306">
                  <c:v>44795</c:v>
                </c:pt>
                <c:pt idx="307">
                  <c:v>44796</c:v>
                </c:pt>
                <c:pt idx="308">
                  <c:v>44797</c:v>
                </c:pt>
                <c:pt idx="309">
                  <c:v>44798</c:v>
                </c:pt>
                <c:pt idx="310">
                  <c:v>44799</c:v>
                </c:pt>
                <c:pt idx="311">
                  <c:v>44800</c:v>
                </c:pt>
                <c:pt idx="312">
                  <c:v>44801</c:v>
                </c:pt>
                <c:pt idx="313">
                  <c:v>44802</c:v>
                </c:pt>
                <c:pt idx="314">
                  <c:v>44803</c:v>
                </c:pt>
                <c:pt idx="315">
                  <c:v>44804</c:v>
                </c:pt>
                <c:pt idx="316">
                  <c:v>44805</c:v>
                </c:pt>
                <c:pt idx="317">
                  <c:v>44806</c:v>
                </c:pt>
                <c:pt idx="318">
                  <c:v>44807</c:v>
                </c:pt>
                <c:pt idx="319">
                  <c:v>44808</c:v>
                </c:pt>
                <c:pt idx="320">
                  <c:v>44809</c:v>
                </c:pt>
                <c:pt idx="321">
                  <c:v>44810</c:v>
                </c:pt>
                <c:pt idx="322">
                  <c:v>44811</c:v>
                </c:pt>
                <c:pt idx="323">
                  <c:v>44812</c:v>
                </c:pt>
                <c:pt idx="324">
                  <c:v>44813</c:v>
                </c:pt>
                <c:pt idx="325">
                  <c:v>44814</c:v>
                </c:pt>
                <c:pt idx="326">
                  <c:v>44815</c:v>
                </c:pt>
                <c:pt idx="327">
                  <c:v>44816</c:v>
                </c:pt>
                <c:pt idx="328">
                  <c:v>44817</c:v>
                </c:pt>
                <c:pt idx="329">
                  <c:v>44818</c:v>
                </c:pt>
                <c:pt idx="330">
                  <c:v>44819</c:v>
                </c:pt>
                <c:pt idx="331">
                  <c:v>44820</c:v>
                </c:pt>
                <c:pt idx="332">
                  <c:v>44821</c:v>
                </c:pt>
                <c:pt idx="333">
                  <c:v>44822</c:v>
                </c:pt>
                <c:pt idx="334">
                  <c:v>44823</c:v>
                </c:pt>
                <c:pt idx="335">
                  <c:v>44824</c:v>
                </c:pt>
                <c:pt idx="336">
                  <c:v>44825</c:v>
                </c:pt>
                <c:pt idx="337">
                  <c:v>44826</c:v>
                </c:pt>
                <c:pt idx="338">
                  <c:v>44827</c:v>
                </c:pt>
                <c:pt idx="339">
                  <c:v>44828</c:v>
                </c:pt>
                <c:pt idx="340">
                  <c:v>44829</c:v>
                </c:pt>
                <c:pt idx="341">
                  <c:v>44830</c:v>
                </c:pt>
                <c:pt idx="342">
                  <c:v>44831</c:v>
                </c:pt>
                <c:pt idx="343">
                  <c:v>44832</c:v>
                </c:pt>
                <c:pt idx="344">
                  <c:v>44833</c:v>
                </c:pt>
                <c:pt idx="345">
                  <c:v>44834</c:v>
                </c:pt>
                <c:pt idx="346">
                  <c:v>44835</c:v>
                </c:pt>
                <c:pt idx="347">
                  <c:v>44836</c:v>
                </c:pt>
                <c:pt idx="348">
                  <c:v>44837</c:v>
                </c:pt>
                <c:pt idx="349">
                  <c:v>44838</c:v>
                </c:pt>
                <c:pt idx="350">
                  <c:v>44839</c:v>
                </c:pt>
                <c:pt idx="351">
                  <c:v>44840</c:v>
                </c:pt>
                <c:pt idx="352">
                  <c:v>44841</c:v>
                </c:pt>
                <c:pt idx="353">
                  <c:v>44842</c:v>
                </c:pt>
                <c:pt idx="354">
                  <c:v>44843</c:v>
                </c:pt>
                <c:pt idx="355">
                  <c:v>44844</c:v>
                </c:pt>
                <c:pt idx="356">
                  <c:v>44845</c:v>
                </c:pt>
                <c:pt idx="357">
                  <c:v>44846</c:v>
                </c:pt>
                <c:pt idx="358">
                  <c:v>44847</c:v>
                </c:pt>
                <c:pt idx="359">
                  <c:v>44848</c:v>
                </c:pt>
                <c:pt idx="360">
                  <c:v>44849</c:v>
                </c:pt>
                <c:pt idx="361">
                  <c:v>44850</c:v>
                </c:pt>
                <c:pt idx="362">
                  <c:v>44851</c:v>
                </c:pt>
                <c:pt idx="363">
                  <c:v>44852</c:v>
                </c:pt>
                <c:pt idx="364">
                  <c:v>44853</c:v>
                </c:pt>
                <c:pt idx="365">
                  <c:v>44854</c:v>
                </c:pt>
                <c:pt idx="366">
                  <c:v>44855</c:v>
                </c:pt>
                <c:pt idx="367">
                  <c:v>44856</c:v>
                </c:pt>
                <c:pt idx="368">
                  <c:v>44857</c:v>
                </c:pt>
                <c:pt idx="369">
                  <c:v>44858</c:v>
                </c:pt>
                <c:pt idx="370">
                  <c:v>44859</c:v>
                </c:pt>
                <c:pt idx="371">
                  <c:v>44860</c:v>
                </c:pt>
                <c:pt idx="372">
                  <c:v>44861</c:v>
                </c:pt>
                <c:pt idx="373">
                  <c:v>44862</c:v>
                </c:pt>
                <c:pt idx="374">
                  <c:v>44863</c:v>
                </c:pt>
                <c:pt idx="375">
                  <c:v>44864</c:v>
                </c:pt>
                <c:pt idx="376">
                  <c:v>44865</c:v>
                </c:pt>
                <c:pt idx="377">
                  <c:v>44866</c:v>
                </c:pt>
                <c:pt idx="378">
                  <c:v>44867</c:v>
                </c:pt>
                <c:pt idx="379">
                  <c:v>44868</c:v>
                </c:pt>
                <c:pt idx="380">
                  <c:v>44869</c:v>
                </c:pt>
                <c:pt idx="381">
                  <c:v>44870</c:v>
                </c:pt>
                <c:pt idx="382">
                  <c:v>44871</c:v>
                </c:pt>
                <c:pt idx="383">
                  <c:v>44872</c:v>
                </c:pt>
                <c:pt idx="384">
                  <c:v>44873</c:v>
                </c:pt>
                <c:pt idx="385">
                  <c:v>44874</c:v>
                </c:pt>
                <c:pt idx="386">
                  <c:v>44875</c:v>
                </c:pt>
                <c:pt idx="387">
                  <c:v>44876</c:v>
                </c:pt>
                <c:pt idx="388">
                  <c:v>44877</c:v>
                </c:pt>
                <c:pt idx="389">
                  <c:v>44878</c:v>
                </c:pt>
                <c:pt idx="390">
                  <c:v>44879</c:v>
                </c:pt>
                <c:pt idx="391">
                  <c:v>44880</c:v>
                </c:pt>
                <c:pt idx="392">
                  <c:v>44881</c:v>
                </c:pt>
                <c:pt idx="393">
                  <c:v>44882</c:v>
                </c:pt>
                <c:pt idx="394">
                  <c:v>44883</c:v>
                </c:pt>
                <c:pt idx="395">
                  <c:v>44884</c:v>
                </c:pt>
                <c:pt idx="396">
                  <c:v>44885</c:v>
                </c:pt>
                <c:pt idx="397">
                  <c:v>44886</c:v>
                </c:pt>
                <c:pt idx="398">
                  <c:v>44887</c:v>
                </c:pt>
                <c:pt idx="399">
                  <c:v>44888</c:v>
                </c:pt>
                <c:pt idx="400">
                  <c:v>44889</c:v>
                </c:pt>
                <c:pt idx="401">
                  <c:v>44890</c:v>
                </c:pt>
                <c:pt idx="402">
                  <c:v>44891</c:v>
                </c:pt>
                <c:pt idx="403">
                  <c:v>44892</c:v>
                </c:pt>
                <c:pt idx="404">
                  <c:v>44893</c:v>
                </c:pt>
                <c:pt idx="405">
                  <c:v>44894</c:v>
                </c:pt>
                <c:pt idx="406">
                  <c:v>44895</c:v>
                </c:pt>
                <c:pt idx="407">
                  <c:v>44896</c:v>
                </c:pt>
                <c:pt idx="408">
                  <c:v>44897</c:v>
                </c:pt>
                <c:pt idx="409">
                  <c:v>44898</c:v>
                </c:pt>
                <c:pt idx="410">
                  <c:v>44899</c:v>
                </c:pt>
                <c:pt idx="411">
                  <c:v>44900</c:v>
                </c:pt>
                <c:pt idx="412">
                  <c:v>44901</c:v>
                </c:pt>
                <c:pt idx="413">
                  <c:v>44902</c:v>
                </c:pt>
                <c:pt idx="414">
                  <c:v>44903</c:v>
                </c:pt>
                <c:pt idx="415">
                  <c:v>44904</c:v>
                </c:pt>
                <c:pt idx="416">
                  <c:v>44905</c:v>
                </c:pt>
                <c:pt idx="417">
                  <c:v>44906</c:v>
                </c:pt>
                <c:pt idx="418">
                  <c:v>44907</c:v>
                </c:pt>
                <c:pt idx="419">
                  <c:v>44908</c:v>
                </c:pt>
                <c:pt idx="420">
                  <c:v>44909</c:v>
                </c:pt>
                <c:pt idx="421">
                  <c:v>44910</c:v>
                </c:pt>
                <c:pt idx="422">
                  <c:v>44911</c:v>
                </c:pt>
                <c:pt idx="423">
                  <c:v>44912</c:v>
                </c:pt>
                <c:pt idx="424">
                  <c:v>44913</c:v>
                </c:pt>
                <c:pt idx="425">
                  <c:v>44914</c:v>
                </c:pt>
                <c:pt idx="426">
                  <c:v>44915</c:v>
                </c:pt>
                <c:pt idx="427">
                  <c:v>44916</c:v>
                </c:pt>
                <c:pt idx="428">
                  <c:v>44917</c:v>
                </c:pt>
                <c:pt idx="429">
                  <c:v>44918</c:v>
                </c:pt>
                <c:pt idx="430">
                  <c:v>44919</c:v>
                </c:pt>
                <c:pt idx="431">
                  <c:v>44920</c:v>
                </c:pt>
                <c:pt idx="432">
                  <c:v>44921</c:v>
                </c:pt>
                <c:pt idx="433">
                  <c:v>44922</c:v>
                </c:pt>
                <c:pt idx="434">
                  <c:v>44923</c:v>
                </c:pt>
                <c:pt idx="435">
                  <c:v>44924</c:v>
                </c:pt>
                <c:pt idx="436">
                  <c:v>44925</c:v>
                </c:pt>
                <c:pt idx="437">
                  <c:v>44926</c:v>
                </c:pt>
                <c:pt idx="438">
                  <c:v>44927</c:v>
                </c:pt>
                <c:pt idx="439">
                  <c:v>44928</c:v>
                </c:pt>
                <c:pt idx="440">
                  <c:v>44929</c:v>
                </c:pt>
                <c:pt idx="441">
                  <c:v>44930</c:v>
                </c:pt>
                <c:pt idx="442">
                  <c:v>44931</c:v>
                </c:pt>
                <c:pt idx="443">
                  <c:v>44932</c:v>
                </c:pt>
                <c:pt idx="444">
                  <c:v>44933</c:v>
                </c:pt>
                <c:pt idx="445">
                  <c:v>44934</c:v>
                </c:pt>
                <c:pt idx="446">
                  <c:v>44935</c:v>
                </c:pt>
                <c:pt idx="447">
                  <c:v>44936</c:v>
                </c:pt>
                <c:pt idx="448">
                  <c:v>44937</c:v>
                </c:pt>
                <c:pt idx="449">
                  <c:v>44938</c:v>
                </c:pt>
                <c:pt idx="450">
                  <c:v>44939</c:v>
                </c:pt>
                <c:pt idx="451">
                  <c:v>44940</c:v>
                </c:pt>
                <c:pt idx="452">
                  <c:v>44941</c:v>
                </c:pt>
                <c:pt idx="453">
                  <c:v>44942</c:v>
                </c:pt>
                <c:pt idx="454">
                  <c:v>44943</c:v>
                </c:pt>
                <c:pt idx="455">
                  <c:v>44944</c:v>
                </c:pt>
                <c:pt idx="456">
                  <c:v>44945</c:v>
                </c:pt>
                <c:pt idx="457">
                  <c:v>44946</c:v>
                </c:pt>
                <c:pt idx="458">
                  <c:v>44947</c:v>
                </c:pt>
                <c:pt idx="459">
                  <c:v>44948</c:v>
                </c:pt>
                <c:pt idx="460">
                  <c:v>44949</c:v>
                </c:pt>
                <c:pt idx="461">
                  <c:v>44950</c:v>
                </c:pt>
                <c:pt idx="462">
                  <c:v>44951</c:v>
                </c:pt>
                <c:pt idx="463">
                  <c:v>44952</c:v>
                </c:pt>
                <c:pt idx="464">
                  <c:v>44953</c:v>
                </c:pt>
                <c:pt idx="465">
                  <c:v>44954</c:v>
                </c:pt>
                <c:pt idx="466">
                  <c:v>44955</c:v>
                </c:pt>
                <c:pt idx="467">
                  <c:v>44956</c:v>
                </c:pt>
                <c:pt idx="468">
                  <c:v>44957</c:v>
                </c:pt>
                <c:pt idx="469">
                  <c:v>44958</c:v>
                </c:pt>
                <c:pt idx="470">
                  <c:v>44959</c:v>
                </c:pt>
                <c:pt idx="471">
                  <c:v>44960</c:v>
                </c:pt>
                <c:pt idx="472">
                  <c:v>44961</c:v>
                </c:pt>
                <c:pt idx="473">
                  <c:v>44962</c:v>
                </c:pt>
                <c:pt idx="474">
                  <c:v>44963</c:v>
                </c:pt>
                <c:pt idx="475">
                  <c:v>44964</c:v>
                </c:pt>
                <c:pt idx="476">
                  <c:v>44965</c:v>
                </c:pt>
                <c:pt idx="477">
                  <c:v>44966</c:v>
                </c:pt>
                <c:pt idx="478">
                  <c:v>44967</c:v>
                </c:pt>
                <c:pt idx="479">
                  <c:v>44968</c:v>
                </c:pt>
                <c:pt idx="480">
                  <c:v>44969</c:v>
                </c:pt>
                <c:pt idx="481">
                  <c:v>44970</c:v>
                </c:pt>
                <c:pt idx="482">
                  <c:v>44971</c:v>
                </c:pt>
                <c:pt idx="483">
                  <c:v>44972</c:v>
                </c:pt>
                <c:pt idx="484">
                  <c:v>44973</c:v>
                </c:pt>
                <c:pt idx="485">
                  <c:v>44974</c:v>
                </c:pt>
                <c:pt idx="486">
                  <c:v>44975</c:v>
                </c:pt>
                <c:pt idx="487">
                  <c:v>44976</c:v>
                </c:pt>
                <c:pt idx="488">
                  <c:v>44977</c:v>
                </c:pt>
                <c:pt idx="489">
                  <c:v>44978</c:v>
                </c:pt>
                <c:pt idx="490">
                  <c:v>44979</c:v>
                </c:pt>
                <c:pt idx="491">
                  <c:v>44980</c:v>
                </c:pt>
                <c:pt idx="492">
                  <c:v>44981</c:v>
                </c:pt>
                <c:pt idx="493">
                  <c:v>44982</c:v>
                </c:pt>
                <c:pt idx="494">
                  <c:v>44983</c:v>
                </c:pt>
                <c:pt idx="495">
                  <c:v>44984</c:v>
                </c:pt>
                <c:pt idx="496">
                  <c:v>44985</c:v>
                </c:pt>
                <c:pt idx="497">
                  <c:v>44986</c:v>
                </c:pt>
                <c:pt idx="498">
                  <c:v>44987</c:v>
                </c:pt>
                <c:pt idx="499">
                  <c:v>44988</c:v>
                </c:pt>
                <c:pt idx="500">
                  <c:v>44989</c:v>
                </c:pt>
                <c:pt idx="501">
                  <c:v>44990</c:v>
                </c:pt>
                <c:pt idx="502">
                  <c:v>44991</c:v>
                </c:pt>
                <c:pt idx="503">
                  <c:v>44992</c:v>
                </c:pt>
                <c:pt idx="504">
                  <c:v>44993</c:v>
                </c:pt>
                <c:pt idx="505">
                  <c:v>44994</c:v>
                </c:pt>
                <c:pt idx="506">
                  <c:v>44995</c:v>
                </c:pt>
                <c:pt idx="507">
                  <c:v>44996</c:v>
                </c:pt>
                <c:pt idx="508">
                  <c:v>44997</c:v>
                </c:pt>
                <c:pt idx="509">
                  <c:v>44998</c:v>
                </c:pt>
                <c:pt idx="510">
                  <c:v>44999</c:v>
                </c:pt>
                <c:pt idx="511">
                  <c:v>45000</c:v>
                </c:pt>
                <c:pt idx="512">
                  <c:v>45001</c:v>
                </c:pt>
                <c:pt idx="513">
                  <c:v>45002</c:v>
                </c:pt>
                <c:pt idx="514">
                  <c:v>45003</c:v>
                </c:pt>
                <c:pt idx="515">
                  <c:v>45004</c:v>
                </c:pt>
                <c:pt idx="516">
                  <c:v>45005</c:v>
                </c:pt>
                <c:pt idx="517">
                  <c:v>45006</c:v>
                </c:pt>
                <c:pt idx="518">
                  <c:v>45007</c:v>
                </c:pt>
                <c:pt idx="519">
                  <c:v>45008</c:v>
                </c:pt>
                <c:pt idx="520">
                  <c:v>45009</c:v>
                </c:pt>
                <c:pt idx="521">
                  <c:v>45010</c:v>
                </c:pt>
                <c:pt idx="522">
                  <c:v>45011</c:v>
                </c:pt>
                <c:pt idx="523">
                  <c:v>45012</c:v>
                </c:pt>
                <c:pt idx="524">
                  <c:v>45013</c:v>
                </c:pt>
                <c:pt idx="525">
                  <c:v>45014</c:v>
                </c:pt>
                <c:pt idx="526">
                  <c:v>45015</c:v>
                </c:pt>
                <c:pt idx="527">
                  <c:v>45016</c:v>
                </c:pt>
                <c:pt idx="528">
                  <c:v>45017</c:v>
                </c:pt>
                <c:pt idx="529">
                  <c:v>45018</c:v>
                </c:pt>
                <c:pt idx="530">
                  <c:v>45019</c:v>
                </c:pt>
                <c:pt idx="531">
                  <c:v>45020</c:v>
                </c:pt>
                <c:pt idx="532">
                  <c:v>45021</c:v>
                </c:pt>
                <c:pt idx="533">
                  <c:v>45022</c:v>
                </c:pt>
                <c:pt idx="534">
                  <c:v>45023</c:v>
                </c:pt>
                <c:pt idx="535">
                  <c:v>45024</c:v>
                </c:pt>
                <c:pt idx="536">
                  <c:v>45025</c:v>
                </c:pt>
                <c:pt idx="537">
                  <c:v>45026</c:v>
                </c:pt>
                <c:pt idx="538">
                  <c:v>45027</c:v>
                </c:pt>
                <c:pt idx="539">
                  <c:v>45028</c:v>
                </c:pt>
                <c:pt idx="540">
                  <c:v>45029</c:v>
                </c:pt>
                <c:pt idx="541">
                  <c:v>45030</c:v>
                </c:pt>
                <c:pt idx="542">
                  <c:v>45031</c:v>
                </c:pt>
                <c:pt idx="543">
                  <c:v>45032</c:v>
                </c:pt>
                <c:pt idx="544">
                  <c:v>45033</c:v>
                </c:pt>
                <c:pt idx="545">
                  <c:v>45034</c:v>
                </c:pt>
                <c:pt idx="546">
                  <c:v>45035</c:v>
                </c:pt>
                <c:pt idx="547">
                  <c:v>45036</c:v>
                </c:pt>
                <c:pt idx="548">
                  <c:v>45037</c:v>
                </c:pt>
                <c:pt idx="549">
                  <c:v>45038</c:v>
                </c:pt>
                <c:pt idx="550">
                  <c:v>45039</c:v>
                </c:pt>
                <c:pt idx="551">
                  <c:v>45040</c:v>
                </c:pt>
                <c:pt idx="552">
                  <c:v>45041</c:v>
                </c:pt>
                <c:pt idx="553">
                  <c:v>45042</c:v>
                </c:pt>
                <c:pt idx="554">
                  <c:v>45043</c:v>
                </c:pt>
                <c:pt idx="555">
                  <c:v>45044</c:v>
                </c:pt>
                <c:pt idx="556">
                  <c:v>45045</c:v>
                </c:pt>
                <c:pt idx="557">
                  <c:v>45046</c:v>
                </c:pt>
                <c:pt idx="558">
                  <c:v>45047</c:v>
                </c:pt>
                <c:pt idx="559">
                  <c:v>45048</c:v>
                </c:pt>
                <c:pt idx="560">
                  <c:v>45049</c:v>
                </c:pt>
                <c:pt idx="561">
                  <c:v>45050</c:v>
                </c:pt>
                <c:pt idx="562">
                  <c:v>45051</c:v>
                </c:pt>
                <c:pt idx="563">
                  <c:v>45052</c:v>
                </c:pt>
                <c:pt idx="564">
                  <c:v>45053</c:v>
                </c:pt>
                <c:pt idx="565">
                  <c:v>45054</c:v>
                </c:pt>
                <c:pt idx="566">
                  <c:v>45055</c:v>
                </c:pt>
                <c:pt idx="567">
                  <c:v>45056</c:v>
                </c:pt>
                <c:pt idx="568">
                  <c:v>45057</c:v>
                </c:pt>
                <c:pt idx="569">
                  <c:v>45058</c:v>
                </c:pt>
                <c:pt idx="570">
                  <c:v>45059</c:v>
                </c:pt>
                <c:pt idx="571">
                  <c:v>45060</c:v>
                </c:pt>
                <c:pt idx="572">
                  <c:v>45061</c:v>
                </c:pt>
                <c:pt idx="573">
                  <c:v>45062</c:v>
                </c:pt>
                <c:pt idx="574">
                  <c:v>45063</c:v>
                </c:pt>
                <c:pt idx="575">
                  <c:v>45064</c:v>
                </c:pt>
                <c:pt idx="576">
                  <c:v>45065</c:v>
                </c:pt>
                <c:pt idx="577">
                  <c:v>45066</c:v>
                </c:pt>
                <c:pt idx="578">
                  <c:v>45067</c:v>
                </c:pt>
                <c:pt idx="579">
                  <c:v>45068</c:v>
                </c:pt>
                <c:pt idx="580">
                  <c:v>45069</c:v>
                </c:pt>
                <c:pt idx="581">
                  <c:v>45070</c:v>
                </c:pt>
                <c:pt idx="582">
                  <c:v>45071</c:v>
                </c:pt>
                <c:pt idx="583">
                  <c:v>45072</c:v>
                </c:pt>
                <c:pt idx="584">
                  <c:v>45073</c:v>
                </c:pt>
                <c:pt idx="585">
                  <c:v>45074</c:v>
                </c:pt>
                <c:pt idx="586">
                  <c:v>45075</c:v>
                </c:pt>
                <c:pt idx="587">
                  <c:v>45076</c:v>
                </c:pt>
                <c:pt idx="588">
                  <c:v>45077</c:v>
                </c:pt>
                <c:pt idx="589">
                  <c:v>45078</c:v>
                </c:pt>
                <c:pt idx="590">
                  <c:v>45079</c:v>
                </c:pt>
                <c:pt idx="591">
                  <c:v>45080</c:v>
                </c:pt>
                <c:pt idx="592">
                  <c:v>45081</c:v>
                </c:pt>
                <c:pt idx="593">
                  <c:v>45082</c:v>
                </c:pt>
                <c:pt idx="594">
                  <c:v>45083</c:v>
                </c:pt>
                <c:pt idx="595">
                  <c:v>45084</c:v>
                </c:pt>
                <c:pt idx="596">
                  <c:v>45085</c:v>
                </c:pt>
                <c:pt idx="597">
                  <c:v>45086</c:v>
                </c:pt>
                <c:pt idx="598">
                  <c:v>45087</c:v>
                </c:pt>
                <c:pt idx="599">
                  <c:v>45088</c:v>
                </c:pt>
                <c:pt idx="600">
                  <c:v>45089</c:v>
                </c:pt>
                <c:pt idx="601">
                  <c:v>45090</c:v>
                </c:pt>
                <c:pt idx="602">
                  <c:v>45091</c:v>
                </c:pt>
                <c:pt idx="603">
                  <c:v>45092</c:v>
                </c:pt>
                <c:pt idx="604">
                  <c:v>45093</c:v>
                </c:pt>
                <c:pt idx="605">
                  <c:v>45094</c:v>
                </c:pt>
                <c:pt idx="606">
                  <c:v>45095</c:v>
                </c:pt>
                <c:pt idx="607">
                  <c:v>45096</c:v>
                </c:pt>
                <c:pt idx="608">
                  <c:v>45097</c:v>
                </c:pt>
                <c:pt idx="609">
                  <c:v>45098</c:v>
                </c:pt>
                <c:pt idx="610">
                  <c:v>45099</c:v>
                </c:pt>
                <c:pt idx="611">
                  <c:v>45100</c:v>
                </c:pt>
                <c:pt idx="612">
                  <c:v>45101</c:v>
                </c:pt>
                <c:pt idx="613">
                  <c:v>45102</c:v>
                </c:pt>
                <c:pt idx="614">
                  <c:v>45103</c:v>
                </c:pt>
                <c:pt idx="615">
                  <c:v>45104</c:v>
                </c:pt>
                <c:pt idx="616">
                  <c:v>45105</c:v>
                </c:pt>
                <c:pt idx="617">
                  <c:v>45106</c:v>
                </c:pt>
                <c:pt idx="618">
                  <c:v>45107</c:v>
                </c:pt>
                <c:pt idx="619">
                  <c:v>45108</c:v>
                </c:pt>
                <c:pt idx="620">
                  <c:v>45109</c:v>
                </c:pt>
                <c:pt idx="621">
                  <c:v>45110</c:v>
                </c:pt>
                <c:pt idx="622">
                  <c:v>45111</c:v>
                </c:pt>
                <c:pt idx="623">
                  <c:v>45112</c:v>
                </c:pt>
                <c:pt idx="624">
                  <c:v>45113</c:v>
                </c:pt>
                <c:pt idx="625">
                  <c:v>45114</c:v>
                </c:pt>
                <c:pt idx="626">
                  <c:v>45115</c:v>
                </c:pt>
                <c:pt idx="627">
                  <c:v>45116</c:v>
                </c:pt>
                <c:pt idx="628">
                  <c:v>45117</c:v>
                </c:pt>
                <c:pt idx="629">
                  <c:v>45118</c:v>
                </c:pt>
                <c:pt idx="630">
                  <c:v>45119</c:v>
                </c:pt>
                <c:pt idx="631">
                  <c:v>45120</c:v>
                </c:pt>
                <c:pt idx="632">
                  <c:v>45121</c:v>
                </c:pt>
                <c:pt idx="633">
                  <c:v>45122</c:v>
                </c:pt>
                <c:pt idx="634">
                  <c:v>45123</c:v>
                </c:pt>
                <c:pt idx="635">
                  <c:v>45124</c:v>
                </c:pt>
                <c:pt idx="636">
                  <c:v>45125</c:v>
                </c:pt>
                <c:pt idx="637">
                  <c:v>45126</c:v>
                </c:pt>
                <c:pt idx="638">
                  <c:v>45127</c:v>
                </c:pt>
                <c:pt idx="639">
                  <c:v>45128</c:v>
                </c:pt>
                <c:pt idx="640">
                  <c:v>45129</c:v>
                </c:pt>
                <c:pt idx="641">
                  <c:v>45130</c:v>
                </c:pt>
                <c:pt idx="642">
                  <c:v>45131</c:v>
                </c:pt>
                <c:pt idx="643">
                  <c:v>45132</c:v>
                </c:pt>
                <c:pt idx="644">
                  <c:v>45133</c:v>
                </c:pt>
                <c:pt idx="645">
                  <c:v>45134</c:v>
                </c:pt>
                <c:pt idx="646">
                  <c:v>45135</c:v>
                </c:pt>
                <c:pt idx="647">
                  <c:v>45136</c:v>
                </c:pt>
                <c:pt idx="648">
                  <c:v>45137</c:v>
                </c:pt>
                <c:pt idx="649">
                  <c:v>45138</c:v>
                </c:pt>
                <c:pt idx="650">
                  <c:v>45139</c:v>
                </c:pt>
                <c:pt idx="651">
                  <c:v>45140</c:v>
                </c:pt>
                <c:pt idx="652">
                  <c:v>45141</c:v>
                </c:pt>
                <c:pt idx="653">
                  <c:v>45142</c:v>
                </c:pt>
                <c:pt idx="654">
                  <c:v>45143</c:v>
                </c:pt>
                <c:pt idx="655">
                  <c:v>45144</c:v>
                </c:pt>
                <c:pt idx="656">
                  <c:v>45145</c:v>
                </c:pt>
                <c:pt idx="657">
                  <c:v>45146</c:v>
                </c:pt>
                <c:pt idx="658">
                  <c:v>45147</c:v>
                </c:pt>
                <c:pt idx="659">
                  <c:v>45148</c:v>
                </c:pt>
                <c:pt idx="660">
                  <c:v>45149</c:v>
                </c:pt>
                <c:pt idx="661">
                  <c:v>45150</c:v>
                </c:pt>
                <c:pt idx="662">
                  <c:v>45151</c:v>
                </c:pt>
                <c:pt idx="663">
                  <c:v>45152</c:v>
                </c:pt>
                <c:pt idx="664">
                  <c:v>45153</c:v>
                </c:pt>
                <c:pt idx="665">
                  <c:v>45154</c:v>
                </c:pt>
                <c:pt idx="666">
                  <c:v>45155</c:v>
                </c:pt>
                <c:pt idx="667">
                  <c:v>45156</c:v>
                </c:pt>
                <c:pt idx="668">
                  <c:v>45157</c:v>
                </c:pt>
                <c:pt idx="669">
                  <c:v>45158</c:v>
                </c:pt>
                <c:pt idx="670">
                  <c:v>45159</c:v>
                </c:pt>
                <c:pt idx="671">
                  <c:v>45160</c:v>
                </c:pt>
                <c:pt idx="672">
                  <c:v>45161</c:v>
                </c:pt>
                <c:pt idx="673">
                  <c:v>45162</c:v>
                </c:pt>
                <c:pt idx="674">
                  <c:v>45163</c:v>
                </c:pt>
                <c:pt idx="675">
                  <c:v>45164</c:v>
                </c:pt>
                <c:pt idx="676">
                  <c:v>45165</c:v>
                </c:pt>
                <c:pt idx="677">
                  <c:v>45166</c:v>
                </c:pt>
                <c:pt idx="678">
                  <c:v>45167</c:v>
                </c:pt>
                <c:pt idx="679">
                  <c:v>45168</c:v>
                </c:pt>
                <c:pt idx="680">
                  <c:v>45169</c:v>
                </c:pt>
                <c:pt idx="681">
                  <c:v>45170</c:v>
                </c:pt>
                <c:pt idx="682">
                  <c:v>45171</c:v>
                </c:pt>
                <c:pt idx="683">
                  <c:v>45172</c:v>
                </c:pt>
                <c:pt idx="684">
                  <c:v>45173</c:v>
                </c:pt>
                <c:pt idx="685">
                  <c:v>45174</c:v>
                </c:pt>
                <c:pt idx="686">
                  <c:v>45175</c:v>
                </c:pt>
                <c:pt idx="687">
                  <c:v>45176</c:v>
                </c:pt>
                <c:pt idx="688">
                  <c:v>45177</c:v>
                </c:pt>
                <c:pt idx="689">
                  <c:v>45178</c:v>
                </c:pt>
                <c:pt idx="690">
                  <c:v>45179</c:v>
                </c:pt>
                <c:pt idx="691">
                  <c:v>45180</c:v>
                </c:pt>
                <c:pt idx="692">
                  <c:v>45181</c:v>
                </c:pt>
                <c:pt idx="693">
                  <c:v>45182</c:v>
                </c:pt>
                <c:pt idx="694">
                  <c:v>45183</c:v>
                </c:pt>
                <c:pt idx="695">
                  <c:v>45184</c:v>
                </c:pt>
                <c:pt idx="696">
                  <c:v>45185</c:v>
                </c:pt>
                <c:pt idx="697">
                  <c:v>45186</c:v>
                </c:pt>
                <c:pt idx="698">
                  <c:v>45187</c:v>
                </c:pt>
                <c:pt idx="699">
                  <c:v>45188</c:v>
                </c:pt>
                <c:pt idx="700">
                  <c:v>45189</c:v>
                </c:pt>
                <c:pt idx="701">
                  <c:v>45190</c:v>
                </c:pt>
                <c:pt idx="702">
                  <c:v>45191</c:v>
                </c:pt>
                <c:pt idx="703">
                  <c:v>45192</c:v>
                </c:pt>
                <c:pt idx="704">
                  <c:v>45193</c:v>
                </c:pt>
                <c:pt idx="705">
                  <c:v>45194</c:v>
                </c:pt>
                <c:pt idx="706">
                  <c:v>45195</c:v>
                </c:pt>
                <c:pt idx="707">
                  <c:v>45196</c:v>
                </c:pt>
                <c:pt idx="708">
                  <c:v>45197</c:v>
                </c:pt>
                <c:pt idx="709">
                  <c:v>45198</c:v>
                </c:pt>
                <c:pt idx="710">
                  <c:v>45199</c:v>
                </c:pt>
                <c:pt idx="711">
                  <c:v>45200</c:v>
                </c:pt>
                <c:pt idx="712">
                  <c:v>45201</c:v>
                </c:pt>
                <c:pt idx="713">
                  <c:v>45202</c:v>
                </c:pt>
                <c:pt idx="714">
                  <c:v>45203</c:v>
                </c:pt>
                <c:pt idx="715">
                  <c:v>45204</c:v>
                </c:pt>
                <c:pt idx="716">
                  <c:v>45205</c:v>
                </c:pt>
                <c:pt idx="717">
                  <c:v>45206</c:v>
                </c:pt>
                <c:pt idx="718">
                  <c:v>45207</c:v>
                </c:pt>
                <c:pt idx="719">
                  <c:v>45208</c:v>
                </c:pt>
                <c:pt idx="720">
                  <c:v>45209</c:v>
                </c:pt>
                <c:pt idx="721">
                  <c:v>45210</c:v>
                </c:pt>
                <c:pt idx="722">
                  <c:v>45211</c:v>
                </c:pt>
                <c:pt idx="723">
                  <c:v>45212</c:v>
                </c:pt>
                <c:pt idx="724">
                  <c:v>45213</c:v>
                </c:pt>
                <c:pt idx="725">
                  <c:v>45214</c:v>
                </c:pt>
                <c:pt idx="726">
                  <c:v>45215</c:v>
                </c:pt>
                <c:pt idx="727">
                  <c:v>45216</c:v>
                </c:pt>
                <c:pt idx="728">
                  <c:v>45217</c:v>
                </c:pt>
                <c:pt idx="729">
                  <c:v>45218</c:v>
                </c:pt>
                <c:pt idx="730">
                  <c:v>45219</c:v>
                </c:pt>
                <c:pt idx="731">
                  <c:v>45220</c:v>
                </c:pt>
                <c:pt idx="732">
                  <c:v>45221</c:v>
                </c:pt>
                <c:pt idx="733">
                  <c:v>45222</c:v>
                </c:pt>
                <c:pt idx="734">
                  <c:v>45223</c:v>
                </c:pt>
                <c:pt idx="735">
                  <c:v>45224</c:v>
                </c:pt>
                <c:pt idx="736">
                  <c:v>45225</c:v>
                </c:pt>
                <c:pt idx="737">
                  <c:v>45226</c:v>
                </c:pt>
                <c:pt idx="738">
                  <c:v>45227</c:v>
                </c:pt>
                <c:pt idx="739">
                  <c:v>45228</c:v>
                </c:pt>
                <c:pt idx="740">
                  <c:v>45229</c:v>
                </c:pt>
                <c:pt idx="741">
                  <c:v>45230</c:v>
                </c:pt>
                <c:pt idx="742">
                  <c:v>45231</c:v>
                </c:pt>
                <c:pt idx="743">
                  <c:v>45232</c:v>
                </c:pt>
                <c:pt idx="744">
                  <c:v>45233</c:v>
                </c:pt>
                <c:pt idx="745">
                  <c:v>45234</c:v>
                </c:pt>
                <c:pt idx="746">
                  <c:v>45235</c:v>
                </c:pt>
                <c:pt idx="747">
                  <c:v>45236</c:v>
                </c:pt>
                <c:pt idx="748">
                  <c:v>45237</c:v>
                </c:pt>
                <c:pt idx="749">
                  <c:v>45238</c:v>
                </c:pt>
                <c:pt idx="750">
                  <c:v>45239</c:v>
                </c:pt>
                <c:pt idx="751">
                  <c:v>45240</c:v>
                </c:pt>
                <c:pt idx="752">
                  <c:v>45241</c:v>
                </c:pt>
                <c:pt idx="753">
                  <c:v>45242</c:v>
                </c:pt>
                <c:pt idx="754">
                  <c:v>45243</c:v>
                </c:pt>
                <c:pt idx="755">
                  <c:v>45244</c:v>
                </c:pt>
                <c:pt idx="756">
                  <c:v>45245</c:v>
                </c:pt>
                <c:pt idx="757">
                  <c:v>45246</c:v>
                </c:pt>
                <c:pt idx="758">
                  <c:v>45247</c:v>
                </c:pt>
                <c:pt idx="759">
                  <c:v>45248</c:v>
                </c:pt>
                <c:pt idx="760">
                  <c:v>45249</c:v>
                </c:pt>
                <c:pt idx="761">
                  <c:v>45250</c:v>
                </c:pt>
                <c:pt idx="762">
                  <c:v>45251</c:v>
                </c:pt>
                <c:pt idx="763">
                  <c:v>45252</c:v>
                </c:pt>
                <c:pt idx="764">
                  <c:v>45253</c:v>
                </c:pt>
                <c:pt idx="765">
                  <c:v>45254</c:v>
                </c:pt>
                <c:pt idx="766">
                  <c:v>45255</c:v>
                </c:pt>
                <c:pt idx="767">
                  <c:v>45256</c:v>
                </c:pt>
                <c:pt idx="768">
                  <c:v>45257</c:v>
                </c:pt>
                <c:pt idx="769">
                  <c:v>45258</c:v>
                </c:pt>
                <c:pt idx="770">
                  <c:v>45259</c:v>
                </c:pt>
                <c:pt idx="771">
                  <c:v>45260</c:v>
                </c:pt>
                <c:pt idx="772">
                  <c:v>45261</c:v>
                </c:pt>
                <c:pt idx="773">
                  <c:v>45262</c:v>
                </c:pt>
                <c:pt idx="774">
                  <c:v>45263</c:v>
                </c:pt>
                <c:pt idx="775">
                  <c:v>45264</c:v>
                </c:pt>
                <c:pt idx="776">
                  <c:v>45265</c:v>
                </c:pt>
                <c:pt idx="777">
                  <c:v>45266</c:v>
                </c:pt>
                <c:pt idx="778">
                  <c:v>45267</c:v>
                </c:pt>
                <c:pt idx="779">
                  <c:v>45268</c:v>
                </c:pt>
                <c:pt idx="780">
                  <c:v>45269</c:v>
                </c:pt>
                <c:pt idx="781">
                  <c:v>45270</c:v>
                </c:pt>
                <c:pt idx="782">
                  <c:v>45271</c:v>
                </c:pt>
                <c:pt idx="783">
                  <c:v>45272</c:v>
                </c:pt>
                <c:pt idx="784">
                  <c:v>45273</c:v>
                </c:pt>
                <c:pt idx="785">
                  <c:v>45274</c:v>
                </c:pt>
                <c:pt idx="786">
                  <c:v>45275</c:v>
                </c:pt>
                <c:pt idx="787">
                  <c:v>45276</c:v>
                </c:pt>
                <c:pt idx="788">
                  <c:v>45277</c:v>
                </c:pt>
                <c:pt idx="789">
                  <c:v>45278</c:v>
                </c:pt>
                <c:pt idx="790">
                  <c:v>45279</c:v>
                </c:pt>
                <c:pt idx="791">
                  <c:v>45280</c:v>
                </c:pt>
                <c:pt idx="792">
                  <c:v>45281</c:v>
                </c:pt>
                <c:pt idx="793">
                  <c:v>45282</c:v>
                </c:pt>
                <c:pt idx="794">
                  <c:v>45283</c:v>
                </c:pt>
                <c:pt idx="795">
                  <c:v>45284</c:v>
                </c:pt>
                <c:pt idx="796">
                  <c:v>45285</c:v>
                </c:pt>
                <c:pt idx="797">
                  <c:v>45286</c:v>
                </c:pt>
                <c:pt idx="798">
                  <c:v>45287</c:v>
                </c:pt>
                <c:pt idx="799">
                  <c:v>45288</c:v>
                </c:pt>
                <c:pt idx="800">
                  <c:v>45289</c:v>
                </c:pt>
                <c:pt idx="801">
                  <c:v>45290</c:v>
                </c:pt>
                <c:pt idx="802">
                  <c:v>45291</c:v>
                </c:pt>
                <c:pt idx="803">
                  <c:v>45292</c:v>
                </c:pt>
                <c:pt idx="804">
                  <c:v>45293</c:v>
                </c:pt>
                <c:pt idx="805">
                  <c:v>45294</c:v>
                </c:pt>
                <c:pt idx="806">
                  <c:v>45295</c:v>
                </c:pt>
                <c:pt idx="807">
                  <c:v>45296</c:v>
                </c:pt>
                <c:pt idx="808">
                  <c:v>45297</c:v>
                </c:pt>
                <c:pt idx="809">
                  <c:v>45298</c:v>
                </c:pt>
                <c:pt idx="810">
                  <c:v>45299</c:v>
                </c:pt>
                <c:pt idx="811">
                  <c:v>45300</c:v>
                </c:pt>
                <c:pt idx="812">
                  <c:v>45301</c:v>
                </c:pt>
                <c:pt idx="813">
                  <c:v>45302</c:v>
                </c:pt>
                <c:pt idx="814">
                  <c:v>45303</c:v>
                </c:pt>
                <c:pt idx="815">
                  <c:v>45304</c:v>
                </c:pt>
                <c:pt idx="816">
                  <c:v>45305</c:v>
                </c:pt>
                <c:pt idx="817">
                  <c:v>45306</c:v>
                </c:pt>
                <c:pt idx="818">
                  <c:v>45307</c:v>
                </c:pt>
                <c:pt idx="819">
                  <c:v>45308</c:v>
                </c:pt>
                <c:pt idx="820">
                  <c:v>45309</c:v>
                </c:pt>
                <c:pt idx="821">
                  <c:v>45310</c:v>
                </c:pt>
                <c:pt idx="822">
                  <c:v>45311</c:v>
                </c:pt>
                <c:pt idx="823">
                  <c:v>45312</c:v>
                </c:pt>
                <c:pt idx="824">
                  <c:v>45313</c:v>
                </c:pt>
                <c:pt idx="825">
                  <c:v>45314</c:v>
                </c:pt>
                <c:pt idx="826">
                  <c:v>45315</c:v>
                </c:pt>
                <c:pt idx="827">
                  <c:v>45316</c:v>
                </c:pt>
                <c:pt idx="828">
                  <c:v>45317</c:v>
                </c:pt>
                <c:pt idx="829">
                  <c:v>45318</c:v>
                </c:pt>
                <c:pt idx="830">
                  <c:v>45319</c:v>
                </c:pt>
                <c:pt idx="831">
                  <c:v>45320</c:v>
                </c:pt>
                <c:pt idx="832">
                  <c:v>45321</c:v>
                </c:pt>
                <c:pt idx="833">
                  <c:v>45322</c:v>
                </c:pt>
                <c:pt idx="834">
                  <c:v>45323</c:v>
                </c:pt>
                <c:pt idx="835">
                  <c:v>45324</c:v>
                </c:pt>
                <c:pt idx="836">
                  <c:v>45325</c:v>
                </c:pt>
                <c:pt idx="837">
                  <c:v>45326</c:v>
                </c:pt>
                <c:pt idx="838">
                  <c:v>45327</c:v>
                </c:pt>
                <c:pt idx="839">
                  <c:v>45328</c:v>
                </c:pt>
                <c:pt idx="840">
                  <c:v>45329</c:v>
                </c:pt>
                <c:pt idx="841">
                  <c:v>45330</c:v>
                </c:pt>
                <c:pt idx="842">
                  <c:v>45331</c:v>
                </c:pt>
                <c:pt idx="843">
                  <c:v>45332</c:v>
                </c:pt>
                <c:pt idx="844">
                  <c:v>45333</c:v>
                </c:pt>
                <c:pt idx="845">
                  <c:v>45334</c:v>
                </c:pt>
                <c:pt idx="846">
                  <c:v>45335</c:v>
                </c:pt>
                <c:pt idx="847">
                  <c:v>45336</c:v>
                </c:pt>
                <c:pt idx="848">
                  <c:v>45337</c:v>
                </c:pt>
                <c:pt idx="849">
                  <c:v>45338</c:v>
                </c:pt>
                <c:pt idx="850">
                  <c:v>45339</c:v>
                </c:pt>
                <c:pt idx="851">
                  <c:v>45340</c:v>
                </c:pt>
                <c:pt idx="852">
                  <c:v>45341</c:v>
                </c:pt>
                <c:pt idx="853">
                  <c:v>45342</c:v>
                </c:pt>
                <c:pt idx="854">
                  <c:v>45343</c:v>
                </c:pt>
                <c:pt idx="855">
                  <c:v>45344</c:v>
                </c:pt>
                <c:pt idx="856">
                  <c:v>45345</c:v>
                </c:pt>
                <c:pt idx="857">
                  <c:v>45346</c:v>
                </c:pt>
                <c:pt idx="858">
                  <c:v>45347</c:v>
                </c:pt>
                <c:pt idx="859">
                  <c:v>45348</c:v>
                </c:pt>
                <c:pt idx="860">
                  <c:v>45349</c:v>
                </c:pt>
                <c:pt idx="861">
                  <c:v>45350</c:v>
                </c:pt>
                <c:pt idx="862">
                  <c:v>45351</c:v>
                </c:pt>
                <c:pt idx="863">
                  <c:v>45352</c:v>
                </c:pt>
                <c:pt idx="864">
                  <c:v>45353</c:v>
                </c:pt>
                <c:pt idx="865">
                  <c:v>45354</c:v>
                </c:pt>
                <c:pt idx="866">
                  <c:v>45355</c:v>
                </c:pt>
                <c:pt idx="867">
                  <c:v>45356</c:v>
                </c:pt>
                <c:pt idx="868">
                  <c:v>45357</c:v>
                </c:pt>
                <c:pt idx="869">
                  <c:v>45358</c:v>
                </c:pt>
                <c:pt idx="870">
                  <c:v>45359</c:v>
                </c:pt>
                <c:pt idx="871">
                  <c:v>45360</c:v>
                </c:pt>
                <c:pt idx="872">
                  <c:v>45361</c:v>
                </c:pt>
                <c:pt idx="873">
                  <c:v>45362</c:v>
                </c:pt>
                <c:pt idx="874">
                  <c:v>45363</c:v>
                </c:pt>
                <c:pt idx="875">
                  <c:v>45364</c:v>
                </c:pt>
                <c:pt idx="876">
                  <c:v>45365</c:v>
                </c:pt>
                <c:pt idx="877">
                  <c:v>45366</c:v>
                </c:pt>
                <c:pt idx="878">
                  <c:v>45367</c:v>
                </c:pt>
                <c:pt idx="879">
                  <c:v>45368</c:v>
                </c:pt>
                <c:pt idx="880">
                  <c:v>45369</c:v>
                </c:pt>
                <c:pt idx="881">
                  <c:v>45370</c:v>
                </c:pt>
                <c:pt idx="882">
                  <c:v>45371</c:v>
                </c:pt>
                <c:pt idx="883">
                  <c:v>45372</c:v>
                </c:pt>
                <c:pt idx="884">
                  <c:v>45373</c:v>
                </c:pt>
                <c:pt idx="885">
                  <c:v>45374</c:v>
                </c:pt>
                <c:pt idx="886">
                  <c:v>45375</c:v>
                </c:pt>
                <c:pt idx="887">
                  <c:v>45376</c:v>
                </c:pt>
                <c:pt idx="888">
                  <c:v>45377</c:v>
                </c:pt>
                <c:pt idx="889">
                  <c:v>45378</c:v>
                </c:pt>
                <c:pt idx="890">
                  <c:v>45379</c:v>
                </c:pt>
                <c:pt idx="891">
                  <c:v>45380</c:v>
                </c:pt>
                <c:pt idx="892">
                  <c:v>45381</c:v>
                </c:pt>
                <c:pt idx="893">
                  <c:v>45382</c:v>
                </c:pt>
                <c:pt idx="894">
                  <c:v>45383</c:v>
                </c:pt>
                <c:pt idx="895">
                  <c:v>45384</c:v>
                </c:pt>
                <c:pt idx="896">
                  <c:v>45385</c:v>
                </c:pt>
                <c:pt idx="897">
                  <c:v>45386</c:v>
                </c:pt>
                <c:pt idx="898">
                  <c:v>45387</c:v>
                </c:pt>
                <c:pt idx="899">
                  <c:v>45388</c:v>
                </c:pt>
                <c:pt idx="900">
                  <c:v>45389</c:v>
                </c:pt>
                <c:pt idx="901">
                  <c:v>45390</c:v>
                </c:pt>
                <c:pt idx="902">
                  <c:v>45391</c:v>
                </c:pt>
                <c:pt idx="903">
                  <c:v>45392</c:v>
                </c:pt>
                <c:pt idx="904">
                  <c:v>45393</c:v>
                </c:pt>
                <c:pt idx="905">
                  <c:v>45394</c:v>
                </c:pt>
                <c:pt idx="906">
                  <c:v>45395</c:v>
                </c:pt>
                <c:pt idx="907">
                  <c:v>45396</c:v>
                </c:pt>
                <c:pt idx="908">
                  <c:v>45397</c:v>
                </c:pt>
                <c:pt idx="909">
                  <c:v>45398</c:v>
                </c:pt>
                <c:pt idx="910">
                  <c:v>45399</c:v>
                </c:pt>
                <c:pt idx="911">
                  <c:v>45400</c:v>
                </c:pt>
                <c:pt idx="912">
                  <c:v>45401</c:v>
                </c:pt>
                <c:pt idx="913">
                  <c:v>45402</c:v>
                </c:pt>
                <c:pt idx="914">
                  <c:v>45403</c:v>
                </c:pt>
                <c:pt idx="915">
                  <c:v>45404</c:v>
                </c:pt>
                <c:pt idx="916">
                  <c:v>45405</c:v>
                </c:pt>
                <c:pt idx="917">
                  <c:v>45406</c:v>
                </c:pt>
                <c:pt idx="918">
                  <c:v>45407</c:v>
                </c:pt>
                <c:pt idx="919">
                  <c:v>45408</c:v>
                </c:pt>
                <c:pt idx="920">
                  <c:v>45409</c:v>
                </c:pt>
                <c:pt idx="921">
                  <c:v>45410</c:v>
                </c:pt>
                <c:pt idx="922">
                  <c:v>45411</c:v>
                </c:pt>
                <c:pt idx="923">
                  <c:v>45412</c:v>
                </c:pt>
                <c:pt idx="924">
                  <c:v>45413</c:v>
                </c:pt>
                <c:pt idx="925">
                  <c:v>45414</c:v>
                </c:pt>
                <c:pt idx="926">
                  <c:v>45415</c:v>
                </c:pt>
                <c:pt idx="927">
                  <c:v>45416</c:v>
                </c:pt>
                <c:pt idx="928">
                  <c:v>45417</c:v>
                </c:pt>
                <c:pt idx="929">
                  <c:v>45418</c:v>
                </c:pt>
                <c:pt idx="930">
                  <c:v>45419</c:v>
                </c:pt>
                <c:pt idx="931">
                  <c:v>45420</c:v>
                </c:pt>
                <c:pt idx="932">
                  <c:v>45421</c:v>
                </c:pt>
                <c:pt idx="933">
                  <c:v>45422</c:v>
                </c:pt>
                <c:pt idx="934">
                  <c:v>45423</c:v>
                </c:pt>
                <c:pt idx="935">
                  <c:v>45424</c:v>
                </c:pt>
                <c:pt idx="936">
                  <c:v>45425</c:v>
                </c:pt>
                <c:pt idx="937">
                  <c:v>45426</c:v>
                </c:pt>
                <c:pt idx="938">
                  <c:v>45427</c:v>
                </c:pt>
                <c:pt idx="939">
                  <c:v>45428</c:v>
                </c:pt>
                <c:pt idx="940">
                  <c:v>45429</c:v>
                </c:pt>
                <c:pt idx="941">
                  <c:v>45430</c:v>
                </c:pt>
                <c:pt idx="942">
                  <c:v>45431</c:v>
                </c:pt>
                <c:pt idx="943">
                  <c:v>45432</c:v>
                </c:pt>
                <c:pt idx="944">
                  <c:v>45433</c:v>
                </c:pt>
                <c:pt idx="945">
                  <c:v>45434</c:v>
                </c:pt>
                <c:pt idx="946">
                  <c:v>45435</c:v>
                </c:pt>
                <c:pt idx="947">
                  <c:v>45436</c:v>
                </c:pt>
                <c:pt idx="948">
                  <c:v>45437</c:v>
                </c:pt>
                <c:pt idx="949">
                  <c:v>45438</c:v>
                </c:pt>
                <c:pt idx="950">
                  <c:v>45439</c:v>
                </c:pt>
                <c:pt idx="951">
                  <c:v>45440</c:v>
                </c:pt>
                <c:pt idx="952">
                  <c:v>45441</c:v>
                </c:pt>
                <c:pt idx="953">
                  <c:v>45442</c:v>
                </c:pt>
                <c:pt idx="954">
                  <c:v>45443</c:v>
                </c:pt>
                <c:pt idx="955">
                  <c:v>45444</c:v>
                </c:pt>
                <c:pt idx="956">
                  <c:v>45445</c:v>
                </c:pt>
                <c:pt idx="957">
                  <c:v>45446</c:v>
                </c:pt>
                <c:pt idx="958">
                  <c:v>45447</c:v>
                </c:pt>
                <c:pt idx="959">
                  <c:v>45448</c:v>
                </c:pt>
                <c:pt idx="960">
                  <c:v>45449</c:v>
                </c:pt>
                <c:pt idx="961">
                  <c:v>45450</c:v>
                </c:pt>
                <c:pt idx="962">
                  <c:v>45451</c:v>
                </c:pt>
                <c:pt idx="963">
                  <c:v>45452</c:v>
                </c:pt>
                <c:pt idx="964">
                  <c:v>45453</c:v>
                </c:pt>
                <c:pt idx="965">
                  <c:v>45454</c:v>
                </c:pt>
                <c:pt idx="966">
                  <c:v>45455</c:v>
                </c:pt>
                <c:pt idx="967">
                  <c:v>45456</c:v>
                </c:pt>
                <c:pt idx="968">
                  <c:v>45457</c:v>
                </c:pt>
                <c:pt idx="969">
                  <c:v>45458</c:v>
                </c:pt>
                <c:pt idx="970">
                  <c:v>45459</c:v>
                </c:pt>
                <c:pt idx="971">
                  <c:v>45460</c:v>
                </c:pt>
                <c:pt idx="972">
                  <c:v>45461</c:v>
                </c:pt>
                <c:pt idx="973">
                  <c:v>45462</c:v>
                </c:pt>
                <c:pt idx="974">
                  <c:v>45463</c:v>
                </c:pt>
                <c:pt idx="975">
                  <c:v>45464</c:v>
                </c:pt>
                <c:pt idx="976">
                  <c:v>45465</c:v>
                </c:pt>
                <c:pt idx="977">
                  <c:v>45466</c:v>
                </c:pt>
                <c:pt idx="978">
                  <c:v>45467</c:v>
                </c:pt>
                <c:pt idx="979">
                  <c:v>45468</c:v>
                </c:pt>
                <c:pt idx="980">
                  <c:v>45469</c:v>
                </c:pt>
                <c:pt idx="981">
                  <c:v>45470</c:v>
                </c:pt>
                <c:pt idx="982">
                  <c:v>45471</c:v>
                </c:pt>
                <c:pt idx="983">
                  <c:v>45472</c:v>
                </c:pt>
                <c:pt idx="984">
                  <c:v>45473</c:v>
                </c:pt>
                <c:pt idx="985">
                  <c:v>45474</c:v>
                </c:pt>
                <c:pt idx="986">
                  <c:v>45475</c:v>
                </c:pt>
                <c:pt idx="987">
                  <c:v>45476</c:v>
                </c:pt>
                <c:pt idx="988">
                  <c:v>45477</c:v>
                </c:pt>
                <c:pt idx="989">
                  <c:v>45478</c:v>
                </c:pt>
                <c:pt idx="990">
                  <c:v>45479</c:v>
                </c:pt>
                <c:pt idx="991">
                  <c:v>45480</c:v>
                </c:pt>
                <c:pt idx="992">
                  <c:v>45481</c:v>
                </c:pt>
                <c:pt idx="993">
                  <c:v>45482</c:v>
                </c:pt>
                <c:pt idx="994">
                  <c:v>45483</c:v>
                </c:pt>
                <c:pt idx="995">
                  <c:v>45484</c:v>
                </c:pt>
                <c:pt idx="996">
                  <c:v>45485</c:v>
                </c:pt>
                <c:pt idx="997">
                  <c:v>45486</c:v>
                </c:pt>
                <c:pt idx="998">
                  <c:v>45487</c:v>
                </c:pt>
                <c:pt idx="999">
                  <c:v>45488</c:v>
                </c:pt>
                <c:pt idx="1000">
                  <c:v>45489</c:v>
                </c:pt>
                <c:pt idx="1001">
                  <c:v>45490</c:v>
                </c:pt>
                <c:pt idx="1002">
                  <c:v>45491</c:v>
                </c:pt>
                <c:pt idx="1003">
                  <c:v>45492</c:v>
                </c:pt>
                <c:pt idx="1004">
                  <c:v>45493</c:v>
                </c:pt>
                <c:pt idx="1005">
                  <c:v>45494</c:v>
                </c:pt>
                <c:pt idx="1006">
                  <c:v>45495</c:v>
                </c:pt>
                <c:pt idx="1007">
                  <c:v>45496</c:v>
                </c:pt>
                <c:pt idx="1008">
                  <c:v>45497</c:v>
                </c:pt>
                <c:pt idx="1009">
                  <c:v>45498</c:v>
                </c:pt>
                <c:pt idx="1010">
                  <c:v>45499</c:v>
                </c:pt>
                <c:pt idx="1011">
                  <c:v>45500</c:v>
                </c:pt>
                <c:pt idx="1012">
                  <c:v>45501</c:v>
                </c:pt>
                <c:pt idx="1013">
                  <c:v>45502</c:v>
                </c:pt>
                <c:pt idx="1014">
                  <c:v>45503</c:v>
                </c:pt>
                <c:pt idx="1015">
                  <c:v>45504</c:v>
                </c:pt>
                <c:pt idx="1016">
                  <c:v>45505</c:v>
                </c:pt>
                <c:pt idx="1017">
                  <c:v>45506</c:v>
                </c:pt>
                <c:pt idx="1018">
                  <c:v>45507</c:v>
                </c:pt>
                <c:pt idx="1019">
                  <c:v>45508</c:v>
                </c:pt>
                <c:pt idx="1020">
                  <c:v>45509</c:v>
                </c:pt>
                <c:pt idx="1021">
                  <c:v>45510</c:v>
                </c:pt>
                <c:pt idx="1022">
                  <c:v>45511</c:v>
                </c:pt>
                <c:pt idx="1023">
                  <c:v>45512</c:v>
                </c:pt>
                <c:pt idx="1024">
                  <c:v>45513</c:v>
                </c:pt>
                <c:pt idx="1025">
                  <c:v>45514</c:v>
                </c:pt>
                <c:pt idx="1026">
                  <c:v>45515</c:v>
                </c:pt>
                <c:pt idx="1027">
                  <c:v>45516</c:v>
                </c:pt>
                <c:pt idx="1028">
                  <c:v>45517</c:v>
                </c:pt>
                <c:pt idx="1029">
                  <c:v>45518</c:v>
                </c:pt>
                <c:pt idx="1030">
                  <c:v>45519</c:v>
                </c:pt>
                <c:pt idx="1031">
                  <c:v>45520</c:v>
                </c:pt>
                <c:pt idx="1032">
                  <c:v>45521</c:v>
                </c:pt>
                <c:pt idx="1033">
                  <c:v>45522</c:v>
                </c:pt>
                <c:pt idx="1034">
                  <c:v>45523</c:v>
                </c:pt>
                <c:pt idx="1035">
                  <c:v>45524</c:v>
                </c:pt>
                <c:pt idx="1036">
                  <c:v>45525</c:v>
                </c:pt>
                <c:pt idx="1037">
                  <c:v>45526</c:v>
                </c:pt>
                <c:pt idx="1038">
                  <c:v>45527</c:v>
                </c:pt>
                <c:pt idx="1039">
                  <c:v>45528</c:v>
                </c:pt>
                <c:pt idx="1040">
                  <c:v>45529</c:v>
                </c:pt>
                <c:pt idx="1041">
                  <c:v>45530</c:v>
                </c:pt>
                <c:pt idx="1042">
                  <c:v>45531</c:v>
                </c:pt>
                <c:pt idx="1043">
                  <c:v>45532</c:v>
                </c:pt>
                <c:pt idx="1044">
                  <c:v>45533</c:v>
                </c:pt>
                <c:pt idx="1045">
                  <c:v>45534</c:v>
                </c:pt>
                <c:pt idx="1046">
                  <c:v>45535</c:v>
                </c:pt>
                <c:pt idx="1047">
                  <c:v>45536</c:v>
                </c:pt>
                <c:pt idx="1048">
                  <c:v>45537</c:v>
                </c:pt>
                <c:pt idx="1049">
                  <c:v>45538</c:v>
                </c:pt>
                <c:pt idx="1050">
                  <c:v>45539</c:v>
                </c:pt>
                <c:pt idx="1051">
                  <c:v>45540</c:v>
                </c:pt>
                <c:pt idx="1052">
                  <c:v>45541</c:v>
                </c:pt>
                <c:pt idx="1053">
                  <c:v>45542</c:v>
                </c:pt>
                <c:pt idx="1054">
                  <c:v>45543</c:v>
                </c:pt>
                <c:pt idx="1055">
                  <c:v>45544</c:v>
                </c:pt>
                <c:pt idx="1056">
                  <c:v>45545</c:v>
                </c:pt>
                <c:pt idx="1057">
                  <c:v>45546</c:v>
                </c:pt>
                <c:pt idx="1058">
                  <c:v>45547</c:v>
                </c:pt>
                <c:pt idx="1059">
                  <c:v>45548</c:v>
                </c:pt>
                <c:pt idx="1060">
                  <c:v>45549</c:v>
                </c:pt>
                <c:pt idx="1061">
                  <c:v>45550</c:v>
                </c:pt>
                <c:pt idx="1062">
                  <c:v>45551</c:v>
                </c:pt>
                <c:pt idx="1063">
                  <c:v>45552</c:v>
                </c:pt>
                <c:pt idx="1064">
                  <c:v>45553</c:v>
                </c:pt>
                <c:pt idx="1065">
                  <c:v>45554</c:v>
                </c:pt>
                <c:pt idx="1066">
                  <c:v>45555</c:v>
                </c:pt>
                <c:pt idx="1067">
                  <c:v>45556</c:v>
                </c:pt>
                <c:pt idx="1068">
                  <c:v>45557</c:v>
                </c:pt>
                <c:pt idx="1069">
                  <c:v>45558</c:v>
                </c:pt>
                <c:pt idx="1070">
                  <c:v>45559</c:v>
                </c:pt>
                <c:pt idx="1071">
                  <c:v>45560</c:v>
                </c:pt>
                <c:pt idx="1072">
                  <c:v>45561</c:v>
                </c:pt>
                <c:pt idx="1073">
                  <c:v>45562</c:v>
                </c:pt>
                <c:pt idx="1074">
                  <c:v>45563</c:v>
                </c:pt>
                <c:pt idx="1075">
                  <c:v>45564</c:v>
                </c:pt>
                <c:pt idx="1076">
                  <c:v>45565</c:v>
                </c:pt>
                <c:pt idx="1077">
                  <c:v>45566</c:v>
                </c:pt>
                <c:pt idx="1078">
                  <c:v>45567</c:v>
                </c:pt>
                <c:pt idx="1079">
                  <c:v>45568</c:v>
                </c:pt>
                <c:pt idx="1080">
                  <c:v>45569</c:v>
                </c:pt>
                <c:pt idx="1081">
                  <c:v>45570</c:v>
                </c:pt>
                <c:pt idx="1082">
                  <c:v>45571</c:v>
                </c:pt>
                <c:pt idx="1083">
                  <c:v>45572</c:v>
                </c:pt>
                <c:pt idx="1084">
                  <c:v>45573</c:v>
                </c:pt>
                <c:pt idx="1085">
                  <c:v>45574</c:v>
                </c:pt>
                <c:pt idx="1086">
                  <c:v>45575</c:v>
                </c:pt>
                <c:pt idx="1087">
                  <c:v>45576</c:v>
                </c:pt>
                <c:pt idx="1088">
                  <c:v>45577</c:v>
                </c:pt>
                <c:pt idx="1089">
                  <c:v>45578</c:v>
                </c:pt>
                <c:pt idx="1090">
                  <c:v>45579</c:v>
                </c:pt>
                <c:pt idx="1091">
                  <c:v>45580</c:v>
                </c:pt>
                <c:pt idx="1092">
                  <c:v>45581</c:v>
                </c:pt>
                <c:pt idx="1093">
                  <c:v>45582</c:v>
                </c:pt>
                <c:pt idx="1094">
                  <c:v>45583</c:v>
                </c:pt>
                <c:pt idx="1095">
                  <c:v>45584</c:v>
                </c:pt>
                <c:pt idx="1096">
                  <c:v>45585</c:v>
                </c:pt>
                <c:pt idx="1097">
                  <c:v>45586</c:v>
                </c:pt>
                <c:pt idx="1098">
                  <c:v>45587</c:v>
                </c:pt>
                <c:pt idx="1099">
                  <c:v>45588</c:v>
                </c:pt>
                <c:pt idx="1100">
                  <c:v>45589</c:v>
                </c:pt>
                <c:pt idx="1101">
                  <c:v>45590</c:v>
                </c:pt>
                <c:pt idx="1102">
                  <c:v>45591</c:v>
                </c:pt>
                <c:pt idx="1103">
                  <c:v>45592</c:v>
                </c:pt>
                <c:pt idx="1104">
                  <c:v>45593</c:v>
                </c:pt>
                <c:pt idx="1105">
                  <c:v>45594</c:v>
                </c:pt>
                <c:pt idx="1106">
                  <c:v>45595</c:v>
                </c:pt>
                <c:pt idx="1107">
                  <c:v>45596</c:v>
                </c:pt>
                <c:pt idx="1108">
                  <c:v>45597</c:v>
                </c:pt>
                <c:pt idx="1109">
                  <c:v>45598</c:v>
                </c:pt>
                <c:pt idx="1110">
                  <c:v>45599</c:v>
                </c:pt>
                <c:pt idx="1111">
                  <c:v>45600</c:v>
                </c:pt>
                <c:pt idx="1112">
                  <c:v>45601</c:v>
                </c:pt>
                <c:pt idx="1113">
                  <c:v>45602</c:v>
                </c:pt>
                <c:pt idx="1114">
                  <c:v>45603</c:v>
                </c:pt>
                <c:pt idx="1115">
                  <c:v>45604</c:v>
                </c:pt>
                <c:pt idx="1116">
                  <c:v>45605</c:v>
                </c:pt>
                <c:pt idx="1117">
                  <c:v>45606</c:v>
                </c:pt>
                <c:pt idx="1118">
                  <c:v>45607</c:v>
                </c:pt>
                <c:pt idx="1119">
                  <c:v>45608</c:v>
                </c:pt>
                <c:pt idx="1120">
                  <c:v>45609</c:v>
                </c:pt>
                <c:pt idx="1121">
                  <c:v>45610</c:v>
                </c:pt>
                <c:pt idx="1122">
                  <c:v>45611</c:v>
                </c:pt>
                <c:pt idx="1123">
                  <c:v>45612</c:v>
                </c:pt>
                <c:pt idx="1124">
                  <c:v>45613</c:v>
                </c:pt>
                <c:pt idx="1125">
                  <c:v>45614</c:v>
                </c:pt>
                <c:pt idx="1126">
                  <c:v>45615</c:v>
                </c:pt>
                <c:pt idx="1127">
                  <c:v>45616</c:v>
                </c:pt>
                <c:pt idx="1128">
                  <c:v>45617</c:v>
                </c:pt>
                <c:pt idx="1129">
                  <c:v>45618</c:v>
                </c:pt>
                <c:pt idx="1130">
                  <c:v>45619</c:v>
                </c:pt>
                <c:pt idx="1131">
                  <c:v>45620</c:v>
                </c:pt>
                <c:pt idx="1132">
                  <c:v>45621</c:v>
                </c:pt>
                <c:pt idx="1133">
                  <c:v>45622</c:v>
                </c:pt>
                <c:pt idx="1134">
                  <c:v>45623</c:v>
                </c:pt>
                <c:pt idx="1135">
                  <c:v>45624</c:v>
                </c:pt>
                <c:pt idx="1136">
                  <c:v>45625</c:v>
                </c:pt>
                <c:pt idx="1137">
                  <c:v>45626</c:v>
                </c:pt>
                <c:pt idx="1138">
                  <c:v>45627</c:v>
                </c:pt>
                <c:pt idx="1139">
                  <c:v>45628</c:v>
                </c:pt>
                <c:pt idx="1140">
                  <c:v>45629</c:v>
                </c:pt>
                <c:pt idx="1141">
                  <c:v>45630</c:v>
                </c:pt>
                <c:pt idx="1142">
                  <c:v>45631</c:v>
                </c:pt>
                <c:pt idx="1143">
                  <c:v>45632</c:v>
                </c:pt>
                <c:pt idx="1144">
                  <c:v>45633</c:v>
                </c:pt>
                <c:pt idx="1145">
                  <c:v>45634</c:v>
                </c:pt>
                <c:pt idx="1146">
                  <c:v>45635</c:v>
                </c:pt>
                <c:pt idx="1147">
                  <c:v>45636</c:v>
                </c:pt>
                <c:pt idx="1148">
                  <c:v>45637</c:v>
                </c:pt>
                <c:pt idx="1149">
                  <c:v>45638</c:v>
                </c:pt>
                <c:pt idx="1150">
                  <c:v>45639</c:v>
                </c:pt>
                <c:pt idx="1151">
                  <c:v>45640</c:v>
                </c:pt>
                <c:pt idx="1152">
                  <c:v>45641</c:v>
                </c:pt>
                <c:pt idx="1153">
                  <c:v>45642</c:v>
                </c:pt>
                <c:pt idx="1154">
                  <c:v>45643</c:v>
                </c:pt>
                <c:pt idx="1155">
                  <c:v>45644</c:v>
                </c:pt>
                <c:pt idx="1156">
                  <c:v>45645</c:v>
                </c:pt>
                <c:pt idx="1157">
                  <c:v>45646</c:v>
                </c:pt>
                <c:pt idx="1158">
                  <c:v>45647</c:v>
                </c:pt>
                <c:pt idx="1159">
                  <c:v>45648</c:v>
                </c:pt>
                <c:pt idx="1160">
                  <c:v>45649</c:v>
                </c:pt>
                <c:pt idx="1161">
                  <c:v>45650</c:v>
                </c:pt>
                <c:pt idx="1162">
                  <c:v>45651</c:v>
                </c:pt>
                <c:pt idx="1163">
                  <c:v>45652</c:v>
                </c:pt>
                <c:pt idx="1164">
                  <c:v>45653</c:v>
                </c:pt>
                <c:pt idx="1165">
                  <c:v>45654</c:v>
                </c:pt>
                <c:pt idx="1166">
                  <c:v>45655</c:v>
                </c:pt>
                <c:pt idx="1167">
                  <c:v>45656</c:v>
                </c:pt>
                <c:pt idx="1168">
                  <c:v>45657</c:v>
                </c:pt>
                <c:pt idx="1169">
                  <c:v>45658</c:v>
                </c:pt>
                <c:pt idx="1170">
                  <c:v>45659</c:v>
                </c:pt>
                <c:pt idx="1171">
                  <c:v>45660</c:v>
                </c:pt>
                <c:pt idx="1172">
                  <c:v>45661</c:v>
                </c:pt>
                <c:pt idx="1173">
                  <c:v>45662</c:v>
                </c:pt>
                <c:pt idx="1174">
                  <c:v>45663</c:v>
                </c:pt>
                <c:pt idx="1175">
                  <c:v>45664</c:v>
                </c:pt>
                <c:pt idx="1176">
                  <c:v>45665</c:v>
                </c:pt>
                <c:pt idx="1177">
                  <c:v>45666</c:v>
                </c:pt>
                <c:pt idx="1178">
                  <c:v>45667</c:v>
                </c:pt>
                <c:pt idx="1179">
                  <c:v>45668</c:v>
                </c:pt>
                <c:pt idx="1180">
                  <c:v>45669</c:v>
                </c:pt>
                <c:pt idx="1181">
                  <c:v>45670</c:v>
                </c:pt>
                <c:pt idx="1182">
                  <c:v>45671</c:v>
                </c:pt>
                <c:pt idx="1183">
                  <c:v>45672</c:v>
                </c:pt>
                <c:pt idx="1184">
                  <c:v>45673</c:v>
                </c:pt>
                <c:pt idx="1185">
                  <c:v>45674</c:v>
                </c:pt>
                <c:pt idx="1186">
                  <c:v>45675</c:v>
                </c:pt>
                <c:pt idx="1187">
                  <c:v>45676</c:v>
                </c:pt>
                <c:pt idx="1188">
                  <c:v>45677</c:v>
                </c:pt>
                <c:pt idx="1189">
                  <c:v>45678</c:v>
                </c:pt>
                <c:pt idx="1190">
                  <c:v>45679</c:v>
                </c:pt>
                <c:pt idx="1191">
                  <c:v>45680</c:v>
                </c:pt>
                <c:pt idx="1192">
                  <c:v>45681</c:v>
                </c:pt>
                <c:pt idx="1193">
                  <c:v>45682</c:v>
                </c:pt>
                <c:pt idx="1194">
                  <c:v>45683</c:v>
                </c:pt>
                <c:pt idx="1195">
                  <c:v>45684</c:v>
                </c:pt>
                <c:pt idx="1196">
                  <c:v>45685</c:v>
                </c:pt>
                <c:pt idx="1197">
                  <c:v>45686</c:v>
                </c:pt>
                <c:pt idx="1198">
                  <c:v>45687</c:v>
                </c:pt>
                <c:pt idx="1199">
                  <c:v>45688</c:v>
                </c:pt>
                <c:pt idx="1200">
                  <c:v>45689</c:v>
                </c:pt>
                <c:pt idx="1201">
                  <c:v>45690</c:v>
                </c:pt>
                <c:pt idx="1202">
                  <c:v>45691</c:v>
                </c:pt>
                <c:pt idx="1203">
                  <c:v>45692</c:v>
                </c:pt>
                <c:pt idx="1204">
                  <c:v>45693</c:v>
                </c:pt>
                <c:pt idx="1205">
                  <c:v>45694</c:v>
                </c:pt>
                <c:pt idx="1206">
                  <c:v>45695</c:v>
                </c:pt>
                <c:pt idx="1207">
                  <c:v>45696</c:v>
                </c:pt>
                <c:pt idx="1208">
                  <c:v>45697</c:v>
                </c:pt>
                <c:pt idx="1209">
                  <c:v>45698</c:v>
                </c:pt>
                <c:pt idx="1210">
                  <c:v>45699</c:v>
                </c:pt>
                <c:pt idx="1211">
                  <c:v>45700</c:v>
                </c:pt>
                <c:pt idx="1212">
                  <c:v>45701</c:v>
                </c:pt>
                <c:pt idx="1213">
                  <c:v>45702</c:v>
                </c:pt>
                <c:pt idx="1214">
                  <c:v>45703</c:v>
                </c:pt>
                <c:pt idx="1215">
                  <c:v>45704</c:v>
                </c:pt>
                <c:pt idx="1216">
                  <c:v>45705</c:v>
                </c:pt>
                <c:pt idx="1217">
                  <c:v>45706</c:v>
                </c:pt>
                <c:pt idx="1218">
                  <c:v>45707</c:v>
                </c:pt>
                <c:pt idx="1219">
                  <c:v>45708</c:v>
                </c:pt>
                <c:pt idx="1220">
                  <c:v>45709</c:v>
                </c:pt>
                <c:pt idx="1221">
                  <c:v>45710</c:v>
                </c:pt>
                <c:pt idx="1222">
                  <c:v>45711</c:v>
                </c:pt>
                <c:pt idx="1223">
                  <c:v>45712</c:v>
                </c:pt>
                <c:pt idx="1224">
                  <c:v>45713</c:v>
                </c:pt>
                <c:pt idx="1225">
                  <c:v>45714</c:v>
                </c:pt>
                <c:pt idx="1226">
                  <c:v>45715</c:v>
                </c:pt>
                <c:pt idx="1227">
                  <c:v>45716</c:v>
                </c:pt>
                <c:pt idx="1228">
                  <c:v>45717</c:v>
                </c:pt>
                <c:pt idx="1229">
                  <c:v>45718</c:v>
                </c:pt>
                <c:pt idx="1230">
                  <c:v>45719</c:v>
                </c:pt>
                <c:pt idx="1231">
                  <c:v>45720</c:v>
                </c:pt>
                <c:pt idx="1232">
                  <c:v>45721</c:v>
                </c:pt>
                <c:pt idx="1233">
                  <c:v>45722</c:v>
                </c:pt>
                <c:pt idx="1234">
                  <c:v>45723</c:v>
                </c:pt>
                <c:pt idx="1235">
                  <c:v>45724</c:v>
                </c:pt>
                <c:pt idx="1236">
                  <c:v>45725</c:v>
                </c:pt>
                <c:pt idx="1237">
                  <c:v>45726</c:v>
                </c:pt>
                <c:pt idx="1238">
                  <c:v>45727</c:v>
                </c:pt>
                <c:pt idx="1239">
                  <c:v>45728</c:v>
                </c:pt>
                <c:pt idx="1240">
                  <c:v>45729</c:v>
                </c:pt>
                <c:pt idx="1241">
                  <c:v>45730</c:v>
                </c:pt>
                <c:pt idx="1242">
                  <c:v>45731</c:v>
                </c:pt>
                <c:pt idx="1243">
                  <c:v>45732</c:v>
                </c:pt>
                <c:pt idx="1244">
                  <c:v>45733</c:v>
                </c:pt>
                <c:pt idx="1245">
                  <c:v>45734</c:v>
                </c:pt>
                <c:pt idx="1246">
                  <c:v>45735</c:v>
                </c:pt>
                <c:pt idx="1247">
                  <c:v>45736</c:v>
                </c:pt>
                <c:pt idx="1248">
                  <c:v>45737</c:v>
                </c:pt>
                <c:pt idx="1249">
                  <c:v>45738</c:v>
                </c:pt>
                <c:pt idx="1250">
                  <c:v>45739</c:v>
                </c:pt>
                <c:pt idx="1251">
                  <c:v>45740</c:v>
                </c:pt>
                <c:pt idx="1252">
                  <c:v>45741</c:v>
                </c:pt>
                <c:pt idx="1253">
                  <c:v>45742</c:v>
                </c:pt>
                <c:pt idx="1254">
                  <c:v>45743</c:v>
                </c:pt>
                <c:pt idx="1255">
                  <c:v>45744</c:v>
                </c:pt>
                <c:pt idx="1256">
                  <c:v>45745</c:v>
                </c:pt>
                <c:pt idx="1257">
                  <c:v>45746</c:v>
                </c:pt>
                <c:pt idx="1258">
                  <c:v>45747</c:v>
                </c:pt>
                <c:pt idx="1259">
                  <c:v>45748</c:v>
                </c:pt>
                <c:pt idx="1260">
                  <c:v>45749</c:v>
                </c:pt>
                <c:pt idx="1261">
                  <c:v>45750</c:v>
                </c:pt>
                <c:pt idx="1262">
                  <c:v>45751</c:v>
                </c:pt>
                <c:pt idx="1263">
                  <c:v>45752</c:v>
                </c:pt>
                <c:pt idx="1264">
                  <c:v>45753</c:v>
                </c:pt>
                <c:pt idx="1265">
                  <c:v>45754</c:v>
                </c:pt>
                <c:pt idx="1266">
                  <c:v>45755</c:v>
                </c:pt>
                <c:pt idx="1267">
                  <c:v>45756</c:v>
                </c:pt>
                <c:pt idx="1268">
                  <c:v>45757</c:v>
                </c:pt>
                <c:pt idx="1269">
                  <c:v>45758</c:v>
                </c:pt>
                <c:pt idx="1270">
                  <c:v>45759</c:v>
                </c:pt>
                <c:pt idx="1271">
                  <c:v>45760</c:v>
                </c:pt>
                <c:pt idx="1272">
                  <c:v>45761</c:v>
                </c:pt>
                <c:pt idx="1273">
                  <c:v>45762</c:v>
                </c:pt>
                <c:pt idx="1274">
                  <c:v>45763</c:v>
                </c:pt>
                <c:pt idx="1275">
                  <c:v>45764</c:v>
                </c:pt>
                <c:pt idx="1276">
                  <c:v>45765</c:v>
                </c:pt>
                <c:pt idx="1277">
                  <c:v>45766</c:v>
                </c:pt>
                <c:pt idx="1278">
                  <c:v>45767</c:v>
                </c:pt>
                <c:pt idx="1279">
                  <c:v>45768</c:v>
                </c:pt>
                <c:pt idx="1280">
                  <c:v>45769</c:v>
                </c:pt>
                <c:pt idx="1281">
                  <c:v>45770</c:v>
                </c:pt>
                <c:pt idx="1282">
                  <c:v>45771</c:v>
                </c:pt>
                <c:pt idx="1283">
                  <c:v>45772</c:v>
                </c:pt>
                <c:pt idx="1284">
                  <c:v>45773</c:v>
                </c:pt>
                <c:pt idx="1285">
                  <c:v>45774</c:v>
                </c:pt>
                <c:pt idx="1286">
                  <c:v>45775</c:v>
                </c:pt>
                <c:pt idx="1287">
                  <c:v>45776</c:v>
                </c:pt>
                <c:pt idx="1288">
                  <c:v>45777</c:v>
                </c:pt>
                <c:pt idx="1289">
                  <c:v>45778</c:v>
                </c:pt>
                <c:pt idx="1290">
                  <c:v>45779</c:v>
                </c:pt>
                <c:pt idx="1291">
                  <c:v>45780</c:v>
                </c:pt>
                <c:pt idx="1292">
                  <c:v>45781</c:v>
                </c:pt>
                <c:pt idx="1293">
                  <c:v>45782</c:v>
                </c:pt>
                <c:pt idx="1294">
                  <c:v>45783</c:v>
                </c:pt>
                <c:pt idx="1295">
                  <c:v>45784</c:v>
                </c:pt>
                <c:pt idx="1296">
                  <c:v>45785</c:v>
                </c:pt>
                <c:pt idx="1297">
                  <c:v>45786</c:v>
                </c:pt>
                <c:pt idx="1298">
                  <c:v>45787</c:v>
                </c:pt>
                <c:pt idx="1299">
                  <c:v>45788</c:v>
                </c:pt>
                <c:pt idx="1300">
                  <c:v>45789</c:v>
                </c:pt>
                <c:pt idx="1301">
                  <c:v>45790</c:v>
                </c:pt>
                <c:pt idx="1302">
                  <c:v>45791</c:v>
                </c:pt>
                <c:pt idx="1303">
                  <c:v>45792</c:v>
                </c:pt>
                <c:pt idx="1304">
                  <c:v>45793</c:v>
                </c:pt>
                <c:pt idx="1305">
                  <c:v>45794</c:v>
                </c:pt>
                <c:pt idx="1306">
                  <c:v>45795</c:v>
                </c:pt>
                <c:pt idx="1307">
                  <c:v>45796</c:v>
                </c:pt>
                <c:pt idx="1308">
                  <c:v>45797</c:v>
                </c:pt>
                <c:pt idx="1309">
                  <c:v>45798</c:v>
                </c:pt>
                <c:pt idx="1310">
                  <c:v>45799</c:v>
                </c:pt>
                <c:pt idx="1311">
                  <c:v>45800</c:v>
                </c:pt>
                <c:pt idx="1312">
                  <c:v>45801</c:v>
                </c:pt>
                <c:pt idx="1313">
                  <c:v>45802</c:v>
                </c:pt>
                <c:pt idx="1314">
                  <c:v>45803</c:v>
                </c:pt>
                <c:pt idx="1315">
                  <c:v>45804</c:v>
                </c:pt>
                <c:pt idx="1316">
                  <c:v>45805</c:v>
                </c:pt>
                <c:pt idx="1317">
                  <c:v>45806</c:v>
                </c:pt>
                <c:pt idx="1318">
                  <c:v>45807</c:v>
                </c:pt>
                <c:pt idx="1319">
                  <c:v>45808</c:v>
                </c:pt>
                <c:pt idx="1320">
                  <c:v>45809</c:v>
                </c:pt>
                <c:pt idx="1321">
                  <c:v>45810</c:v>
                </c:pt>
                <c:pt idx="1322">
                  <c:v>45811</c:v>
                </c:pt>
                <c:pt idx="1323">
                  <c:v>45812</c:v>
                </c:pt>
                <c:pt idx="1324">
                  <c:v>45813</c:v>
                </c:pt>
                <c:pt idx="1325">
                  <c:v>45814</c:v>
                </c:pt>
                <c:pt idx="1326">
                  <c:v>45815</c:v>
                </c:pt>
                <c:pt idx="1327">
                  <c:v>45816</c:v>
                </c:pt>
                <c:pt idx="1328">
                  <c:v>45817</c:v>
                </c:pt>
                <c:pt idx="1329">
                  <c:v>45818</c:v>
                </c:pt>
                <c:pt idx="1330">
                  <c:v>45819</c:v>
                </c:pt>
                <c:pt idx="1331">
                  <c:v>45820</c:v>
                </c:pt>
                <c:pt idx="1332">
                  <c:v>45821</c:v>
                </c:pt>
                <c:pt idx="1333">
                  <c:v>45822</c:v>
                </c:pt>
                <c:pt idx="1334">
                  <c:v>45823</c:v>
                </c:pt>
                <c:pt idx="1335">
                  <c:v>45824</c:v>
                </c:pt>
                <c:pt idx="1336">
                  <c:v>45825</c:v>
                </c:pt>
                <c:pt idx="1337">
                  <c:v>45826</c:v>
                </c:pt>
                <c:pt idx="1338">
                  <c:v>45827</c:v>
                </c:pt>
                <c:pt idx="1339">
                  <c:v>45828</c:v>
                </c:pt>
                <c:pt idx="1340">
                  <c:v>45829</c:v>
                </c:pt>
                <c:pt idx="1341">
                  <c:v>45830</c:v>
                </c:pt>
                <c:pt idx="1342">
                  <c:v>45831</c:v>
                </c:pt>
                <c:pt idx="1343">
                  <c:v>45832</c:v>
                </c:pt>
                <c:pt idx="1344">
                  <c:v>45833</c:v>
                </c:pt>
                <c:pt idx="1345">
                  <c:v>45834</c:v>
                </c:pt>
                <c:pt idx="1346">
                  <c:v>45835</c:v>
                </c:pt>
                <c:pt idx="1347">
                  <c:v>45836</c:v>
                </c:pt>
                <c:pt idx="1348">
                  <c:v>45837</c:v>
                </c:pt>
                <c:pt idx="1349">
                  <c:v>45838</c:v>
                </c:pt>
                <c:pt idx="1350">
                  <c:v>45839</c:v>
                </c:pt>
                <c:pt idx="1351">
                  <c:v>45840</c:v>
                </c:pt>
                <c:pt idx="1352">
                  <c:v>45841</c:v>
                </c:pt>
                <c:pt idx="1353">
                  <c:v>45842</c:v>
                </c:pt>
                <c:pt idx="1354">
                  <c:v>45843</c:v>
                </c:pt>
                <c:pt idx="1355">
                  <c:v>45844</c:v>
                </c:pt>
                <c:pt idx="1356">
                  <c:v>45845</c:v>
                </c:pt>
                <c:pt idx="1357">
                  <c:v>45846</c:v>
                </c:pt>
                <c:pt idx="1358">
                  <c:v>45847</c:v>
                </c:pt>
                <c:pt idx="1359">
                  <c:v>45848</c:v>
                </c:pt>
                <c:pt idx="1360">
                  <c:v>45849</c:v>
                </c:pt>
                <c:pt idx="1361">
                  <c:v>45850</c:v>
                </c:pt>
                <c:pt idx="1362">
                  <c:v>45851</c:v>
                </c:pt>
                <c:pt idx="1363">
                  <c:v>45852</c:v>
                </c:pt>
                <c:pt idx="1364">
                  <c:v>45853</c:v>
                </c:pt>
                <c:pt idx="1365">
                  <c:v>45854</c:v>
                </c:pt>
                <c:pt idx="1366">
                  <c:v>45855</c:v>
                </c:pt>
                <c:pt idx="1367">
                  <c:v>45856</c:v>
                </c:pt>
                <c:pt idx="1368">
                  <c:v>45857</c:v>
                </c:pt>
                <c:pt idx="1369">
                  <c:v>45858</c:v>
                </c:pt>
                <c:pt idx="1370">
                  <c:v>45859</c:v>
                </c:pt>
                <c:pt idx="1371">
                  <c:v>45860</c:v>
                </c:pt>
                <c:pt idx="1372">
                  <c:v>45861</c:v>
                </c:pt>
                <c:pt idx="1373">
                  <c:v>45862</c:v>
                </c:pt>
                <c:pt idx="1374">
                  <c:v>45863</c:v>
                </c:pt>
                <c:pt idx="1375">
                  <c:v>45864</c:v>
                </c:pt>
                <c:pt idx="1376">
                  <c:v>45865</c:v>
                </c:pt>
                <c:pt idx="1377">
                  <c:v>45866</c:v>
                </c:pt>
                <c:pt idx="1378">
                  <c:v>45867</c:v>
                </c:pt>
                <c:pt idx="1379">
                  <c:v>45868</c:v>
                </c:pt>
                <c:pt idx="1380">
                  <c:v>45869</c:v>
                </c:pt>
                <c:pt idx="1381">
                  <c:v>45870</c:v>
                </c:pt>
                <c:pt idx="1382">
                  <c:v>45871</c:v>
                </c:pt>
                <c:pt idx="1383">
                  <c:v>45872</c:v>
                </c:pt>
                <c:pt idx="1384">
                  <c:v>45873</c:v>
                </c:pt>
                <c:pt idx="1385">
                  <c:v>45874</c:v>
                </c:pt>
                <c:pt idx="1386">
                  <c:v>45875</c:v>
                </c:pt>
                <c:pt idx="1387">
                  <c:v>45876</c:v>
                </c:pt>
                <c:pt idx="1388">
                  <c:v>45877</c:v>
                </c:pt>
                <c:pt idx="1389">
                  <c:v>45878</c:v>
                </c:pt>
                <c:pt idx="1390">
                  <c:v>45879</c:v>
                </c:pt>
                <c:pt idx="1391">
                  <c:v>45880</c:v>
                </c:pt>
                <c:pt idx="1392">
                  <c:v>45881</c:v>
                </c:pt>
                <c:pt idx="1393">
                  <c:v>45882</c:v>
                </c:pt>
                <c:pt idx="1394">
                  <c:v>45883</c:v>
                </c:pt>
                <c:pt idx="1395">
                  <c:v>45884</c:v>
                </c:pt>
                <c:pt idx="1396">
                  <c:v>45885</c:v>
                </c:pt>
                <c:pt idx="1397">
                  <c:v>45886</c:v>
                </c:pt>
                <c:pt idx="1398">
                  <c:v>45887</c:v>
                </c:pt>
                <c:pt idx="1399">
                  <c:v>45888</c:v>
                </c:pt>
                <c:pt idx="1400">
                  <c:v>45889</c:v>
                </c:pt>
                <c:pt idx="1401">
                  <c:v>45890</c:v>
                </c:pt>
                <c:pt idx="1402">
                  <c:v>45891</c:v>
                </c:pt>
                <c:pt idx="1403">
                  <c:v>45892</c:v>
                </c:pt>
                <c:pt idx="1404">
                  <c:v>45893</c:v>
                </c:pt>
                <c:pt idx="1405">
                  <c:v>45894</c:v>
                </c:pt>
                <c:pt idx="1406">
                  <c:v>45895</c:v>
                </c:pt>
                <c:pt idx="1407">
                  <c:v>45896</c:v>
                </c:pt>
                <c:pt idx="1408">
                  <c:v>45897</c:v>
                </c:pt>
                <c:pt idx="1409">
                  <c:v>45898</c:v>
                </c:pt>
                <c:pt idx="1410">
                  <c:v>45899</c:v>
                </c:pt>
                <c:pt idx="1411">
                  <c:v>45900</c:v>
                </c:pt>
                <c:pt idx="1412">
                  <c:v>45901</c:v>
                </c:pt>
                <c:pt idx="1413">
                  <c:v>45902</c:v>
                </c:pt>
                <c:pt idx="1414">
                  <c:v>45903</c:v>
                </c:pt>
                <c:pt idx="1415">
                  <c:v>45904</c:v>
                </c:pt>
                <c:pt idx="1416">
                  <c:v>45905</c:v>
                </c:pt>
                <c:pt idx="1417">
                  <c:v>45906</c:v>
                </c:pt>
                <c:pt idx="1418">
                  <c:v>45907</c:v>
                </c:pt>
                <c:pt idx="1419">
                  <c:v>45908</c:v>
                </c:pt>
                <c:pt idx="1420">
                  <c:v>45909</c:v>
                </c:pt>
                <c:pt idx="1421">
                  <c:v>45910</c:v>
                </c:pt>
                <c:pt idx="1422">
                  <c:v>45911</c:v>
                </c:pt>
                <c:pt idx="1423">
                  <c:v>45912</c:v>
                </c:pt>
                <c:pt idx="1424">
                  <c:v>45913</c:v>
                </c:pt>
                <c:pt idx="1425">
                  <c:v>45914</c:v>
                </c:pt>
                <c:pt idx="1426">
                  <c:v>45915</c:v>
                </c:pt>
                <c:pt idx="1427">
                  <c:v>45916</c:v>
                </c:pt>
                <c:pt idx="1428">
                  <c:v>45917</c:v>
                </c:pt>
                <c:pt idx="1429">
                  <c:v>45918</c:v>
                </c:pt>
                <c:pt idx="1430">
                  <c:v>45919</c:v>
                </c:pt>
                <c:pt idx="1431">
                  <c:v>45920</c:v>
                </c:pt>
                <c:pt idx="1432">
                  <c:v>45921</c:v>
                </c:pt>
                <c:pt idx="1433">
                  <c:v>45922</c:v>
                </c:pt>
                <c:pt idx="1434">
                  <c:v>45923</c:v>
                </c:pt>
                <c:pt idx="1435">
                  <c:v>45924</c:v>
                </c:pt>
                <c:pt idx="1436">
                  <c:v>45925</c:v>
                </c:pt>
                <c:pt idx="1437">
                  <c:v>45926</c:v>
                </c:pt>
                <c:pt idx="1438">
                  <c:v>45927</c:v>
                </c:pt>
                <c:pt idx="1439">
                  <c:v>45928</c:v>
                </c:pt>
                <c:pt idx="1440">
                  <c:v>45929</c:v>
                </c:pt>
                <c:pt idx="1441">
                  <c:v>45930</c:v>
                </c:pt>
                <c:pt idx="1442">
                  <c:v>45931</c:v>
                </c:pt>
                <c:pt idx="1443">
                  <c:v>45932</c:v>
                </c:pt>
                <c:pt idx="1444">
                  <c:v>45933</c:v>
                </c:pt>
                <c:pt idx="1445">
                  <c:v>45934</c:v>
                </c:pt>
                <c:pt idx="1446">
                  <c:v>45935</c:v>
                </c:pt>
                <c:pt idx="1447">
                  <c:v>45936</c:v>
                </c:pt>
                <c:pt idx="1448">
                  <c:v>45937</c:v>
                </c:pt>
                <c:pt idx="1449">
                  <c:v>45938</c:v>
                </c:pt>
                <c:pt idx="1450">
                  <c:v>45939</c:v>
                </c:pt>
                <c:pt idx="1451">
                  <c:v>45940</c:v>
                </c:pt>
                <c:pt idx="1452">
                  <c:v>45941</c:v>
                </c:pt>
                <c:pt idx="1453">
                  <c:v>45942</c:v>
                </c:pt>
                <c:pt idx="1454">
                  <c:v>45943</c:v>
                </c:pt>
                <c:pt idx="1455">
                  <c:v>45944</c:v>
                </c:pt>
                <c:pt idx="1456">
                  <c:v>45945</c:v>
                </c:pt>
                <c:pt idx="1457">
                  <c:v>45946</c:v>
                </c:pt>
                <c:pt idx="1458">
                  <c:v>45947</c:v>
                </c:pt>
                <c:pt idx="1459">
                  <c:v>45948</c:v>
                </c:pt>
                <c:pt idx="1460">
                  <c:v>45949</c:v>
                </c:pt>
                <c:pt idx="1461">
                  <c:v>45950</c:v>
                </c:pt>
                <c:pt idx="1462">
                  <c:v>45951</c:v>
                </c:pt>
                <c:pt idx="1463">
                  <c:v>45952</c:v>
                </c:pt>
                <c:pt idx="1464">
                  <c:v>45953</c:v>
                </c:pt>
                <c:pt idx="1465">
                  <c:v>45954</c:v>
                </c:pt>
                <c:pt idx="1466">
                  <c:v>45955</c:v>
                </c:pt>
                <c:pt idx="1467">
                  <c:v>45956</c:v>
                </c:pt>
                <c:pt idx="1468">
                  <c:v>45957</c:v>
                </c:pt>
                <c:pt idx="1469">
                  <c:v>45958</c:v>
                </c:pt>
                <c:pt idx="1470">
                  <c:v>45959</c:v>
                </c:pt>
                <c:pt idx="1471">
                  <c:v>45960</c:v>
                </c:pt>
                <c:pt idx="1472">
                  <c:v>45961</c:v>
                </c:pt>
                <c:pt idx="1473">
                  <c:v>45962</c:v>
                </c:pt>
                <c:pt idx="1474">
                  <c:v>45963</c:v>
                </c:pt>
                <c:pt idx="1475">
                  <c:v>45964</c:v>
                </c:pt>
                <c:pt idx="1476">
                  <c:v>45965</c:v>
                </c:pt>
                <c:pt idx="1477">
                  <c:v>45966</c:v>
                </c:pt>
                <c:pt idx="1478">
                  <c:v>45967</c:v>
                </c:pt>
                <c:pt idx="1479">
                  <c:v>45968</c:v>
                </c:pt>
                <c:pt idx="1480">
                  <c:v>45969</c:v>
                </c:pt>
                <c:pt idx="1481">
                  <c:v>45970</c:v>
                </c:pt>
                <c:pt idx="1482">
                  <c:v>45971</c:v>
                </c:pt>
                <c:pt idx="1483">
                  <c:v>45972</c:v>
                </c:pt>
                <c:pt idx="1484">
                  <c:v>45973</c:v>
                </c:pt>
                <c:pt idx="1485">
                  <c:v>45974</c:v>
                </c:pt>
                <c:pt idx="1486">
                  <c:v>45975</c:v>
                </c:pt>
                <c:pt idx="1487">
                  <c:v>45976</c:v>
                </c:pt>
                <c:pt idx="1488">
                  <c:v>45977</c:v>
                </c:pt>
                <c:pt idx="1489">
                  <c:v>45978</c:v>
                </c:pt>
                <c:pt idx="1490">
                  <c:v>45979</c:v>
                </c:pt>
                <c:pt idx="1491">
                  <c:v>45980</c:v>
                </c:pt>
                <c:pt idx="1492">
                  <c:v>45981</c:v>
                </c:pt>
                <c:pt idx="1493">
                  <c:v>45982</c:v>
                </c:pt>
                <c:pt idx="1494">
                  <c:v>45983</c:v>
                </c:pt>
                <c:pt idx="1495">
                  <c:v>45984</c:v>
                </c:pt>
                <c:pt idx="1496">
                  <c:v>45985</c:v>
                </c:pt>
                <c:pt idx="1497">
                  <c:v>45986</c:v>
                </c:pt>
                <c:pt idx="1498">
                  <c:v>45987</c:v>
                </c:pt>
                <c:pt idx="1499">
                  <c:v>45988</c:v>
                </c:pt>
                <c:pt idx="1500">
                  <c:v>45989</c:v>
                </c:pt>
                <c:pt idx="1501">
                  <c:v>45990</c:v>
                </c:pt>
                <c:pt idx="1502">
                  <c:v>45991</c:v>
                </c:pt>
                <c:pt idx="1503">
                  <c:v>45992</c:v>
                </c:pt>
                <c:pt idx="1504">
                  <c:v>45993</c:v>
                </c:pt>
                <c:pt idx="1505">
                  <c:v>45994</c:v>
                </c:pt>
                <c:pt idx="1506">
                  <c:v>45995</c:v>
                </c:pt>
                <c:pt idx="1507">
                  <c:v>45996</c:v>
                </c:pt>
                <c:pt idx="1508">
                  <c:v>45997</c:v>
                </c:pt>
                <c:pt idx="1509">
                  <c:v>45998</c:v>
                </c:pt>
                <c:pt idx="1510">
                  <c:v>45999</c:v>
                </c:pt>
                <c:pt idx="1511">
                  <c:v>46000</c:v>
                </c:pt>
                <c:pt idx="1512">
                  <c:v>46001</c:v>
                </c:pt>
                <c:pt idx="1513">
                  <c:v>46002</c:v>
                </c:pt>
                <c:pt idx="1514">
                  <c:v>46003</c:v>
                </c:pt>
                <c:pt idx="1515">
                  <c:v>46004</c:v>
                </c:pt>
                <c:pt idx="1516">
                  <c:v>46005</c:v>
                </c:pt>
                <c:pt idx="1517">
                  <c:v>46006</c:v>
                </c:pt>
                <c:pt idx="1518">
                  <c:v>46007</c:v>
                </c:pt>
                <c:pt idx="1519">
                  <c:v>46008</c:v>
                </c:pt>
                <c:pt idx="1520">
                  <c:v>46009</c:v>
                </c:pt>
                <c:pt idx="1521">
                  <c:v>46010</c:v>
                </c:pt>
                <c:pt idx="1522">
                  <c:v>46011</c:v>
                </c:pt>
                <c:pt idx="1523">
                  <c:v>46012</c:v>
                </c:pt>
                <c:pt idx="1524">
                  <c:v>46013</c:v>
                </c:pt>
                <c:pt idx="1525">
                  <c:v>46014</c:v>
                </c:pt>
                <c:pt idx="1526">
                  <c:v>46015</c:v>
                </c:pt>
                <c:pt idx="1527">
                  <c:v>46016</c:v>
                </c:pt>
                <c:pt idx="1528">
                  <c:v>46017</c:v>
                </c:pt>
                <c:pt idx="1529">
                  <c:v>46018</c:v>
                </c:pt>
                <c:pt idx="1530">
                  <c:v>46019</c:v>
                </c:pt>
                <c:pt idx="1531">
                  <c:v>46020</c:v>
                </c:pt>
                <c:pt idx="1532">
                  <c:v>46021</c:v>
                </c:pt>
                <c:pt idx="1533">
                  <c:v>46022</c:v>
                </c:pt>
                <c:pt idx="1534">
                  <c:v>46023</c:v>
                </c:pt>
                <c:pt idx="1535">
                  <c:v>46024</c:v>
                </c:pt>
                <c:pt idx="1536">
                  <c:v>46025</c:v>
                </c:pt>
                <c:pt idx="1537">
                  <c:v>46026</c:v>
                </c:pt>
                <c:pt idx="1538">
                  <c:v>46027</c:v>
                </c:pt>
                <c:pt idx="1539">
                  <c:v>46028</c:v>
                </c:pt>
                <c:pt idx="1540">
                  <c:v>46029</c:v>
                </c:pt>
                <c:pt idx="1541">
                  <c:v>46030</c:v>
                </c:pt>
                <c:pt idx="1542">
                  <c:v>46031</c:v>
                </c:pt>
                <c:pt idx="1543">
                  <c:v>46032</c:v>
                </c:pt>
                <c:pt idx="1544">
                  <c:v>46033</c:v>
                </c:pt>
                <c:pt idx="1545">
                  <c:v>46034</c:v>
                </c:pt>
                <c:pt idx="1546">
                  <c:v>46035</c:v>
                </c:pt>
                <c:pt idx="1547">
                  <c:v>46036</c:v>
                </c:pt>
                <c:pt idx="1548">
                  <c:v>46037</c:v>
                </c:pt>
                <c:pt idx="1549">
                  <c:v>46038</c:v>
                </c:pt>
                <c:pt idx="1550">
                  <c:v>46039</c:v>
                </c:pt>
                <c:pt idx="1551">
                  <c:v>46040</c:v>
                </c:pt>
                <c:pt idx="1552">
                  <c:v>46041</c:v>
                </c:pt>
                <c:pt idx="1553">
                  <c:v>46042</c:v>
                </c:pt>
                <c:pt idx="1554">
                  <c:v>46043</c:v>
                </c:pt>
                <c:pt idx="1555">
                  <c:v>46044</c:v>
                </c:pt>
                <c:pt idx="1556">
                  <c:v>46045</c:v>
                </c:pt>
                <c:pt idx="1557">
                  <c:v>46046</c:v>
                </c:pt>
                <c:pt idx="1558">
                  <c:v>46047</c:v>
                </c:pt>
                <c:pt idx="1559">
                  <c:v>46048</c:v>
                </c:pt>
                <c:pt idx="1560">
                  <c:v>46049</c:v>
                </c:pt>
                <c:pt idx="1561">
                  <c:v>46050</c:v>
                </c:pt>
                <c:pt idx="1562">
                  <c:v>46051</c:v>
                </c:pt>
                <c:pt idx="1563">
                  <c:v>46052</c:v>
                </c:pt>
                <c:pt idx="1564">
                  <c:v>46053</c:v>
                </c:pt>
                <c:pt idx="1565">
                  <c:v>46054</c:v>
                </c:pt>
                <c:pt idx="1566">
                  <c:v>46055</c:v>
                </c:pt>
                <c:pt idx="1567">
                  <c:v>46056</c:v>
                </c:pt>
                <c:pt idx="1568">
                  <c:v>46057</c:v>
                </c:pt>
                <c:pt idx="1569">
                  <c:v>46058</c:v>
                </c:pt>
                <c:pt idx="1570">
                  <c:v>46059</c:v>
                </c:pt>
                <c:pt idx="1571">
                  <c:v>46060</c:v>
                </c:pt>
                <c:pt idx="1572">
                  <c:v>46061</c:v>
                </c:pt>
                <c:pt idx="1573">
                  <c:v>46062</c:v>
                </c:pt>
                <c:pt idx="1574">
                  <c:v>46063</c:v>
                </c:pt>
                <c:pt idx="1575">
                  <c:v>46064</c:v>
                </c:pt>
                <c:pt idx="1576">
                  <c:v>46065</c:v>
                </c:pt>
                <c:pt idx="1577">
                  <c:v>46066</c:v>
                </c:pt>
                <c:pt idx="1578">
                  <c:v>46067</c:v>
                </c:pt>
                <c:pt idx="1579">
                  <c:v>46068</c:v>
                </c:pt>
                <c:pt idx="1580">
                  <c:v>46069</c:v>
                </c:pt>
                <c:pt idx="1581">
                  <c:v>46070</c:v>
                </c:pt>
                <c:pt idx="1582">
                  <c:v>46071</c:v>
                </c:pt>
                <c:pt idx="1583">
                  <c:v>46072</c:v>
                </c:pt>
                <c:pt idx="1584">
                  <c:v>46073</c:v>
                </c:pt>
                <c:pt idx="1585">
                  <c:v>46074</c:v>
                </c:pt>
                <c:pt idx="1586">
                  <c:v>46075</c:v>
                </c:pt>
                <c:pt idx="1587">
                  <c:v>46076</c:v>
                </c:pt>
                <c:pt idx="1588">
                  <c:v>46077</c:v>
                </c:pt>
                <c:pt idx="1589">
                  <c:v>46078</c:v>
                </c:pt>
                <c:pt idx="1590">
                  <c:v>46079</c:v>
                </c:pt>
                <c:pt idx="1591">
                  <c:v>46080</c:v>
                </c:pt>
                <c:pt idx="1592">
                  <c:v>46081</c:v>
                </c:pt>
                <c:pt idx="1593">
                  <c:v>46082</c:v>
                </c:pt>
                <c:pt idx="1594">
                  <c:v>46083</c:v>
                </c:pt>
                <c:pt idx="1595">
                  <c:v>46084</c:v>
                </c:pt>
                <c:pt idx="1596">
                  <c:v>46085</c:v>
                </c:pt>
                <c:pt idx="1597">
                  <c:v>46086</c:v>
                </c:pt>
                <c:pt idx="1598">
                  <c:v>46087</c:v>
                </c:pt>
                <c:pt idx="1599">
                  <c:v>46088</c:v>
                </c:pt>
                <c:pt idx="1600">
                  <c:v>46089</c:v>
                </c:pt>
                <c:pt idx="1601">
                  <c:v>46090</c:v>
                </c:pt>
                <c:pt idx="1602">
                  <c:v>46091</c:v>
                </c:pt>
                <c:pt idx="1603">
                  <c:v>46092</c:v>
                </c:pt>
                <c:pt idx="1604">
                  <c:v>46093</c:v>
                </c:pt>
                <c:pt idx="1605">
                  <c:v>46094</c:v>
                </c:pt>
                <c:pt idx="1606">
                  <c:v>46095</c:v>
                </c:pt>
                <c:pt idx="1607">
                  <c:v>46096</c:v>
                </c:pt>
                <c:pt idx="1608">
                  <c:v>46097</c:v>
                </c:pt>
                <c:pt idx="1609">
                  <c:v>46098</c:v>
                </c:pt>
                <c:pt idx="1610">
                  <c:v>46099</c:v>
                </c:pt>
                <c:pt idx="1611">
                  <c:v>46100</c:v>
                </c:pt>
                <c:pt idx="1612">
                  <c:v>46101</c:v>
                </c:pt>
                <c:pt idx="1613">
                  <c:v>46102</c:v>
                </c:pt>
                <c:pt idx="1614">
                  <c:v>46103</c:v>
                </c:pt>
                <c:pt idx="1615">
                  <c:v>46104</c:v>
                </c:pt>
                <c:pt idx="1616">
                  <c:v>46105</c:v>
                </c:pt>
                <c:pt idx="1617">
                  <c:v>46106</c:v>
                </c:pt>
                <c:pt idx="1618">
                  <c:v>46107</c:v>
                </c:pt>
                <c:pt idx="1619">
                  <c:v>46108</c:v>
                </c:pt>
                <c:pt idx="1620">
                  <c:v>46109</c:v>
                </c:pt>
                <c:pt idx="1621">
                  <c:v>46110</c:v>
                </c:pt>
                <c:pt idx="1622">
                  <c:v>46111</c:v>
                </c:pt>
                <c:pt idx="1623">
                  <c:v>46112</c:v>
                </c:pt>
                <c:pt idx="1624">
                  <c:v>46113</c:v>
                </c:pt>
                <c:pt idx="1625">
                  <c:v>46114</c:v>
                </c:pt>
                <c:pt idx="1626">
                  <c:v>46115</c:v>
                </c:pt>
                <c:pt idx="1627">
                  <c:v>46116</c:v>
                </c:pt>
                <c:pt idx="1628">
                  <c:v>46117</c:v>
                </c:pt>
                <c:pt idx="1629">
                  <c:v>46118</c:v>
                </c:pt>
                <c:pt idx="1630">
                  <c:v>46119</c:v>
                </c:pt>
                <c:pt idx="1631">
                  <c:v>46120</c:v>
                </c:pt>
                <c:pt idx="1632">
                  <c:v>46121</c:v>
                </c:pt>
                <c:pt idx="1633">
                  <c:v>46122</c:v>
                </c:pt>
                <c:pt idx="1634">
                  <c:v>46123</c:v>
                </c:pt>
                <c:pt idx="1635">
                  <c:v>46124</c:v>
                </c:pt>
                <c:pt idx="1636">
                  <c:v>46125</c:v>
                </c:pt>
                <c:pt idx="1637">
                  <c:v>46126</c:v>
                </c:pt>
                <c:pt idx="1638">
                  <c:v>46127</c:v>
                </c:pt>
                <c:pt idx="1639">
                  <c:v>46128</c:v>
                </c:pt>
                <c:pt idx="1640">
                  <c:v>46129</c:v>
                </c:pt>
                <c:pt idx="1641">
                  <c:v>46130</c:v>
                </c:pt>
                <c:pt idx="1642">
                  <c:v>46131</c:v>
                </c:pt>
                <c:pt idx="1643">
                  <c:v>46132</c:v>
                </c:pt>
                <c:pt idx="1644">
                  <c:v>46133</c:v>
                </c:pt>
                <c:pt idx="1645">
                  <c:v>46134</c:v>
                </c:pt>
                <c:pt idx="1646">
                  <c:v>46135</c:v>
                </c:pt>
                <c:pt idx="1647">
                  <c:v>46136</c:v>
                </c:pt>
                <c:pt idx="1648">
                  <c:v>46137</c:v>
                </c:pt>
                <c:pt idx="1649">
                  <c:v>46138</c:v>
                </c:pt>
                <c:pt idx="1650">
                  <c:v>46139</c:v>
                </c:pt>
                <c:pt idx="1651">
                  <c:v>46140</c:v>
                </c:pt>
                <c:pt idx="1652">
                  <c:v>46141</c:v>
                </c:pt>
                <c:pt idx="1653">
                  <c:v>46142</c:v>
                </c:pt>
                <c:pt idx="1654">
                  <c:v>46143</c:v>
                </c:pt>
                <c:pt idx="1655">
                  <c:v>46144</c:v>
                </c:pt>
                <c:pt idx="1656">
                  <c:v>46145</c:v>
                </c:pt>
                <c:pt idx="1657">
                  <c:v>46146</c:v>
                </c:pt>
                <c:pt idx="1658">
                  <c:v>46147</c:v>
                </c:pt>
                <c:pt idx="1659">
                  <c:v>46148</c:v>
                </c:pt>
                <c:pt idx="1660">
                  <c:v>46149</c:v>
                </c:pt>
                <c:pt idx="1661">
                  <c:v>46150</c:v>
                </c:pt>
                <c:pt idx="1662">
                  <c:v>46151</c:v>
                </c:pt>
                <c:pt idx="1663">
                  <c:v>46152</c:v>
                </c:pt>
                <c:pt idx="1664">
                  <c:v>46153</c:v>
                </c:pt>
                <c:pt idx="1665">
                  <c:v>46154</c:v>
                </c:pt>
                <c:pt idx="1666">
                  <c:v>46155</c:v>
                </c:pt>
                <c:pt idx="1667">
                  <c:v>46156</c:v>
                </c:pt>
                <c:pt idx="1668">
                  <c:v>46157</c:v>
                </c:pt>
                <c:pt idx="1669">
                  <c:v>46158</c:v>
                </c:pt>
                <c:pt idx="1670">
                  <c:v>46159</c:v>
                </c:pt>
                <c:pt idx="1671">
                  <c:v>46160</c:v>
                </c:pt>
                <c:pt idx="1672">
                  <c:v>46161</c:v>
                </c:pt>
                <c:pt idx="1673">
                  <c:v>46162</c:v>
                </c:pt>
                <c:pt idx="1674">
                  <c:v>46163</c:v>
                </c:pt>
                <c:pt idx="1675">
                  <c:v>46164</c:v>
                </c:pt>
                <c:pt idx="1676">
                  <c:v>46165</c:v>
                </c:pt>
                <c:pt idx="1677">
                  <c:v>46166</c:v>
                </c:pt>
                <c:pt idx="1678">
                  <c:v>46167</c:v>
                </c:pt>
                <c:pt idx="1679">
                  <c:v>46168</c:v>
                </c:pt>
                <c:pt idx="1680">
                  <c:v>46169</c:v>
                </c:pt>
                <c:pt idx="1681">
                  <c:v>46170</c:v>
                </c:pt>
                <c:pt idx="1682">
                  <c:v>46171</c:v>
                </c:pt>
                <c:pt idx="1683">
                  <c:v>46172</c:v>
                </c:pt>
                <c:pt idx="1684">
                  <c:v>46173</c:v>
                </c:pt>
                <c:pt idx="1685">
                  <c:v>46174</c:v>
                </c:pt>
                <c:pt idx="1686">
                  <c:v>46175</c:v>
                </c:pt>
                <c:pt idx="1687">
                  <c:v>46176</c:v>
                </c:pt>
                <c:pt idx="1688">
                  <c:v>46177</c:v>
                </c:pt>
                <c:pt idx="1689">
                  <c:v>46178</c:v>
                </c:pt>
                <c:pt idx="1690">
                  <c:v>46179</c:v>
                </c:pt>
                <c:pt idx="1691">
                  <c:v>46180</c:v>
                </c:pt>
                <c:pt idx="1692">
                  <c:v>46181</c:v>
                </c:pt>
                <c:pt idx="1693">
                  <c:v>46182</c:v>
                </c:pt>
                <c:pt idx="1694">
                  <c:v>46183</c:v>
                </c:pt>
                <c:pt idx="1695">
                  <c:v>46184</c:v>
                </c:pt>
                <c:pt idx="1696">
                  <c:v>46185</c:v>
                </c:pt>
                <c:pt idx="1697">
                  <c:v>46186</c:v>
                </c:pt>
                <c:pt idx="1698">
                  <c:v>46187</c:v>
                </c:pt>
                <c:pt idx="1699">
                  <c:v>46188</c:v>
                </c:pt>
                <c:pt idx="1700">
                  <c:v>46189</c:v>
                </c:pt>
                <c:pt idx="1701">
                  <c:v>46190</c:v>
                </c:pt>
                <c:pt idx="1702">
                  <c:v>46191</c:v>
                </c:pt>
                <c:pt idx="1703">
                  <c:v>46192</c:v>
                </c:pt>
                <c:pt idx="1704">
                  <c:v>46193</c:v>
                </c:pt>
                <c:pt idx="1705">
                  <c:v>46194</c:v>
                </c:pt>
                <c:pt idx="1706">
                  <c:v>46195</c:v>
                </c:pt>
                <c:pt idx="1707">
                  <c:v>46196</c:v>
                </c:pt>
                <c:pt idx="1708">
                  <c:v>46197</c:v>
                </c:pt>
                <c:pt idx="1709">
                  <c:v>46198</c:v>
                </c:pt>
                <c:pt idx="1710">
                  <c:v>46199</c:v>
                </c:pt>
                <c:pt idx="1711">
                  <c:v>46200</c:v>
                </c:pt>
                <c:pt idx="1712">
                  <c:v>46201</c:v>
                </c:pt>
                <c:pt idx="1713">
                  <c:v>46202</c:v>
                </c:pt>
                <c:pt idx="1714">
                  <c:v>46203</c:v>
                </c:pt>
                <c:pt idx="1715">
                  <c:v>46204</c:v>
                </c:pt>
                <c:pt idx="1716">
                  <c:v>46205</c:v>
                </c:pt>
                <c:pt idx="1717">
                  <c:v>46206</c:v>
                </c:pt>
                <c:pt idx="1718">
                  <c:v>46207</c:v>
                </c:pt>
                <c:pt idx="1719">
                  <c:v>46208</c:v>
                </c:pt>
                <c:pt idx="1720">
                  <c:v>46209</c:v>
                </c:pt>
                <c:pt idx="1721">
                  <c:v>46210</c:v>
                </c:pt>
                <c:pt idx="1722">
                  <c:v>46211</c:v>
                </c:pt>
                <c:pt idx="1723">
                  <c:v>46212</c:v>
                </c:pt>
                <c:pt idx="1724">
                  <c:v>46213</c:v>
                </c:pt>
                <c:pt idx="1725">
                  <c:v>46214</c:v>
                </c:pt>
                <c:pt idx="1726">
                  <c:v>46215</c:v>
                </c:pt>
                <c:pt idx="1727">
                  <c:v>46216</c:v>
                </c:pt>
                <c:pt idx="1728">
                  <c:v>46217</c:v>
                </c:pt>
                <c:pt idx="1729">
                  <c:v>46218</c:v>
                </c:pt>
                <c:pt idx="1730">
                  <c:v>46219</c:v>
                </c:pt>
                <c:pt idx="1731">
                  <c:v>46220</c:v>
                </c:pt>
                <c:pt idx="1732">
                  <c:v>46221</c:v>
                </c:pt>
                <c:pt idx="1733">
                  <c:v>46222</c:v>
                </c:pt>
                <c:pt idx="1734">
                  <c:v>46223</c:v>
                </c:pt>
                <c:pt idx="1735">
                  <c:v>46224</c:v>
                </c:pt>
                <c:pt idx="1736">
                  <c:v>46225</c:v>
                </c:pt>
                <c:pt idx="1737">
                  <c:v>46226</c:v>
                </c:pt>
                <c:pt idx="1738">
                  <c:v>46227</c:v>
                </c:pt>
                <c:pt idx="1739">
                  <c:v>46228</c:v>
                </c:pt>
                <c:pt idx="1740">
                  <c:v>46229</c:v>
                </c:pt>
                <c:pt idx="1741">
                  <c:v>46230</c:v>
                </c:pt>
                <c:pt idx="1742">
                  <c:v>46231</c:v>
                </c:pt>
                <c:pt idx="1743">
                  <c:v>46232</c:v>
                </c:pt>
                <c:pt idx="1744">
                  <c:v>46233</c:v>
                </c:pt>
                <c:pt idx="1745">
                  <c:v>46234</c:v>
                </c:pt>
                <c:pt idx="1746">
                  <c:v>46235</c:v>
                </c:pt>
                <c:pt idx="1747">
                  <c:v>46236</c:v>
                </c:pt>
                <c:pt idx="1748">
                  <c:v>46237</c:v>
                </c:pt>
                <c:pt idx="1749">
                  <c:v>46238</c:v>
                </c:pt>
                <c:pt idx="1750">
                  <c:v>46239</c:v>
                </c:pt>
                <c:pt idx="1751">
                  <c:v>46240</c:v>
                </c:pt>
                <c:pt idx="1752">
                  <c:v>46241</c:v>
                </c:pt>
                <c:pt idx="1753">
                  <c:v>46242</c:v>
                </c:pt>
                <c:pt idx="1754">
                  <c:v>46243</c:v>
                </c:pt>
                <c:pt idx="1755">
                  <c:v>46244</c:v>
                </c:pt>
                <c:pt idx="1756">
                  <c:v>46245</c:v>
                </c:pt>
                <c:pt idx="1757">
                  <c:v>46246</c:v>
                </c:pt>
                <c:pt idx="1758">
                  <c:v>46247</c:v>
                </c:pt>
                <c:pt idx="1759">
                  <c:v>46248</c:v>
                </c:pt>
                <c:pt idx="1760">
                  <c:v>46249</c:v>
                </c:pt>
                <c:pt idx="1761">
                  <c:v>46250</c:v>
                </c:pt>
                <c:pt idx="1762">
                  <c:v>46251</c:v>
                </c:pt>
                <c:pt idx="1763">
                  <c:v>46252</c:v>
                </c:pt>
                <c:pt idx="1764">
                  <c:v>46253</c:v>
                </c:pt>
                <c:pt idx="1765">
                  <c:v>46254</c:v>
                </c:pt>
                <c:pt idx="1766">
                  <c:v>46255</c:v>
                </c:pt>
                <c:pt idx="1767">
                  <c:v>46256</c:v>
                </c:pt>
                <c:pt idx="1768">
                  <c:v>46257</c:v>
                </c:pt>
                <c:pt idx="1769">
                  <c:v>46258</c:v>
                </c:pt>
                <c:pt idx="1770">
                  <c:v>46259</c:v>
                </c:pt>
                <c:pt idx="1771">
                  <c:v>46260</c:v>
                </c:pt>
                <c:pt idx="1772">
                  <c:v>46261</c:v>
                </c:pt>
                <c:pt idx="1773">
                  <c:v>46262</c:v>
                </c:pt>
                <c:pt idx="1774">
                  <c:v>46263</c:v>
                </c:pt>
                <c:pt idx="1775">
                  <c:v>46264</c:v>
                </c:pt>
                <c:pt idx="1776">
                  <c:v>46265</c:v>
                </c:pt>
                <c:pt idx="1777">
                  <c:v>46266</c:v>
                </c:pt>
                <c:pt idx="1778">
                  <c:v>46267</c:v>
                </c:pt>
                <c:pt idx="1779">
                  <c:v>46268</c:v>
                </c:pt>
                <c:pt idx="1780">
                  <c:v>46269</c:v>
                </c:pt>
                <c:pt idx="1781">
                  <c:v>46270</c:v>
                </c:pt>
                <c:pt idx="1782">
                  <c:v>46271</c:v>
                </c:pt>
                <c:pt idx="1783">
                  <c:v>46272</c:v>
                </c:pt>
                <c:pt idx="1784">
                  <c:v>46273</c:v>
                </c:pt>
                <c:pt idx="1785">
                  <c:v>46274</c:v>
                </c:pt>
                <c:pt idx="1786">
                  <c:v>46275</c:v>
                </c:pt>
                <c:pt idx="1787">
                  <c:v>46276</c:v>
                </c:pt>
                <c:pt idx="1788">
                  <c:v>46277</c:v>
                </c:pt>
                <c:pt idx="1789">
                  <c:v>46278</c:v>
                </c:pt>
                <c:pt idx="1790">
                  <c:v>46279</c:v>
                </c:pt>
                <c:pt idx="1791">
                  <c:v>46280</c:v>
                </c:pt>
                <c:pt idx="1792">
                  <c:v>46281</c:v>
                </c:pt>
                <c:pt idx="1793">
                  <c:v>46282</c:v>
                </c:pt>
                <c:pt idx="1794">
                  <c:v>46283</c:v>
                </c:pt>
                <c:pt idx="1795">
                  <c:v>46284</c:v>
                </c:pt>
                <c:pt idx="1796">
                  <c:v>46285</c:v>
                </c:pt>
                <c:pt idx="1797">
                  <c:v>46286</c:v>
                </c:pt>
                <c:pt idx="1798">
                  <c:v>46287</c:v>
                </c:pt>
                <c:pt idx="1799">
                  <c:v>46288</c:v>
                </c:pt>
                <c:pt idx="1800">
                  <c:v>46289</c:v>
                </c:pt>
                <c:pt idx="1801">
                  <c:v>46290</c:v>
                </c:pt>
                <c:pt idx="1802">
                  <c:v>46291</c:v>
                </c:pt>
                <c:pt idx="1803">
                  <c:v>46292</c:v>
                </c:pt>
                <c:pt idx="1804">
                  <c:v>46293</c:v>
                </c:pt>
                <c:pt idx="1805">
                  <c:v>46294</c:v>
                </c:pt>
                <c:pt idx="1806">
                  <c:v>46295</c:v>
                </c:pt>
                <c:pt idx="1807">
                  <c:v>46296</c:v>
                </c:pt>
                <c:pt idx="1808">
                  <c:v>46297</c:v>
                </c:pt>
                <c:pt idx="1809">
                  <c:v>46298</c:v>
                </c:pt>
                <c:pt idx="1810">
                  <c:v>46299</c:v>
                </c:pt>
                <c:pt idx="1811">
                  <c:v>46300</c:v>
                </c:pt>
                <c:pt idx="1812">
                  <c:v>46301</c:v>
                </c:pt>
                <c:pt idx="1813">
                  <c:v>46302</c:v>
                </c:pt>
                <c:pt idx="1814">
                  <c:v>46303</c:v>
                </c:pt>
                <c:pt idx="1815">
                  <c:v>46304</c:v>
                </c:pt>
                <c:pt idx="1816">
                  <c:v>46305</c:v>
                </c:pt>
                <c:pt idx="1817">
                  <c:v>46306</c:v>
                </c:pt>
                <c:pt idx="1818">
                  <c:v>46307</c:v>
                </c:pt>
                <c:pt idx="1819">
                  <c:v>46308</c:v>
                </c:pt>
                <c:pt idx="1820">
                  <c:v>46309</c:v>
                </c:pt>
                <c:pt idx="1821">
                  <c:v>46310</c:v>
                </c:pt>
                <c:pt idx="1822">
                  <c:v>46311</c:v>
                </c:pt>
                <c:pt idx="1823">
                  <c:v>46312</c:v>
                </c:pt>
                <c:pt idx="1824">
                  <c:v>46313</c:v>
                </c:pt>
                <c:pt idx="1825">
                  <c:v>46314</c:v>
                </c:pt>
                <c:pt idx="1826">
                  <c:v>46315</c:v>
                </c:pt>
                <c:pt idx="1827">
                  <c:v>46316</c:v>
                </c:pt>
                <c:pt idx="1828">
                  <c:v>46317</c:v>
                </c:pt>
              </c:numCache>
            </c:numRef>
          </c:cat>
          <c:val>
            <c:numRef>
              <c:f>Source!$BA$3:$BA$3656</c:f>
              <c:numCache>
                <c:formatCode>General</c:formatCode>
                <c:ptCount val="3654"/>
                <c:pt idx="0">
                  <c:v>16.368608814179268</c:v>
                </c:pt>
                <c:pt idx="1">
                  <c:v>16.368608814179268</c:v>
                </c:pt>
                <c:pt idx="2">
                  <c:v>16.368608814179268</c:v>
                </c:pt>
                <c:pt idx="3">
                  <c:v>16.368608814179268</c:v>
                </c:pt>
                <c:pt idx="4">
                  <c:v>16.368608814179268</c:v>
                </c:pt>
                <c:pt idx="5">
                  <c:v>16.368608814179268</c:v>
                </c:pt>
                <c:pt idx="6">
                  <c:v>16.368608814179268</c:v>
                </c:pt>
                <c:pt idx="7">
                  <c:v>16.368608814179268</c:v>
                </c:pt>
                <c:pt idx="8">
                  <c:v>16.368608814179268</c:v>
                </c:pt>
                <c:pt idx="9">
                  <c:v>16.368608814179268</c:v>
                </c:pt>
                <c:pt idx="10">
                  <c:v>16.368608814179268</c:v>
                </c:pt>
                <c:pt idx="11">
                  <c:v>16.368608814179268</c:v>
                </c:pt>
                <c:pt idx="12">
                  <c:v>16.368608814179268</c:v>
                </c:pt>
                <c:pt idx="13">
                  <c:v>16.368608814179268</c:v>
                </c:pt>
                <c:pt idx="14">
                  <c:v>16.368608814179268</c:v>
                </c:pt>
                <c:pt idx="15">
                  <c:v>16.368608814179268</c:v>
                </c:pt>
                <c:pt idx="16">
                  <c:v>16.368608814179268</c:v>
                </c:pt>
                <c:pt idx="17">
                  <c:v>16.368608814179268</c:v>
                </c:pt>
                <c:pt idx="18">
                  <c:v>16.368608814179268</c:v>
                </c:pt>
                <c:pt idx="19">
                  <c:v>16.368608814179268</c:v>
                </c:pt>
                <c:pt idx="20">
                  <c:v>16.368608814179268</c:v>
                </c:pt>
                <c:pt idx="21">
                  <c:v>16.368608814179268</c:v>
                </c:pt>
                <c:pt idx="22">
                  <c:v>16.368608814179268</c:v>
                </c:pt>
                <c:pt idx="23">
                  <c:v>16.368608814179268</c:v>
                </c:pt>
                <c:pt idx="24">
                  <c:v>16.368608814179268</c:v>
                </c:pt>
                <c:pt idx="25">
                  <c:v>16.368608814179268</c:v>
                </c:pt>
                <c:pt idx="26">
                  <c:v>16.368608814179268</c:v>
                </c:pt>
                <c:pt idx="27">
                  <c:v>16.368608814179268</c:v>
                </c:pt>
                <c:pt idx="28">
                  <c:v>16.368608814179268</c:v>
                </c:pt>
                <c:pt idx="29">
                  <c:v>16.368608814179268</c:v>
                </c:pt>
                <c:pt idx="30">
                  <c:v>16.368608814179268</c:v>
                </c:pt>
                <c:pt idx="31">
                  <c:v>16.368608814179268</c:v>
                </c:pt>
                <c:pt idx="32">
                  <c:v>16.368608814179268</c:v>
                </c:pt>
                <c:pt idx="33">
                  <c:v>16.368608814179268</c:v>
                </c:pt>
                <c:pt idx="34">
                  <c:v>16.368608814179268</c:v>
                </c:pt>
                <c:pt idx="35">
                  <c:v>16.368608814179268</c:v>
                </c:pt>
                <c:pt idx="36">
                  <c:v>16.368608814179268</c:v>
                </c:pt>
                <c:pt idx="37">
                  <c:v>16.368608814179268</c:v>
                </c:pt>
                <c:pt idx="38">
                  <c:v>16.368608814179268</c:v>
                </c:pt>
                <c:pt idx="39">
                  <c:v>16.368608814179268</c:v>
                </c:pt>
                <c:pt idx="40">
                  <c:v>16.368608814179268</c:v>
                </c:pt>
                <c:pt idx="41">
                  <c:v>16.368608814179268</c:v>
                </c:pt>
                <c:pt idx="42">
                  <c:v>16.368608814179268</c:v>
                </c:pt>
                <c:pt idx="43">
                  <c:v>16.368608814179268</c:v>
                </c:pt>
                <c:pt idx="44">
                  <c:v>16.368608814179268</c:v>
                </c:pt>
                <c:pt idx="45">
                  <c:v>16.368608814179268</c:v>
                </c:pt>
                <c:pt idx="46">
                  <c:v>16.368608814179268</c:v>
                </c:pt>
                <c:pt idx="47">
                  <c:v>16.368608814179268</c:v>
                </c:pt>
                <c:pt idx="48">
                  <c:v>16.368608814179268</c:v>
                </c:pt>
                <c:pt idx="49">
                  <c:v>16.368608814179268</c:v>
                </c:pt>
                <c:pt idx="50">
                  <c:v>16.368608814179268</c:v>
                </c:pt>
                <c:pt idx="51">
                  <c:v>16.368608814179268</c:v>
                </c:pt>
                <c:pt idx="52">
                  <c:v>16.368608814179268</c:v>
                </c:pt>
                <c:pt idx="53">
                  <c:v>16.368608814179268</c:v>
                </c:pt>
                <c:pt idx="54">
                  <c:v>16.368608814179268</c:v>
                </c:pt>
                <c:pt idx="55">
                  <c:v>16.368608814179268</c:v>
                </c:pt>
                <c:pt idx="56">
                  <c:v>16.368608814179268</c:v>
                </c:pt>
                <c:pt idx="57">
                  <c:v>16.368608814179268</c:v>
                </c:pt>
                <c:pt idx="58">
                  <c:v>16.368608814179268</c:v>
                </c:pt>
                <c:pt idx="59">
                  <c:v>16.368608814179268</c:v>
                </c:pt>
                <c:pt idx="60">
                  <c:v>16.368608814179268</c:v>
                </c:pt>
                <c:pt idx="61">
                  <c:v>16.368608814179268</c:v>
                </c:pt>
                <c:pt idx="62">
                  <c:v>16.368608814179268</c:v>
                </c:pt>
                <c:pt idx="63">
                  <c:v>16.368608814179268</c:v>
                </c:pt>
                <c:pt idx="64">
                  <c:v>16.368608814179268</c:v>
                </c:pt>
                <c:pt idx="65">
                  <c:v>16.368608814179268</c:v>
                </c:pt>
                <c:pt idx="66">
                  <c:v>16.368608814179268</c:v>
                </c:pt>
                <c:pt idx="67">
                  <c:v>16.368608814179268</c:v>
                </c:pt>
                <c:pt idx="68">
                  <c:v>16.368608814179268</c:v>
                </c:pt>
                <c:pt idx="69">
                  <c:v>16.368608814179268</c:v>
                </c:pt>
                <c:pt idx="70">
                  <c:v>16.368608814179268</c:v>
                </c:pt>
                <c:pt idx="71">
                  <c:v>16.368608814179268</c:v>
                </c:pt>
                <c:pt idx="72">
                  <c:v>16.368608814179268</c:v>
                </c:pt>
                <c:pt idx="73">
                  <c:v>16.368608814179268</c:v>
                </c:pt>
                <c:pt idx="74">
                  <c:v>16.368608814179268</c:v>
                </c:pt>
                <c:pt idx="75">
                  <c:v>16.368608814179268</c:v>
                </c:pt>
                <c:pt idx="76">
                  <c:v>16.368608814179268</c:v>
                </c:pt>
                <c:pt idx="77">
                  <c:v>16.368608814179268</c:v>
                </c:pt>
                <c:pt idx="78">
                  <c:v>16.368608814179268</c:v>
                </c:pt>
                <c:pt idx="79">
                  <c:v>16.368608814179268</c:v>
                </c:pt>
                <c:pt idx="80">
                  <c:v>16.368608814179268</c:v>
                </c:pt>
                <c:pt idx="81">
                  <c:v>16.368608814179268</c:v>
                </c:pt>
                <c:pt idx="82">
                  <c:v>16.368608814179268</c:v>
                </c:pt>
                <c:pt idx="83">
                  <c:v>16.368608814179268</c:v>
                </c:pt>
                <c:pt idx="84">
                  <c:v>16.368608814179268</c:v>
                </c:pt>
                <c:pt idx="85">
                  <c:v>16.368608814179268</c:v>
                </c:pt>
                <c:pt idx="86">
                  <c:v>16.368608814179268</c:v>
                </c:pt>
                <c:pt idx="87">
                  <c:v>16.368608814179268</c:v>
                </c:pt>
                <c:pt idx="88">
                  <c:v>16.368608814179268</c:v>
                </c:pt>
                <c:pt idx="89">
                  <c:v>16.368608814179268</c:v>
                </c:pt>
                <c:pt idx="90">
                  <c:v>16.368608814179268</c:v>
                </c:pt>
                <c:pt idx="91">
                  <c:v>16.368608814179268</c:v>
                </c:pt>
                <c:pt idx="92">
                  <c:v>16.368608814179268</c:v>
                </c:pt>
                <c:pt idx="93">
                  <c:v>16.368608814179268</c:v>
                </c:pt>
                <c:pt idx="94">
                  <c:v>16.368608814179268</c:v>
                </c:pt>
                <c:pt idx="95">
                  <c:v>16.368608814179268</c:v>
                </c:pt>
                <c:pt idx="96">
                  <c:v>16.368608814179268</c:v>
                </c:pt>
                <c:pt idx="97">
                  <c:v>16.368608814179268</c:v>
                </c:pt>
                <c:pt idx="98">
                  <c:v>16.368608814179268</c:v>
                </c:pt>
                <c:pt idx="99">
                  <c:v>16.368608814179268</c:v>
                </c:pt>
                <c:pt idx="100">
                  <c:v>16.368608814179268</c:v>
                </c:pt>
                <c:pt idx="101">
                  <c:v>16.368608814179268</c:v>
                </c:pt>
                <c:pt idx="102">
                  <c:v>16.368608814179268</c:v>
                </c:pt>
                <c:pt idx="103">
                  <c:v>16.368608814179268</c:v>
                </c:pt>
                <c:pt idx="104">
                  <c:v>16.368608814179268</c:v>
                </c:pt>
                <c:pt idx="105">
                  <c:v>16.368608814179268</c:v>
                </c:pt>
                <c:pt idx="106">
                  <c:v>16.368608814179268</c:v>
                </c:pt>
                <c:pt idx="107">
                  <c:v>16.368608814179268</c:v>
                </c:pt>
                <c:pt idx="108">
                  <c:v>16.368608814179268</c:v>
                </c:pt>
                <c:pt idx="109">
                  <c:v>16.368608814179268</c:v>
                </c:pt>
                <c:pt idx="110">
                  <c:v>16.368608814179268</c:v>
                </c:pt>
                <c:pt idx="111">
                  <c:v>16.368608814179268</c:v>
                </c:pt>
                <c:pt idx="112">
                  <c:v>16.368608814179268</c:v>
                </c:pt>
                <c:pt idx="113">
                  <c:v>16.368608814179268</c:v>
                </c:pt>
                <c:pt idx="114">
                  <c:v>16.368608814179268</c:v>
                </c:pt>
                <c:pt idx="115">
                  <c:v>16.368608814179268</c:v>
                </c:pt>
                <c:pt idx="116">
                  <c:v>16.368608814179268</c:v>
                </c:pt>
                <c:pt idx="117">
                  <c:v>16.368608814179268</c:v>
                </c:pt>
                <c:pt idx="118">
                  <c:v>16.368608814179268</c:v>
                </c:pt>
                <c:pt idx="119">
                  <c:v>16.368608814179268</c:v>
                </c:pt>
                <c:pt idx="120">
                  <c:v>16.368608814179268</c:v>
                </c:pt>
                <c:pt idx="121">
                  <c:v>16.368608814179268</c:v>
                </c:pt>
                <c:pt idx="122">
                  <c:v>16.368608814179268</c:v>
                </c:pt>
                <c:pt idx="123">
                  <c:v>16.368608814179268</c:v>
                </c:pt>
                <c:pt idx="124">
                  <c:v>16.368608814179268</c:v>
                </c:pt>
                <c:pt idx="125">
                  <c:v>16.368608814179268</c:v>
                </c:pt>
                <c:pt idx="126">
                  <c:v>16.368608814179268</c:v>
                </c:pt>
                <c:pt idx="127">
                  <c:v>16.368608814179268</c:v>
                </c:pt>
                <c:pt idx="128">
                  <c:v>16.368608814179268</c:v>
                </c:pt>
                <c:pt idx="129">
                  <c:v>16.368608814179268</c:v>
                </c:pt>
                <c:pt idx="130">
                  <c:v>16.368608814179268</c:v>
                </c:pt>
                <c:pt idx="131">
                  <c:v>16.368608814179268</c:v>
                </c:pt>
                <c:pt idx="132">
                  <c:v>16.368608814179268</c:v>
                </c:pt>
                <c:pt idx="133">
                  <c:v>16.368608814179268</c:v>
                </c:pt>
                <c:pt idx="134">
                  <c:v>16.368608814179268</c:v>
                </c:pt>
                <c:pt idx="135">
                  <c:v>16.368608814179268</c:v>
                </c:pt>
                <c:pt idx="136">
                  <c:v>16.368608814179268</c:v>
                </c:pt>
                <c:pt idx="137">
                  <c:v>16.368608814179268</c:v>
                </c:pt>
                <c:pt idx="138">
                  <c:v>16.368608814179268</c:v>
                </c:pt>
                <c:pt idx="139">
                  <c:v>16.368608814179268</c:v>
                </c:pt>
                <c:pt idx="140">
                  <c:v>16.368608814179268</c:v>
                </c:pt>
                <c:pt idx="141">
                  <c:v>16.368608814179268</c:v>
                </c:pt>
                <c:pt idx="142">
                  <c:v>16.368608814179268</c:v>
                </c:pt>
                <c:pt idx="143">
                  <c:v>16.368608814179268</c:v>
                </c:pt>
                <c:pt idx="144">
                  <c:v>16.368608814179268</c:v>
                </c:pt>
                <c:pt idx="145">
                  <c:v>16.368608814179268</c:v>
                </c:pt>
                <c:pt idx="146">
                  <c:v>16.368608814179268</c:v>
                </c:pt>
                <c:pt idx="147">
                  <c:v>16.368608814179268</c:v>
                </c:pt>
                <c:pt idx="148">
                  <c:v>16.368608814179268</c:v>
                </c:pt>
                <c:pt idx="149">
                  <c:v>16.368608814179268</c:v>
                </c:pt>
                <c:pt idx="150">
                  <c:v>16.368608814179268</c:v>
                </c:pt>
                <c:pt idx="151">
                  <c:v>16.368608814179268</c:v>
                </c:pt>
                <c:pt idx="152">
                  <c:v>16.368608814179268</c:v>
                </c:pt>
                <c:pt idx="153">
                  <c:v>16.368608814179268</c:v>
                </c:pt>
                <c:pt idx="154">
                  <c:v>16.368608814179268</c:v>
                </c:pt>
                <c:pt idx="155">
                  <c:v>16.368608814179268</c:v>
                </c:pt>
                <c:pt idx="156">
                  <c:v>16.368608814179268</c:v>
                </c:pt>
                <c:pt idx="157">
                  <c:v>16.368608814179268</c:v>
                </c:pt>
                <c:pt idx="158">
                  <c:v>16.368608814179268</c:v>
                </c:pt>
                <c:pt idx="159">
                  <c:v>16.368608814179268</c:v>
                </c:pt>
                <c:pt idx="160">
                  <c:v>16.368608814179268</c:v>
                </c:pt>
                <c:pt idx="161">
                  <c:v>16.368608814179268</c:v>
                </c:pt>
                <c:pt idx="162">
                  <c:v>16.368608814179268</c:v>
                </c:pt>
                <c:pt idx="163">
                  <c:v>16.368608814179268</c:v>
                </c:pt>
                <c:pt idx="164">
                  <c:v>16.368608814179268</c:v>
                </c:pt>
                <c:pt idx="165">
                  <c:v>16.368608814179268</c:v>
                </c:pt>
                <c:pt idx="166">
                  <c:v>16.368608814179268</c:v>
                </c:pt>
                <c:pt idx="167">
                  <c:v>16.368608814179268</c:v>
                </c:pt>
                <c:pt idx="168">
                  <c:v>16.368608814179268</c:v>
                </c:pt>
                <c:pt idx="169">
                  <c:v>16.368608814179268</c:v>
                </c:pt>
                <c:pt idx="170">
                  <c:v>16.368608814179268</c:v>
                </c:pt>
                <c:pt idx="171">
                  <c:v>16.368608814179268</c:v>
                </c:pt>
                <c:pt idx="172">
                  <c:v>16.368608814179268</c:v>
                </c:pt>
                <c:pt idx="173">
                  <c:v>16.368608814179268</c:v>
                </c:pt>
                <c:pt idx="174">
                  <c:v>16.368608814179268</c:v>
                </c:pt>
                <c:pt idx="175">
                  <c:v>16.368608814179268</c:v>
                </c:pt>
                <c:pt idx="176">
                  <c:v>16.368608814179268</c:v>
                </c:pt>
                <c:pt idx="177">
                  <c:v>16.368608814179268</c:v>
                </c:pt>
                <c:pt idx="178">
                  <c:v>16.368608814179268</c:v>
                </c:pt>
                <c:pt idx="179">
                  <c:v>16.368608814179268</c:v>
                </c:pt>
                <c:pt idx="180">
                  <c:v>16.368608814179268</c:v>
                </c:pt>
                <c:pt idx="181">
                  <c:v>16.368608814179268</c:v>
                </c:pt>
                <c:pt idx="182">
                  <c:v>16.368608814179268</c:v>
                </c:pt>
                <c:pt idx="183">
                  <c:v>16.368608814179268</c:v>
                </c:pt>
                <c:pt idx="184">
                  <c:v>16.368608814179268</c:v>
                </c:pt>
                <c:pt idx="185">
                  <c:v>16.368608814179268</c:v>
                </c:pt>
                <c:pt idx="186">
                  <c:v>16.368608814179268</c:v>
                </c:pt>
                <c:pt idx="187">
                  <c:v>16.368608814179268</c:v>
                </c:pt>
                <c:pt idx="188">
                  <c:v>16.368608814179268</c:v>
                </c:pt>
                <c:pt idx="189">
                  <c:v>16.368608814179268</c:v>
                </c:pt>
                <c:pt idx="190">
                  <c:v>16.368608814179268</c:v>
                </c:pt>
                <c:pt idx="191">
                  <c:v>16.368608814179268</c:v>
                </c:pt>
                <c:pt idx="192">
                  <c:v>16.368608814179268</c:v>
                </c:pt>
                <c:pt idx="193">
                  <c:v>16.368608814179268</c:v>
                </c:pt>
                <c:pt idx="194">
                  <c:v>16.368608814179268</c:v>
                </c:pt>
                <c:pt idx="195">
                  <c:v>16.368608814179268</c:v>
                </c:pt>
                <c:pt idx="196">
                  <c:v>16.368608814179268</c:v>
                </c:pt>
                <c:pt idx="197">
                  <c:v>16.368608814179268</c:v>
                </c:pt>
                <c:pt idx="198">
                  <c:v>16.368608814179268</c:v>
                </c:pt>
                <c:pt idx="199">
                  <c:v>16.368608814179268</c:v>
                </c:pt>
                <c:pt idx="200">
                  <c:v>16.368608814179268</c:v>
                </c:pt>
                <c:pt idx="201">
                  <c:v>16.368608814179268</c:v>
                </c:pt>
                <c:pt idx="202">
                  <c:v>16.368608814179268</c:v>
                </c:pt>
                <c:pt idx="203">
                  <c:v>16.368608814179268</c:v>
                </c:pt>
                <c:pt idx="204">
                  <c:v>16.368608814179268</c:v>
                </c:pt>
                <c:pt idx="205">
                  <c:v>16.368608814179268</c:v>
                </c:pt>
                <c:pt idx="206">
                  <c:v>16.368608814179268</c:v>
                </c:pt>
                <c:pt idx="207">
                  <c:v>16.368608814179268</c:v>
                </c:pt>
                <c:pt idx="208">
                  <c:v>16.368608814179268</c:v>
                </c:pt>
                <c:pt idx="209">
                  <c:v>16.368608814179268</c:v>
                </c:pt>
                <c:pt idx="210">
                  <c:v>16.368608814179268</c:v>
                </c:pt>
                <c:pt idx="211">
                  <c:v>16.368608814179268</c:v>
                </c:pt>
                <c:pt idx="212">
                  <c:v>16.368608814179268</c:v>
                </c:pt>
                <c:pt idx="213">
                  <c:v>16.368608814179268</c:v>
                </c:pt>
                <c:pt idx="214">
                  <c:v>16.368608814179268</c:v>
                </c:pt>
                <c:pt idx="215">
                  <c:v>16.368608814179268</c:v>
                </c:pt>
                <c:pt idx="216">
                  <c:v>16.368608814179268</c:v>
                </c:pt>
                <c:pt idx="217">
                  <c:v>16.368608814179268</c:v>
                </c:pt>
                <c:pt idx="218">
                  <c:v>16.368608814179268</c:v>
                </c:pt>
                <c:pt idx="219">
                  <c:v>16.368608814179268</c:v>
                </c:pt>
                <c:pt idx="220">
                  <c:v>16.368608814179268</c:v>
                </c:pt>
                <c:pt idx="221">
                  <c:v>16.368608814179268</c:v>
                </c:pt>
                <c:pt idx="222">
                  <c:v>16.368608814179268</c:v>
                </c:pt>
                <c:pt idx="223">
                  <c:v>16.368608814179268</c:v>
                </c:pt>
                <c:pt idx="224">
                  <c:v>16.368608814179268</c:v>
                </c:pt>
                <c:pt idx="225">
                  <c:v>16.368608814179268</c:v>
                </c:pt>
                <c:pt idx="226">
                  <c:v>16.368608814179268</c:v>
                </c:pt>
                <c:pt idx="227">
                  <c:v>16.368608814179268</c:v>
                </c:pt>
                <c:pt idx="228">
                  <c:v>16.368608814179268</c:v>
                </c:pt>
                <c:pt idx="229">
                  <c:v>16.368608814179268</c:v>
                </c:pt>
                <c:pt idx="230">
                  <c:v>16.368608814179268</c:v>
                </c:pt>
                <c:pt idx="231">
                  <c:v>16.368608814179268</c:v>
                </c:pt>
                <c:pt idx="232">
                  <c:v>16.368608814179268</c:v>
                </c:pt>
                <c:pt idx="233">
                  <c:v>16.368608814179268</c:v>
                </c:pt>
                <c:pt idx="234">
                  <c:v>16.368608814179268</c:v>
                </c:pt>
                <c:pt idx="235">
                  <c:v>16.368608814179268</c:v>
                </c:pt>
                <c:pt idx="236">
                  <c:v>16.368608814179268</c:v>
                </c:pt>
                <c:pt idx="237">
                  <c:v>16.368608814179268</c:v>
                </c:pt>
                <c:pt idx="238">
                  <c:v>16.368608814179268</c:v>
                </c:pt>
                <c:pt idx="239">
                  <c:v>16.368608814179268</c:v>
                </c:pt>
                <c:pt idx="240">
                  <c:v>16.368608814179268</c:v>
                </c:pt>
                <c:pt idx="241">
                  <c:v>16.368608814179268</c:v>
                </c:pt>
                <c:pt idx="242">
                  <c:v>16.368608814179268</c:v>
                </c:pt>
                <c:pt idx="243">
                  <c:v>16.368608814179268</c:v>
                </c:pt>
                <c:pt idx="244">
                  <c:v>16.368608814179268</c:v>
                </c:pt>
                <c:pt idx="245">
                  <c:v>16.368608814179268</c:v>
                </c:pt>
                <c:pt idx="246">
                  <c:v>16.368608814179268</c:v>
                </c:pt>
                <c:pt idx="247">
                  <c:v>16.368608814179268</c:v>
                </c:pt>
                <c:pt idx="248">
                  <c:v>16.368608814179268</c:v>
                </c:pt>
                <c:pt idx="249">
                  <c:v>16.368608814179268</c:v>
                </c:pt>
                <c:pt idx="250">
                  <c:v>16.368608814179268</c:v>
                </c:pt>
                <c:pt idx="251">
                  <c:v>16.368608814179268</c:v>
                </c:pt>
                <c:pt idx="252">
                  <c:v>16.368608814179268</c:v>
                </c:pt>
                <c:pt idx="253">
                  <c:v>16.368608814179268</c:v>
                </c:pt>
                <c:pt idx="254">
                  <c:v>16.368608814179268</c:v>
                </c:pt>
                <c:pt idx="255">
                  <c:v>16.368608814179268</c:v>
                </c:pt>
                <c:pt idx="256">
                  <c:v>16.368608814179268</c:v>
                </c:pt>
                <c:pt idx="257">
                  <c:v>16.368608814179268</c:v>
                </c:pt>
                <c:pt idx="258">
                  <c:v>16.368608814179268</c:v>
                </c:pt>
                <c:pt idx="259">
                  <c:v>16.368608814179268</c:v>
                </c:pt>
                <c:pt idx="260">
                  <c:v>16.368608814179268</c:v>
                </c:pt>
                <c:pt idx="261">
                  <c:v>16.368608814179268</c:v>
                </c:pt>
                <c:pt idx="262">
                  <c:v>16.368608814179268</c:v>
                </c:pt>
                <c:pt idx="263">
                  <c:v>16.368608814179268</c:v>
                </c:pt>
                <c:pt idx="264">
                  <c:v>16.368608814179268</c:v>
                </c:pt>
                <c:pt idx="265">
                  <c:v>16.368608814179268</c:v>
                </c:pt>
                <c:pt idx="266">
                  <c:v>16.368608814179268</c:v>
                </c:pt>
                <c:pt idx="267">
                  <c:v>16.368608814179268</c:v>
                </c:pt>
                <c:pt idx="268">
                  <c:v>16.368608814179268</c:v>
                </c:pt>
                <c:pt idx="269">
                  <c:v>16.368608814179268</c:v>
                </c:pt>
                <c:pt idx="270">
                  <c:v>16.368608814179268</c:v>
                </c:pt>
                <c:pt idx="271">
                  <c:v>16.368608814179268</c:v>
                </c:pt>
                <c:pt idx="272">
                  <c:v>16.368608814179268</c:v>
                </c:pt>
                <c:pt idx="273">
                  <c:v>16.368608814179268</c:v>
                </c:pt>
                <c:pt idx="274">
                  <c:v>16.368608814179268</c:v>
                </c:pt>
                <c:pt idx="275">
                  <c:v>16.368608814179268</c:v>
                </c:pt>
                <c:pt idx="276">
                  <c:v>16.368608814179268</c:v>
                </c:pt>
                <c:pt idx="277">
                  <c:v>16.368608814179268</c:v>
                </c:pt>
                <c:pt idx="278">
                  <c:v>16.368608814179268</c:v>
                </c:pt>
                <c:pt idx="279">
                  <c:v>16.368608814179268</c:v>
                </c:pt>
                <c:pt idx="280">
                  <c:v>16.368608814179268</c:v>
                </c:pt>
                <c:pt idx="281">
                  <c:v>16.368608814179268</c:v>
                </c:pt>
                <c:pt idx="282">
                  <c:v>16.368608814179268</c:v>
                </c:pt>
                <c:pt idx="283">
                  <c:v>16.368608814179268</c:v>
                </c:pt>
                <c:pt idx="284">
                  <c:v>16.368608814179268</c:v>
                </c:pt>
                <c:pt idx="285">
                  <c:v>16.368608814179268</c:v>
                </c:pt>
                <c:pt idx="286">
                  <c:v>16.368608814179268</c:v>
                </c:pt>
                <c:pt idx="287">
                  <c:v>16.368608814179268</c:v>
                </c:pt>
                <c:pt idx="288">
                  <c:v>16.368608814179268</c:v>
                </c:pt>
                <c:pt idx="289">
                  <c:v>16.368608814179268</c:v>
                </c:pt>
                <c:pt idx="290">
                  <c:v>16.368608814179268</c:v>
                </c:pt>
                <c:pt idx="291">
                  <c:v>16.368608814179268</c:v>
                </c:pt>
                <c:pt idx="292">
                  <c:v>16.368608814179268</c:v>
                </c:pt>
                <c:pt idx="293">
                  <c:v>16.368608814179268</c:v>
                </c:pt>
                <c:pt idx="294">
                  <c:v>16.368608814179268</c:v>
                </c:pt>
                <c:pt idx="295">
                  <c:v>16.368608814179268</c:v>
                </c:pt>
                <c:pt idx="296">
                  <c:v>16.368608814179268</c:v>
                </c:pt>
                <c:pt idx="297">
                  <c:v>16.368608814179268</c:v>
                </c:pt>
                <c:pt idx="298">
                  <c:v>16.368608814179268</c:v>
                </c:pt>
                <c:pt idx="299">
                  <c:v>16.368608814179268</c:v>
                </c:pt>
                <c:pt idx="300">
                  <c:v>16.368608814179268</c:v>
                </c:pt>
                <c:pt idx="301">
                  <c:v>16.368608814179268</c:v>
                </c:pt>
                <c:pt idx="302">
                  <c:v>16.368608814179268</c:v>
                </c:pt>
                <c:pt idx="303">
                  <c:v>16.368608814179268</c:v>
                </c:pt>
                <c:pt idx="304">
                  <c:v>16.368608814179268</c:v>
                </c:pt>
                <c:pt idx="305">
                  <c:v>16.368608814179268</c:v>
                </c:pt>
                <c:pt idx="306">
                  <c:v>16.368608814179268</c:v>
                </c:pt>
                <c:pt idx="307">
                  <c:v>16.368608814179268</c:v>
                </c:pt>
                <c:pt idx="308">
                  <c:v>16.368608814179268</c:v>
                </c:pt>
                <c:pt idx="309">
                  <c:v>16.368608814179268</c:v>
                </c:pt>
                <c:pt idx="310">
                  <c:v>16.368608814179268</c:v>
                </c:pt>
                <c:pt idx="311">
                  <c:v>16.368608814179268</c:v>
                </c:pt>
                <c:pt idx="312">
                  <c:v>16.368608814179268</c:v>
                </c:pt>
                <c:pt idx="313">
                  <c:v>16.368608814179268</c:v>
                </c:pt>
                <c:pt idx="314">
                  <c:v>16.368608814179268</c:v>
                </c:pt>
                <c:pt idx="315">
                  <c:v>16.368608814179268</c:v>
                </c:pt>
                <c:pt idx="316">
                  <c:v>16.368608814179268</c:v>
                </c:pt>
                <c:pt idx="317">
                  <c:v>16.368608814179268</c:v>
                </c:pt>
                <c:pt idx="318">
                  <c:v>16.368608814179268</c:v>
                </c:pt>
                <c:pt idx="319">
                  <c:v>16.368608814179268</c:v>
                </c:pt>
                <c:pt idx="320">
                  <c:v>16.368608814179268</c:v>
                </c:pt>
                <c:pt idx="321">
                  <c:v>16.368608814179268</c:v>
                </c:pt>
                <c:pt idx="322">
                  <c:v>16.368608814179268</c:v>
                </c:pt>
                <c:pt idx="323">
                  <c:v>16.368608814179268</c:v>
                </c:pt>
                <c:pt idx="324">
                  <c:v>16.368608814179268</c:v>
                </c:pt>
                <c:pt idx="325">
                  <c:v>16.368608814179268</c:v>
                </c:pt>
                <c:pt idx="326">
                  <c:v>16.368608814179268</c:v>
                </c:pt>
                <c:pt idx="327">
                  <c:v>16.368608814179268</c:v>
                </c:pt>
                <c:pt idx="328">
                  <c:v>16.368608814179268</c:v>
                </c:pt>
                <c:pt idx="329">
                  <c:v>16.368608814179268</c:v>
                </c:pt>
                <c:pt idx="330">
                  <c:v>16.368608814179268</c:v>
                </c:pt>
                <c:pt idx="331">
                  <c:v>16.368608814179268</c:v>
                </c:pt>
                <c:pt idx="332">
                  <c:v>16.368608814179268</c:v>
                </c:pt>
                <c:pt idx="333">
                  <c:v>16.368608814179268</c:v>
                </c:pt>
                <c:pt idx="334">
                  <c:v>16.368608814179268</c:v>
                </c:pt>
                <c:pt idx="335">
                  <c:v>16.368608814179268</c:v>
                </c:pt>
                <c:pt idx="336">
                  <c:v>16.368608814179268</c:v>
                </c:pt>
                <c:pt idx="337">
                  <c:v>16.368608814179268</c:v>
                </c:pt>
                <c:pt idx="338">
                  <c:v>16.368608814179268</c:v>
                </c:pt>
                <c:pt idx="339">
                  <c:v>16.368608814179268</c:v>
                </c:pt>
                <c:pt idx="340">
                  <c:v>16.368608814179268</c:v>
                </c:pt>
                <c:pt idx="341">
                  <c:v>16.368608814179268</c:v>
                </c:pt>
                <c:pt idx="342">
                  <c:v>16.368608814179268</c:v>
                </c:pt>
                <c:pt idx="343">
                  <c:v>16.368608814179268</c:v>
                </c:pt>
                <c:pt idx="344">
                  <c:v>16.368608814179268</c:v>
                </c:pt>
                <c:pt idx="345">
                  <c:v>16.368608814179268</c:v>
                </c:pt>
                <c:pt idx="346">
                  <c:v>16.368608814179268</c:v>
                </c:pt>
                <c:pt idx="347">
                  <c:v>16.368608814179268</c:v>
                </c:pt>
                <c:pt idx="348">
                  <c:v>16.368608814179268</c:v>
                </c:pt>
                <c:pt idx="349">
                  <c:v>16.368608814179268</c:v>
                </c:pt>
                <c:pt idx="350">
                  <c:v>16.368608814179268</c:v>
                </c:pt>
                <c:pt idx="351">
                  <c:v>16.368608814179268</c:v>
                </c:pt>
                <c:pt idx="352">
                  <c:v>16.368608814179268</c:v>
                </c:pt>
                <c:pt idx="353">
                  <c:v>16.368608814179268</c:v>
                </c:pt>
                <c:pt idx="354">
                  <c:v>16.368608814179268</c:v>
                </c:pt>
                <c:pt idx="355">
                  <c:v>16.368608814179268</c:v>
                </c:pt>
                <c:pt idx="356">
                  <c:v>16.368608814179268</c:v>
                </c:pt>
                <c:pt idx="357">
                  <c:v>16.368608814179268</c:v>
                </c:pt>
                <c:pt idx="358">
                  <c:v>16.368608814179268</c:v>
                </c:pt>
                <c:pt idx="359">
                  <c:v>16.368608814179268</c:v>
                </c:pt>
                <c:pt idx="360">
                  <c:v>16.368608814179268</c:v>
                </c:pt>
                <c:pt idx="361">
                  <c:v>16.368608814179268</c:v>
                </c:pt>
                <c:pt idx="362">
                  <c:v>16.368608814179268</c:v>
                </c:pt>
                <c:pt idx="363">
                  <c:v>16.368608814179268</c:v>
                </c:pt>
                <c:pt idx="364">
                  <c:v>16.368608814179268</c:v>
                </c:pt>
                <c:pt idx="365">
                  <c:v>16.368608814179268</c:v>
                </c:pt>
                <c:pt idx="366">
                  <c:v>16.368608814179268</c:v>
                </c:pt>
                <c:pt idx="367">
                  <c:v>16.368608814179268</c:v>
                </c:pt>
                <c:pt idx="368">
                  <c:v>16.368608814179268</c:v>
                </c:pt>
                <c:pt idx="369">
                  <c:v>16.368608814179268</c:v>
                </c:pt>
                <c:pt idx="370">
                  <c:v>16.368608814179268</c:v>
                </c:pt>
                <c:pt idx="371">
                  <c:v>16.368608814179268</c:v>
                </c:pt>
                <c:pt idx="372">
                  <c:v>16.368608814179268</c:v>
                </c:pt>
                <c:pt idx="373">
                  <c:v>16.368608814179268</c:v>
                </c:pt>
                <c:pt idx="374">
                  <c:v>16.368608814179268</c:v>
                </c:pt>
                <c:pt idx="375">
                  <c:v>16.368608814179268</c:v>
                </c:pt>
                <c:pt idx="376">
                  <c:v>16.368608814179268</c:v>
                </c:pt>
                <c:pt idx="377">
                  <c:v>16.368608814179268</c:v>
                </c:pt>
                <c:pt idx="378">
                  <c:v>16.368608814179268</c:v>
                </c:pt>
                <c:pt idx="379">
                  <c:v>16.368608814179268</c:v>
                </c:pt>
                <c:pt idx="380">
                  <c:v>16.368608814179268</c:v>
                </c:pt>
                <c:pt idx="381">
                  <c:v>16.368608814179268</c:v>
                </c:pt>
                <c:pt idx="382">
                  <c:v>16.368608814179268</c:v>
                </c:pt>
                <c:pt idx="383">
                  <c:v>16.368608814179268</c:v>
                </c:pt>
                <c:pt idx="384">
                  <c:v>16.368608814179268</c:v>
                </c:pt>
                <c:pt idx="385">
                  <c:v>16.368608814179268</c:v>
                </c:pt>
                <c:pt idx="386">
                  <c:v>16.368608814179268</c:v>
                </c:pt>
                <c:pt idx="387">
                  <c:v>16.368608814179268</c:v>
                </c:pt>
                <c:pt idx="388">
                  <c:v>16.368608814179268</c:v>
                </c:pt>
                <c:pt idx="389">
                  <c:v>16.368608814179268</c:v>
                </c:pt>
                <c:pt idx="390">
                  <c:v>16.368608814179268</c:v>
                </c:pt>
                <c:pt idx="391">
                  <c:v>16.368608814179268</c:v>
                </c:pt>
                <c:pt idx="392">
                  <c:v>16.368608814179268</c:v>
                </c:pt>
                <c:pt idx="393">
                  <c:v>16.368608814179268</c:v>
                </c:pt>
                <c:pt idx="394">
                  <c:v>16.368608814179268</c:v>
                </c:pt>
                <c:pt idx="395">
                  <c:v>16.368608814179268</c:v>
                </c:pt>
                <c:pt idx="396">
                  <c:v>16.368608814179268</c:v>
                </c:pt>
                <c:pt idx="397">
                  <c:v>16.368608814179268</c:v>
                </c:pt>
                <c:pt idx="398">
                  <c:v>16.368608814179268</c:v>
                </c:pt>
                <c:pt idx="399">
                  <c:v>16.368608814179268</c:v>
                </c:pt>
                <c:pt idx="400">
                  <c:v>16.368608814179268</c:v>
                </c:pt>
                <c:pt idx="401">
                  <c:v>16.368608814179268</c:v>
                </c:pt>
                <c:pt idx="402">
                  <c:v>16.368608814179268</c:v>
                </c:pt>
                <c:pt idx="403">
                  <c:v>16.368608814179268</c:v>
                </c:pt>
                <c:pt idx="404">
                  <c:v>16.368608814179268</c:v>
                </c:pt>
                <c:pt idx="405">
                  <c:v>16.368608814179268</c:v>
                </c:pt>
                <c:pt idx="406">
                  <c:v>16.368608814179268</c:v>
                </c:pt>
                <c:pt idx="407">
                  <c:v>16.368608814179268</c:v>
                </c:pt>
                <c:pt idx="408">
                  <c:v>16.368608814179268</c:v>
                </c:pt>
                <c:pt idx="409">
                  <c:v>16.368608814179268</c:v>
                </c:pt>
                <c:pt idx="410">
                  <c:v>16.368608814179268</c:v>
                </c:pt>
                <c:pt idx="411">
                  <c:v>16.368608814179268</c:v>
                </c:pt>
                <c:pt idx="412">
                  <c:v>16.368608814179268</c:v>
                </c:pt>
                <c:pt idx="413">
                  <c:v>16.368608814179268</c:v>
                </c:pt>
                <c:pt idx="414">
                  <c:v>16.368608814179268</c:v>
                </c:pt>
                <c:pt idx="415">
                  <c:v>16.368608814179268</c:v>
                </c:pt>
                <c:pt idx="416">
                  <c:v>16.368608814179268</c:v>
                </c:pt>
                <c:pt idx="417">
                  <c:v>16.368608814179268</c:v>
                </c:pt>
                <c:pt idx="418">
                  <c:v>16.368608814179268</c:v>
                </c:pt>
                <c:pt idx="419">
                  <c:v>16.368608814179268</c:v>
                </c:pt>
                <c:pt idx="420">
                  <c:v>16.368608814179268</c:v>
                </c:pt>
                <c:pt idx="421">
                  <c:v>16.368608814179268</c:v>
                </c:pt>
                <c:pt idx="422">
                  <c:v>16.368608814179268</c:v>
                </c:pt>
                <c:pt idx="423">
                  <c:v>16.368608814179268</c:v>
                </c:pt>
                <c:pt idx="424">
                  <c:v>16.368608814179268</c:v>
                </c:pt>
                <c:pt idx="425">
                  <c:v>16.368608814179268</c:v>
                </c:pt>
                <c:pt idx="426">
                  <c:v>16.368608814179268</c:v>
                </c:pt>
                <c:pt idx="427">
                  <c:v>16.368608814179268</c:v>
                </c:pt>
                <c:pt idx="428">
                  <c:v>16.368608814179268</c:v>
                </c:pt>
                <c:pt idx="429">
                  <c:v>16.368608814179268</c:v>
                </c:pt>
                <c:pt idx="430">
                  <c:v>16.368608814179268</c:v>
                </c:pt>
                <c:pt idx="431">
                  <c:v>16.368608814179268</c:v>
                </c:pt>
                <c:pt idx="432">
                  <c:v>16.368608814179268</c:v>
                </c:pt>
                <c:pt idx="433">
                  <c:v>16.368608814179268</c:v>
                </c:pt>
                <c:pt idx="434">
                  <c:v>16.368608814179268</c:v>
                </c:pt>
                <c:pt idx="435">
                  <c:v>16.368608814179268</c:v>
                </c:pt>
                <c:pt idx="436">
                  <c:v>16.368608814179268</c:v>
                </c:pt>
                <c:pt idx="437">
                  <c:v>16.368608814179268</c:v>
                </c:pt>
                <c:pt idx="438">
                  <c:v>16.368608814179268</c:v>
                </c:pt>
                <c:pt idx="439">
                  <c:v>16.368608814179268</c:v>
                </c:pt>
                <c:pt idx="440">
                  <c:v>16.368608814179268</c:v>
                </c:pt>
                <c:pt idx="441">
                  <c:v>16.368608814179268</c:v>
                </c:pt>
                <c:pt idx="442">
                  <c:v>16.368608814179268</c:v>
                </c:pt>
                <c:pt idx="443">
                  <c:v>16.368608814179268</c:v>
                </c:pt>
                <c:pt idx="444">
                  <c:v>16.368608814179268</c:v>
                </c:pt>
                <c:pt idx="445">
                  <c:v>16.368608814179268</c:v>
                </c:pt>
                <c:pt idx="446">
                  <c:v>16.368608814179268</c:v>
                </c:pt>
                <c:pt idx="447">
                  <c:v>16.368608814179268</c:v>
                </c:pt>
                <c:pt idx="448">
                  <c:v>16.368608814179268</c:v>
                </c:pt>
                <c:pt idx="449">
                  <c:v>16.368608814179268</c:v>
                </c:pt>
                <c:pt idx="450">
                  <c:v>16.368608814179268</c:v>
                </c:pt>
                <c:pt idx="451">
                  <c:v>16.368608814179268</c:v>
                </c:pt>
                <c:pt idx="452">
                  <c:v>16.368608814179268</c:v>
                </c:pt>
                <c:pt idx="453">
                  <c:v>16.368608814179268</c:v>
                </c:pt>
                <c:pt idx="454">
                  <c:v>16.368608814179268</c:v>
                </c:pt>
                <c:pt idx="455">
                  <c:v>16.368608814179268</c:v>
                </c:pt>
                <c:pt idx="456">
                  <c:v>16.368608814179268</c:v>
                </c:pt>
                <c:pt idx="457">
                  <c:v>16.368608814179268</c:v>
                </c:pt>
                <c:pt idx="458">
                  <c:v>16.368608814179268</c:v>
                </c:pt>
                <c:pt idx="459">
                  <c:v>16.368608814179268</c:v>
                </c:pt>
                <c:pt idx="460">
                  <c:v>16.368608814179268</c:v>
                </c:pt>
                <c:pt idx="461">
                  <c:v>16.368608814179268</c:v>
                </c:pt>
                <c:pt idx="462">
                  <c:v>16.368608814179268</c:v>
                </c:pt>
                <c:pt idx="463">
                  <c:v>16.368608814179268</c:v>
                </c:pt>
                <c:pt idx="464">
                  <c:v>16.368608814179268</c:v>
                </c:pt>
                <c:pt idx="465">
                  <c:v>16.368608814179268</c:v>
                </c:pt>
                <c:pt idx="466">
                  <c:v>16.368608814179268</c:v>
                </c:pt>
                <c:pt idx="467">
                  <c:v>16.368608814179268</c:v>
                </c:pt>
                <c:pt idx="468">
                  <c:v>16.368608814179268</c:v>
                </c:pt>
                <c:pt idx="469">
                  <c:v>16.368608814179268</c:v>
                </c:pt>
                <c:pt idx="470">
                  <c:v>16.368608814179268</c:v>
                </c:pt>
                <c:pt idx="471">
                  <c:v>16.368608814179268</c:v>
                </c:pt>
                <c:pt idx="472">
                  <c:v>16.368608814179268</c:v>
                </c:pt>
                <c:pt idx="473">
                  <c:v>16.368608814179268</c:v>
                </c:pt>
                <c:pt idx="474">
                  <c:v>16.368608814179268</c:v>
                </c:pt>
                <c:pt idx="475">
                  <c:v>16.368608814179268</c:v>
                </c:pt>
                <c:pt idx="476">
                  <c:v>16.368608814179268</c:v>
                </c:pt>
                <c:pt idx="477">
                  <c:v>16.368608814179268</c:v>
                </c:pt>
                <c:pt idx="478">
                  <c:v>16.368608814179268</c:v>
                </c:pt>
                <c:pt idx="479">
                  <c:v>16.368608814179268</c:v>
                </c:pt>
                <c:pt idx="480">
                  <c:v>16.368608814179268</c:v>
                </c:pt>
                <c:pt idx="481">
                  <c:v>16.368608814179268</c:v>
                </c:pt>
                <c:pt idx="482">
                  <c:v>16.368608814179268</c:v>
                </c:pt>
                <c:pt idx="483">
                  <c:v>16.368608814179268</c:v>
                </c:pt>
                <c:pt idx="484">
                  <c:v>16.368608814179268</c:v>
                </c:pt>
                <c:pt idx="485">
                  <c:v>16.368608814179268</c:v>
                </c:pt>
                <c:pt idx="486">
                  <c:v>16.368608814179268</c:v>
                </c:pt>
                <c:pt idx="487">
                  <c:v>16.368608814179268</c:v>
                </c:pt>
                <c:pt idx="488">
                  <c:v>16.368608814179268</c:v>
                </c:pt>
                <c:pt idx="489">
                  <c:v>16.368608814179268</c:v>
                </c:pt>
                <c:pt idx="490">
                  <c:v>16.368608814179268</c:v>
                </c:pt>
                <c:pt idx="491">
                  <c:v>16.368608814179268</c:v>
                </c:pt>
                <c:pt idx="492">
                  <c:v>16.368608814179268</c:v>
                </c:pt>
                <c:pt idx="493">
                  <c:v>16.368608814179268</c:v>
                </c:pt>
                <c:pt idx="494">
                  <c:v>16.368608814179268</c:v>
                </c:pt>
                <c:pt idx="495">
                  <c:v>16.368608814179268</c:v>
                </c:pt>
                <c:pt idx="496">
                  <c:v>16.368608814179268</c:v>
                </c:pt>
                <c:pt idx="497">
                  <c:v>16.368608814179268</c:v>
                </c:pt>
                <c:pt idx="498">
                  <c:v>16.368608814179268</c:v>
                </c:pt>
                <c:pt idx="499">
                  <c:v>16.368608814179268</c:v>
                </c:pt>
                <c:pt idx="500">
                  <c:v>16.368608814179268</c:v>
                </c:pt>
                <c:pt idx="501">
                  <c:v>16.368608814179268</c:v>
                </c:pt>
                <c:pt idx="502">
                  <c:v>16.368608814179268</c:v>
                </c:pt>
                <c:pt idx="503">
                  <c:v>16.368608814179268</c:v>
                </c:pt>
                <c:pt idx="504">
                  <c:v>16.368608814179268</c:v>
                </c:pt>
                <c:pt idx="505">
                  <c:v>16.368608814179268</c:v>
                </c:pt>
                <c:pt idx="506">
                  <c:v>16.368608814179268</c:v>
                </c:pt>
                <c:pt idx="507">
                  <c:v>16.368608814179268</c:v>
                </c:pt>
                <c:pt idx="508">
                  <c:v>16.368608814179268</c:v>
                </c:pt>
                <c:pt idx="509">
                  <c:v>16.368608814179268</c:v>
                </c:pt>
                <c:pt idx="510">
                  <c:v>16.368608814179268</c:v>
                </c:pt>
                <c:pt idx="511">
                  <c:v>16.368608814179268</c:v>
                </c:pt>
                <c:pt idx="512">
                  <c:v>16.368608814179268</c:v>
                </c:pt>
                <c:pt idx="513">
                  <c:v>16.368608814179268</c:v>
                </c:pt>
                <c:pt idx="514">
                  <c:v>16.368608814179268</c:v>
                </c:pt>
                <c:pt idx="515">
                  <c:v>16.368608814179268</c:v>
                </c:pt>
                <c:pt idx="516">
                  <c:v>16.368608814179268</c:v>
                </c:pt>
                <c:pt idx="517">
                  <c:v>16.368608814179268</c:v>
                </c:pt>
                <c:pt idx="518">
                  <c:v>16.368608814179268</c:v>
                </c:pt>
                <c:pt idx="519">
                  <c:v>16.368608814179268</c:v>
                </c:pt>
                <c:pt idx="520">
                  <c:v>16.368608814179268</c:v>
                </c:pt>
                <c:pt idx="521">
                  <c:v>16.368608814179268</c:v>
                </c:pt>
                <c:pt idx="522">
                  <c:v>16.368608814179268</c:v>
                </c:pt>
                <c:pt idx="523">
                  <c:v>16.368608814179268</c:v>
                </c:pt>
                <c:pt idx="524">
                  <c:v>16.368608814179268</c:v>
                </c:pt>
                <c:pt idx="525">
                  <c:v>16.368608814179268</c:v>
                </c:pt>
                <c:pt idx="526">
                  <c:v>16.368608814179268</c:v>
                </c:pt>
                <c:pt idx="527">
                  <c:v>16.368608814179268</c:v>
                </c:pt>
                <c:pt idx="528">
                  <c:v>16.368608814179268</c:v>
                </c:pt>
                <c:pt idx="529">
                  <c:v>16.368608814179268</c:v>
                </c:pt>
                <c:pt idx="530">
                  <c:v>16.368608814179268</c:v>
                </c:pt>
                <c:pt idx="531">
                  <c:v>16.368608814179268</c:v>
                </c:pt>
                <c:pt idx="532">
                  <c:v>16.368608814179268</c:v>
                </c:pt>
                <c:pt idx="533">
                  <c:v>16.368608814179268</c:v>
                </c:pt>
                <c:pt idx="534">
                  <c:v>16.368608814179268</c:v>
                </c:pt>
                <c:pt idx="535">
                  <c:v>16.368608814179268</c:v>
                </c:pt>
                <c:pt idx="536">
                  <c:v>16.368608814179268</c:v>
                </c:pt>
                <c:pt idx="537">
                  <c:v>16.368608814179268</c:v>
                </c:pt>
                <c:pt idx="538">
                  <c:v>16.368608814179268</c:v>
                </c:pt>
                <c:pt idx="539">
                  <c:v>16.368608814179268</c:v>
                </c:pt>
                <c:pt idx="540">
                  <c:v>16.368608814179268</c:v>
                </c:pt>
                <c:pt idx="541">
                  <c:v>16.368608814179268</c:v>
                </c:pt>
                <c:pt idx="542">
                  <c:v>16.368608814179268</c:v>
                </c:pt>
                <c:pt idx="543">
                  <c:v>16.368608814179268</c:v>
                </c:pt>
                <c:pt idx="544">
                  <c:v>16.368608814179268</c:v>
                </c:pt>
                <c:pt idx="545">
                  <c:v>16.368608814179268</c:v>
                </c:pt>
                <c:pt idx="546">
                  <c:v>16.368608814179268</c:v>
                </c:pt>
                <c:pt idx="547">
                  <c:v>16.368608814179268</c:v>
                </c:pt>
                <c:pt idx="548">
                  <c:v>16.368608814179268</c:v>
                </c:pt>
                <c:pt idx="549">
                  <c:v>16.368608814179268</c:v>
                </c:pt>
                <c:pt idx="550">
                  <c:v>16.368608814179268</c:v>
                </c:pt>
                <c:pt idx="551">
                  <c:v>16.368608814179268</c:v>
                </c:pt>
                <c:pt idx="552">
                  <c:v>16.368608814179268</c:v>
                </c:pt>
                <c:pt idx="553">
                  <c:v>16.368608814179268</c:v>
                </c:pt>
                <c:pt idx="554">
                  <c:v>16.368608814179268</c:v>
                </c:pt>
                <c:pt idx="555">
                  <c:v>16.368608814179268</c:v>
                </c:pt>
                <c:pt idx="556">
                  <c:v>16.368608814179268</c:v>
                </c:pt>
                <c:pt idx="557">
                  <c:v>16.368608814179268</c:v>
                </c:pt>
                <c:pt idx="558">
                  <c:v>16.368608814179268</c:v>
                </c:pt>
                <c:pt idx="559">
                  <c:v>16.368608814179268</c:v>
                </c:pt>
                <c:pt idx="560">
                  <c:v>16.368608814179268</c:v>
                </c:pt>
                <c:pt idx="561">
                  <c:v>16.368608814179268</c:v>
                </c:pt>
                <c:pt idx="562">
                  <c:v>16.368608814179268</c:v>
                </c:pt>
                <c:pt idx="563">
                  <c:v>16.368608814179268</c:v>
                </c:pt>
                <c:pt idx="564">
                  <c:v>16.368608814179268</c:v>
                </c:pt>
                <c:pt idx="565">
                  <c:v>16.368608814179268</c:v>
                </c:pt>
                <c:pt idx="566">
                  <c:v>16.368608814179268</c:v>
                </c:pt>
                <c:pt idx="567">
                  <c:v>16.368608814179268</c:v>
                </c:pt>
                <c:pt idx="568">
                  <c:v>16.368608814179268</c:v>
                </c:pt>
                <c:pt idx="569">
                  <c:v>16.368608814179268</c:v>
                </c:pt>
                <c:pt idx="570">
                  <c:v>16.368608814179268</c:v>
                </c:pt>
                <c:pt idx="571">
                  <c:v>16.368608814179268</c:v>
                </c:pt>
                <c:pt idx="572">
                  <c:v>16.368608814179268</c:v>
                </c:pt>
                <c:pt idx="573">
                  <c:v>16.368608814179268</c:v>
                </c:pt>
                <c:pt idx="574">
                  <c:v>16.368608814179268</c:v>
                </c:pt>
                <c:pt idx="575">
                  <c:v>16.368608814179268</c:v>
                </c:pt>
                <c:pt idx="576">
                  <c:v>16.368608814179268</c:v>
                </c:pt>
                <c:pt idx="577">
                  <c:v>16.368608814179268</c:v>
                </c:pt>
                <c:pt idx="578">
                  <c:v>16.368608814179268</c:v>
                </c:pt>
                <c:pt idx="579">
                  <c:v>16.368608814179268</c:v>
                </c:pt>
                <c:pt idx="580">
                  <c:v>16.368608814179268</c:v>
                </c:pt>
                <c:pt idx="581">
                  <c:v>16.368608814179268</c:v>
                </c:pt>
                <c:pt idx="582">
                  <c:v>16.368608814179268</c:v>
                </c:pt>
                <c:pt idx="583">
                  <c:v>16.368608814179268</c:v>
                </c:pt>
                <c:pt idx="584">
                  <c:v>16.368608814179268</c:v>
                </c:pt>
                <c:pt idx="585">
                  <c:v>16.368608814179268</c:v>
                </c:pt>
                <c:pt idx="586">
                  <c:v>16.368608814179268</c:v>
                </c:pt>
                <c:pt idx="587">
                  <c:v>16.368608814179268</c:v>
                </c:pt>
                <c:pt idx="588">
                  <c:v>16.368608814179268</c:v>
                </c:pt>
                <c:pt idx="589">
                  <c:v>16.368608814179268</c:v>
                </c:pt>
                <c:pt idx="590">
                  <c:v>16.368608814179268</c:v>
                </c:pt>
                <c:pt idx="591">
                  <c:v>16.368608814179268</c:v>
                </c:pt>
                <c:pt idx="592">
                  <c:v>16.368608814179268</c:v>
                </c:pt>
                <c:pt idx="593">
                  <c:v>16.368608814179268</c:v>
                </c:pt>
                <c:pt idx="594">
                  <c:v>16.368608814179268</c:v>
                </c:pt>
                <c:pt idx="595">
                  <c:v>16.368608814179268</c:v>
                </c:pt>
                <c:pt idx="596">
                  <c:v>16.368608814179268</c:v>
                </c:pt>
                <c:pt idx="597">
                  <c:v>16.368608814179268</c:v>
                </c:pt>
                <c:pt idx="598">
                  <c:v>16.368608814179268</c:v>
                </c:pt>
                <c:pt idx="599">
                  <c:v>16.368608814179268</c:v>
                </c:pt>
                <c:pt idx="600">
                  <c:v>16.368608814179268</c:v>
                </c:pt>
                <c:pt idx="601">
                  <c:v>16.368608814179268</c:v>
                </c:pt>
                <c:pt idx="602">
                  <c:v>16.368608814179268</c:v>
                </c:pt>
                <c:pt idx="603">
                  <c:v>16.368608814179268</c:v>
                </c:pt>
                <c:pt idx="604">
                  <c:v>16.368608814179268</c:v>
                </c:pt>
                <c:pt idx="605">
                  <c:v>16.368608814179268</c:v>
                </c:pt>
                <c:pt idx="606">
                  <c:v>16.368608814179268</c:v>
                </c:pt>
                <c:pt idx="607">
                  <c:v>16.368608814179268</c:v>
                </c:pt>
                <c:pt idx="608">
                  <c:v>16.368608814179268</c:v>
                </c:pt>
                <c:pt idx="609">
                  <c:v>16.368608814179268</c:v>
                </c:pt>
                <c:pt idx="610">
                  <c:v>16.368608814179268</c:v>
                </c:pt>
                <c:pt idx="611">
                  <c:v>16.368608814179268</c:v>
                </c:pt>
                <c:pt idx="612">
                  <c:v>16.368608814179268</c:v>
                </c:pt>
                <c:pt idx="613">
                  <c:v>16.368608814179268</c:v>
                </c:pt>
                <c:pt idx="614">
                  <c:v>16.368608814179268</c:v>
                </c:pt>
                <c:pt idx="615">
                  <c:v>16.368608814179268</c:v>
                </c:pt>
                <c:pt idx="616">
                  <c:v>16.368608814179268</c:v>
                </c:pt>
                <c:pt idx="617">
                  <c:v>16.368608814179268</c:v>
                </c:pt>
                <c:pt idx="618">
                  <c:v>16.368608814179268</c:v>
                </c:pt>
                <c:pt idx="619">
                  <c:v>16.368608814179268</c:v>
                </c:pt>
                <c:pt idx="620">
                  <c:v>16.368608814179268</c:v>
                </c:pt>
                <c:pt idx="621">
                  <c:v>16.368608814179268</c:v>
                </c:pt>
                <c:pt idx="622">
                  <c:v>16.368608814179268</c:v>
                </c:pt>
                <c:pt idx="623">
                  <c:v>16.368608814179268</c:v>
                </c:pt>
                <c:pt idx="624">
                  <c:v>16.368608814179268</c:v>
                </c:pt>
                <c:pt idx="625">
                  <c:v>16.368608814179268</c:v>
                </c:pt>
                <c:pt idx="626">
                  <c:v>16.368608814179268</c:v>
                </c:pt>
                <c:pt idx="627">
                  <c:v>16.368608814179268</c:v>
                </c:pt>
                <c:pt idx="628">
                  <c:v>16.368608814179268</c:v>
                </c:pt>
                <c:pt idx="629">
                  <c:v>16.368608814179268</c:v>
                </c:pt>
                <c:pt idx="630">
                  <c:v>16.368608814179268</c:v>
                </c:pt>
                <c:pt idx="631">
                  <c:v>16.368608814179268</c:v>
                </c:pt>
                <c:pt idx="632">
                  <c:v>16.368608814179268</c:v>
                </c:pt>
                <c:pt idx="633">
                  <c:v>16.368608814179268</c:v>
                </c:pt>
                <c:pt idx="634">
                  <c:v>16.368608814179268</c:v>
                </c:pt>
                <c:pt idx="635">
                  <c:v>16.368608814179268</c:v>
                </c:pt>
                <c:pt idx="636">
                  <c:v>16.368608814179268</c:v>
                </c:pt>
                <c:pt idx="637">
                  <c:v>16.368608814179268</c:v>
                </c:pt>
                <c:pt idx="638">
                  <c:v>16.368608814179268</c:v>
                </c:pt>
                <c:pt idx="639">
                  <c:v>16.368608814179268</c:v>
                </c:pt>
                <c:pt idx="640">
                  <c:v>16.368608814179268</c:v>
                </c:pt>
                <c:pt idx="641">
                  <c:v>16.368608814179268</c:v>
                </c:pt>
                <c:pt idx="642">
                  <c:v>16.368608814179268</c:v>
                </c:pt>
                <c:pt idx="643">
                  <c:v>16.368608814179268</c:v>
                </c:pt>
                <c:pt idx="644">
                  <c:v>16.368608814179268</c:v>
                </c:pt>
                <c:pt idx="645">
                  <c:v>16.368608814179268</c:v>
                </c:pt>
                <c:pt idx="646">
                  <c:v>16.368608814179268</c:v>
                </c:pt>
                <c:pt idx="647">
                  <c:v>16.368608814179268</c:v>
                </c:pt>
                <c:pt idx="648">
                  <c:v>16.368608814179268</c:v>
                </c:pt>
                <c:pt idx="649">
                  <c:v>16.368608814179268</c:v>
                </c:pt>
                <c:pt idx="650">
                  <c:v>16.368608814179268</c:v>
                </c:pt>
                <c:pt idx="651">
                  <c:v>16.368608814179268</c:v>
                </c:pt>
                <c:pt idx="652">
                  <c:v>16.368608814179268</c:v>
                </c:pt>
                <c:pt idx="653">
                  <c:v>16.368608814179268</c:v>
                </c:pt>
                <c:pt idx="654">
                  <c:v>16.368608814179268</c:v>
                </c:pt>
                <c:pt idx="655">
                  <c:v>16.368608814179268</c:v>
                </c:pt>
                <c:pt idx="656">
                  <c:v>16.368608814179268</c:v>
                </c:pt>
                <c:pt idx="657">
                  <c:v>16.368608814179268</c:v>
                </c:pt>
                <c:pt idx="658">
                  <c:v>16.368608814179268</c:v>
                </c:pt>
                <c:pt idx="659">
                  <c:v>16.368608814179268</c:v>
                </c:pt>
                <c:pt idx="660">
                  <c:v>16.368608814179268</c:v>
                </c:pt>
                <c:pt idx="661">
                  <c:v>16.368608814179268</c:v>
                </c:pt>
                <c:pt idx="662">
                  <c:v>16.368608814179268</c:v>
                </c:pt>
                <c:pt idx="663">
                  <c:v>16.368608814179268</c:v>
                </c:pt>
                <c:pt idx="664">
                  <c:v>16.368608814179268</c:v>
                </c:pt>
                <c:pt idx="665">
                  <c:v>16.368608814179268</c:v>
                </c:pt>
                <c:pt idx="666">
                  <c:v>16.368608814179268</c:v>
                </c:pt>
                <c:pt idx="667">
                  <c:v>16.368608814179268</c:v>
                </c:pt>
                <c:pt idx="668">
                  <c:v>16.368608814179268</c:v>
                </c:pt>
                <c:pt idx="669">
                  <c:v>16.368608814179268</c:v>
                </c:pt>
                <c:pt idx="670">
                  <c:v>16.368608814179268</c:v>
                </c:pt>
                <c:pt idx="671">
                  <c:v>16.368608814179268</c:v>
                </c:pt>
                <c:pt idx="672">
                  <c:v>16.368608814179268</c:v>
                </c:pt>
                <c:pt idx="673">
                  <c:v>16.368608814179268</c:v>
                </c:pt>
                <c:pt idx="674">
                  <c:v>16.368608814179268</c:v>
                </c:pt>
                <c:pt idx="675">
                  <c:v>16.368608814179268</c:v>
                </c:pt>
                <c:pt idx="676">
                  <c:v>16.368608814179268</c:v>
                </c:pt>
                <c:pt idx="677">
                  <c:v>16.368608814179268</c:v>
                </c:pt>
                <c:pt idx="678">
                  <c:v>16.368608814179268</c:v>
                </c:pt>
                <c:pt idx="679">
                  <c:v>16.368608814179268</c:v>
                </c:pt>
                <c:pt idx="680">
                  <c:v>16.368608814179268</c:v>
                </c:pt>
                <c:pt idx="681">
                  <c:v>16.368608814179268</c:v>
                </c:pt>
                <c:pt idx="682">
                  <c:v>16.368608814179268</c:v>
                </c:pt>
                <c:pt idx="683">
                  <c:v>16.368608814179268</c:v>
                </c:pt>
                <c:pt idx="684">
                  <c:v>16.368608814179268</c:v>
                </c:pt>
                <c:pt idx="685">
                  <c:v>16.368608814179268</c:v>
                </c:pt>
                <c:pt idx="686">
                  <c:v>16.368608814179268</c:v>
                </c:pt>
                <c:pt idx="687">
                  <c:v>16.368608814179268</c:v>
                </c:pt>
                <c:pt idx="688">
                  <c:v>16.368608814179268</c:v>
                </c:pt>
                <c:pt idx="689">
                  <c:v>16.368608814179268</c:v>
                </c:pt>
                <c:pt idx="690">
                  <c:v>16.368608814179268</c:v>
                </c:pt>
                <c:pt idx="691">
                  <c:v>16.368608814179268</c:v>
                </c:pt>
                <c:pt idx="692">
                  <c:v>16.368608814179268</c:v>
                </c:pt>
                <c:pt idx="693">
                  <c:v>16.368608814179268</c:v>
                </c:pt>
                <c:pt idx="694">
                  <c:v>16.368608814179268</c:v>
                </c:pt>
                <c:pt idx="695">
                  <c:v>16.368608814179268</c:v>
                </c:pt>
                <c:pt idx="696">
                  <c:v>16.368608814179268</c:v>
                </c:pt>
                <c:pt idx="697">
                  <c:v>16.368608814179268</c:v>
                </c:pt>
                <c:pt idx="698">
                  <c:v>16.368608814179268</c:v>
                </c:pt>
                <c:pt idx="699">
                  <c:v>16.368608814179268</c:v>
                </c:pt>
                <c:pt idx="700">
                  <c:v>16.368608814179268</c:v>
                </c:pt>
                <c:pt idx="701">
                  <c:v>16.368608814179268</c:v>
                </c:pt>
                <c:pt idx="702">
                  <c:v>16.368608814179268</c:v>
                </c:pt>
                <c:pt idx="703">
                  <c:v>16.368608814179268</c:v>
                </c:pt>
                <c:pt idx="704">
                  <c:v>16.368608814179268</c:v>
                </c:pt>
                <c:pt idx="705">
                  <c:v>16.368608814179268</c:v>
                </c:pt>
                <c:pt idx="706">
                  <c:v>16.368608814179268</c:v>
                </c:pt>
                <c:pt idx="707">
                  <c:v>16.368608814179268</c:v>
                </c:pt>
                <c:pt idx="708">
                  <c:v>16.368608814179268</c:v>
                </c:pt>
                <c:pt idx="709">
                  <c:v>16.368608814179268</c:v>
                </c:pt>
                <c:pt idx="710">
                  <c:v>16.368608814179268</c:v>
                </c:pt>
                <c:pt idx="711">
                  <c:v>16.368608814179268</c:v>
                </c:pt>
                <c:pt idx="712">
                  <c:v>16.368608814179268</c:v>
                </c:pt>
                <c:pt idx="713">
                  <c:v>16.368608814179268</c:v>
                </c:pt>
                <c:pt idx="714">
                  <c:v>16.368608814179268</c:v>
                </c:pt>
                <c:pt idx="715">
                  <c:v>16.368608814179268</c:v>
                </c:pt>
                <c:pt idx="716">
                  <c:v>16.368608814179268</c:v>
                </c:pt>
                <c:pt idx="717">
                  <c:v>16.368608814179268</c:v>
                </c:pt>
                <c:pt idx="718">
                  <c:v>16.368608814179268</c:v>
                </c:pt>
                <c:pt idx="719">
                  <c:v>16.368608814179268</c:v>
                </c:pt>
                <c:pt idx="720">
                  <c:v>16.368608814179268</c:v>
                </c:pt>
                <c:pt idx="721">
                  <c:v>16.368608814179268</c:v>
                </c:pt>
                <c:pt idx="722">
                  <c:v>16.368608814179268</c:v>
                </c:pt>
                <c:pt idx="723">
                  <c:v>16.368608814179268</c:v>
                </c:pt>
                <c:pt idx="724">
                  <c:v>16.368608814179268</c:v>
                </c:pt>
                <c:pt idx="725">
                  <c:v>16.368608814179268</c:v>
                </c:pt>
                <c:pt idx="726">
                  <c:v>16.368608814179268</c:v>
                </c:pt>
                <c:pt idx="727">
                  <c:v>16.368608814179268</c:v>
                </c:pt>
                <c:pt idx="728">
                  <c:v>16.368608814179268</c:v>
                </c:pt>
                <c:pt idx="729">
                  <c:v>16.368608814179268</c:v>
                </c:pt>
                <c:pt idx="730">
                  <c:v>16.368608814179268</c:v>
                </c:pt>
                <c:pt idx="731">
                  <c:v>16.368608814179268</c:v>
                </c:pt>
                <c:pt idx="732">
                  <c:v>16.368608814179268</c:v>
                </c:pt>
                <c:pt idx="733">
                  <c:v>16.368608814179268</c:v>
                </c:pt>
                <c:pt idx="734">
                  <c:v>16.368608814179268</c:v>
                </c:pt>
                <c:pt idx="735">
                  <c:v>16.368608814179268</c:v>
                </c:pt>
                <c:pt idx="736">
                  <c:v>16.368608814179268</c:v>
                </c:pt>
                <c:pt idx="737">
                  <c:v>16.368608814179268</c:v>
                </c:pt>
                <c:pt idx="738">
                  <c:v>16.368608814179268</c:v>
                </c:pt>
                <c:pt idx="739">
                  <c:v>16.368608814179268</c:v>
                </c:pt>
                <c:pt idx="740">
                  <c:v>16.368608814179268</c:v>
                </c:pt>
                <c:pt idx="741">
                  <c:v>16.368608814179268</c:v>
                </c:pt>
                <c:pt idx="742">
                  <c:v>16.368608814179268</c:v>
                </c:pt>
                <c:pt idx="743">
                  <c:v>16.368608814179268</c:v>
                </c:pt>
                <c:pt idx="744">
                  <c:v>16.368608814179268</c:v>
                </c:pt>
                <c:pt idx="745">
                  <c:v>16.368608814179268</c:v>
                </c:pt>
                <c:pt idx="746">
                  <c:v>16.368608814179268</c:v>
                </c:pt>
                <c:pt idx="747">
                  <c:v>16.368608814179268</c:v>
                </c:pt>
                <c:pt idx="748">
                  <c:v>16.368608814179268</c:v>
                </c:pt>
                <c:pt idx="749">
                  <c:v>16.368608814179268</c:v>
                </c:pt>
                <c:pt idx="750">
                  <c:v>16.368608814179268</c:v>
                </c:pt>
                <c:pt idx="751">
                  <c:v>16.368608814179268</c:v>
                </c:pt>
                <c:pt idx="752">
                  <c:v>16.368608814179268</c:v>
                </c:pt>
                <c:pt idx="753">
                  <c:v>16.368608814179268</c:v>
                </c:pt>
                <c:pt idx="754">
                  <c:v>16.368608814179268</c:v>
                </c:pt>
                <c:pt idx="755">
                  <c:v>16.368608814179268</c:v>
                </c:pt>
                <c:pt idx="756">
                  <c:v>16.368608814179268</c:v>
                </c:pt>
                <c:pt idx="757">
                  <c:v>16.368608814179268</c:v>
                </c:pt>
                <c:pt idx="758">
                  <c:v>16.368608814179268</c:v>
                </c:pt>
                <c:pt idx="759">
                  <c:v>16.368608814179268</c:v>
                </c:pt>
                <c:pt idx="760">
                  <c:v>16.368608814179268</c:v>
                </c:pt>
                <c:pt idx="761">
                  <c:v>16.368608814179268</c:v>
                </c:pt>
                <c:pt idx="762">
                  <c:v>16.368608814179268</c:v>
                </c:pt>
                <c:pt idx="763">
                  <c:v>16.368608814179268</c:v>
                </c:pt>
                <c:pt idx="764">
                  <c:v>16.368608814179268</c:v>
                </c:pt>
                <c:pt idx="765">
                  <c:v>16.368608814179268</c:v>
                </c:pt>
                <c:pt idx="766">
                  <c:v>16.368608814179268</c:v>
                </c:pt>
                <c:pt idx="767">
                  <c:v>16.368608814179268</c:v>
                </c:pt>
                <c:pt idx="768">
                  <c:v>16.368608814179268</c:v>
                </c:pt>
                <c:pt idx="769">
                  <c:v>16.368608814179268</c:v>
                </c:pt>
                <c:pt idx="770">
                  <c:v>16.368608814179268</c:v>
                </c:pt>
                <c:pt idx="771">
                  <c:v>16.368608814179268</c:v>
                </c:pt>
                <c:pt idx="772">
                  <c:v>16.368608814179268</c:v>
                </c:pt>
                <c:pt idx="773">
                  <c:v>16.368608814179268</c:v>
                </c:pt>
                <c:pt idx="774">
                  <c:v>16.368608814179268</c:v>
                </c:pt>
                <c:pt idx="775">
                  <c:v>16.368608814179268</c:v>
                </c:pt>
                <c:pt idx="776">
                  <c:v>16.368608814179268</c:v>
                </c:pt>
                <c:pt idx="777">
                  <c:v>16.368608814179268</c:v>
                </c:pt>
                <c:pt idx="778">
                  <c:v>16.368608814179268</c:v>
                </c:pt>
                <c:pt idx="779">
                  <c:v>16.368608814179268</c:v>
                </c:pt>
                <c:pt idx="780">
                  <c:v>16.368608814179268</c:v>
                </c:pt>
                <c:pt idx="781">
                  <c:v>16.368608814179268</c:v>
                </c:pt>
                <c:pt idx="782">
                  <c:v>16.368608814179268</c:v>
                </c:pt>
                <c:pt idx="783">
                  <c:v>16.368608814179268</c:v>
                </c:pt>
                <c:pt idx="784">
                  <c:v>16.368608814179268</c:v>
                </c:pt>
                <c:pt idx="785">
                  <c:v>16.368608814179268</c:v>
                </c:pt>
                <c:pt idx="786">
                  <c:v>16.368608814179268</c:v>
                </c:pt>
                <c:pt idx="787">
                  <c:v>16.368608814179268</c:v>
                </c:pt>
                <c:pt idx="788">
                  <c:v>16.368608814179268</c:v>
                </c:pt>
                <c:pt idx="789">
                  <c:v>16.368608814179268</c:v>
                </c:pt>
                <c:pt idx="790">
                  <c:v>16.368608814179268</c:v>
                </c:pt>
                <c:pt idx="791">
                  <c:v>16.368608814179268</c:v>
                </c:pt>
                <c:pt idx="792">
                  <c:v>16.368608814179268</c:v>
                </c:pt>
                <c:pt idx="793">
                  <c:v>16.368608814179268</c:v>
                </c:pt>
                <c:pt idx="794">
                  <c:v>16.368608814179268</c:v>
                </c:pt>
                <c:pt idx="795">
                  <c:v>16.368608814179268</c:v>
                </c:pt>
                <c:pt idx="796">
                  <c:v>16.368608814179268</c:v>
                </c:pt>
                <c:pt idx="797">
                  <c:v>16.368608814179268</c:v>
                </c:pt>
                <c:pt idx="798">
                  <c:v>16.368608814179268</c:v>
                </c:pt>
                <c:pt idx="799">
                  <c:v>16.368608814179268</c:v>
                </c:pt>
                <c:pt idx="800">
                  <c:v>16.368608814179268</c:v>
                </c:pt>
                <c:pt idx="801">
                  <c:v>16.368608814179268</c:v>
                </c:pt>
                <c:pt idx="802">
                  <c:v>16.368608814179268</c:v>
                </c:pt>
                <c:pt idx="803">
                  <c:v>16.368608814179268</c:v>
                </c:pt>
                <c:pt idx="804">
                  <c:v>16.368608814179268</c:v>
                </c:pt>
                <c:pt idx="805">
                  <c:v>16.368608814179268</c:v>
                </c:pt>
                <c:pt idx="806">
                  <c:v>16.368608814179268</c:v>
                </c:pt>
                <c:pt idx="807">
                  <c:v>16.368608814179268</c:v>
                </c:pt>
                <c:pt idx="808">
                  <c:v>16.368608814179268</c:v>
                </c:pt>
                <c:pt idx="809">
                  <c:v>16.368608814179268</c:v>
                </c:pt>
                <c:pt idx="810">
                  <c:v>16.368608814179268</c:v>
                </c:pt>
                <c:pt idx="811">
                  <c:v>16.368608814179268</c:v>
                </c:pt>
                <c:pt idx="812">
                  <c:v>16.368608814179268</c:v>
                </c:pt>
                <c:pt idx="813">
                  <c:v>16.368608814179268</c:v>
                </c:pt>
                <c:pt idx="814">
                  <c:v>16.368608814179268</c:v>
                </c:pt>
                <c:pt idx="815">
                  <c:v>16.368608814179268</c:v>
                </c:pt>
                <c:pt idx="816">
                  <c:v>16.368608814179268</c:v>
                </c:pt>
                <c:pt idx="817">
                  <c:v>16.368608814179268</c:v>
                </c:pt>
                <c:pt idx="818">
                  <c:v>16.368608814179268</c:v>
                </c:pt>
                <c:pt idx="819">
                  <c:v>16.368608814179268</c:v>
                </c:pt>
                <c:pt idx="820">
                  <c:v>16.368608814179268</c:v>
                </c:pt>
                <c:pt idx="821">
                  <c:v>16.368608814179268</c:v>
                </c:pt>
                <c:pt idx="822">
                  <c:v>16.368608814179268</c:v>
                </c:pt>
                <c:pt idx="823">
                  <c:v>16.368608814179268</c:v>
                </c:pt>
                <c:pt idx="824">
                  <c:v>16.368608814179268</c:v>
                </c:pt>
                <c:pt idx="825">
                  <c:v>16.368608814179268</c:v>
                </c:pt>
                <c:pt idx="826">
                  <c:v>16.368608814179268</c:v>
                </c:pt>
                <c:pt idx="827">
                  <c:v>16.368608814179268</c:v>
                </c:pt>
                <c:pt idx="828">
                  <c:v>16.368608814179268</c:v>
                </c:pt>
                <c:pt idx="829">
                  <c:v>16.368608814179268</c:v>
                </c:pt>
                <c:pt idx="830">
                  <c:v>16.368608814179268</c:v>
                </c:pt>
                <c:pt idx="831">
                  <c:v>16.368608814179268</c:v>
                </c:pt>
                <c:pt idx="832">
                  <c:v>16.368608814179268</c:v>
                </c:pt>
                <c:pt idx="833">
                  <c:v>16.368608814179268</c:v>
                </c:pt>
                <c:pt idx="834">
                  <c:v>16.368608814179268</c:v>
                </c:pt>
                <c:pt idx="835">
                  <c:v>16.368608814179268</c:v>
                </c:pt>
                <c:pt idx="836">
                  <c:v>16.368608814179268</c:v>
                </c:pt>
                <c:pt idx="837">
                  <c:v>16.368608814179268</c:v>
                </c:pt>
                <c:pt idx="838">
                  <c:v>16.368608814179268</c:v>
                </c:pt>
                <c:pt idx="839">
                  <c:v>16.368608814179268</c:v>
                </c:pt>
                <c:pt idx="840">
                  <c:v>16.368608814179268</c:v>
                </c:pt>
                <c:pt idx="841">
                  <c:v>16.368608814179268</c:v>
                </c:pt>
                <c:pt idx="842">
                  <c:v>16.368608814179268</c:v>
                </c:pt>
                <c:pt idx="843">
                  <c:v>16.368608814179268</c:v>
                </c:pt>
                <c:pt idx="844">
                  <c:v>16.368608814179268</c:v>
                </c:pt>
                <c:pt idx="845">
                  <c:v>16.368608814179268</c:v>
                </c:pt>
                <c:pt idx="846">
                  <c:v>16.368608814179268</c:v>
                </c:pt>
                <c:pt idx="847">
                  <c:v>16.368608814179268</c:v>
                </c:pt>
                <c:pt idx="848">
                  <c:v>16.368608814179268</c:v>
                </c:pt>
                <c:pt idx="849">
                  <c:v>16.368608814179268</c:v>
                </c:pt>
                <c:pt idx="850">
                  <c:v>16.368608814179268</c:v>
                </c:pt>
                <c:pt idx="851">
                  <c:v>16.368608814179268</c:v>
                </c:pt>
                <c:pt idx="852">
                  <c:v>16.368608814179268</c:v>
                </c:pt>
                <c:pt idx="853">
                  <c:v>16.368608814179268</c:v>
                </c:pt>
                <c:pt idx="854">
                  <c:v>16.368608814179268</c:v>
                </c:pt>
                <c:pt idx="855">
                  <c:v>16.368608814179268</c:v>
                </c:pt>
                <c:pt idx="856">
                  <c:v>16.368608814179268</c:v>
                </c:pt>
                <c:pt idx="857">
                  <c:v>16.368608814179268</c:v>
                </c:pt>
                <c:pt idx="858">
                  <c:v>16.368608814179268</c:v>
                </c:pt>
                <c:pt idx="859">
                  <c:v>16.368608814179268</c:v>
                </c:pt>
                <c:pt idx="860">
                  <c:v>16.368608814179268</c:v>
                </c:pt>
                <c:pt idx="861">
                  <c:v>16.368608814179268</c:v>
                </c:pt>
                <c:pt idx="862">
                  <c:v>16.368608814179268</c:v>
                </c:pt>
                <c:pt idx="863">
                  <c:v>16.368608814179268</c:v>
                </c:pt>
                <c:pt idx="864">
                  <c:v>16.368608814179268</c:v>
                </c:pt>
                <c:pt idx="865">
                  <c:v>16.368608814179268</c:v>
                </c:pt>
                <c:pt idx="866">
                  <c:v>16.368608814179268</c:v>
                </c:pt>
                <c:pt idx="867">
                  <c:v>16.368608814179268</c:v>
                </c:pt>
                <c:pt idx="868">
                  <c:v>16.368608814179268</c:v>
                </c:pt>
                <c:pt idx="869">
                  <c:v>16.368608814179268</c:v>
                </c:pt>
                <c:pt idx="870">
                  <c:v>16.368608814179268</c:v>
                </c:pt>
                <c:pt idx="871">
                  <c:v>16.368608814179268</c:v>
                </c:pt>
                <c:pt idx="872">
                  <c:v>16.368608814179268</c:v>
                </c:pt>
                <c:pt idx="873">
                  <c:v>16.368608814179268</c:v>
                </c:pt>
                <c:pt idx="874">
                  <c:v>16.368608814179268</c:v>
                </c:pt>
                <c:pt idx="875">
                  <c:v>16.368608814179268</c:v>
                </c:pt>
                <c:pt idx="876">
                  <c:v>16.368608814179268</c:v>
                </c:pt>
                <c:pt idx="877">
                  <c:v>16.368608814179268</c:v>
                </c:pt>
                <c:pt idx="878">
                  <c:v>16.368608814179268</c:v>
                </c:pt>
                <c:pt idx="879">
                  <c:v>16.368608814179268</c:v>
                </c:pt>
                <c:pt idx="880">
                  <c:v>16.368608814179268</c:v>
                </c:pt>
                <c:pt idx="881">
                  <c:v>16.368608814179268</c:v>
                </c:pt>
                <c:pt idx="882">
                  <c:v>16.368608814179268</c:v>
                </c:pt>
                <c:pt idx="883">
                  <c:v>16.368608814179268</c:v>
                </c:pt>
                <c:pt idx="884">
                  <c:v>16.368608814179268</c:v>
                </c:pt>
                <c:pt idx="885">
                  <c:v>16.368608814179268</c:v>
                </c:pt>
                <c:pt idx="886">
                  <c:v>16.368608814179268</c:v>
                </c:pt>
                <c:pt idx="887">
                  <c:v>16.368608814179268</c:v>
                </c:pt>
                <c:pt idx="888">
                  <c:v>16.368608814179268</c:v>
                </c:pt>
                <c:pt idx="889">
                  <c:v>16.368608814179268</c:v>
                </c:pt>
                <c:pt idx="890">
                  <c:v>16.368608814179268</c:v>
                </c:pt>
                <c:pt idx="891">
                  <c:v>16.368608814179268</c:v>
                </c:pt>
                <c:pt idx="892">
                  <c:v>16.368608814179268</c:v>
                </c:pt>
                <c:pt idx="893">
                  <c:v>16.368608814179268</c:v>
                </c:pt>
                <c:pt idx="894">
                  <c:v>16.368608814179268</c:v>
                </c:pt>
                <c:pt idx="895">
                  <c:v>16.368608814179268</c:v>
                </c:pt>
                <c:pt idx="896">
                  <c:v>16.368608814179268</c:v>
                </c:pt>
                <c:pt idx="897">
                  <c:v>16.368608814179268</c:v>
                </c:pt>
                <c:pt idx="898">
                  <c:v>16.368608814179268</c:v>
                </c:pt>
                <c:pt idx="899">
                  <c:v>16.368608814179268</c:v>
                </c:pt>
                <c:pt idx="900">
                  <c:v>16.368608814179268</c:v>
                </c:pt>
                <c:pt idx="901">
                  <c:v>16.368608814179268</c:v>
                </c:pt>
                <c:pt idx="902">
                  <c:v>16.368608814179268</c:v>
                </c:pt>
                <c:pt idx="903">
                  <c:v>16.368608814179268</c:v>
                </c:pt>
                <c:pt idx="904">
                  <c:v>16.368608814179268</c:v>
                </c:pt>
                <c:pt idx="905">
                  <c:v>16.368608814179268</c:v>
                </c:pt>
                <c:pt idx="906">
                  <c:v>16.368608814179268</c:v>
                </c:pt>
                <c:pt idx="907">
                  <c:v>16.368608814179268</c:v>
                </c:pt>
                <c:pt idx="908">
                  <c:v>16.368608814179268</c:v>
                </c:pt>
                <c:pt idx="909">
                  <c:v>16.368608814179268</c:v>
                </c:pt>
                <c:pt idx="910">
                  <c:v>16.368608814179268</c:v>
                </c:pt>
                <c:pt idx="911">
                  <c:v>16.368608814179268</c:v>
                </c:pt>
                <c:pt idx="912">
                  <c:v>16.368608814179268</c:v>
                </c:pt>
                <c:pt idx="913">
                  <c:v>16.368608814179268</c:v>
                </c:pt>
                <c:pt idx="914">
                  <c:v>16.368608814179268</c:v>
                </c:pt>
                <c:pt idx="915">
                  <c:v>16.368608814179268</c:v>
                </c:pt>
                <c:pt idx="916">
                  <c:v>16.368608814179268</c:v>
                </c:pt>
                <c:pt idx="917">
                  <c:v>16.368608814179268</c:v>
                </c:pt>
                <c:pt idx="918">
                  <c:v>16.368608814179268</c:v>
                </c:pt>
                <c:pt idx="919">
                  <c:v>16.368608814179268</c:v>
                </c:pt>
                <c:pt idx="920">
                  <c:v>16.368608814179268</c:v>
                </c:pt>
                <c:pt idx="921">
                  <c:v>16.368608814179268</c:v>
                </c:pt>
                <c:pt idx="922">
                  <c:v>16.368608814179268</c:v>
                </c:pt>
                <c:pt idx="923">
                  <c:v>16.368608814179268</c:v>
                </c:pt>
                <c:pt idx="924">
                  <c:v>16.368608814179268</c:v>
                </c:pt>
                <c:pt idx="925">
                  <c:v>16.368608814179268</c:v>
                </c:pt>
                <c:pt idx="926">
                  <c:v>16.368608814179268</c:v>
                </c:pt>
                <c:pt idx="927">
                  <c:v>16.368608814179268</c:v>
                </c:pt>
                <c:pt idx="928">
                  <c:v>16.368608814179268</c:v>
                </c:pt>
                <c:pt idx="929">
                  <c:v>16.368608814179268</c:v>
                </c:pt>
                <c:pt idx="930">
                  <c:v>16.368608814179268</c:v>
                </c:pt>
                <c:pt idx="931">
                  <c:v>16.368608814179268</c:v>
                </c:pt>
                <c:pt idx="932">
                  <c:v>16.368608814179268</c:v>
                </c:pt>
                <c:pt idx="933">
                  <c:v>16.368608814179268</c:v>
                </c:pt>
                <c:pt idx="934">
                  <c:v>16.368608814179268</c:v>
                </c:pt>
                <c:pt idx="935">
                  <c:v>16.368608814179268</c:v>
                </c:pt>
                <c:pt idx="936">
                  <c:v>16.368608814179268</c:v>
                </c:pt>
                <c:pt idx="937">
                  <c:v>16.368608814179268</c:v>
                </c:pt>
                <c:pt idx="938">
                  <c:v>16.368608814179268</c:v>
                </c:pt>
                <c:pt idx="939">
                  <c:v>16.368608814179268</c:v>
                </c:pt>
                <c:pt idx="940">
                  <c:v>16.368608814179268</c:v>
                </c:pt>
                <c:pt idx="941">
                  <c:v>16.368608814179268</c:v>
                </c:pt>
                <c:pt idx="942">
                  <c:v>16.368608814179268</c:v>
                </c:pt>
                <c:pt idx="943">
                  <c:v>16.368608814179268</c:v>
                </c:pt>
                <c:pt idx="944">
                  <c:v>16.368608814179268</c:v>
                </c:pt>
                <c:pt idx="945">
                  <c:v>16.368608814179268</c:v>
                </c:pt>
                <c:pt idx="946">
                  <c:v>16.368608814179268</c:v>
                </c:pt>
                <c:pt idx="947">
                  <c:v>16.368608814179268</c:v>
                </c:pt>
                <c:pt idx="948">
                  <c:v>16.368608814179268</c:v>
                </c:pt>
                <c:pt idx="949">
                  <c:v>16.368608814179268</c:v>
                </c:pt>
                <c:pt idx="950">
                  <c:v>16.368608814179268</c:v>
                </c:pt>
                <c:pt idx="951">
                  <c:v>16.368608814179268</c:v>
                </c:pt>
                <c:pt idx="952">
                  <c:v>16.368608814179268</c:v>
                </c:pt>
                <c:pt idx="953">
                  <c:v>16.368608814179268</c:v>
                </c:pt>
                <c:pt idx="954">
                  <c:v>16.368608814179268</c:v>
                </c:pt>
                <c:pt idx="955">
                  <c:v>16.368608814179268</c:v>
                </c:pt>
                <c:pt idx="956">
                  <c:v>16.368608814179268</c:v>
                </c:pt>
                <c:pt idx="957">
                  <c:v>16.368608814179268</c:v>
                </c:pt>
                <c:pt idx="958">
                  <c:v>16.368608814179268</c:v>
                </c:pt>
                <c:pt idx="959">
                  <c:v>16.368608814179268</c:v>
                </c:pt>
                <c:pt idx="960">
                  <c:v>16.368608814179268</c:v>
                </c:pt>
                <c:pt idx="961">
                  <c:v>16.368608814179268</c:v>
                </c:pt>
                <c:pt idx="962">
                  <c:v>16.368608814179268</c:v>
                </c:pt>
                <c:pt idx="963">
                  <c:v>16.368608814179268</c:v>
                </c:pt>
                <c:pt idx="964">
                  <c:v>16.368608814179268</c:v>
                </c:pt>
                <c:pt idx="965">
                  <c:v>16.368608814179268</c:v>
                </c:pt>
                <c:pt idx="966">
                  <c:v>16.368608814179268</c:v>
                </c:pt>
                <c:pt idx="967">
                  <c:v>16.368608814179268</c:v>
                </c:pt>
                <c:pt idx="968">
                  <c:v>16.368608814179268</c:v>
                </c:pt>
                <c:pt idx="969">
                  <c:v>16.368608814179268</c:v>
                </c:pt>
                <c:pt idx="970">
                  <c:v>16.368608814179268</c:v>
                </c:pt>
                <c:pt idx="971">
                  <c:v>16.368608814179268</c:v>
                </c:pt>
                <c:pt idx="972">
                  <c:v>16.368608814179268</c:v>
                </c:pt>
                <c:pt idx="973">
                  <c:v>16.368608814179268</c:v>
                </c:pt>
                <c:pt idx="974">
                  <c:v>16.368608814179268</c:v>
                </c:pt>
                <c:pt idx="975">
                  <c:v>16.368608814179268</c:v>
                </c:pt>
                <c:pt idx="976">
                  <c:v>16.368608814179268</c:v>
                </c:pt>
                <c:pt idx="977">
                  <c:v>16.368608814179268</c:v>
                </c:pt>
                <c:pt idx="978">
                  <c:v>16.368608814179268</c:v>
                </c:pt>
                <c:pt idx="979">
                  <c:v>16.368608814179268</c:v>
                </c:pt>
                <c:pt idx="980">
                  <c:v>16.368608814179268</c:v>
                </c:pt>
                <c:pt idx="981">
                  <c:v>16.368608814179268</c:v>
                </c:pt>
                <c:pt idx="982">
                  <c:v>16.368608814179268</c:v>
                </c:pt>
                <c:pt idx="983">
                  <c:v>16.368608814179268</c:v>
                </c:pt>
                <c:pt idx="984">
                  <c:v>16.368608814179268</c:v>
                </c:pt>
                <c:pt idx="985">
                  <c:v>16.368608814179268</c:v>
                </c:pt>
                <c:pt idx="986">
                  <c:v>16.368608814179268</c:v>
                </c:pt>
                <c:pt idx="987">
                  <c:v>16.368608814179268</c:v>
                </c:pt>
                <c:pt idx="988">
                  <c:v>16.368608814179268</c:v>
                </c:pt>
                <c:pt idx="989">
                  <c:v>16.368608814179268</c:v>
                </c:pt>
                <c:pt idx="990">
                  <c:v>16.368608814179268</c:v>
                </c:pt>
                <c:pt idx="991">
                  <c:v>16.368608814179268</c:v>
                </c:pt>
                <c:pt idx="992">
                  <c:v>16.368608814179268</c:v>
                </c:pt>
                <c:pt idx="993">
                  <c:v>16.368608814179268</c:v>
                </c:pt>
                <c:pt idx="994">
                  <c:v>16.368608814179268</c:v>
                </c:pt>
                <c:pt idx="995">
                  <c:v>16.368608814179268</c:v>
                </c:pt>
                <c:pt idx="996">
                  <c:v>16.368608814179268</c:v>
                </c:pt>
                <c:pt idx="997">
                  <c:v>16.368608814179268</c:v>
                </c:pt>
                <c:pt idx="998">
                  <c:v>16.368608814179268</c:v>
                </c:pt>
                <c:pt idx="999">
                  <c:v>16.368608814179268</c:v>
                </c:pt>
                <c:pt idx="1000">
                  <c:v>16.368608814179268</c:v>
                </c:pt>
                <c:pt idx="1001">
                  <c:v>16.368608814179268</c:v>
                </c:pt>
                <c:pt idx="1002">
                  <c:v>16.368608814179268</c:v>
                </c:pt>
                <c:pt idx="1003">
                  <c:v>16.368608814179268</c:v>
                </c:pt>
                <c:pt idx="1004">
                  <c:v>16.368608814179268</c:v>
                </c:pt>
                <c:pt idx="1005">
                  <c:v>16.368608814179268</c:v>
                </c:pt>
                <c:pt idx="1006">
                  <c:v>16.368608814179268</c:v>
                </c:pt>
                <c:pt idx="1007">
                  <c:v>16.368608814179268</c:v>
                </c:pt>
                <c:pt idx="1008">
                  <c:v>16.368608814179268</c:v>
                </c:pt>
                <c:pt idx="1009">
                  <c:v>16.368608814179268</c:v>
                </c:pt>
                <c:pt idx="1010">
                  <c:v>16.368608814179268</c:v>
                </c:pt>
                <c:pt idx="1011">
                  <c:v>16.368608814179268</c:v>
                </c:pt>
                <c:pt idx="1012">
                  <c:v>16.368608814179268</c:v>
                </c:pt>
                <c:pt idx="1013">
                  <c:v>16.368608814179268</c:v>
                </c:pt>
                <c:pt idx="1014">
                  <c:v>16.368608814179268</c:v>
                </c:pt>
                <c:pt idx="1015">
                  <c:v>16.368608814179268</c:v>
                </c:pt>
                <c:pt idx="1016">
                  <c:v>16.368608814179268</c:v>
                </c:pt>
                <c:pt idx="1017">
                  <c:v>16.368608814179268</c:v>
                </c:pt>
                <c:pt idx="1018">
                  <c:v>16.368608814179268</c:v>
                </c:pt>
                <c:pt idx="1019">
                  <c:v>16.368608814179268</c:v>
                </c:pt>
                <c:pt idx="1020">
                  <c:v>16.368608814179268</c:v>
                </c:pt>
                <c:pt idx="1021">
                  <c:v>16.368608814179268</c:v>
                </c:pt>
                <c:pt idx="1022">
                  <c:v>16.368608814179268</c:v>
                </c:pt>
                <c:pt idx="1023">
                  <c:v>16.368608814179268</c:v>
                </c:pt>
                <c:pt idx="1024">
                  <c:v>16.368608814179268</c:v>
                </c:pt>
                <c:pt idx="1025">
                  <c:v>16.368608814179268</c:v>
                </c:pt>
                <c:pt idx="1026">
                  <c:v>16.368608814179268</c:v>
                </c:pt>
                <c:pt idx="1027">
                  <c:v>16.368608814179268</c:v>
                </c:pt>
                <c:pt idx="1028">
                  <c:v>16.368608814179268</c:v>
                </c:pt>
                <c:pt idx="1029">
                  <c:v>16.368608814179268</c:v>
                </c:pt>
                <c:pt idx="1030">
                  <c:v>16.368608814179268</c:v>
                </c:pt>
                <c:pt idx="1031">
                  <c:v>16.368608814179268</c:v>
                </c:pt>
                <c:pt idx="1032">
                  <c:v>16.368608814179268</c:v>
                </c:pt>
                <c:pt idx="1033">
                  <c:v>16.368608814179268</c:v>
                </c:pt>
                <c:pt idx="1034">
                  <c:v>16.368608814179268</c:v>
                </c:pt>
                <c:pt idx="1035">
                  <c:v>16.368608814179268</c:v>
                </c:pt>
                <c:pt idx="1036">
                  <c:v>16.368608814179268</c:v>
                </c:pt>
                <c:pt idx="1037">
                  <c:v>16.368608814179268</c:v>
                </c:pt>
                <c:pt idx="1038">
                  <c:v>16.368608814179268</c:v>
                </c:pt>
                <c:pt idx="1039">
                  <c:v>16.368608814179268</c:v>
                </c:pt>
                <c:pt idx="1040">
                  <c:v>16.368608814179268</c:v>
                </c:pt>
                <c:pt idx="1041">
                  <c:v>16.368608814179268</c:v>
                </c:pt>
                <c:pt idx="1042">
                  <c:v>16.368608814179268</c:v>
                </c:pt>
                <c:pt idx="1043">
                  <c:v>16.368608814179268</c:v>
                </c:pt>
                <c:pt idx="1044">
                  <c:v>16.368608814179268</c:v>
                </c:pt>
                <c:pt idx="1045">
                  <c:v>16.368608814179268</c:v>
                </c:pt>
                <c:pt idx="1046">
                  <c:v>16.368608814179268</c:v>
                </c:pt>
                <c:pt idx="1047">
                  <c:v>16.368608814179268</c:v>
                </c:pt>
                <c:pt idx="1048">
                  <c:v>16.368608814179268</c:v>
                </c:pt>
                <c:pt idx="1049">
                  <c:v>16.368608814179268</c:v>
                </c:pt>
                <c:pt idx="1050">
                  <c:v>16.368608814179268</c:v>
                </c:pt>
                <c:pt idx="1051">
                  <c:v>16.368608814179268</c:v>
                </c:pt>
                <c:pt idx="1052">
                  <c:v>16.368608814179268</c:v>
                </c:pt>
                <c:pt idx="1053">
                  <c:v>16.368608814179268</c:v>
                </c:pt>
                <c:pt idx="1054">
                  <c:v>16.368608814179268</c:v>
                </c:pt>
                <c:pt idx="1055">
                  <c:v>16.368608814179268</c:v>
                </c:pt>
                <c:pt idx="1056">
                  <c:v>16.368608814179268</c:v>
                </c:pt>
                <c:pt idx="1057">
                  <c:v>16.368608814179268</c:v>
                </c:pt>
                <c:pt idx="1058">
                  <c:v>16.368608814179268</c:v>
                </c:pt>
                <c:pt idx="1059">
                  <c:v>16.368608814179268</c:v>
                </c:pt>
                <c:pt idx="1060">
                  <c:v>16.368608814179268</c:v>
                </c:pt>
                <c:pt idx="1061">
                  <c:v>16.368608814179268</c:v>
                </c:pt>
                <c:pt idx="1062">
                  <c:v>16.368608814179268</c:v>
                </c:pt>
                <c:pt idx="1063">
                  <c:v>16.368608814179268</c:v>
                </c:pt>
                <c:pt idx="1064">
                  <c:v>16.368608814179268</c:v>
                </c:pt>
                <c:pt idx="1065">
                  <c:v>16.368608814179268</c:v>
                </c:pt>
                <c:pt idx="1066">
                  <c:v>16.368608814179268</c:v>
                </c:pt>
                <c:pt idx="1067">
                  <c:v>16.368608814179268</c:v>
                </c:pt>
                <c:pt idx="1068">
                  <c:v>16.368608814179268</c:v>
                </c:pt>
                <c:pt idx="1069">
                  <c:v>16.368608814179268</c:v>
                </c:pt>
                <c:pt idx="1070">
                  <c:v>16.368608814179268</c:v>
                </c:pt>
                <c:pt idx="1071">
                  <c:v>16.368608814179268</c:v>
                </c:pt>
                <c:pt idx="1072">
                  <c:v>16.368608814179268</c:v>
                </c:pt>
                <c:pt idx="1073">
                  <c:v>16.368608814179268</c:v>
                </c:pt>
                <c:pt idx="1074">
                  <c:v>16.368608814179268</c:v>
                </c:pt>
                <c:pt idx="1075">
                  <c:v>16.368608814179268</c:v>
                </c:pt>
                <c:pt idx="1076">
                  <c:v>16.368608814179268</c:v>
                </c:pt>
                <c:pt idx="1077">
                  <c:v>16.368608814179268</c:v>
                </c:pt>
                <c:pt idx="1078">
                  <c:v>16.368608814179268</c:v>
                </c:pt>
                <c:pt idx="1079">
                  <c:v>16.368608814179268</c:v>
                </c:pt>
                <c:pt idx="1080">
                  <c:v>16.368608814179268</c:v>
                </c:pt>
                <c:pt idx="1081">
                  <c:v>16.368608814179268</c:v>
                </c:pt>
                <c:pt idx="1082">
                  <c:v>16.368608814179268</c:v>
                </c:pt>
                <c:pt idx="1083">
                  <c:v>16.368608814179268</c:v>
                </c:pt>
                <c:pt idx="1084">
                  <c:v>16.368608814179268</c:v>
                </c:pt>
                <c:pt idx="1085">
                  <c:v>16.368608814179268</c:v>
                </c:pt>
                <c:pt idx="1086">
                  <c:v>16.368608814179268</c:v>
                </c:pt>
                <c:pt idx="1087">
                  <c:v>16.368608814179268</c:v>
                </c:pt>
                <c:pt idx="1088">
                  <c:v>16.368608814179268</c:v>
                </c:pt>
                <c:pt idx="1089">
                  <c:v>16.368608814179268</c:v>
                </c:pt>
                <c:pt idx="1090">
                  <c:v>16.368608814179268</c:v>
                </c:pt>
                <c:pt idx="1091">
                  <c:v>16.368608814179268</c:v>
                </c:pt>
                <c:pt idx="1092">
                  <c:v>16.368608814179268</c:v>
                </c:pt>
                <c:pt idx="1093">
                  <c:v>16.368608814179268</c:v>
                </c:pt>
                <c:pt idx="1094">
                  <c:v>16.368608814179268</c:v>
                </c:pt>
                <c:pt idx="1095">
                  <c:v>16.368608814179268</c:v>
                </c:pt>
                <c:pt idx="1096">
                  <c:v>16.368608814179268</c:v>
                </c:pt>
                <c:pt idx="1097">
                  <c:v>16.368608814179268</c:v>
                </c:pt>
                <c:pt idx="1098">
                  <c:v>16.368608814179268</c:v>
                </c:pt>
                <c:pt idx="1099">
                  <c:v>16.368608814179268</c:v>
                </c:pt>
                <c:pt idx="1100">
                  <c:v>16.368608814179268</c:v>
                </c:pt>
                <c:pt idx="1101">
                  <c:v>16.368608814179268</c:v>
                </c:pt>
                <c:pt idx="1102">
                  <c:v>16.368608814179268</c:v>
                </c:pt>
                <c:pt idx="1103">
                  <c:v>16.368608814179268</c:v>
                </c:pt>
                <c:pt idx="1104">
                  <c:v>16.368608814179268</c:v>
                </c:pt>
                <c:pt idx="1105">
                  <c:v>16.368608814179268</c:v>
                </c:pt>
                <c:pt idx="1106">
                  <c:v>16.368608814179268</c:v>
                </c:pt>
                <c:pt idx="1107">
                  <c:v>16.368608814179268</c:v>
                </c:pt>
                <c:pt idx="1108">
                  <c:v>16.368608814179268</c:v>
                </c:pt>
                <c:pt idx="1109">
                  <c:v>16.368608814179268</c:v>
                </c:pt>
                <c:pt idx="1110">
                  <c:v>16.368608814179268</c:v>
                </c:pt>
                <c:pt idx="1111">
                  <c:v>16.368608814179268</c:v>
                </c:pt>
                <c:pt idx="1112">
                  <c:v>16.368608814179268</c:v>
                </c:pt>
                <c:pt idx="1113">
                  <c:v>16.368608814179268</c:v>
                </c:pt>
                <c:pt idx="1114">
                  <c:v>16.368608814179268</c:v>
                </c:pt>
                <c:pt idx="1115">
                  <c:v>16.368608814179268</c:v>
                </c:pt>
                <c:pt idx="1116">
                  <c:v>16.368608814179268</c:v>
                </c:pt>
                <c:pt idx="1117">
                  <c:v>16.368608814179268</c:v>
                </c:pt>
                <c:pt idx="1118">
                  <c:v>16.368608814179268</c:v>
                </c:pt>
                <c:pt idx="1119">
                  <c:v>16.368608814179268</c:v>
                </c:pt>
                <c:pt idx="1120">
                  <c:v>16.368608814179268</c:v>
                </c:pt>
                <c:pt idx="1121">
                  <c:v>16.368608814179268</c:v>
                </c:pt>
                <c:pt idx="1122">
                  <c:v>16.368608814179268</c:v>
                </c:pt>
                <c:pt idx="1123">
                  <c:v>16.368608814179268</c:v>
                </c:pt>
                <c:pt idx="1124">
                  <c:v>16.368608814179268</c:v>
                </c:pt>
                <c:pt idx="1125">
                  <c:v>16.368608814179268</c:v>
                </c:pt>
                <c:pt idx="1126">
                  <c:v>16.368608814179268</c:v>
                </c:pt>
                <c:pt idx="1127">
                  <c:v>16.368608814179268</c:v>
                </c:pt>
                <c:pt idx="1128">
                  <c:v>16.368608814179268</c:v>
                </c:pt>
                <c:pt idx="1129">
                  <c:v>16.368608814179268</c:v>
                </c:pt>
                <c:pt idx="1130">
                  <c:v>16.368608814179268</c:v>
                </c:pt>
                <c:pt idx="1131">
                  <c:v>16.368608814179268</c:v>
                </c:pt>
                <c:pt idx="1132">
                  <c:v>16.368608814179268</c:v>
                </c:pt>
                <c:pt idx="1133">
                  <c:v>16.368608814179268</c:v>
                </c:pt>
                <c:pt idx="1134">
                  <c:v>16.368608814179268</c:v>
                </c:pt>
                <c:pt idx="1135">
                  <c:v>16.368608814179268</c:v>
                </c:pt>
                <c:pt idx="1136">
                  <c:v>16.368608814179268</c:v>
                </c:pt>
                <c:pt idx="1137">
                  <c:v>16.368608814179268</c:v>
                </c:pt>
                <c:pt idx="1138">
                  <c:v>16.368608814179268</c:v>
                </c:pt>
                <c:pt idx="1139">
                  <c:v>16.368608814179268</c:v>
                </c:pt>
                <c:pt idx="1140">
                  <c:v>16.368608814179268</c:v>
                </c:pt>
                <c:pt idx="1141">
                  <c:v>16.368608814179268</c:v>
                </c:pt>
                <c:pt idx="1142">
                  <c:v>16.368608814179268</c:v>
                </c:pt>
                <c:pt idx="1143">
                  <c:v>16.368608814179268</c:v>
                </c:pt>
                <c:pt idx="1144">
                  <c:v>16.368608814179268</c:v>
                </c:pt>
                <c:pt idx="1145">
                  <c:v>16.368608814179268</c:v>
                </c:pt>
                <c:pt idx="1146">
                  <c:v>16.368608814179268</c:v>
                </c:pt>
                <c:pt idx="1147">
                  <c:v>16.368608814179268</c:v>
                </c:pt>
                <c:pt idx="1148">
                  <c:v>16.368608814179268</c:v>
                </c:pt>
                <c:pt idx="1149">
                  <c:v>16.368608814179268</c:v>
                </c:pt>
                <c:pt idx="1150">
                  <c:v>16.368608814179268</c:v>
                </c:pt>
                <c:pt idx="1151">
                  <c:v>16.368608814179268</c:v>
                </c:pt>
                <c:pt idx="1152">
                  <c:v>16.368608814179268</c:v>
                </c:pt>
                <c:pt idx="1153">
                  <c:v>16.368608814179268</c:v>
                </c:pt>
                <c:pt idx="1154">
                  <c:v>16.368608814179268</c:v>
                </c:pt>
                <c:pt idx="1155">
                  <c:v>16.368608814179268</c:v>
                </c:pt>
                <c:pt idx="1156">
                  <c:v>16.368608814179268</c:v>
                </c:pt>
                <c:pt idx="1157">
                  <c:v>16.368608814179268</c:v>
                </c:pt>
                <c:pt idx="1158">
                  <c:v>16.368608814179268</c:v>
                </c:pt>
                <c:pt idx="1159">
                  <c:v>16.368608814179268</c:v>
                </c:pt>
                <c:pt idx="1160">
                  <c:v>16.368608814179268</c:v>
                </c:pt>
                <c:pt idx="1161">
                  <c:v>16.368608814179268</c:v>
                </c:pt>
                <c:pt idx="1162">
                  <c:v>16.368608814179268</c:v>
                </c:pt>
                <c:pt idx="1163">
                  <c:v>16.368608814179268</c:v>
                </c:pt>
                <c:pt idx="1164">
                  <c:v>16.368608814179268</c:v>
                </c:pt>
                <c:pt idx="1165">
                  <c:v>16.368608814179268</c:v>
                </c:pt>
                <c:pt idx="1166">
                  <c:v>16.368608814179268</c:v>
                </c:pt>
                <c:pt idx="1167">
                  <c:v>16.368608814179268</c:v>
                </c:pt>
                <c:pt idx="1168">
                  <c:v>16.368608814179268</c:v>
                </c:pt>
                <c:pt idx="1169">
                  <c:v>16.368608814179268</c:v>
                </c:pt>
                <c:pt idx="1170">
                  <c:v>16.368608814179268</c:v>
                </c:pt>
                <c:pt idx="1171">
                  <c:v>16.368608814179268</c:v>
                </c:pt>
                <c:pt idx="1172">
                  <c:v>16.368608814179268</c:v>
                </c:pt>
                <c:pt idx="1173">
                  <c:v>16.368608814179268</c:v>
                </c:pt>
                <c:pt idx="1174">
                  <c:v>16.368608814179268</c:v>
                </c:pt>
                <c:pt idx="1175">
                  <c:v>16.368608814179268</c:v>
                </c:pt>
                <c:pt idx="1176">
                  <c:v>16.368608814179268</c:v>
                </c:pt>
                <c:pt idx="1177">
                  <c:v>16.368608814179268</c:v>
                </c:pt>
                <c:pt idx="1178">
                  <c:v>16.368608814179268</c:v>
                </c:pt>
                <c:pt idx="1179">
                  <c:v>16.368608814179268</c:v>
                </c:pt>
                <c:pt idx="1180">
                  <c:v>16.368608814179268</c:v>
                </c:pt>
                <c:pt idx="1181">
                  <c:v>16.368608814179268</c:v>
                </c:pt>
                <c:pt idx="1182">
                  <c:v>16.368608814179268</c:v>
                </c:pt>
                <c:pt idx="1183">
                  <c:v>16.368608814179268</c:v>
                </c:pt>
                <c:pt idx="1184">
                  <c:v>16.368608814179268</c:v>
                </c:pt>
                <c:pt idx="1185">
                  <c:v>16.368608814179268</c:v>
                </c:pt>
                <c:pt idx="1186">
                  <c:v>16.368608814179268</c:v>
                </c:pt>
                <c:pt idx="1187">
                  <c:v>16.368608814179268</c:v>
                </c:pt>
                <c:pt idx="1188">
                  <c:v>16.368608814179268</c:v>
                </c:pt>
                <c:pt idx="1189">
                  <c:v>16.368608814179268</c:v>
                </c:pt>
                <c:pt idx="1190">
                  <c:v>16.368608814179268</c:v>
                </c:pt>
                <c:pt idx="1191">
                  <c:v>16.368608814179268</c:v>
                </c:pt>
                <c:pt idx="1192">
                  <c:v>16.368608814179268</c:v>
                </c:pt>
                <c:pt idx="1193">
                  <c:v>16.368608814179268</c:v>
                </c:pt>
                <c:pt idx="1194">
                  <c:v>16.368608814179268</c:v>
                </c:pt>
                <c:pt idx="1195">
                  <c:v>16.368608814179268</c:v>
                </c:pt>
                <c:pt idx="1196">
                  <c:v>16.368608814179268</c:v>
                </c:pt>
                <c:pt idx="1197">
                  <c:v>16.368608814179268</c:v>
                </c:pt>
                <c:pt idx="1198">
                  <c:v>16.368608814179268</c:v>
                </c:pt>
                <c:pt idx="1199">
                  <c:v>16.368608814179268</c:v>
                </c:pt>
                <c:pt idx="1200">
                  <c:v>16.368608814179268</c:v>
                </c:pt>
                <c:pt idx="1201">
                  <c:v>16.368608814179268</c:v>
                </c:pt>
                <c:pt idx="1202">
                  <c:v>16.368608814179268</c:v>
                </c:pt>
                <c:pt idx="1203">
                  <c:v>16.368608814179268</c:v>
                </c:pt>
                <c:pt idx="1204">
                  <c:v>16.368608814179268</c:v>
                </c:pt>
                <c:pt idx="1205">
                  <c:v>16.368608814179268</c:v>
                </c:pt>
                <c:pt idx="1206">
                  <c:v>16.368608814179268</c:v>
                </c:pt>
                <c:pt idx="1207">
                  <c:v>16.368608814179268</c:v>
                </c:pt>
                <c:pt idx="1208">
                  <c:v>16.368608814179268</c:v>
                </c:pt>
                <c:pt idx="1209">
                  <c:v>16.368608814179268</c:v>
                </c:pt>
                <c:pt idx="1210">
                  <c:v>16.368608814179268</c:v>
                </c:pt>
                <c:pt idx="1211">
                  <c:v>16.368608814179268</c:v>
                </c:pt>
                <c:pt idx="1212">
                  <c:v>16.368608814179268</c:v>
                </c:pt>
                <c:pt idx="1213">
                  <c:v>16.368608814179268</c:v>
                </c:pt>
                <c:pt idx="1214">
                  <c:v>16.368608814179268</c:v>
                </c:pt>
                <c:pt idx="1215">
                  <c:v>16.368608814179268</c:v>
                </c:pt>
                <c:pt idx="1216">
                  <c:v>16.368608814179268</c:v>
                </c:pt>
                <c:pt idx="1217">
                  <c:v>16.368608814179268</c:v>
                </c:pt>
                <c:pt idx="1218">
                  <c:v>16.368608814179268</c:v>
                </c:pt>
                <c:pt idx="1219">
                  <c:v>16.368608814179268</c:v>
                </c:pt>
                <c:pt idx="1220">
                  <c:v>16.368608814179268</c:v>
                </c:pt>
                <c:pt idx="1221">
                  <c:v>16.368608814179268</c:v>
                </c:pt>
                <c:pt idx="1222">
                  <c:v>16.368608814179268</c:v>
                </c:pt>
                <c:pt idx="1223">
                  <c:v>16.368608814179268</c:v>
                </c:pt>
                <c:pt idx="1224">
                  <c:v>16.368608814179268</c:v>
                </c:pt>
                <c:pt idx="1225">
                  <c:v>16.368608814179268</c:v>
                </c:pt>
                <c:pt idx="1226">
                  <c:v>16.368608814179268</c:v>
                </c:pt>
                <c:pt idx="1227">
                  <c:v>16.368608814179268</c:v>
                </c:pt>
                <c:pt idx="1228">
                  <c:v>16.368608814179268</c:v>
                </c:pt>
                <c:pt idx="1229">
                  <c:v>16.368608814179268</c:v>
                </c:pt>
                <c:pt idx="1230">
                  <c:v>16.368608814179268</c:v>
                </c:pt>
                <c:pt idx="1231">
                  <c:v>16.368608814179268</c:v>
                </c:pt>
                <c:pt idx="1232">
                  <c:v>16.368608814179268</c:v>
                </c:pt>
                <c:pt idx="1233">
                  <c:v>16.368608814179268</c:v>
                </c:pt>
                <c:pt idx="1234">
                  <c:v>16.368608814179268</c:v>
                </c:pt>
                <c:pt idx="1235">
                  <c:v>16.368608814179268</c:v>
                </c:pt>
                <c:pt idx="1236">
                  <c:v>16.368608814179268</c:v>
                </c:pt>
                <c:pt idx="1237">
                  <c:v>16.368608814179268</c:v>
                </c:pt>
                <c:pt idx="1238">
                  <c:v>16.368608814179268</c:v>
                </c:pt>
                <c:pt idx="1239">
                  <c:v>16.368608814179268</c:v>
                </c:pt>
                <c:pt idx="1240">
                  <c:v>16.368608814179268</c:v>
                </c:pt>
                <c:pt idx="1241">
                  <c:v>16.368608814179268</c:v>
                </c:pt>
                <c:pt idx="1242">
                  <c:v>16.368608814179268</c:v>
                </c:pt>
                <c:pt idx="1243">
                  <c:v>16.368608814179268</c:v>
                </c:pt>
                <c:pt idx="1244">
                  <c:v>16.368608814179268</c:v>
                </c:pt>
                <c:pt idx="1245">
                  <c:v>16.368608814179268</c:v>
                </c:pt>
                <c:pt idx="1246">
                  <c:v>16.368608814179268</c:v>
                </c:pt>
                <c:pt idx="1247">
                  <c:v>16.368608814179268</c:v>
                </c:pt>
                <c:pt idx="1248">
                  <c:v>16.368608814179268</c:v>
                </c:pt>
                <c:pt idx="1249">
                  <c:v>16.368608814179268</c:v>
                </c:pt>
                <c:pt idx="1250">
                  <c:v>16.368608814179268</c:v>
                </c:pt>
                <c:pt idx="1251">
                  <c:v>16.368608814179268</c:v>
                </c:pt>
                <c:pt idx="1252">
                  <c:v>16.368608814179268</c:v>
                </c:pt>
                <c:pt idx="1253">
                  <c:v>16.368608814179268</c:v>
                </c:pt>
                <c:pt idx="1254">
                  <c:v>16.368608814179268</c:v>
                </c:pt>
                <c:pt idx="1255">
                  <c:v>16.368608814179268</c:v>
                </c:pt>
                <c:pt idx="1256">
                  <c:v>16.368608814179268</c:v>
                </c:pt>
                <c:pt idx="1257">
                  <c:v>16.368608814179268</c:v>
                </c:pt>
                <c:pt idx="1258">
                  <c:v>16.368608814179268</c:v>
                </c:pt>
                <c:pt idx="1259">
                  <c:v>16.368608814179268</c:v>
                </c:pt>
                <c:pt idx="1260">
                  <c:v>16.368608814179268</c:v>
                </c:pt>
                <c:pt idx="1261">
                  <c:v>16.368608814179268</c:v>
                </c:pt>
                <c:pt idx="1262">
                  <c:v>16.368608814179268</c:v>
                </c:pt>
                <c:pt idx="1263">
                  <c:v>16.368608814179268</c:v>
                </c:pt>
                <c:pt idx="1264">
                  <c:v>16.368608814179268</c:v>
                </c:pt>
                <c:pt idx="1265">
                  <c:v>16.368608814179268</c:v>
                </c:pt>
                <c:pt idx="1266">
                  <c:v>16.368608814179268</c:v>
                </c:pt>
                <c:pt idx="1267">
                  <c:v>16.368608814179268</c:v>
                </c:pt>
                <c:pt idx="1268">
                  <c:v>16.368608814179268</c:v>
                </c:pt>
                <c:pt idx="1269">
                  <c:v>16.368608814179268</c:v>
                </c:pt>
                <c:pt idx="1270">
                  <c:v>16.368608814179268</c:v>
                </c:pt>
                <c:pt idx="1271">
                  <c:v>16.368608814179268</c:v>
                </c:pt>
                <c:pt idx="1272">
                  <c:v>16.368608814179268</c:v>
                </c:pt>
                <c:pt idx="1273">
                  <c:v>16.368608814179268</c:v>
                </c:pt>
                <c:pt idx="1274">
                  <c:v>16.368608814179268</c:v>
                </c:pt>
                <c:pt idx="1275">
                  <c:v>16.368608814179268</c:v>
                </c:pt>
                <c:pt idx="1276">
                  <c:v>16.368608814179268</c:v>
                </c:pt>
                <c:pt idx="1277">
                  <c:v>16.368608814179268</c:v>
                </c:pt>
                <c:pt idx="1278">
                  <c:v>16.368608814179268</c:v>
                </c:pt>
                <c:pt idx="1279">
                  <c:v>16.368608814179268</c:v>
                </c:pt>
                <c:pt idx="1280">
                  <c:v>16.368608814179268</c:v>
                </c:pt>
                <c:pt idx="1281">
                  <c:v>16.368608814179268</c:v>
                </c:pt>
                <c:pt idx="1282">
                  <c:v>16.368608814179268</c:v>
                </c:pt>
                <c:pt idx="1283">
                  <c:v>16.368608814179268</c:v>
                </c:pt>
                <c:pt idx="1284">
                  <c:v>16.368608814179268</c:v>
                </c:pt>
                <c:pt idx="1285">
                  <c:v>16.368608814179268</c:v>
                </c:pt>
                <c:pt idx="1286">
                  <c:v>16.368608814179268</c:v>
                </c:pt>
                <c:pt idx="1287">
                  <c:v>16.368608814179268</c:v>
                </c:pt>
                <c:pt idx="1288">
                  <c:v>16.368608814179268</c:v>
                </c:pt>
                <c:pt idx="1289">
                  <c:v>16.368608814179268</c:v>
                </c:pt>
                <c:pt idx="1290">
                  <c:v>16.368608814179268</c:v>
                </c:pt>
                <c:pt idx="1291">
                  <c:v>16.368608814179268</c:v>
                </c:pt>
                <c:pt idx="1292">
                  <c:v>16.368608814179268</c:v>
                </c:pt>
                <c:pt idx="1293">
                  <c:v>16.368608814179268</c:v>
                </c:pt>
                <c:pt idx="1294">
                  <c:v>16.368608814179268</c:v>
                </c:pt>
                <c:pt idx="1295">
                  <c:v>16.368608814179268</c:v>
                </c:pt>
                <c:pt idx="1296">
                  <c:v>16.368608814179268</c:v>
                </c:pt>
                <c:pt idx="1297">
                  <c:v>16.368608814179268</c:v>
                </c:pt>
                <c:pt idx="1298">
                  <c:v>16.368608814179268</c:v>
                </c:pt>
                <c:pt idx="1299">
                  <c:v>16.368608814179268</c:v>
                </c:pt>
                <c:pt idx="1300">
                  <c:v>16.368608814179268</c:v>
                </c:pt>
                <c:pt idx="1301">
                  <c:v>16.368608814179268</c:v>
                </c:pt>
                <c:pt idx="1302">
                  <c:v>16.368608814179268</c:v>
                </c:pt>
                <c:pt idx="1303">
                  <c:v>16.368608814179268</c:v>
                </c:pt>
                <c:pt idx="1304">
                  <c:v>16.368608814179268</c:v>
                </c:pt>
                <c:pt idx="1305">
                  <c:v>16.368608814179268</c:v>
                </c:pt>
                <c:pt idx="1306">
                  <c:v>16.368608814179268</c:v>
                </c:pt>
                <c:pt idx="1307">
                  <c:v>16.368608814179268</c:v>
                </c:pt>
                <c:pt idx="1308">
                  <c:v>16.368608814179268</c:v>
                </c:pt>
                <c:pt idx="1309">
                  <c:v>16.368608814179268</c:v>
                </c:pt>
                <c:pt idx="1310">
                  <c:v>16.368608814179268</c:v>
                </c:pt>
                <c:pt idx="1311">
                  <c:v>16.368608814179268</c:v>
                </c:pt>
                <c:pt idx="1312">
                  <c:v>16.368608814179268</c:v>
                </c:pt>
                <c:pt idx="1313">
                  <c:v>16.368608814179268</c:v>
                </c:pt>
                <c:pt idx="1314">
                  <c:v>16.368608814179268</c:v>
                </c:pt>
                <c:pt idx="1315">
                  <c:v>16.368608814179268</c:v>
                </c:pt>
                <c:pt idx="1316">
                  <c:v>16.368608814179268</c:v>
                </c:pt>
                <c:pt idx="1317">
                  <c:v>16.368608814179268</c:v>
                </c:pt>
                <c:pt idx="1318">
                  <c:v>16.368608814179268</c:v>
                </c:pt>
                <c:pt idx="1319">
                  <c:v>16.368608814179268</c:v>
                </c:pt>
                <c:pt idx="1320">
                  <c:v>16.368608814179268</c:v>
                </c:pt>
                <c:pt idx="1321">
                  <c:v>16.368608814179268</c:v>
                </c:pt>
                <c:pt idx="1322">
                  <c:v>16.368608814179268</c:v>
                </c:pt>
                <c:pt idx="1323">
                  <c:v>16.368608814179268</c:v>
                </c:pt>
                <c:pt idx="1324">
                  <c:v>16.368608814179268</c:v>
                </c:pt>
                <c:pt idx="1325">
                  <c:v>16.368608814179268</c:v>
                </c:pt>
                <c:pt idx="1326">
                  <c:v>16.368608814179268</c:v>
                </c:pt>
                <c:pt idx="1327">
                  <c:v>16.368608814179268</c:v>
                </c:pt>
                <c:pt idx="1328">
                  <c:v>16.368608814179268</c:v>
                </c:pt>
                <c:pt idx="1329">
                  <c:v>16.368608814179268</c:v>
                </c:pt>
                <c:pt idx="1330">
                  <c:v>16.368608814179268</c:v>
                </c:pt>
                <c:pt idx="1331">
                  <c:v>16.368608814179268</c:v>
                </c:pt>
                <c:pt idx="1332">
                  <c:v>16.368608814179268</c:v>
                </c:pt>
                <c:pt idx="1333">
                  <c:v>16.368608814179268</c:v>
                </c:pt>
                <c:pt idx="1334">
                  <c:v>16.368608814179268</c:v>
                </c:pt>
                <c:pt idx="1335">
                  <c:v>16.368608814179268</c:v>
                </c:pt>
                <c:pt idx="1336">
                  <c:v>16.368608814179268</c:v>
                </c:pt>
                <c:pt idx="1337">
                  <c:v>16.368608814179268</c:v>
                </c:pt>
                <c:pt idx="1338">
                  <c:v>16.368608814179268</c:v>
                </c:pt>
                <c:pt idx="1339">
                  <c:v>16.368608814179268</c:v>
                </c:pt>
                <c:pt idx="1340">
                  <c:v>16.368608814179268</c:v>
                </c:pt>
                <c:pt idx="1341">
                  <c:v>16.368608814179268</c:v>
                </c:pt>
                <c:pt idx="1342">
                  <c:v>16.368608814179268</c:v>
                </c:pt>
                <c:pt idx="1343">
                  <c:v>16.368608814179268</c:v>
                </c:pt>
                <c:pt idx="1344">
                  <c:v>16.368608814179268</c:v>
                </c:pt>
                <c:pt idx="1345">
                  <c:v>16.368608814179268</c:v>
                </c:pt>
                <c:pt idx="1346">
                  <c:v>16.368608814179268</c:v>
                </c:pt>
                <c:pt idx="1347">
                  <c:v>16.368608814179268</c:v>
                </c:pt>
                <c:pt idx="1348">
                  <c:v>16.368608814179268</c:v>
                </c:pt>
                <c:pt idx="1349">
                  <c:v>16.368608814179268</c:v>
                </c:pt>
                <c:pt idx="1350">
                  <c:v>16.368608814179268</c:v>
                </c:pt>
                <c:pt idx="1351">
                  <c:v>16.368608814179268</c:v>
                </c:pt>
                <c:pt idx="1352">
                  <c:v>16.368608814179268</c:v>
                </c:pt>
                <c:pt idx="1353">
                  <c:v>16.368608814179268</c:v>
                </c:pt>
                <c:pt idx="1354">
                  <c:v>16.368608814179268</c:v>
                </c:pt>
                <c:pt idx="1355">
                  <c:v>16.368608814179268</c:v>
                </c:pt>
                <c:pt idx="1356">
                  <c:v>16.368608814179268</c:v>
                </c:pt>
                <c:pt idx="1357">
                  <c:v>16.368608814179268</c:v>
                </c:pt>
                <c:pt idx="1358">
                  <c:v>16.368608814179268</c:v>
                </c:pt>
                <c:pt idx="1359">
                  <c:v>16.368608814179268</c:v>
                </c:pt>
                <c:pt idx="1360">
                  <c:v>16.368608814179268</c:v>
                </c:pt>
                <c:pt idx="1361">
                  <c:v>16.368608814179268</c:v>
                </c:pt>
                <c:pt idx="1362">
                  <c:v>16.368608814179268</c:v>
                </c:pt>
                <c:pt idx="1363">
                  <c:v>16.368608814179268</c:v>
                </c:pt>
                <c:pt idx="1364">
                  <c:v>16.368608814179268</c:v>
                </c:pt>
                <c:pt idx="1365">
                  <c:v>16.368608814179268</c:v>
                </c:pt>
                <c:pt idx="1366">
                  <c:v>16.368608814179268</c:v>
                </c:pt>
                <c:pt idx="1367">
                  <c:v>16.368608814179268</c:v>
                </c:pt>
                <c:pt idx="1368">
                  <c:v>16.368608814179268</c:v>
                </c:pt>
                <c:pt idx="1369">
                  <c:v>16.368608814179268</c:v>
                </c:pt>
                <c:pt idx="1370">
                  <c:v>16.368608814179268</c:v>
                </c:pt>
                <c:pt idx="1371">
                  <c:v>16.368608814179268</c:v>
                </c:pt>
                <c:pt idx="1372">
                  <c:v>16.368608814179268</c:v>
                </c:pt>
                <c:pt idx="1373">
                  <c:v>16.368608814179268</c:v>
                </c:pt>
                <c:pt idx="1374">
                  <c:v>16.368608814179268</c:v>
                </c:pt>
                <c:pt idx="1375">
                  <c:v>16.368608814179268</c:v>
                </c:pt>
                <c:pt idx="1376">
                  <c:v>16.368608814179268</c:v>
                </c:pt>
                <c:pt idx="1377">
                  <c:v>16.368608814179268</c:v>
                </c:pt>
                <c:pt idx="1378">
                  <c:v>16.368608814179268</c:v>
                </c:pt>
                <c:pt idx="1379">
                  <c:v>16.368608814179268</c:v>
                </c:pt>
                <c:pt idx="1380">
                  <c:v>16.368608814179268</c:v>
                </c:pt>
                <c:pt idx="1381">
                  <c:v>16.368608814179268</c:v>
                </c:pt>
                <c:pt idx="1382">
                  <c:v>16.368608814179268</c:v>
                </c:pt>
                <c:pt idx="1383">
                  <c:v>16.368608814179268</c:v>
                </c:pt>
                <c:pt idx="1384">
                  <c:v>16.368608814179268</c:v>
                </c:pt>
                <c:pt idx="1385">
                  <c:v>16.368608814179268</c:v>
                </c:pt>
                <c:pt idx="1386">
                  <c:v>16.368608814179268</c:v>
                </c:pt>
                <c:pt idx="1387">
                  <c:v>16.368608814179268</c:v>
                </c:pt>
                <c:pt idx="1388">
                  <c:v>16.368608814179268</c:v>
                </c:pt>
                <c:pt idx="1389">
                  <c:v>16.368608814179268</c:v>
                </c:pt>
                <c:pt idx="1390">
                  <c:v>16.368608814179268</c:v>
                </c:pt>
                <c:pt idx="1391">
                  <c:v>16.368608814179268</c:v>
                </c:pt>
                <c:pt idx="1392">
                  <c:v>16.368608814179268</c:v>
                </c:pt>
                <c:pt idx="1393">
                  <c:v>16.368608814179268</c:v>
                </c:pt>
                <c:pt idx="1394">
                  <c:v>16.368608814179268</c:v>
                </c:pt>
                <c:pt idx="1395">
                  <c:v>16.368608814179268</c:v>
                </c:pt>
                <c:pt idx="1396">
                  <c:v>16.368608814179268</c:v>
                </c:pt>
                <c:pt idx="1397">
                  <c:v>16.368608814179268</c:v>
                </c:pt>
                <c:pt idx="1398">
                  <c:v>16.368608814179268</c:v>
                </c:pt>
                <c:pt idx="1399">
                  <c:v>16.368608814179268</c:v>
                </c:pt>
                <c:pt idx="1400">
                  <c:v>16.368608814179268</c:v>
                </c:pt>
                <c:pt idx="1401">
                  <c:v>16.368608814179268</c:v>
                </c:pt>
                <c:pt idx="1402">
                  <c:v>16.368608814179268</c:v>
                </c:pt>
                <c:pt idx="1403">
                  <c:v>16.368608814179268</c:v>
                </c:pt>
                <c:pt idx="1404">
                  <c:v>16.368608814179268</c:v>
                </c:pt>
                <c:pt idx="1405">
                  <c:v>16.368608814179268</c:v>
                </c:pt>
                <c:pt idx="1406">
                  <c:v>16.368608814179268</c:v>
                </c:pt>
                <c:pt idx="1407">
                  <c:v>16.368608814179268</c:v>
                </c:pt>
                <c:pt idx="1408">
                  <c:v>16.368608814179268</c:v>
                </c:pt>
                <c:pt idx="1409">
                  <c:v>16.368608814179268</c:v>
                </c:pt>
                <c:pt idx="1410">
                  <c:v>16.368608814179268</c:v>
                </c:pt>
                <c:pt idx="1411">
                  <c:v>16.368608814179268</c:v>
                </c:pt>
                <c:pt idx="1412">
                  <c:v>16.368608814179268</c:v>
                </c:pt>
                <c:pt idx="1413">
                  <c:v>16.368608814179268</c:v>
                </c:pt>
                <c:pt idx="1414">
                  <c:v>16.368608814179268</c:v>
                </c:pt>
                <c:pt idx="1415">
                  <c:v>16.368608814179268</c:v>
                </c:pt>
                <c:pt idx="1416">
                  <c:v>16.368608814179268</c:v>
                </c:pt>
                <c:pt idx="1417">
                  <c:v>16.368608814179268</c:v>
                </c:pt>
                <c:pt idx="1418">
                  <c:v>16.368608814179268</c:v>
                </c:pt>
                <c:pt idx="1419">
                  <c:v>16.368608814179268</c:v>
                </c:pt>
                <c:pt idx="1420">
                  <c:v>16.368608814179268</c:v>
                </c:pt>
                <c:pt idx="1421">
                  <c:v>16.368608814179268</c:v>
                </c:pt>
                <c:pt idx="1422">
                  <c:v>16.368608814179268</c:v>
                </c:pt>
                <c:pt idx="1423">
                  <c:v>16.368608814179268</c:v>
                </c:pt>
                <c:pt idx="1424">
                  <c:v>16.368608814179268</c:v>
                </c:pt>
                <c:pt idx="1425">
                  <c:v>16.368608814179268</c:v>
                </c:pt>
                <c:pt idx="1426">
                  <c:v>16.368608814179268</c:v>
                </c:pt>
                <c:pt idx="1427">
                  <c:v>16.368608814179268</c:v>
                </c:pt>
                <c:pt idx="1428">
                  <c:v>16.368608814179268</c:v>
                </c:pt>
                <c:pt idx="1429">
                  <c:v>16.368608814179268</c:v>
                </c:pt>
                <c:pt idx="1430">
                  <c:v>16.368608814179268</c:v>
                </c:pt>
                <c:pt idx="1431">
                  <c:v>16.368608814179268</c:v>
                </c:pt>
                <c:pt idx="1432">
                  <c:v>16.368608814179268</c:v>
                </c:pt>
                <c:pt idx="1433">
                  <c:v>16.368608814179268</c:v>
                </c:pt>
                <c:pt idx="1434">
                  <c:v>16.368608814179268</c:v>
                </c:pt>
                <c:pt idx="1435">
                  <c:v>16.368608814179268</c:v>
                </c:pt>
                <c:pt idx="1436">
                  <c:v>16.368608814179268</c:v>
                </c:pt>
                <c:pt idx="1437">
                  <c:v>16.368608814179268</c:v>
                </c:pt>
                <c:pt idx="1438">
                  <c:v>16.368608814179268</c:v>
                </c:pt>
                <c:pt idx="1439">
                  <c:v>16.368608814179268</c:v>
                </c:pt>
                <c:pt idx="1440">
                  <c:v>16.368608814179268</c:v>
                </c:pt>
                <c:pt idx="1441">
                  <c:v>16.368608814179268</c:v>
                </c:pt>
                <c:pt idx="1442">
                  <c:v>16.368608814179268</c:v>
                </c:pt>
                <c:pt idx="1443">
                  <c:v>16.368608814179268</c:v>
                </c:pt>
                <c:pt idx="1444">
                  <c:v>16.368608814179268</c:v>
                </c:pt>
                <c:pt idx="1445">
                  <c:v>16.368608814179268</c:v>
                </c:pt>
                <c:pt idx="1446">
                  <c:v>16.368608814179268</c:v>
                </c:pt>
                <c:pt idx="1447">
                  <c:v>16.368608814179268</c:v>
                </c:pt>
                <c:pt idx="1448">
                  <c:v>16.368608814179268</c:v>
                </c:pt>
                <c:pt idx="1449">
                  <c:v>16.368608814179268</c:v>
                </c:pt>
                <c:pt idx="1450">
                  <c:v>16.368608814179268</c:v>
                </c:pt>
                <c:pt idx="1451">
                  <c:v>16.368608814179268</c:v>
                </c:pt>
                <c:pt idx="1452">
                  <c:v>16.368608814179268</c:v>
                </c:pt>
                <c:pt idx="1453">
                  <c:v>16.368608814179268</c:v>
                </c:pt>
                <c:pt idx="1454">
                  <c:v>16.368608814179268</c:v>
                </c:pt>
                <c:pt idx="1455">
                  <c:v>16.368608814179268</c:v>
                </c:pt>
                <c:pt idx="1456">
                  <c:v>16.368608814179268</c:v>
                </c:pt>
                <c:pt idx="1457">
                  <c:v>16.368608814179268</c:v>
                </c:pt>
                <c:pt idx="1458">
                  <c:v>16.368608814179268</c:v>
                </c:pt>
                <c:pt idx="1459">
                  <c:v>16.368608814179268</c:v>
                </c:pt>
                <c:pt idx="1460">
                  <c:v>16.368608814179268</c:v>
                </c:pt>
                <c:pt idx="1461">
                  <c:v>16.368608814179268</c:v>
                </c:pt>
                <c:pt idx="1462">
                  <c:v>16.368608814179268</c:v>
                </c:pt>
                <c:pt idx="1463">
                  <c:v>16.368608814179268</c:v>
                </c:pt>
                <c:pt idx="1464">
                  <c:v>16.368608814179268</c:v>
                </c:pt>
                <c:pt idx="1465">
                  <c:v>16.368608814179268</c:v>
                </c:pt>
                <c:pt idx="1466">
                  <c:v>16.368608814179268</c:v>
                </c:pt>
                <c:pt idx="1467">
                  <c:v>16.368608814179268</c:v>
                </c:pt>
                <c:pt idx="1468">
                  <c:v>16.368608814179268</c:v>
                </c:pt>
                <c:pt idx="1469">
                  <c:v>16.368608814179268</c:v>
                </c:pt>
                <c:pt idx="1470">
                  <c:v>16.368608814179268</c:v>
                </c:pt>
                <c:pt idx="1471">
                  <c:v>16.368608814179268</c:v>
                </c:pt>
                <c:pt idx="1472">
                  <c:v>16.368608814179268</c:v>
                </c:pt>
                <c:pt idx="1473">
                  <c:v>16.368608814179268</c:v>
                </c:pt>
                <c:pt idx="1474">
                  <c:v>16.368608814179268</c:v>
                </c:pt>
                <c:pt idx="1475">
                  <c:v>16.368608814179268</c:v>
                </c:pt>
                <c:pt idx="1476">
                  <c:v>16.368608814179268</c:v>
                </c:pt>
                <c:pt idx="1477">
                  <c:v>16.368608814179268</c:v>
                </c:pt>
                <c:pt idx="1478">
                  <c:v>16.368608814179268</c:v>
                </c:pt>
                <c:pt idx="1479">
                  <c:v>16.368608814179268</c:v>
                </c:pt>
                <c:pt idx="1480">
                  <c:v>16.368608814179268</c:v>
                </c:pt>
                <c:pt idx="1481">
                  <c:v>16.368608814179268</c:v>
                </c:pt>
                <c:pt idx="1482">
                  <c:v>16.368608814179268</c:v>
                </c:pt>
                <c:pt idx="1483">
                  <c:v>16.368608814179268</c:v>
                </c:pt>
                <c:pt idx="1484">
                  <c:v>16.368608814179268</c:v>
                </c:pt>
                <c:pt idx="1485">
                  <c:v>16.368608814179268</c:v>
                </c:pt>
                <c:pt idx="1486">
                  <c:v>16.368608814179268</c:v>
                </c:pt>
                <c:pt idx="1487">
                  <c:v>16.368608814179268</c:v>
                </c:pt>
                <c:pt idx="1488">
                  <c:v>16.368608814179268</c:v>
                </c:pt>
                <c:pt idx="1489">
                  <c:v>16.368608814179268</c:v>
                </c:pt>
                <c:pt idx="1490">
                  <c:v>16.368608814179268</c:v>
                </c:pt>
                <c:pt idx="1491">
                  <c:v>16.368608814179268</c:v>
                </c:pt>
                <c:pt idx="1492">
                  <c:v>16.368608814179268</c:v>
                </c:pt>
                <c:pt idx="1493">
                  <c:v>16.368608814179268</c:v>
                </c:pt>
                <c:pt idx="1494">
                  <c:v>16.368608814179268</c:v>
                </c:pt>
                <c:pt idx="1495">
                  <c:v>16.368608814179268</c:v>
                </c:pt>
                <c:pt idx="1496">
                  <c:v>16.368608814179268</c:v>
                </c:pt>
                <c:pt idx="1497">
                  <c:v>16.368608814179268</c:v>
                </c:pt>
                <c:pt idx="1498">
                  <c:v>16.368608814179268</c:v>
                </c:pt>
                <c:pt idx="1499">
                  <c:v>16.368608814179268</c:v>
                </c:pt>
                <c:pt idx="1500">
                  <c:v>16.368608814179268</c:v>
                </c:pt>
                <c:pt idx="1501">
                  <c:v>16.368608814179268</c:v>
                </c:pt>
                <c:pt idx="1502">
                  <c:v>16.368608814179268</c:v>
                </c:pt>
                <c:pt idx="1503">
                  <c:v>16.368608814179268</c:v>
                </c:pt>
                <c:pt idx="1504">
                  <c:v>16.368608814179268</c:v>
                </c:pt>
                <c:pt idx="1505">
                  <c:v>16.368608814179268</c:v>
                </c:pt>
                <c:pt idx="1506">
                  <c:v>16.368608814179268</c:v>
                </c:pt>
                <c:pt idx="1507">
                  <c:v>16.368608814179268</c:v>
                </c:pt>
                <c:pt idx="1508">
                  <c:v>16.368608814179268</c:v>
                </c:pt>
                <c:pt idx="1509">
                  <c:v>16.368608814179268</c:v>
                </c:pt>
                <c:pt idx="1510">
                  <c:v>16.368608814179268</c:v>
                </c:pt>
                <c:pt idx="1511">
                  <c:v>16.368608814179268</c:v>
                </c:pt>
                <c:pt idx="1512">
                  <c:v>16.368608814179268</c:v>
                </c:pt>
                <c:pt idx="1513">
                  <c:v>16.368608814179268</c:v>
                </c:pt>
                <c:pt idx="1514">
                  <c:v>16.368608814179268</c:v>
                </c:pt>
                <c:pt idx="1515">
                  <c:v>16.368608814179268</c:v>
                </c:pt>
                <c:pt idx="1516">
                  <c:v>16.368608814179268</c:v>
                </c:pt>
                <c:pt idx="1517">
                  <c:v>16.368608814179268</c:v>
                </c:pt>
                <c:pt idx="1518">
                  <c:v>16.368608814179268</c:v>
                </c:pt>
                <c:pt idx="1519">
                  <c:v>16.368608814179268</c:v>
                </c:pt>
                <c:pt idx="1520">
                  <c:v>16.368608814179268</c:v>
                </c:pt>
                <c:pt idx="1521">
                  <c:v>16.368608814179268</c:v>
                </c:pt>
                <c:pt idx="1522">
                  <c:v>16.368608814179268</c:v>
                </c:pt>
                <c:pt idx="1523">
                  <c:v>16.368608814179268</c:v>
                </c:pt>
                <c:pt idx="1524">
                  <c:v>16.368608814179268</c:v>
                </c:pt>
                <c:pt idx="1525">
                  <c:v>16.368608814179268</c:v>
                </c:pt>
                <c:pt idx="1526">
                  <c:v>16.368608814179268</c:v>
                </c:pt>
                <c:pt idx="1527">
                  <c:v>16.368608814179268</c:v>
                </c:pt>
                <c:pt idx="1528">
                  <c:v>16.368608814179268</c:v>
                </c:pt>
                <c:pt idx="1529">
                  <c:v>16.368608814179268</c:v>
                </c:pt>
                <c:pt idx="1530">
                  <c:v>16.368608814179268</c:v>
                </c:pt>
                <c:pt idx="1531">
                  <c:v>16.368608814179268</c:v>
                </c:pt>
                <c:pt idx="1532">
                  <c:v>16.368608814179268</c:v>
                </c:pt>
                <c:pt idx="1533">
                  <c:v>16.368608814179268</c:v>
                </c:pt>
                <c:pt idx="1534">
                  <c:v>16.368608814179268</c:v>
                </c:pt>
                <c:pt idx="1535">
                  <c:v>16.368608814179268</c:v>
                </c:pt>
                <c:pt idx="1536">
                  <c:v>16.368608814179268</c:v>
                </c:pt>
                <c:pt idx="1537">
                  <c:v>16.368608814179268</c:v>
                </c:pt>
                <c:pt idx="1538">
                  <c:v>16.368608814179268</c:v>
                </c:pt>
                <c:pt idx="1539">
                  <c:v>16.368608814179268</c:v>
                </c:pt>
                <c:pt idx="1540">
                  <c:v>16.368608814179268</c:v>
                </c:pt>
                <c:pt idx="1541">
                  <c:v>16.368608814179268</c:v>
                </c:pt>
                <c:pt idx="1542">
                  <c:v>16.368608814179268</c:v>
                </c:pt>
                <c:pt idx="1543">
                  <c:v>16.368608814179268</c:v>
                </c:pt>
                <c:pt idx="1544">
                  <c:v>16.368608814179268</c:v>
                </c:pt>
                <c:pt idx="1545">
                  <c:v>16.368608814179268</c:v>
                </c:pt>
                <c:pt idx="1546">
                  <c:v>16.368608814179268</c:v>
                </c:pt>
                <c:pt idx="1547">
                  <c:v>16.368608814179268</c:v>
                </c:pt>
                <c:pt idx="1548">
                  <c:v>16.368608814179268</c:v>
                </c:pt>
                <c:pt idx="1549">
                  <c:v>16.368608814179268</c:v>
                </c:pt>
                <c:pt idx="1550">
                  <c:v>16.368608814179268</c:v>
                </c:pt>
                <c:pt idx="1551">
                  <c:v>16.368608814179268</c:v>
                </c:pt>
                <c:pt idx="1552">
                  <c:v>16.368608814179268</c:v>
                </c:pt>
                <c:pt idx="1553">
                  <c:v>16.368608814179268</c:v>
                </c:pt>
                <c:pt idx="1554">
                  <c:v>16.368608814179268</c:v>
                </c:pt>
                <c:pt idx="1555">
                  <c:v>16.368608814179268</c:v>
                </c:pt>
                <c:pt idx="1556">
                  <c:v>16.368608814179268</c:v>
                </c:pt>
                <c:pt idx="1557">
                  <c:v>16.368608814179268</c:v>
                </c:pt>
                <c:pt idx="1558">
                  <c:v>16.368608814179268</c:v>
                </c:pt>
                <c:pt idx="1559">
                  <c:v>16.368608814179268</c:v>
                </c:pt>
                <c:pt idx="1560">
                  <c:v>16.368608814179268</c:v>
                </c:pt>
                <c:pt idx="1561">
                  <c:v>16.368608814179268</c:v>
                </c:pt>
                <c:pt idx="1562">
                  <c:v>16.368608814179268</c:v>
                </c:pt>
                <c:pt idx="1563">
                  <c:v>16.368608814179268</c:v>
                </c:pt>
                <c:pt idx="1564">
                  <c:v>16.368608814179268</c:v>
                </c:pt>
                <c:pt idx="1565">
                  <c:v>16.368608814179268</c:v>
                </c:pt>
                <c:pt idx="1566">
                  <c:v>16.368608814179268</c:v>
                </c:pt>
                <c:pt idx="1567">
                  <c:v>16.368608814179268</c:v>
                </c:pt>
                <c:pt idx="1568">
                  <c:v>16.368608814179268</c:v>
                </c:pt>
                <c:pt idx="1569">
                  <c:v>16.368608814179268</c:v>
                </c:pt>
                <c:pt idx="1570">
                  <c:v>16.368608814179268</c:v>
                </c:pt>
                <c:pt idx="1571">
                  <c:v>16.368608814179268</c:v>
                </c:pt>
                <c:pt idx="1572">
                  <c:v>16.368608814179268</c:v>
                </c:pt>
                <c:pt idx="1573">
                  <c:v>16.368608814179268</c:v>
                </c:pt>
                <c:pt idx="1574">
                  <c:v>16.368608814179268</c:v>
                </c:pt>
                <c:pt idx="1575">
                  <c:v>16.368608814179268</c:v>
                </c:pt>
                <c:pt idx="1576">
                  <c:v>16.368608814179268</c:v>
                </c:pt>
                <c:pt idx="1577">
                  <c:v>16.368608814179268</c:v>
                </c:pt>
                <c:pt idx="1578">
                  <c:v>16.368608814179268</c:v>
                </c:pt>
                <c:pt idx="1579">
                  <c:v>16.368608814179268</c:v>
                </c:pt>
                <c:pt idx="1580">
                  <c:v>16.368608814179268</c:v>
                </c:pt>
                <c:pt idx="1581">
                  <c:v>16.368608814179268</c:v>
                </c:pt>
                <c:pt idx="1582">
                  <c:v>16.368608814179268</c:v>
                </c:pt>
                <c:pt idx="1583">
                  <c:v>16.368608814179268</c:v>
                </c:pt>
                <c:pt idx="1584">
                  <c:v>16.368608814179268</c:v>
                </c:pt>
                <c:pt idx="1585">
                  <c:v>16.368608814179268</c:v>
                </c:pt>
                <c:pt idx="1586">
                  <c:v>16.368608814179268</c:v>
                </c:pt>
                <c:pt idx="1587">
                  <c:v>16.368608814179268</c:v>
                </c:pt>
                <c:pt idx="1588">
                  <c:v>16.368608814179268</c:v>
                </c:pt>
                <c:pt idx="1589">
                  <c:v>16.368608814179268</c:v>
                </c:pt>
                <c:pt idx="1590">
                  <c:v>16.368608814179268</c:v>
                </c:pt>
                <c:pt idx="1591">
                  <c:v>16.368608814179268</c:v>
                </c:pt>
                <c:pt idx="1592">
                  <c:v>16.368608814179268</c:v>
                </c:pt>
                <c:pt idx="1593">
                  <c:v>16.368608814179268</c:v>
                </c:pt>
                <c:pt idx="1594">
                  <c:v>16.368608814179268</c:v>
                </c:pt>
                <c:pt idx="1595">
                  <c:v>16.368608814179268</c:v>
                </c:pt>
                <c:pt idx="1596">
                  <c:v>16.368608814179268</c:v>
                </c:pt>
                <c:pt idx="1597">
                  <c:v>16.368608814179268</c:v>
                </c:pt>
                <c:pt idx="1598">
                  <c:v>16.368608814179268</c:v>
                </c:pt>
                <c:pt idx="1599">
                  <c:v>16.368608814179268</c:v>
                </c:pt>
                <c:pt idx="1600">
                  <c:v>16.368608814179268</c:v>
                </c:pt>
                <c:pt idx="1601">
                  <c:v>16.368608814179268</c:v>
                </c:pt>
                <c:pt idx="1602">
                  <c:v>16.368608814179268</c:v>
                </c:pt>
                <c:pt idx="1603">
                  <c:v>16.368608814179268</c:v>
                </c:pt>
                <c:pt idx="1604">
                  <c:v>16.368608814179268</c:v>
                </c:pt>
                <c:pt idx="1605">
                  <c:v>16.368608814179268</c:v>
                </c:pt>
                <c:pt idx="1606">
                  <c:v>16.368608814179268</c:v>
                </c:pt>
                <c:pt idx="1607">
                  <c:v>16.368608814179268</c:v>
                </c:pt>
                <c:pt idx="1608">
                  <c:v>16.368608814179268</c:v>
                </c:pt>
                <c:pt idx="1609">
                  <c:v>16.368608814179268</c:v>
                </c:pt>
                <c:pt idx="1610">
                  <c:v>16.368608814179268</c:v>
                </c:pt>
                <c:pt idx="1611">
                  <c:v>16.368608814179268</c:v>
                </c:pt>
                <c:pt idx="1612">
                  <c:v>16.368608814179268</c:v>
                </c:pt>
                <c:pt idx="1613">
                  <c:v>16.368608814179268</c:v>
                </c:pt>
                <c:pt idx="1614">
                  <c:v>16.368608814179268</c:v>
                </c:pt>
                <c:pt idx="1615">
                  <c:v>16.368608814179268</c:v>
                </c:pt>
                <c:pt idx="1616">
                  <c:v>16.368608814179268</c:v>
                </c:pt>
                <c:pt idx="1617">
                  <c:v>16.368608814179268</c:v>
                </c:pt>
                <c:pt idx="1618">
                  <c:v>16.368608814179268</c:v>
                </c:pt>
                <c:pt idx="1619">
                  <c:v>16.368608814179268</c:v>
                </c:pt>
                <c:pt idx="1620">
                  <c:v>16.368608814179268</c:v>
                </c:pt>
                <c:pt idx="1621">
                  <c:v>16.368608814179268</c:v>
                </c:pt>
                <c:pt idx="1622">
                  <c:v>16.368608814179268</c:v>
                </c:pt>
                <c:pt idx="1623">
                  <c:v>16.368608814179268</c:v>
                </c:pt>
                <c:pt idx="1624">
                  <c:v>16.368608814179268</c:v>
                </c:pt>
                <c:pt idx="1625">
                  <c:v>16.368608814179268</c:v>
                </c:pt>
                <c:pt idx="1626">
                  <c:v>16.368608814179268</c:v>
                </c:pt>
                <c:pt idx="1627">
                  <c:v>16.368608814179268</c:v>
                </c:pt>
                <c:pt idx="1628">
                  <c:v>16.368608814179268</c:v>
                </c:pt>
                <c:pt idx="1629">
                  <c:v>16.368608814179268</c:v>
                </c:pt>
                <c:pt idx="1630">
                  <c:v>16.368608814179268</c:v>
                </c:pt>
                <c:pt idx="1631">
                  <c:v>16.368608814179268</c:v>
                </c:pt>
                <c:pt idx="1632">
                  <c:v>16.368608814179268</c:v>
                </c:pt>
                <c:pt idx="1633">
                  <c:v>16.368608814179268</c:v>
                </c:pt>
                <c:pt idx="1634">
                  <c:v>16.368608814179268</c:v>
                </c:pt>
                <c:pt idx="1635">
                  <c:v>16.368608814179268</c:v>
                </c:pt>
                <c:pt idx="1636">
                  <c:v>16.368608814179268</c:v>
                </c:pt>
                <c:pt idx="1637">
                  <c:v>16.368608814179268</c:v>
                </c:pt>
                <c:pt idx="1638">
                  <c:v>16.368608814179268</c:v>
                </c:pt>
                <c:pt idx="1639">
                  <c:v>16.368608814179268</c:v>
                </c:pt>
                <c:pt idx="1640">
                  <c:v>16.368608814179268</c:v>
                </c:pt>
                <c:pt idx="1641">
                  <c:v>16.368608814179268</c:v>
                </c:pt>
                <c:pt idx="1642">
                  <c:v>16.368608814179268</c:v>
                </c:pt>
                <c:pt idx="1643">
                  <c:v>16.368608814179268</c:v>
                </c:pt>
                <c:pt idx="1644">
                  <c:v>16.368608814179268</c:v>
                </c:pt>
                <c:pt idx="1645">
                  <c:v>16.368608814179268</c:v>
                </c:pt>
                <c:pt idx="1646">
                  <c:v>16.368608814179268</c:v>
                </c:pt>
                <c:pt idx="1647">
                  <c:v>16.368608814179268</c:v>
                </c:pt>
                <c:pt idx="1648">
                  <c:v>16.368608814179268</c:v>
                </c:pt>
                <c:pt idx="1649">
                  <c:v>16.368608814179268</c:v>
                </c:pt>
                <c:pt idx="1650">
                  <c:v>16.368608814179268</c:v>
                </c:pt>
                <c:pt idx="1651">
                  <c:v>16.368608814179268</c:v>
                </c:pt>
                <c:pt idx="1652">
                  <c:v>16.368608814179268</c:v>
                </c:pt>
                <c:pt idx="1653">
                  <c:v>16.368608814179268</c:v>
                </c:pt>
                <c:pt idx="1654">
                  <c:v>16.368608814179268</c:v>
                </c:pt>
                <c:pt idx="1655">
                  <c:v>16.368608814179268</c:v>
                </c:pt>
                <c:pt idx="1656">
                  <c:v>16.368608814179268</c:v>
                </c:pt>
                <c:pt idx="1657">
                  <c:v>16.368608814179268</c:v>
                </c:pt>
                <c:pt idx="1658">
                  <c:v>16.368608814179268</c:v>
                </c:pt>
                <c:pt idx="1659">
                  <c:v>16.368608814179268</c:v>
                </c:pt>
                <c:pt idx="1660">
                  <c:v>16.368608814179268</c:v>
                </c:pt>
                <c:pt idx="1661">
                  <c:v>16.368608814179268</c:v>
                </c:pt>
                <c:pt idx="1662">
                  <c:v>16.368608814179268</c:v>
                </c:pt>
                <c:pt idx="1663">
                  <c:v>16.368608814179268</c:v>
                </c:pt>
                <c:pt idx="1664">
                  <c:v>16.368608814179268</c:v>
                </c:pt>
                <c:pt idx="1665">
                  <c:v>16.368608814179268</c:v>
                </c:pt>
                <c:pt idx="1666">
                  <c:v>16.368608814179268</c:v>
                </c:pt>
                <c:pt idx="1667">
                  <c:v>16.368608814179268</c:v>
                </c:pt>
                <c:pt idx="1668">
                  <c:v>16.368608814179268</c:v>
                </c:pt>
                <c:pt idx="1669">
                  <c:v>16.368608814179268</c:v>
                </c:pt>
                <c:pt idx="1670">
                  <c:v>16.368608814179268</c:v>
                </c:pt>
                <c:pt idx="1671">
                  <c:v>16.368608814179268</c:v>
                </c:pt>
                <c:pt idx="1672">
                  <c:v>16.368608814179268</c:v>
                </c:pt>
                <c:pt idx="1673">
                  <c:v>16.368608814179268</c:v>
                </c:pt>
                <c:pt idx="1674">
                  <c:v>16.368608814179268</c:v>
                </c:pt>
                <c:pt idx="1675">
                  <c:v>16.368608814179268</c:v>
                </c:pt>
                <c:pt idx="1676">
                  <c:v>16.368608814179268</c:v>
                </c:pt>
                <c:pt idx="1677">
                  <c:v>16.368608814179268</c:v>
                </c:pt>
                <c:pt idx="1678">
                  <c:v>16.368608814179268</c:v>
                </c:pt>
                <c:pt idx="1679">
                  <c:v>16.368608814179268</c:v>
                </c:pt>
                <c:pt idx="1680">
                  <c:v>16.368608814179268</c:v>
                </c:pt>
                <c:pt idx="1681">
                  <c:v>16.368608814179268</c:v>
                </c:pt>
                <c:pt idx="1682">
                  <c:v>16.368608814179268</c:v>
                </c:pt>
                <c:pt idx="1683">
                  <c:v>16.368608814179268</c:v>
                </c:pt>
                <c:pt idx="1684">
                  <c:v>16.368608814179268</c:v>
                </c:pt>
                <c:pt idx="1685">
                  <c:v>16.368608814179268</c:v>
                </c:pt>
                <c:pt idx="1686">
                  <c:v>16.368608814179268</c:v>
                </c:pt>
                <c:pt idx="1687">
                  <c:v>16.368608814179268</c:v>
                </c:pt>
                <c:pt idx="1688">
                  <c:v>16.368608814179268</c:v>
                </c:pt>
                <c:pt idx="1689">
                  <c:v>16.368608814179268</c:v>
                </c:pt>
                <c:pt idx="1690">
                  <c:v>16.368608814179268</c:v>
                </c:pt>
                <c:pt idx="1691">
                  <c:v>16.368608814179268</c:v>
                </c:pt>
                <c:pt idx="1692">
                  <c:v>16.368608814179268</c:v>
                </c:pt>
                <c:pt idx="1693">
                  <c:v>16.368608814179268</c:v>
                </c:pt>
                <c:pt idx="1694">
                  <c:v>16.368608814179268</c:v>
                </c:pt>
                <c:pt idx="1695">
                  <c:v>16.368608814179268</c:v>
                </c:pt>
                <c:pt idx="1696">
                  <c:v>16.368608814179268</c:v>
                </c:pt>
                <c:pt idx="1697">
                  <c:v>16.368608814179268</c:v>
                </c:pt>
                <c:pt idx="1698">
                  <c:v>16.368608814179268</c:v>
                </c:pt>
                <c:pt idx="1699">
                  <c:v>16.368608814179268</c:v>
                </c:pt>
                <c:pt idx="1700">
                  <c:v>16.368608814179268</c:v>
                </c:pt>
                <c:pt idx="1701">
                  <c:v>16.368608814179268</c:v>
                </c:pt>
                <c:pt idx="1702">
                  <c:v>16.368608814179268</c:v>
                </c:pt>
                <c:pt idx="1703">
                  <c:v>16.368608814179268</c:v>
                </c:pt>
                <c:pt idx="1704">
                  <c:v>16.368608814179268</c:v>
                </c:pt>
                <c:pt idx="1705">
                  <c:v>16.368608814179268</c:v>
                </c:pt>
                <c:pt idx="1706">
                  <c:v>16.368608814179268</c:v>
                </c:pt>
                <c:pt idx="1707">
                  <c:v>16.368608814179268</c:v>
                </c:pt>
                <c:pt idx="1708">
                  <c:v>16.368608814179268</c:v>
                </c:pt>
                <c:pt idx="1709">
                  <c:v>16.368608814179268</c:v>
                </c:pt>
                <c:pt idx="1710">
                  <c:v>16.368608814179268</c:v>
                </c:pt>
                <c:pt idx="1711">
                  <c:v>16.368608814179268</c:v>
                </c:pt>
                <c:pt idx="1712">
                  <c:v>16.368608814179268</c:v>
                </c:pt>
                <c:pt idx="1713">
                  <c:v>16.368608814179268</c:v>
                </c:pt>
                <c:pt idx="1714">
                  <c:v>16.368608814179268</c:v>
                </c:pt>
                <c:pt idx="1715">
                  <c:v>16.368608814179268</c:v>
                </c:pt>
                <c:pt idx="1716">
                  <c:v>16.368608814179268</c:v>
                </c:pt>
                <c:pt idx="1717">
                  <c:v>16.368608814179268</c:v>
                </c:pt>
                <c:pt idx="1718">
                  <c:v>16.368608814179268</c:v>
                </c:pt>
                <c:pt idx="1719">
                  <c:v>16.368608814179268</c:v>
                </c:pt>
                <c:pt idx="1720">
                  <c:v>16.368608814179268</c:v>
                </c:pt>
                <c:pt idx="1721">
                  <c:v>16.368608814179268</c:v>
                </c:pt>
                <c:pt idx="1722">
                  <c:v>16.368608814179268</c:v>
                </c:pt>
                <c:pt idx="1723">
                  <c:v>16.368608814179268</c:v>
                </c:pt>
                <c:pt idx="1724">
                  <c:v>16.368608814179268</c:v>
                </c:pt>
                <c:pt idx="1725">
                  <c:v>16.368608814179268</c:v>
                </c:pt>
                <c:pt idx="1726">
                  <c:v>16.368608814179268</c:v>
                </c:pt>
                <c:pt idx="1727">
                  <c:v>16.368608814179268</c:v>
                </c:pt>
                <c:pt idx="1728">
                  <c:v>16.368608814179268</c:v>
                </c:pt>
                <c:pt idx="1729">
                  <c:v>16.368608814179268</c:v>
                </c:pt>
                <c:pt idx="1730">
                  <c:v>16.368608814179268</c:v>
                </c:pt>
                <c:pt idx="1731">
                  <c:v>16.368608814179268</c:v>
                </c:pt>
                <c:pt idx="1732">
                  <c:v>16.368608814179268</c:v>
                </c:pt>
                <c:pt idx="1733">
                  <c:v>16.368608814179268</c:v>
                </c:pt>
                <c:pt idx="1734">
                  <c:v>16.368608814179268</c:v>
                </c:pt>
                <c:pt idx="1735">
                  <c:v>16.368608814179268</c:v>
                </c:pt>
                <c:pt idx="1736">
                  <c:v>16.368608814179268</c:v>
                </c:pt>
                <c:pt idx="1737">
                  <c:v>16.368608814179268</c:v>
                </c:pt>
                <c:pt idx="1738">
                  <c:v>16.368608814179268</c:v>
                </c:pt>
                <c:pt idx="1739">
                  <c:v>16.368608814179268</c:v>
                </c:pt>
                <c:pt idx="1740">
                  <c:v>16.368608814179268</c:v>
                </c:pt>
                <c:pt idx="1741">
                  <c:v>16.368608814179268</c:v>
                </c:pt>
                <c:pt idx="1742">
                  <c:v>16.368608814179268</c:v>
                </c:pt>
                <c:pt idx="1743">
                  <c:v>16.368608814179268</c:v>
                </c:pt>
                <c:pt idx="1744">
                  <c:v>16.368608814179268</c:v>
                </c:pt>
                <c:pt idx="1745">
                  <c:v>16.368608814179268</c:v>
                </c:pt>
                <c:pt idx="1746">
                  <c:v>16.368608814179268</c:v>
                </c:pt>
                <c:pt idx="1747">
                  <c:v>16.368608814179268</c:v>
                </c:pt>
                <c:pt idx="1748">
                  <c:v>16.368608814179268</c:v>
                </c:pt>
                <c:pt idx="1749">
                  <c:v>16.368608814179268</c:v>
                </c:pt>
                <c:pt idx="1750">
                  <c:v>16.368608814179268</c:v>
                </c:pt>
                <c:pt idx="1751">
                  <c:v>16.368608814179268</c:v>
                </c:pt>
                <c:pt idx="1752">
                  <c:v>16.368608814179268</c:v>
                </c:pt>
                <c:pt idx="1753">
                  <c:v>16.368608814179268</c:v>
                </c:pt>
                <c:pt idx="1754">
                  <c:v>16.368608814179268</c:v>
                </c:pt>
                <c:pt idx="1755">
                  <c:v>16.368608814179268</c:v>
                </c:pt>
                <c:pt idx="1756">
                  <c:v>16.368608814179268</c:v>
                </c:pt>
                <c:pt idx="1757">
                  <c:v>16.368608814179268</c:v>
                </c:pt>
                <c:pt idx="1758">
                  <c:v>16.368608814179268</c:v>
                </c:pt>
                <c:pt idx="1759">
                  <c:v>16.368608814179268</c:v>
                </c:pt>
                <c:pt idx="1760">
                  <c:v>16.368608814179268</c:v>
                </c:pt>
                <c:pt idx="1761">
                  <c:v>16.368608814179268</c:v>
                </c:pt>
                <c:pt idx="1762">
                  <c:v>16.368608814179268</c:v>
                </c:pt>
                <c:pt idx="1763">
                  <c:v>16.368608814179268</c:v>
                </c:pt>
                <c:pt idx="1764">
                  <c:v>16.368608814179268</c:v>
                </c:pt>
                <c:pt idx="1765">
                  <c:v>16.368608814179268</c:v>
                </c:pt>
                <c:pt idx="1766">
                  <c:v>16.368608814179268</c:v>
                </c:pt>
                <c:pt idx="1767">
                  <c:v>16.368608814179268</c:v>
                </c:pt>
                <c:pt idx="1768">
                  <c:v>16.368608814179268</c:v>
                </c:pt>
                <c:pt idx="1769">
                  <c:v>16.368608814179268</c:v>
                </c:pt>
                <c:pt idx="1770">
                  <c:v>16.368608814179268</c:v>
                </c:pt>
                <c:pt idx="1771">
                  <c:v>16.368608814179268</c:v>
                </c:pt>
                <c:pt idx="1772">
                  <c:v>16.368608814179268</c:v>
                </c:pt>
                <c:pt idx="1773">
                  <c:v>16.368608814179268</c:v>
                </c:pt>
                <c:pt idx="1774">
                  <c:v>16.368608814179268</c:v>
                </c:pt>
                <c:pt idx="1775">
                  <c:v>16.368608814179268</c:v>
                </c:pt>
                <c:pt idx="1776">
                  <c:v>16.368608814179268</c:v>
                </c:pt>
                <c:pt idx="1777">
                  <c:v>16.368608814179268</c:v>
                </c:pt>
                <c:pt idx="1778">
                  <c:v>16.368608814179268</c:v>
                </c:pt>
                <c:pt idx="1779">
                  <c:v>16.368608814179268</c:v>
                </c:pt>
                <c:pt idx="1780">
                  <c:v>16.368608814179268</c:v>
                </c:pt>
                <c:pt idx="1781">
                  <c:v>16.368608814179268</c:v>
                </c:pt>
                <c:pt idx="1782">
                  <c:v>16.368608814179268</c:v>
                </c:pt>
                <c:pt idx="1783">
                  <c:v>16.368608814179268</c:v>
                </c:pt>
                <c:pt idx="1784">
                  <c:v>16.368608814179268</c:v>
                </c:pt>
                <c:pt idx="1785">
                  <c:v>16.368608814179268</c:v>
                </c:pt>
                <c:pt idx="1786">
                  <c:v>16.368608814179268</c:v>
                </c:pt>
                <c:pt idx="1787">
                  <c:v>16.368608814179268</c:v>
                </c:pt>
                <c:pt idx="1788">
                  <c:v>16.368608814179268</c:v>
                </c:pt>
                <c:pt idx="1789">
                  <c:v>16.368608814179268</c:v>
                </c:pt>
                <c:pt idx="1790">
                  <c:v>16.368608814179268</c:v>
                </c:pt>
                <c:pt idx="1791">
                  <c:v>16.368608814179268</c:v>
                </c:pt>
                <c:pt idx="1792">
                  <c:v>16.368608814179268</c:v>
                </c:pt>
                <c:pt idx="1793">
                  <c:v>16.368608814179268</c:v>
                </c:pt>
                <c:pt idx="1794">
                  <c:v>16.368608814179268</c:v>
                </c:pt>
                <c:pt idx="1795">
                  <c:v>16.368608814179268</c:v>
                </c:pt>
                <c:pt idx="1796">
                  <c:v>16.368608814179268</c:v>
                </c:pt>
                <c:pt idx="1797">
                  <c:v>16.368608814179268</c:v>
                </c:pt>
                <c:pt idx="1798">
                  <c:v>16.368608814179268</c:v>
                </c:pt>
                <c:pt idx="1799">
                  <c:v>16.368608814179268</c:v>
                </c:pt>
                <c:pt idx="1800">
                  <c:v>16.368608814179268</c:v>
                </c:pt>
                <c:pt idx="1801">
                  <c:v>16.368608814179268</c:v>
                </c:pt>
                <c:pt idx="1802">
                  <c:v>16.368608814179268</c:v>
                </c:pt>
                <c:pt idx="1803">
                  <c:v>16.368608814179268</c:v>
                </c:pt>
                <c:pt idx="1804">
                  <c:v>16.368608814179268</c:v>
                </c:pt>
                <c:pt idx="1805">
                  <c:v>16.368608814179268</c:v>
                </c:pt>
                <c:pt idx="1806">
                  <c:v>16.368608814179268</c:v>
                </c:pt>
                <c:pt idx="1807">
                  <c:v>16.368608814179268</c:v>
                </c:pt>
                <c:pt idx="1808">
                  <c:v>16.368608814179268</c:v>
                </c:pt>
                <c:pt idx="1809">
                  <c:v>16.368608814179268</c:v>
                </c:pt>
                <c:pt idx="1810">
                  <c:v>16.368608814179268</c:v>
                </c:pt>
                <c:pt idx="1811">
                  <c:v>16.368608814179268</c:v>
                </c:pt>
                <c:pt idx="1812">
                  <c:v>16.368608814179268</c:v>
                </c:pt>
                <c:pt idx="1813">
                  <c:v>16.368608814179268</c:v>
                </c:pt>
                <c:pt idx="1814">
                  <c:v>16.368608814179268</c:v>
                </c:pt>
                <c:pt idx="1815">
                  <c:v>16.368608814179268</c:v>
                </c:pt>
                <c:pt idx="1816">
                  <c:v>16.368608814179268</c:v>
                </c:pt>
                <c:pt idx="1817">
                  <c:v>16.368608814179268</c:v>
                </c:pt>
                <c:pt idx="1818">
                  <c:v>16.368608814179268</c:v>
                </c:pt>
                <c:pt idx="1819">
                  <c:v>16.368608814179268</c:v>
                </c:pt>
                <c:pt idx="1820">
                  <c:v>16.368608814179268</c:v>
                </c:pt>
                <c:pt idx="1821">
                  <c:v>16.368608814179268</c:v>
                </c:pt>
                <c:pt idx="1822">
                  <c:v>16.368608814179268</c:v>
                </c:pt>
                <c:pt idx="1823">
                  <c:v>16.368608814179268</c:v>
                </c:pt>
                <c:pt idx="1824">
                  <c:v>16.368608814179268</c:v>
                </c:pt>
                <c:pt idx="1825">
                  <c:v>16.368608814179268</c:v>
                </c:pt>
                <c:pt idx="1826">
                  <c:v>16.368608814179268</c:v>
                </c:pt>
                <c:pt idx="1827">
                  <c:v>16.368608814179268</c:v>
                </c:pt>
                <c:pt idx="1828">
                  <c:v>16.368608814179268</c:v>
                </c:pt>
              </c:numCache>
            </c:numRef>
          </c:val>
          <c:smooth val="0"/>
          <c:extLst>
            <c:ext xmlns:c16="http://schemas.microsoft.com/office/drawing/2014/chart" uri="{C3380CC4-5D6E-409C-BE32-E72D297353CC}">
              <c16:uniqueId val="{00000004-81C4-4815-9680-5AA56E5DE3F5}"/>
            </c:ext>
          </c:extLst>
        </c:ser>
        <c:ser>
          <c:idx val="5"/>
          <c:order val="5"/>
          <c:tx>
            <c:strRef>
              <c:f>Source!$BB$1</c:f>
              <c:strCache>
                <c:ptCount val="1"/>
                <c:pt idx="0">
                  <c:v>+2SD</c:v>
                </c:pt>
              </c:strCache>
            </c:strRef>
          </c:tx>
          <c:spPr>
            <a:ln w="19050">
              <a:solidFill>
                <a:srgbClr val="FF0000"/>
              </a:solidFill>
              <a:prstDash val="solid"/>
            </a:ln>
          </c:spPr>
          <c:marker>
            <c:symbol val="none"/>
          </c:marker>
          <c:cat>
            <c:numRef>
              <c:f>Source!$AV$3:$AV$3656</c:f>
              <c:numCache>
                <c:formatCode>m/d/yyyy</c:formatCode>
                <c:ptCount val="3654"/>
                <c:pt idx="0">
                  <c:v>44489</c:v>
                </c:pt>
                <c:pt idx="1">
                  <c:v>44490</c:v>
                </c:pt>
                <c:pt idx="2">
                  <c:v>44491</c:v>
                </c:pt>
                <c:pt idx="3">
                  <c:v>44492</c:v>
                </c:pt>
                <c:pt idx="4">
                  <c:v>44493</c:v>
                </c:pt>
                <c:pt idx="5">
                  <c:v>44494</c:v>
                </c:pt>
                <c:pt idx="6">
                  <c:v>44495</c:v>
                </c:pt>
                <c:pt idx="7">
                  <c:v>44496</c:v>
                </c:pt>
                <c:pt idx="8">
                  <c:v>44497</c:v>
                </c:pt>
                <c:pt idx="9">
                  <c:v>44498</c:v>
                </c:pt>
                <c:pt idx="10">
                  <c:v>44499</c:v>
                </c:pt>
                <c:pt idx="11">
                  <c:v>44500</c:v>
                </c:pt>
                <c:pt idx="12">
                  <c:v>44501</c:v>
                </c:pt>
                <c:pt idx="13">
                  <c:v>44502</c:v>
                </c:pt>
                <c:pt idx="14">
                  <c:v>44503</c:v>
                </c:pt>
                <c:pt idx="15">
                  <c:v>44504</c:v>
                </c:pt>
                <c:pt idx="16">
                  <c:v>44505</c:v>
                </c:pt>
                <c:pt idx="17">
                  <c:v>44506</c:v>
                </c:pt>
                <c:pt idx="18">
                  <c:v>44507</c:v>
                </c:pt>
                <c:pt idx="19">
                  <c:v>44508</c:v>
                </c:pt>
                <c:pt idx="20">
                  <c:v>44509</c:v>
                </c:pt>
                <c:pt idx="21">
                  <c:v>44510</c:v>
                </c:pt>
                <c:pt idx="22">
                  <c:v>44511</c:v>
                </c:pt>
                <c:pt idx="23">
                  <c:v>44512</c:v>
                </c:pt>
                <c:pt idx="24">
                  <c:v>44513</c:v>
                </c:pt>
                <c:pt idx="25">
                  <c:v>44514</c:v>
                </c:pt>
                <c:pt idx="26">
                  <c:v>44515</c:v>
                </c:pt>
                <c:pt idx="27">
                  <c:v>44516</c:v>
                </c:pt>
                <c:pt idx="28">
                  <c:v>44517</c:v>
                </c:pt>
                <c:pt idx="29">
                  <c:v>44518</c:v>
                </c:pt>
                <c:pt idx="30">
                  <c:v>44519</c:v>
                </c:pt>
                <c:pt idx="31">
                  <c:v>44520</c:v>
                </c:pt>
                <c:pt idx="32">
                  <c:v>44521</c:v>
                </c:pt>
                <c:pt idx="33">
                  <c:v>44522</c:v>
                </c:pt>
                <c:pt idx="34">
                  <c:v>44523</c:v>
                </c:pt>
                <c:pt idx="35">
                  <c:v>44524</c:v>
                </c:pt>
                <c:pt idx="36">
                  <c:v>44525</c:v>
                </c:pt>
                <c:pt idx="37">
                  <c:v>44526</c:v>
                </c:pt>
                <c:pt idx="38">
                  <c:v>44527</c:v>
                </c:pt>
                <c:pt idx="39">
                  <c:v>44528</c:v>
                </c:pt>
                <c:pt idx="40">
                  <c:v>44529</c:v>
                </c:pt>
                <c:pt idx="41">
                  <c:v>44530</c:v>
                </c:pt>
                <c:pt idx="42">
                  <c:v>44531</c:v>
                </c:pt>
                <c:pt idx="43">
                  <c:v>44532</c:v>
                </c:pt>
                <c:pt idx="44">
                  <c:v>44533</c:v>
                </c:pt>
                <c:pt idx="45">
                  <c:v>44534</c:v>
                </c:pt>
                <c:pt idx="46">
                  <c:v>44535</c:v>
                </c:pt>
                <c:pt idx="47">
                  <c:v>44536</c:v>
                </c:pt>
                <c:pt idx="48">
                  <c:v>44537</c:v>
                </c:pt>
                <c:pt idx="49">
                  <c:v>44538</c:v>
                </c:pt>
                <c:pt idx="50">
                  <c:v>44539</c:v>
                </c:pt>
                <c:pt idx="51">
                  <c:v>44540</c:v>
                </c:pt>
                <c:pt idx="52">
                  <c:v>44541</c:v>
                </c:pt>
                <c:pt idx="53">
                  <c:v>44542</c:v>
                </c:pt>
                <c:pt idx="54">
                  <c:v>44543</c:v>
                </c:pt>
                <c:pt idx="55">
                  <c:v>44544</c:v>
                </c:pt>
                <c:pt idx="56">
                  <c:v>44545</c:v>
                </c:pt>
                <c:pt idx="57">
                  <c:v>44546</c:v>
                </c:pt>
                <c:pt idx="58">
                  <c:v>44547</c:v>
                </c:pt>
                <c:pt idx="59">
                  <c:v>44548</c:v>
                </c:pt>
                <c:pt idx="60">
                  <c:v>44549</c:v>
                </c:pt>
                <c:pt idx="61">
                  <c:v>44550</c:v>
                </c:pt>
                <c:pt idx="62">
                  <c:v>44551</c:v>
                </c:pt>
                <c:pt idx="63">
                  <c:v>44552</c:v>
                </c:pt>
                <c:pt idx="64">
                  <c:v>44553</c:v>
                </c:pt>
                <c:pt idx="65">
                  <c:v>44554</c:v>
                </c:pt>
                <c:pt idx="66">
                  <c:v>44555</c:v>
                </c:pt>
                <c:pt idx="67">
                  <c:v>44556</c:v>
                </c:pt>
                <c:pt idx="68">
                  <c:v>44557</c:v>
                </c:pt>
                <c:pt idx="69">
                  <c:v>44558</c:v>
                </c:pt>
                <c:pt idx="70">
                  <c:v>44559</c:v>
                </c:pt>
                <c:pt idx="71">
                  <c:v>44560</c:v>
                </c:pt>
                <c:pt idx="72">
                  <c:v>44561</c:v>
                </c:pt>
                <c:pt idx="73">
                  <c:v>44562</c:v>
                </c:pt>
                <c:pt idx="74">
                  <c:v>44563</c:v>
                </c:pt>
                <c:pt idx="75">
                  <c:v>44564</c:v>
                </c:pt>
                <c:pt idx="76">
                  <c:v>44565</c:v>
                </c:pt>
                <c:pt idx="77">
                  <c:v>44566</c:v>
                </c:pt>
                <c:pt idx="78">
                  <c:v>44567</c:v>
                </c:pt>
                <c:pt idx="79">
                  <c:v>44568</c:v>
                </c:pt>
                <c:pt idx="80">
                  <c:v>44569</c:v>
                </c:pt>
                <c:pt idx="81">
                  <c:v>44570</c:v>
                </c:pt>
                <c:pt idx="82">
                  <c:v>44571</c:v>
                </c:pt>
                <c:pt idx="83">
                  <c:v>44572</c:v>
                </c:pt>
                <c:pt idx="84">
                  <c:v>44573</c:v>
                </c:pt>
                <c:pt idx="85">
                  <c:v>44574</c:v>
                </c:pt>
                <c:pt idx="86">
                  <c:v>44575</c:v>
                </c:pt>
                <c:pt idx="87">
                  <c:v>44576</c:v>
                </c:pt>
                <c:pt idx="88">
                  <c:v>44577</c:v>
                </c:pt>
                <c:pt idx="89">
                  <c:v>44578</c:v>
                </c:pt>
                <c:pt idx="90">
                  <c:v>44579</c:v>
                </c:pt>
                <c:pt idx="91">
                  <c:v>44580</c:v>
                </c:pt>
                <c:pt idx="92">
                  <c:v>44581</c:v>
                </c:pt>
                <c:pt idx="93">
                  <c:v>44582</c:v>
                </c:pt>
                <c:pt idx="94">
                  <c:v>44583</c:v>
                </c:pt>
                <c:pt idx="95">
                  <c:v>44584</c:v>
                </c:pt>
                <c:pt idx="96">
                  <c:v>44585</c:v>
                </c:pt>
                <c:pt idx="97">
                  <c:v>44586</c:v>
                </c:pt>
                <c:pt idx="98">
                  <c:v>44587</c:v>
                </c:pt>
                <c:pt idx="99">
                  <c:v>44588</c:v>
                </c:pt>
                <c:pt idx="100">
                  <c:v>44589</c:v>
                </c:pt>
                <c:pt idx="101">
                  <c:v>44590</c:v>
                </c:pt>
                <c:pt idx="102">
                  <c:v>44591</c:v>
                </c:pt>
                <c:pt idx="103">
                  <c:v>44592</c:v>
                </c:pt>
                <c:pt idx="104">
                  <c:v>44593</c:v>
                </c:pt>
                <c:pt idx="105">
                  <c:v>44594</c:v>
                </c:pt>
                <c:pt idx="106">
                  <c:v>44595</c:v>
                </c:pt>
                <c:pt idx="107">
                  <c:v>44596</c:v>
                </c:pt>
                <c:pt idx="108">
                  <c:v>44597</c:v>
                </c:pt>
                <c:pt idx="109">
                  <c:v>44598</c:v>
                </c:pt>
                <c:pt idx="110">
                  <c:v>44599</c:v>
                </c:pt>
                <c:pt idx="111">
                  <c:v>44600</c:v>
                </c:pt>
                <c:pt idx="112">
                  <c:v>44601</c:v>
                </c:pt>
                <c:pt idx="113">
                  <c:v>44602</c:v>
                </c:pt>
                <c:pt idx="114">
                  <c:v>44603</c:v>
                </c:pt>
                <c:pt idx="115">
                  <c:v>44604</c:v>
                </c:pt>
                <c:pt idx="116">
                  <c:v>44605</c:v>
                </c:pt>
                <c:pt idx="117">
                  <c:v>44606</c:v>
                </c:pt>
                <c:pt idx="118">
                  <c:v>44607</c:v>
                </c:pt>
                <c:pt idx="119">
                  <c:v>44608</c:v>
                </c:pt>
                <c:pt idx="120">
                  <c:v>44609</c:v>
                </c:pt>
                <c:pt idx="121">
                  <c:v>44610</c:v>
                </c:pt>
                <c:pt idx="122">
                  <c:v>44611</c:v>
                </c:pt>
                <c:pt idx="123">
                  <c:v>44612</c:v>
                </c:pt>
                <c:pt idx="124">
                  <c:v>44613</c:v>
                </c:pt>
                <c:pt idx="125">
                  <c:v>44614</c:v>
                </c:pt>
                <c:pt idx="126">
                  <c:v>44615</c:v>
                </c:pt>
                <c:pt idx="127">
                  <c:v>44616</c:v>
                </c:pt>
                <c:pt idx="128">
                  <c:v>44617</c:v>
                </c:pt>
                <c:pt idx="129">
                  <c:v>44618</c:v>
                </c:pt>
                <c:pt idx="130">
                  <c:v>44619</c:v>
                </c:pt>
                <c:pt idx="131">
                  <c:v>44620</c:v>
                </c:pt>
                <c:pt idx="132">
                  <c:v>44621</c:v>
                </c:pt>
                <c:pt idx="133">
                  <c:v>44622</c:v>
                </c:pt>
                <c:pt idx="134">
                  <c:v>44623</c:v>
                </c:pt>
                <c:pt idx="135">
                  <c:v>44624</c:v>
                </c:pt>
                <c:pt idx="136">
                  <c:v>44625</c:v>
                </c:pt>
                <c:pt idx="137">
                  <c:v>44626</c:v>
                </c:pt>
                <c:pt idx="138">
                  <c:v>44627</c:v>
                </c:pt>
                <c:pt idx="139">
                  <c:v>44628</c:v>
                </c:pt>
                <c:pt idx="140">
                  <c:v>44629</c:v>
                </c:pt>
                <c:pt idx="141">
                  <c:v>44630</c:v>
                </c:pt>
                <c:pt idx="142">
                  <c:v>44631</c:v>
                </c:pt>
                <c:pt idx="143">
                  <c:v>44632</c:v>
                </c:pt>
                <c:pt idx="144">
                  <c:v>44633</c:v>
                </c:pt>
                <c:pt idx="145">
                  <c:v>44634</c:v>
                </c:pt>
                <c:pt idx="146">
                  <c:v>44635</c:v>
                </c:pt>
                <c:pt idx="147">
                  <c:v>44636</c:v>
                </c:pt>
                <c:pt idx="148">
                  <c:v>44637</c:v>
                </c:pt>
                <c:pt idx="149">
                  <c:v>44638</c:v>
                </c:pt>
                <c:pt idx="150">
                  <c:v>44639</c:v>
                </c:pt>
                <c:pt idx="151">
                  <c:v>44640</c:v>
                </c:pt>
                <c:pt idx="152">
                  <c:v>44641</c:v>
                </c:pt>
                <c:pt idx="153">
                  <c:v>44642</c:v>
                </c:pt>
                <c:pt idx="154">
                  <c:v>44643</c:v>
                </c:pt>
                <c:pt idx="155">
                  <c:v>44644</c:v>
                </c:pt>
                <c:pt idx="156">
                  <c:v>44645</c:v>
                </c:pt>
                <c:pt idx="157">
                  <c:v>44646</c:v>
                </c:pt>
                <c:pt idx="158">
                  <c:v>44647</c:v>
                </c:pt>
                <c:pt idx="159">
                  <c:v>44648</c:v>
                </c:pt>
                <c:pt idx="160">
                  <c:v>44649</c:v>
                </c:pt>
                <c:pt idx="161">
                  <c:v>44650</c:v>
                </c:pt>
                <c:pt idx="162">
                  <c:v>44651</c:v>
                </c:pt>
                <c:pt idx="163">
                  <c:v>44652</c:v>
                </c:pt>
                <c:pt idx="164">
                  <c:v>44653</c:v>
                </c:pt>
                <c:pt idx="165">
                  <c:v>44654</c:v>
                </c:pt>
                <c:pt idx="166">
                  <c:v>44655</c:v>
                </c:pt>
                <c:pt idx="167">
                  <c:v>44656</c:v>
                </c:pt>
                <c:pt idx="168">
                  <c:v>44657</c:v>
                </c:pt>
                <c:pt idx="169">
                  <c:v>44658</c:v>
                </c:pt>
                <c:pt idx="170">
                  <c:v>44659</c:v>
                </c:pt>
                <c:pt idx="171">
                  <c:v>44660</c:v>
                </c:pt>
                <c:pt idx="172">
                  <c:v>44661</c:v>
                </c:pt>
                <c:pt idx="173">
                  <c:v>44662</c:v>
                </c:pt>
                <c:pt idx="174">
                  <c:v>44663</c:v>
                </c:pt>
                <c:pt idx="175">
                  <c:v>44664</c:v>
                </c:pt>
                <c:pt idx="176">
                  <c:v>44665</c:v>
                </c:pt>
                <c:pt idx="177">
                  <c:v>44666</c:v>
                </c:pt>
                <c:pt idx="178">
                  <c:v>44667</c:v>
                </c:pt>
                <c:pt idx="179">
                  <c:v>44668</c:v>
                </c:pt>
                <c:pt idx="180">
                  <c:v>44669</c:v>
                </c:pt>
                <c:pt idx="181">
                  <c:v>44670</c:v>
                </c:pt>
                <c:pt idx="182">
                  <c:v>44671</c:v>
                </c:pt>
                <c:pt idx="183">
                  <c:v>44672</c:v>
                </c:pt>
                <c:pt idx="184">
                  <c:v>44673</c:v>
                </c:pt>
                <c:pt idx="185">
                  <c:v>44674</c:v>
                </c:pt>
                <c:pt idx="186">
                  <c:v>44675</c:v>
                </c:pt>
                <c:pt idx="187">
                  <c:v>44676</c:v>
                </c:pt>
                <c:pt idx="188">
                  <c:v>44677</c:v>
                </c:pt>
                <c:pt idx="189">
                  <c:v>44678</c:v>
                </c:pt>
                <c:pt idx="190">
                  <c:v>44679</c:v>
                </c:pt>
                <c:pt idx="191">
                  <c:v>44680</c:v>
                </c:pt>
                <c:pt idx="192">
                  <c:v>44681</c:v>
                </c:pt>
                <c:pt idx="193">
                  <c:v>44682</c:v>
                </c:pt>
                <c:pt idx="194">
                  <c:v>44683</c:v>
                </c:pt>
                <c:pt idx="195">
                  <c:v>44684</c:v>
                </c:pt>
                <c:pt idx="196">
                  <c:v>44685</c:v>
                </c:pt>
                <c:pt idx="197">
                  <c:v>44686</c:v>
                </c:pt>
                <c:pt idx="198">
                  <c:v>44687</c:v>
                </c:pt>
                <c:pt idx="199">
                  <c:v>44688</c:v>
                </c:pt>
                <c:pt idx="200">
                  <c:v>44689</c:v>
                </c:pt>
                <c:pt idx="201">
                  <c:v>44690</c:v>
                </c:pt>
                <c:pt idx="202">
                  <c:v>44691</c:v>
                </c:pt>
                <c:pt idx="203">
                  <c:v>44692</c:v>
                </c:pt>
                <c:pt idx="204">
                  <c:v>44693</c:v>
                </c:pt>
                <c:pt idx="205">
                  <c:v>44694</c:v>
                </c:pt>
                <c:pt idx="206">
                  <c:v>44695</c:v>
                </c:pt>
                <c:pt idx="207">
                  <c:v>44696</c:v>
                </c:pt>
                <c:pt idx="208">
                  <c:v>44697</c:v>
                </c:pt>
                <c:pt idx="209">
                  <c:v>44698</c:v>
                </c:pt>
                <c:pt idx="210">
                  <c:v>44699</c:v>
                </c:pt>
                <c:pt idx="211">
                  <c:v>44700</c:v>
                </c:pt>
                <c:pt idx="212">
                  <c:v>44701</c:v>
                </c:pt>
                <c:pt idx="213">
                  <c:v>44702</c:v>
                </c:pt>
                <c:pt idx="214">
                  <c:v>44703</c:v>
                </c:pt>
                <c:pt idx="215">
                  <c:v>44704</c:v>
                </c:pt>
                <c:pt idx="216">
                  <c:v>44705</c:v>
                </c:pt>
                <c:pt idx="217">
                  <c:v>44706</c:v>
                </c:pt>
                <c:pt idx="218">
                  <c:v>44707</c:v>
                </c:pt>
                <c:pt idx="219">
                  <c:v>44708</c:v>
                </c:pt>
                <c:pt idx="220">
                  <c:v>44709</c:v>
                </c:pt>
                <c:pt idx="221">
                  <c:v>44710</c:v>
                </c:pt>
                <c:pt idx="222">
                  <c:v>44711</c:v>
                </c:pt>
                <c:pt idx="223">
                  <c:v>44712</c:v>
                </c:pt>
                <c:pt idx="224">
                  <c:v>44713</c:v>
                </c:pt>
                <c:pt idx="225">
                  <c:v>44714</c:v>
                </c:pt>
                <c:pt idx="226">
                  <c:v>44715</c:v>
                </c:pt>
                <c:pt idx="227">
                  <c:v>44716</c:v>
                </c:pt>
                <c:pt idx="228">
                  <c:v>44717</c:v>
                </c:pt>
                <c:pt idx="229">
                  <c:v>44718</c:v>
                </c:pt>
                <c:pt idx="230">
                  <c:v>44719</c:v>
                </c:pt>
                <c:pt idx="231">
                  <c:v>44720</c:v>
                </c:pt>
                <c:pt idx="232">
                  <c:v>44721</c:v>
                </c:pt>
                <c:pt idx="233">
                  <c:v>44722</c:v>
                </c:pt>
                <c:pt idx="234">
                  <c:v>44723</c:v>
                </c:pt>
                <c:pt idx="235">
                  <c:v>44724</c:v>
                </c:pt>
                <c:pt idx="236">
                  <c:v>44725</c:v>
                </c:pt>
                <c:pt idx="237">
                  <c:v>44726</c:v>
                </c:pt>
                <c:pt idx="238">
                  <c:v>44727</c:v>
                </c:pt>
                <c:pt idx="239">
                  <c:v>44728</c:v>
                </c:pt>
                <c:pt idx="240">
                  <c:v>44729</c:v>
                </c:pt>
                <c:pt idx="241">
                  <c:v>44730</c:v>
                </c:pt>
                <c:pt idx="242">
                  <c:v>44731</c:v>
                </c:pt>
                <c:pt idx="243">
                  <c:v>44732</c:v>
                </c:pt>
                <c:pt idx="244">
                  <c:v>44733</c:v>
                </c:pt>
                <c:pt idx="245">
                  <c:v>44734</c:v>
                </c:pt>
                <c:pt idx="246">
                  <c:v>44735</c:v>
                </c:pt>
                <c:pt idx="247">
                  <c:v>44736</c:v>
                </c:pt>
                <c:pt idx="248">
                  <c:v>44737</c:v>
                </c:pt>
                <c:pt idx="249">
                  <c:v>44738</c:v>
                </c:pt>
                <c:pt idx="250">
                  <c:v>44739</c:v>
                </c:pt>
                <c:pt idx="251">
                  <c:v>44740</c:v>
                </c:pt>
                <c:pt idx="252">
                  <c:v>44741</c:v>
                </c:pt>
                <c:pt idx="253">
                  <c:v>44742</c:v>
                </c:pt>
                <c:pt idx="254">
                  <c:v>44743</c:v>
                </c:pt>
                <c:pt idx="255">
                  <c:v>44744</c:v>
                </c:pt>
                <c:pt idx="256">
                  <c:v>44745</c:v>
                </c:pt>
                <c:pt idx="257">
                  <c:v>44746</c:v>
                </c:pt>
                <c:pt idx="258">
                  <c:v>44747</c:v>
                </c:pt>
                <c:pt idx="259">
                  <c:v>44748</c:v>
                </c:pt>
                <c:pt idx="260">
                  <c:v>44749</c:v>
                </c:pt>
                <c:pt idx="261">
                  <c:v>44750</c:v>
                </c:pt>
                <c:pt idx="262">
                  <c:v>44751</c:v>
                </c:pt>
                <c:pt idx="263">
                  <c:v>44752</c:v>
                </c:pt>
                <c:pt idx="264">
                  <c:v>44753</c:v>
                </c:pt>
                <c:pt idx="265">
                  <c:v>44754</c:v>
                </c:pt>
                <c:pt idx="266">
                  <c:v>44755</c:v>
                </c:pt>
                <c:pt idx="267">
                  <c:v>44756</c:v>
                </c:pt>
                <c:pt idx="268">
                  <c:v>44757</c:v>
                </c:pt>
                <c:pt idx="269">
                  <c:v>44758</c:v>
                </c:pt>
                <c:pt idx="270">
                  <c:v>44759</c:v>
                </c:pt>
                <c:pt idx="271">
                  <c:v>44760</c:v>
                </c:pt>
                <c:pt idx="272">
                  <c:v>44761</c:v>
                </c:pt>
                <c:pt idx="273">
                  <c:v>44762</c:v>
                </c:pt>
                <c:pt idx="274">
                  <c:v>44763</c:v>
                </c:pt>
                <c:pt idx="275">
                  <c:v>44764</c:v>
                </c:pt>
                <c:pt idx="276">
                  <c:v>44765</c:v>
                </c:pt>
                <c:pt idx="277">
                  <c:v>44766</c:v>
                </c:pt>
                <c:pt idx="278">
                  <c:v>44767</c:v>
                </c:pt>
                <c:pt idx="279">
                  <c:v>44768</c:v>
                </c:pt>
                <c:pt idx="280">
                  <c:v>44769</c:v>
                </c:pt>
                <c:pt idx="281">
                  <c:v>44770</c:v>
                </c:pt>
                <c:pt idx="282">
                  <c:v>44771</c:v>
                </c:pt>
                <c:pt idx="283">
                  <c:v>44772</c:v>
                </c:pt>
                <c:pt idx="284">
                  <c:v>44773</c:v>
                </c:pt>
                <c:pt idx="285">
                  <c:v>44774</c:v>
                </c:pt>
                <c:pt idx="286">
                  <c:v>44775</c:v>
                </c:pt>
                <c:pt idx="287">
                  <c:v>44776</c:v>
                </c:pt>
                <c:pt idx="288">
                  <c:v>44777</c:v>
                </c:pt>
                <c:pt idx="289">
                  <c:v>44778</c:v>
                </c:pt>
                <c:pt idx="290">
                  <c:v>44779</c:v>
                </c:pt>
                <c:pt idx="291">
                  <c:v>44780</c:v>
                </c:pt>
                <c:pt idx="292">
                  <c:v>44781</c:v>
                </c:pt>
                <c:pt idx="293">
                  <c:v>44782</c:v>
                </c:pt>
                <c:pt idx="294">
                  <c:v>44783</c:v>
                </c:pt>
                <c:pt idx="295">
                  <c:v>44784</c:v>
                </c:pt>
                <c:pt idx="296">
                  <c:v>44785</c:v>
                </c:pt>
                <c:pt idx="297">
                  <c:v>44786</c:v>
                </c:pt>
                <c:pt idx="298">
                  <c:v>44787</c:v>
                </c:pt>
                <c:pt idx="299">
                  <c:v>44788</c:v>
                </c:pt>
                <c:pt idx="300">
                  <c:v>44789</c:v>
                </c:pt>
                <c:pt idx="301">
                  <c:v>44790</c:v>
                </c:pt>
                <c:pt idx="302">
                  <c:v>44791</c:v>
                </c:pt>
                <c:pt idx="303">
                  <c:v>44792</c:v>
                </c:pt>
                <c:pt idx="304">
                  <c:v>44793</c:v>
                </c:pt>
                <c:pt idx="305">
                  <c:v>44794</c:v>
                </c:pt>
                <c:pt idx="306">
                  <c:v>44795</c:v>
                </c:pt>
                <c:pt idx="307">
                  <c:v>44796</c:v>
                </c:pt>
                <c:pt idx="308">
                  <c:v>44797</c:v>
                </c:pt>
                <c:pt idx="309">
                  <c:v>44798</c:v>
                </c:pt>
                <c:pt idx="310">
                  <c:v>44799</c:v>
                </c:pt>
                <c:pt idx="311">
                  <c:v>44800</c:v>
                </c:pt>
                <c:pt idx="312">
                  <c:v>44801</c:v>
                </c:pt>
                <c:pt idx="313">
                  <c:v>44802</c:v>
                </c:pt>
                <c:pt idx="314">
                  <c:v>44803</c:v>
                </c:pt>
                <c:pt idx="315">
                  <c:v>44804</c:v>
                </c:pt>
                <c:pt idx="316">
                  <c:v>44805</c:v>
                </c:pt>
                <c:pt idx="317">
                  <c:v>44806</c:v>
                </c:pt>
                <c:pt idx="318">
                  <c:v>44807</c:v>
                </c:pt>
                <c:pt idx="319">
                  <c:v>44808</c:v>
                </c:pt>
                <c:pt idx="320">
                  <c:v>44809</c:v>
                </c:pt>
                <c:pt idx="321">
                  <c:v>44810</c:v>
                </c:pt>
                <c:pt idx="322">
                  <c:v>44811</c:v>
                </c:pt>
                <c:pt idx="323">
                  <c:v>44812</c:v>
                </c:pt>
                <c:pt idx="324">
                  <c:v>44813</c:v>
                </c:pt>
                <c:pt idx="325">
                  <c:v>44814</c:v>
                </c:pt>
                <c:pt idx="326">
                  <c:v>44815</c:v>
                </c:pt>
                <c:pt idx="327">
                  <c:v>44816</c:v>
                </c:pt>
                <c:pt idx="328">
                  <c:v>44817</c:v>
                </c:pt>
                <c:pt idx="329">
                  <c:v>44818</c:v>
                </c:pt>
                <c:pt idx="330">
                  <c:v>44819</c:v>
                </c:pt>
                <c:pt idx="331">
                  <c:v>44820</c:v>
                </c:pt>
                <c:pt idx="332">
                  <c:v>44821</c:v>
                </c:pt>
                <c:pt idx="333">
                  <c:v>44822</c:v>
                </c:pt>
                <c:pt idx="334">
                  <c:v>44823</c:v>
                </c:pt>
                <c:pt idx="335">
                  <c:v>44824</c:v>
                </c:pt>
                <c:pt idx="336">
                  <c:v>44825</c:v>
                </c:pt>
                <c:pt idx="337">
                  <c:v>44826</c:v>
                </c:pt>
                <c:pt idx="338">
                  <c:v>44827</c:v>
                </c:pt>
                <c:pt idx="339">
                  <c:v>44828</c:v>
                </c:pt>
                <c:pt idx="340">
                  <c:v>44829</c:v>
                </c:pt>
                <c:pt idx="341">
                  <c:v>44830</c:v>
                </c:pt>
                <c:pt idx="342">
                  <c:v>44831</c:v>
                </c:pt>
                <c:pt idx="343">
                  <c:v>44832</c:v>
                </c:pt>
                <c:pt idx="344">
                  <c:v>44833</c:v>
                </c:pt>
                <c:pt idx="345">
                  <c:v>44834</c:v>
                </c:pt>
                <c:pt idx="346">
                  <c:v>44835</c:v>
                </c:pt>
                <c:pt idx="347">
                  <c:v>44836</c:v>
                </c:pt>
                <c:pt idx="348">
                  <c:v>44837</c:v>
                </c:pt>
                <c:pt idx="349">
                  <c:v>44838</c:v>
                </c:pt>
                <c:pt idx="350">
                  <c:v>44839</c:v>
                </c:pt>
                <c:pt idx="351">
                  <c:v>44840</c:v>
                </c:pt>
                <c:pt idx="352">
                  <c:v>44841</c:v>
                </c:pt>
                <c:pt idx="353">
                  <c:v>44842</c:v>
                </c:pt>
                <c:pt idx="354">
                  <c:v>44843</c:v>
                </c:pt>
                <c:pt idx="355">
                  <c:v>44844</c:v>
                </c:pt>
                <c:pt idx="356">
                  <c:v>44845</c:v>
                </c:pt>
                <c:pt idx="357">
                  <c:v>44846</c:v>
                </c:pt>
                <c:pt idx="358">
                  <c:v>44847</c:v>
                </c:pt>
                <c:pt idx="359">
                  <c:v>44848</c:v>
                </c:pt>
                <c:pt idx="360">
                  <c:v>44849</c:v>
                </c:pt>
                <c:pt idx="361">
                  <c:v>44850</c:v>
                </c:pt>
                <c:pt idx="362">
                  <c:v>44851</c:v>
                </c:pt>
                <c:pt idx="363">
                  <c:v>44852</c:v>
                </c:pt>
                <c:pt idx="364">
                  <c:v>44853</c:v>
                </c:pt>
                <c:pt idx="365">
                  <c:v>44854</c:v>
                </c:pt>
                <c:pt idx="366">
                  <c:v>44855</c:v>
                </c:pt>
                <c:pt idx="367">
                  <c:v>44856</c:v>
                </c:pt>
                <c:pt idx="368">
                  <c:v>44857</c:v>
                </c:pt>
                <c:pt idx="369">
                  <c:v>44858</c:v>
                </c:pt>
                <c:pt idx="370">
                  <c:v>44859</c:v>
                </c:pt>
                <c:pt idx="371">
                  <c:v>44860</c:v>
                </c:pt>
                <c:pt idx="372">
                  <c:v>44861</c:v>
                </c:pt>
                <c:pt idx="373">
                  <c:v>44862</c:v>
                </c:pt>
                <c:pt idx="374">
                  <c:v>44863</c:v>
                </c:pt>
                <c:pt idx="375">
                  <c:v>44864</c:v>
                </c:pt>
                <c:pt idx="376">
                  <c:v>44865</c:v>
                </c:pt>
                <c:pt idx="377">
                  <c:v>44866</c:v>
                </c:pt>
                <c:pt idx="378">
                  <c:v>44867</c:v>
                </c:pt>
                <c:pt idx="379">
                  <c:v>44868</c:v>
                </c:pt>
                <c:pt idx="380">
                  <c:v>44869</c:v>
                </c:pt>
                <c:pt idx="381">
                  <c:v>44870</c:v>
                </c:pt>
                <c:pt idx="382">
                  <c:v>44871</c:v>
                </c:pt>
                <c:pt idx="383">
                  <c:v>44872</c:v>
                </c:pt>
                <c:pt idx="384">
                  <c:v>44873</c:v>
                </c:pt>
                <c:pt idx="385">
                  <c:v>44874</c:v>
                </c:pt>
                <c:pt idx="386">
                  <c:v>44875</c:v>
                </c:pt>
                <c:pt idx="387">
                  <c:v>44876</c:v>
                </c:pt>
                <c:pt idx="388">
                  <c:v>44877</c:v>
                </c:pt>
                <c:pt idx="389">
                  <c:v>44878</c:v>
                </c:pt>
                <c:pt idx="390">
                  <c:v>44879</c:v>
                </c:pt>
                <c:pt idx="391">
                  <c:v>44880</c:v>
                </c:pt>
                <c:pt idx="392">
                  <c:v>44881</c:v>
                </c:pt>
                <c:pt idx="393">
                  <c:v>44882</c:v>
                </c:pt>
                <c:pt idx="394">
                  <c:v>44883</c:v>
                </c:pt>
                <c:pt idx="395">
                  <c:v>44884</c:v>
                </c:pt>
                <c:pt idx="396">
                  <c:v>44885</c:v>
                </c:pt>
                <c:pt idx="397">
                  <c:v>44886</c:v>
                </c:pt>
                <c:pt idx="398">
                  <c:v>44887</c:v>
                </c:pt>
                <c:pt idx="399">
                  <c:v>44888</c:v>
                </c:pt>
                <c:pt idx="400">
                  <c:v>44889</c:v>
                </c:pt>
                <c:pt idx="401">
                  <c:v>44890</c:v>
                </c:pt>
                <c:pt idx="402">
                  <c:v>44891</c:v>
                </c:pt>
                <c:pt idx="403">
                  <c:v>44892</c:v>
                </c:pt>
                <c:pt idx="404">
                  <c:v>44893</c:v>
                </c:pt>
                <c:pt idx="405">
                  <c:v>44894</c:v>
                </c:pt>
                <c:pt idx="406">
                  <c:v>44895</c:v>
                </c:pt>
                <c:pt idx="407">
                  <c:v>44896</c:v>
                </c:pt>
                <c:pt idx="408">
                  <c:v>44897</c:v>
                </c:pt>
                <c:pt idx="409">
                  <c:v>44898</c:v>
                </c:pt>
                <c:pt idx="410">
                  <c:v>44899</c:v>
                </c:pt>
                <c:pt idx="411">
                  <c:v>44900</c:v>
                </c:pt>
                <c:pt idx="412">
                  <c:v>44901</c:v>
                </c:pt>
                <c:pt idx="413">
                  <c:v>44902</c:v>
                </c:pt>
                <c:pt idx="414">
                  <c:v>44903</c:v>
                </c:pt>
                <c:pt idx="415">
                  <c:v>44904</c:v>
                </c:pt>
                <c:pt idx="416">
                  <c:v>44905</c:v>
                </c:pt>
                <c:pt idx="417">
                  <c:v>44906</c:v>
                </c:pt>
                <c:pt idx="418">
                  <c:v>44907</c:v>
                </c:pt>
                <c:pt idx="419">
                  <c:v>44908</c:v>
                </c:pt>
                <c:pt idx="420">
                  <c:v>44909</c:v>
                </c:pt>
                <c:pt idx="421">
                  <c:v>44910</c:v>
                </c:pt>
                <c:pt idx="422">
                  <c:v>44911</c:v>
                </c:pt>
                <c:pt idx="423">
                  <c:v>44912</c:v>
                </c:pt>
                <c:pt idx="424">
                  <c:v>44913</c:v>
                </c:pt>
                <c:pt idx="425">
                  <c:v>44914</c:v>
                </c:pt>
                <c:pt idx="426">
                  <c:v>44915</c:v>
                </c:pt>
                <c:pt idx="427">
                  <c:v>44916</c:v>
                </c:pt>
                <c:pt idx="428">
                  <c:v>44917</c:v>
                </c:pt>
                <c:pt idx="429">
                  <c:v>44918</c:v>
                </c:pt>
                <c:pt idx="430">
                  <c:v>44919</c:v>
                </c:pt>
                <c:pt idx="431">
                  <c:v>44920</c:v>
                </c:pt>
                <c:pt idx="432">
                  <c:v>44921</c:v>
                </c:pt>
                <c:pt idx="433">
                  <c:v>44922</c:v>
                </c:pt>
                <c:pt idx="434">
                  <c:v>44923</c:v>
                </c:pt>
                <c:pt idx="435">
                  <c:v>44924</c:v>
                </c:pt>
                <c:pt idx="436">
                  <c:v>44925</c:v>
                </c:pt>
                <c:pt idx="437">
                  <c:v>44926</c:v>
                </c:pt>
                <c:pt idx="438">
                  <c:v>44927</c:v>
                </c:pt>
                <c:pt idx="439">
                  <c:v>44928</c:v>
                </c:pt>
                <c:pt idx="440">
                  <c:v>44929</c:v>
                </c:pt>
                <c:pt idx="441">
                  <c:v>44930</c:v>
                </c:pt>
                <c:pt idx="442">
                  <c:v>44931</c:v>
                </c:pt>
                <c:pt idx="443">
                  <c:v>44932</c:v>
                </c:pt>
                <c:pt idx="444">
                  <c:v>44933</c:v>
                </c:pt>
                <c:pt idx="445">
                  <c:v>44934</c:v>
                </c:pt>
                <c:pt idx="446">
                  <c:v>44935</c:v>
                </c:pt>
                <c:pt idx="447">
                  <c:v>44936</c:v>
                </c:pt>
                <c:pt idx="448">
                  <c:v>44937</c:v>
                </c:pt>
                <c:pt idx="449">
                  <c:v>44938</c:v>
                </c:pt>
                <c:pt idx="450">
                  <c:v>44939</c:v>
                </c:pt>
                <c:pt idx="451">
                  <c:v>44940</c:v>
                </c:pt>
                <c:pt idx="452">
                  <c:v>44941</c:v>
                </c:pt>
                <c:pt idx="453">
                  <c:v>44942</c:v>
                </c:pt>
                <c:pt idx="454">
                  <c:v>44943</c:v>
                </c:pt>
                <c:pt idx="455">
                  <c:v>44944</c:v>
                </c:pt>
                <c:pt idx="456">
                  <c:v>44945</c:v>
                </c:pt>
                <c:pt idx="457">
                  <c:v>44946</c:v>
                </c:pt>
                <c:pt idx="458">
                  <c:v>44947</c:v>
                </c:pt>
                <c:pt idx="459">
                  <c:v>44948</c:v>
                </c:pt>
                <c:pt idx="460">
                  <c:v>44949</c:v>
                </c:pt>
                <c:pt idx="461">
                  <c:v>44950</c:v>
                </c:pt>
                <c:pt idx="462">
                  <c:v>44951</c:v>
                </c:pt>
                <c:pt idx="463">
                  <c:v>44952</c:v>
                </c:pt>
                <c:pt idx="464">
                  <c:v>44953</c:v>
                </c:pt>
                <c:pt idx="465">
                  <c:v>44954</c:v>
                </c:pt>
                <c:pt idx="466">
                  <c:v>44955</c:v>
                </c:pt>
                <c:pt idx="467">
                  <c:v>44956</c:v>
                </c:pt>
                <c:pt idx="468">
                  <c:v>44957</c:v>
                </c:pt>
                <c:pt idx="469">
                  <c:v>44958</c:v>
                </c:pt>
                <c:pt idx="470">
                  <c:v>44959</c:v>
                </c:pt>
                <c:pt idx="471">
                  <c:v>44960</c:v>
                </c:pt>
                <c:pt idx="472">
                  <c:v>44961</c:v>
                </c:pt>
                <c:pt idx="473">
                  <c:v>44962</c:v>
                </c:pt>
                <c:pt idx="474">
                  <c:v>44963</c:v>
                </c:pt>
                <c:pt idx="475">
                  <c:v>44964</c:v>
                </c:pt>
                <c:pt idx="476">
                  <c:v>44965</c:v>
                </c:pt>
                <c:pt idx="477">
                  <c:v>44966</c:v>
                </c:pt>
                <c:pt idx="478">
                  <c:v>44967</c:v>
                </c:pt>
                <c:pt idx="479">
                  <c:v>44968</c:v>
                </c:pt>
                <c:pt idx="480">
                  <c:v>44969</c:v>
                </c:pt>
                <c:pt idx="481">
                  <c:v>44970</c:v>
                </c:pt>
                <c:pt idx="482">
                  <c:v>44971</c:v>
                </c:pt>
                <c:pt idx="483">
                  <c:v>44972</c:v>
                </c:pt>
                <c:pt idx="484">
                  <c:v>44973</c:v>
                </c:pt>
                <c:pt idx="485">
                  <c:v>44974</c:v>
                </c:pt>
                <c:pt idx="486">
                  <c:v>44975</c:v>
                </c:pt>
                <c:pt idx="487">
                  <c:v>44976</c:v>
                </c:pt>
                <c:pt idx="488">
                  <c:v>44977</c:v>
                </c:pt>
                <c:pt idx="489">
                  <c:v>44978</c:v>
                </c:pt>
                <c:pt idx="490">
                  <c:v>44979</c:v>
                </c:pt>
                <c:pt idx="491">
                  <c:v>44980</c:v>
                </c:pt>
                <c:pt idx="492">
                  <c:v>44981</c:v>
                </c:pt>
                <c:pt idx="493">
                  <c:v>44982</c:v>
                </c:pt>
                <c:pt idx="494">
                  <c:v>44983</c:v>
                </c:pt>
                <c:pt idx="495">
                  <c:v>44984</c:v>
                </c:pt>
                <c:pt idx="496">
                  <c:v>44985</c:v>
                </c:pt>
                <c:pt idx="497">
                  <c:v>44986</c:v>
                </c:pt>
                <c:pt idx="498">
                  <c:v>44987</c:v>
                </c:pt>
                <c:pt idx="499">
                  <c:v>44988</c:v>
                </c:pt>
                <c:pt idx="500">
                  <c:v>44989</c:v>
                </c:pt>
                <c:pt idx="501">
                  <c:v>44990</c:v>
                </c:pt>
                <c:pt idx="502">
                  <c:v>44991</c:v>
                </c:pt>
                <c:pt idx="503">
                  <c:v>44992</c:v>
                </c:pt>
                <c:pt idx="504">
                  <c:v>44993</c:v>
                </c:pt>
                <c:pt idx="505">
                  <c:v>44994</c:v>
                </c:pt>
                <c:pt idx="506">
                  <c:v>44995</c:v>
                </c:pt>
                <c:pt idx="507">
                  <c:v>44996</c:v>
                </c:pt>
                <c:pt idx="508">
                  <c:v>44997</c:v>
                </c:pt>
                <c:pt idx="509">
                  <c:v>44998</c:v>
                </c:pt>
                <c:pt idx="510">
                  <c:v>44999</c:v>
                </c:pt>
                <c:pt idx="511">
                  <c:v>45000</c:v>
                </c:pt>
                <c:pt idx="512">
                  <c:v>45001</c:v>
                </c:pt>
                <c:pt idx="513">
                  <c:v>45002</c:v>
                </c:pt>
                <c:pt idx="514">
                  <c:v>45003</c:v>
                </c:pt>
                <c:pt idx="515">
                  <c:v>45004</c:v>
                </c:pt>
                <c:pt idx="516">
                  <c:v>45005</c:v>
                </c:pt>
                <c:pt idx="517">
                  <c:v>45006</c:v>
                </c:pt>
                <c:pt idx="518">
                  <c:v>45007</c:v>
                </c:pt>
                <c:pt idx="519">
                  <c:v>45008</c:v>
                </c:pt>
                <c:pt idx="520">
                  <c:v>45009</c:v>
                </c:pt>
                <c:pt idx="521">
                  <c:v>45010</c:v>
                </c:pt>
                <c:pt idx="522">
                  <c:v>45011</c:v>
                </c:pt>
                <c:pt idx="523">
                  <c:v>45012</c:v>
                </c:pt>
                <c:pt idx="524">
                  <c:v>45013</c:v>
                </c:pt>
                <c:pt idx="525">
                  <c:v>45014</c:v>
                </c:pt>
                <c:pt idx="526">
                  <c:v>45015</c:v>
                </c:pt>
                <c:pt idx="527">
                  <c:v>45016</c:v>
                </c:pt>
                <c:pt idx="528">
                  <c:v>45017</c:v>
                </c:pt>
                <c:pt idx="529">
                  <c:v>45018</c:v>
                </c:pt>
                <c:pt idx="530">
                  <c:v>45019</c:v>
                </c:pt>
                <c:pt idx="531">
                  <c:v>45020</c:v>
                </c:pt>
                <c:pt idx="532">
                  <c:v>45021</c:v>
                </c:pt>
                <c:pt idx="533">
                  <c:v>45022</c:v>
                </c:pt>
                <c:pt idx="534">
                  <c:v>45023</c:v>
                </c:pt>
                <c:pt idx="535">
                  <c:v>45024</c:v>
                </c:pt>
                <c:pt idx="536">
                  <c:v>45025</c:v>
                </c:pt>
                <c:pt idx="537">
                  <c:v>45026</c:v>
                </c:pt>
                <c:pt idx="538">
                  <c:v>45027</c:v>
                </c:pt>
                <c:pt idx="539">
                  <c:v>45028</c:v>
                </c:pt>
                <c:pt idx="540">
                  <c:v>45029</c:v>
                </c:pt>
                <c:pt idx="541">
                  <c:v>45030</c:v>
                </c:pt>
                <c:pt idx="542">
                  <c:v>45031</c:v>
                </c:pt>
                <c:pt idx="543">
                  <c:v>45032</c:v>
                </c:pt>
                <c:pt idx="544">
                  <c:v>45033</c:v>
                </c:pt>
                <c:pt idx="545">
                  <c:v>45034</c:v>
                </c:pt>
                <c:pt idx="546">
                  <c:v>45035</c:v>
                </c:pt>
                <c:pt idx="547">
                  <c:v>45036</c:v>
                </c:pt>
                <c:pt idx="548">
                  <c:v>45037</c:v>
                </c:pt>
                <c:pt idx="549">
                  <c:v>45038</c:v>
                </c:pt>
                <c:pt idx="550">
                  <c:v>45039</c:v>
                </c:pt>
                <c:pt idx="551">
                  <c:v>45040</c:v>
                </c:pt>
                <c:pt idx="552">
                  <c:v>45041</c:v>
                </c:pt>
                <c:pt idx="553">
                  <c:v>45042</c:v>
                </c:pt>
                <c:pt idx="554">
                  <c:v>45043</c:v>
                </c:pt>
                <c:pt idx="555">
                  <c:v>45044</c:v>
                </c:pt>
                <c:pt idx="556">
                  <c:v>45045</c:v>
                </c:pt>
                <c:pt idx="557">
                  <c:v>45046</c:v>
                </c:pt>
                <c:pt idx="558">
                  <c:v>45047</c:v>
                </c:pt>
                <c:pt idx="559">
                  <c:v>45048</c:v>
                </c:pt>
                <c:pt idx="560">
                  <c:v>45049</c:v>
                </c:pt>
                <c:pt idx="561">
                  <c:v>45050</c:v>
                </c:pt>
                <c:pt idx="562">
                  <c:v>45051</c:v>
                </c:pt>
                <c:pt idx="563">
                  <c:v>45052</c:v>
                </c:pt>
                <c:pt idx="564">
                  <c:v>45053</c:v>
                </c:pt>
                <c:pt idx="565">
                  <c:v>45054</c:v>
                </c:pt>
                <c:pt idx="566">
                  <c:v>45055</c:v>
                </c:pt>
                <c:pt idx="567">
                  <c:v>45056</c:v>
                </c:pt>
                <c:pt idx="568">
                  <c:v>45057</c:v>
                </c:pt>
                <c:pt idx="569">
                  <c:v>45058</c:v>
                </c:pt>
                <c:pt idx="570">
                  <c:v>45059</c:v>
                </c:pt>
                <c:pt idx="571">
                  <c:v>45060</c:v>
                </c:pt>
                <c:pt idx="572">
                  <c:v>45061</c:v>
                </c:pt>
                <c:pt idx="573">
                  <c:v>45062</c:v>
                </c:pt>
                <c:pt idx="574">
                  <c:v>45063</c:v>
                </c:pt>
                <c:pt idx="575">
                  <c:v>45064</c:v>
                </c:pt>
                <c:pt idx="576">
                  <c:v>45065</c:v>
                </c:pt>
                <c:pt idx="577">
                  <c:v>45066</c:v>
                </c:pt>
                <c:pt idx="578">
                  <c:v>45067</c:v>
                </c:pt>
                <c:pt idx="579">
                  <c:v>45068</c:v>
                </c:pt>
                <c:pt idx="580">
                  <c:v>45069</c:v>
                </c:pt>
                <c:pt idx="581">
                  <c:v>45070</c:v>
                </c:pt>
                <c:pt idx="582">
                  <c:v>45071</c:v>
                </c:pt>
                <c:pt idx="583">
                  <c:v>45072</c:v>
                </c:pt>
                <c:pt idx="584">
                  <c:v>45073</c:v>
                </c:pt>
                <c:pt idx="585">
                  <c:v>45074</c:v>
                </c:pt>
                <c:pt idx="586">
                  <c:v>45075</c:v>
                </c:pt>
                <c:pt idx="587">
                  <c:v>45076</c:v>
                </c:pt>
                <c:pt idx="588">
                  <c:v>45077</c:v>
                </c:pt>
                <c:pt idx="589">
                  <c:v>45078</c:v>
                </c:pt>
                <c:pt idx="590">
                  <c:v>45079</c:v>
                </c:pt>
                <c:pt idx="591">
                  <c:v>45080</c:v>
                </c:pt>
                <c:pt idx="592">
                  <c:v>45081</c:v>
                </c:pt>
                <c:pt idx="593">
                  <c:v>45082</c:v>
                </c:pt>
                <c:pt idx="594">
                  <c:v>45083</c:v>
                </c:pt>
                <c:pt idx="595">
                  <c:v>45084</c:v>
                </c:pt>
                <c:pt idx="596">
                  <c:v>45085</c:v>
                </c:pt>
                <c:pt idx="597">
                  <c:v>45086</c:v>
                </c:pt>
                <c:pt idx="598">
                  <c:v>45087</c:v>
                </c:pt>
                <c:pt idx="599">
                  <c:v>45088</c:v>
                </c:pt>
                <c:pt idx="600">
                  <c:v>45089</c:v>
                </c:pt>
                <c:pt idx="601">
                  <c:v>45090</c:v>
                </c:pt>
                <c:pt idx="602">
                  <c:v>45091</c:v>
                </c:pt>
                <c:pt idx="603">
                  <c:v>45092</c:v>
                </c:pt>
                <c:pt idx="604">
                  <c:v>45093</c:v>
                </c:pt>
                <c:pt idx="605">
                  <c:v>45094</c:v>
                </c:pt>
                <c:pt idx="606">
                  <c:v>45095</c:v>
                </c:pt>
                <c:pt idx="607">
                  <c:v>45096</c:v>
                </c:pt>
                <c:pt idx="608">
                  <c:v>45097</c:v>
                </c:pt>
                <c:pt idx="609">
                  <c:v>45098</c:v>
                </c:pt>
                <c:pt idx="610">
                  <c:v>45099</c:v>
                </c:pt>
                <c:pt idx="611">
                  <c:v>45100</c:v>
                </c:pt>
                <c:pt idx="612">
                  <c:v>45101</c:v>
                </c:pt>
                <c:pt idx="613">
                  <c:v>45102</c:v>
                </c:pt>
                <c:pt idx="614">
                  <c:v>45103</c:v>
                </c:pt>
                <c:pt idx="615">
                  <c:v>45104</c:v>
                </c:pt>
                <c:pt idx="616">
                  <c:v>45105</c:v>
                </c:pt>
                <c:pt idx="617">
                  <c:v>45106</c:v>
                </c:pt>
                <c:pt idx="618">
                  <c:v>45107</c:v>
                </c:pt>
                <c:pt idx="619">
                  <c:v>45108</c:v>
                </c:pt>
                <c:pt idx="620">
                  <c:v>45109</c:v>
                </c:pt>
                <c:pt idx="621">
                  <c:v>45110</c:v>
                </c:pt>
                <c:pt idx="622">
                  <c:v>45111</c:v>
                </c:pt>
                <c:pt idx="623">
                  <c:v>45112</c:v>
                </c:pt>
                <c:pt idx="624">
                  <c:v>45113</c:v>
                </c:pt>
                <c:pt idx="625">
                  <c:v>45114</c:v>
                </c:pt>
                <c:pt idx="626">
                  <c:v>45115</c:v>
                </c:pt>
                <c:pt idx="627">
                  <c:v>45116</c:v>
                </c:pt>
                <c:pt idx="628">
                  <c:v>45117</c:v>
                </c:pt>
                <c:pt idx="629">
                  <c:v>45118</c:v>
                </c:pt>
                <c:pt idx="630">
                  <c:v>45119</c:v>
                </c:pt>
                <c:pt idx="631">
                  <c:v>45120</c:v>
                </c:pt>
                <c:pt idx="632">
                  <c:v>45121</c:v>
                </c:pt>
                <c:pt idx="633">
                  <c:v>45122</c:v>
                </c:pt>
                <c:pt idx="634">
                  <c:v>45123</c:v>
                </c:pt>
                <c:pt idx="635">
                  <c:v>45124</c:v>
                </c:pt>
                <c:pt idx="636">
                  <c:v>45125</c:v>
                </c:pt>
                <c:pt idx="637">
                  <c:v>45126</c:v>
                </c:pt>
                <c:pt idx="638">
                  <c:v>45127</c:v>
                </c:pt>
                <c:pt idx="639">
                  <c:v>45128</c:v>
                </c:pt>
                <c:pt idx="640">
                  <c:v>45129</c:v>
                </c:pt>
                <c:pt idx="641">
                  <c:v>45130</c:v>
                </c:pt>
                <c:pt idx="642">
                  <c:v>45131</c:v>
                </c:pt>
                <c:pt idx="643">
                  <c:v>45132</c:v>
                </c:pt>
                <c:pt idx="644">
                  <c:v>45133</c:v>
                </c:pt>
                <c:pt idx="645">
                  <c:v>45134</c:v>
                </c:pt>
                <c:pt idx="646">
                  <c:v>45135</c:v>
                </c:pt>
                <c:pt idx="647">
                  <c:v>45136</c:v>
                </c:pt>
                <c:pt idx="648">
                  <c:v>45137</c:v>
                </c:pt>
                <c:pt idx="649">
                  <c:v>45138</c:v>
                </c:pt>
                <c:pt idx="650">
                  <c:v>45139</c:v>
                </c:pt>
                <c:pt idx="651">
                  <c:v>45140</c:v>
                </c:pt>
                <c:pt idx="652">
                  <c:v>45141</c:v>
                </c:pt>
                <c:pt idx="653">
                  <c:v>45142</c:v>
                </c:pt>
                <c:pt idx="654">
                  <c:v>45143</c:v>
                </c:pt>
                <c:pt idx="655">
                  <c:v>45144</c:v>
                </c:pt>
                <c:pt idx="656">
                  <c:v>45145</c:v>
                </c:pt>
                <c:pt idx="657">
                  <c:v>45146</c:v>
                </c:pt>
                <c:pt idx="658">
                  <c:v>45147</c:v>
                </c:pt>
                <c:pt idx="659">
                  <c:v>45148</c:v>
                </c:pt>
                <c:pt idx="660">
                  <c:v>45149</c:v>
                </c:pt>
                <c:pt idx="661">
                  <c:v>45150</c:v>
                </c:pt>
                <c:pt idx="662">
                  <c:v>45151</c:v>
                </c:pt>
                <c:pt idx="663">
                  <c:v>45152</c:v>
                </c:pt>
                <c:pt idx="664">
                  <c:v>45153</c:v>
                </c:pt>
                <c:pt idx="665">
                  <c:v>45154</c:v>
                </c:pt>
                <c:pt idx="666">
                  <c:v>45155</c:v>
                </c:pt>
                <c:pt idx="667">
                  <c:v>45156</c:v>
                </c:pt>
                <c:pt idx="668">
                  <c:v>45157</c:v>
                </c:pt>
                <c:pt idx="669">
                  <c:v>45158</c:v>
                </c:pt>
                <c:pt idx="670">
                  <c:v>45159</c:v>
                </c:pt>
                <c:pt idx="671">
                  <c:v>45160</c:v>
                </c:pt>
                <c:pt idx="672">
                  <c:v>45161</c:v>
                </c:pt>
                <c:pt idx="673">
                  <c:v>45162</c:v>
                </c:pt>
                <c:pt idx="674">
                  <c:v>45163</c:v>
                </c:pt>
                <c:pt idx="675">
                  <c:v>45164</c:v>
                </c:pt>
                <c:pt idx="676">
                  <c:v>45165</c:v>
                </c:pt>
                <c:pt idx="677">
                  <c:v>45166</c:v>
                </c:pt>
                <c:pt idx="678">
                  <c:v>45167</c:v>
                </c:pt>
                <c:pt idx="679">
                  <c:v>45168</c:v>
                </c:pt>
                <c:pt idx="680">
                  <c:v>45169</c:v>
                </c:pt>
                <c:pt idx="681">
                  <c:v>45170</c:v>
                </c:pt>
                <c:pt idx="682">
                  <c:v>45171</c:v>
                </c:pt>
                <c:pt idx="683">
                  <c:v>45172</c:v>
                </c:pt>
                <c:pt idx="684">
                  <c:v>45173</c:v>
                </c:pt>
                <c:pt idx="685">
                  <c:v>45174</c:v>
                </c:pt>
                <c:pt idx="686">
                  <c:v>45175</c:v>
                </c:pt>
                <c:pt idx="687">
                  <c:v>45176</c:v>
                </c:pt>
                <c:pt idx="688">
                  <c:v>45177</c:v>
                </c:pt>
                <c:pt idx="689">
                  <c:v>45178</c:v>
                </c:pt>
                <c:pt idx="690">
                  <c:v>45179</c:v>
                </c:pt>
                <c:pt idx="691">
                  <c:v>45180</c:v>
                </c:pt>
                <c:pt idx="692">
                  <c:v>45181</c:v>
                </c:pt>
                <c:pt idx="693">
                  <c:v>45182</c:v>
                </c:pt>
                <c:pt idx="694">
                  <c:v>45183</c:v>
                </c:pt>
                <c:pt idx="695">
                  <c:v>45184</c:v>
                </c:pt>
                <c:pt idx="696">
                  <c:v>45185</c:v>
                </c:pt>
                <c:pt idx="697">
                  <c:v>45186</c:v>
                </c:pt>
                <c:pt idx="698">
                  <c:v>45187</c:v>
                </c:pt>
                <c:pt idx="699">
                  <c:v>45188</c:v>
                </c:pt>
                <c:pt idx="700">
                  <c:v>45189</c:v>
                </c:pt>
                <c:pt idx="701">
                  <c:v>45190</c:v>
                </c:pt>
                <c:pt idx="702">
                  <c:v>45191</c:v>
                </c:pt>
                <c:pt idx="703">
                  <c:v>45192</c:v>
                </c:pt>
                <c:pt idx="704">
                  <c:v>45193</c:v>
                </c:pt>
                <c:pt idx="705">
                  <c:v>45194</c:v>
                </c:pt>
                <c:pt idx="706">
                  <c:v>45195</c:v>
                </c:pt>
                <c:pt idx="707">
                  <c:v>45196</c:v>
                </c:pt>
                <c:pt idx="708">
                  <c:v>45197</c:v>
                </c:pt>
                <c:pt idx="709">
                  <c:v>45198</c:v>
                </c:pt>
                <c:pt idx="710">
                  <c:v>45199</c:v>
                </c:pt>
                <c:pt idx="711">
                  <c:v>45200</c:v>
                </c:pt>
                <c:pt idx="712">
                  <c:v>45201</c:v>
                </c:pt>
                <c:pt idx="713">
                  <c:v>45202</c:v>
                </c:pt>
                <c:pt idx="714">
                  <c:v>45203</c:v>
                </c:pt>
                <c:pt idx="715">
                  <c:v>45204</c:v>
                </c:pt>
                <c:pt idx="716">
                  <c:v>45205</c:v>
                </c:pt>
                <c:pt idx="717">
                  <c:v>45206</c:v>
                </c:pt>
                <c:pt idx="718">
                  <c:v>45207</c:v>
                </c:pt>
                <c:pt idx="719">
                  <c:v>45208</c:v>
                </c:pt>
                <c:pt idx="720">
                  <c:v>45209</c:v>
                </c:pt>
                <c:pt idx="721">
                  <c:v>45210</c:v>
                </c:pt>
                <c:pt idx="722">
                  <c:v>45211</c:v>
                </c:pt>
                <c:pt idx="723">
                  <c:v>45212</c:v>
                </c:pt>
                <c:pt idx="724">
                  <c:v>45213</c:v>
                </c:pt>
                <c:pt idx="725">
                  <c:v>45214</c:v>
                </c:pt>
                <c:pt idx="726">
                  <c:v>45215</c:v>
                </c:pt>
                <c:pt idx="727">
                  <c:v>45216</c:v>
                </c:pt>
                <c:pt idx="728">
                  <c:v>45217</c:v>
                </c:pt>
                <c:pt idx="729">
                  <c:v>45218</c:v>
                </c:pt>
                <c:pt idx="730">
                  <c:v>45219</c:v>
                </c:pt>
                <c:pt idx="731">
                  <c:v>45220</c:v>
                </c:pt>
                <c:pt idx="732">
                  <c:v>45221</c:v>
                </c:pt>
                <c:pt idx="733">
                  <c:v>45222</c:v>
                </c:pt>
                <c:pt idx="734">
                  <c:v>45223</c:v>
                </c:pt>
                <c:pt idx="735">
                  <c:v>45224</c:v>
                </c:pt>
                <c:pt idx="736">
                  <c:v>45225</c:v>
                </c:pt>
                <c:pt idx="737">
                  <c:v>45226</c:v>
                </c:pt>
                <c:pt idx="738">
                  <c:v>45227</c:v>
                </c:pt>
                <c:pt idx="739">
                  <c:v>45228</c:v>
                </c:pt>
                <c:pt idx="740">
                  <c:v>45229</c:v>
                </c:pt>
                <c:pt idx="741">
                  <c:v>45230</c:v>
                </c:pt>
                <c:pt idx="742">
                  <c:v>45231</c:v>
                </c:pt>
                <c:pt idx="743">
                  <c:v>45232</c:v>
                </c:pt>
                <c:pt idx="744">
                  <c:v>45233</c:v>
                </c:pt>
                <c:pt idx="745">
                  <c:v>45234</c:v>
                </c:pt>
                <c:pt idx="746">
                  <c:v>45235</c:v>
                </c:pt>
                <c:pt idx="747">
                  <c:v>45236</c:v>
                </c:pt>
                <c:pt idx="748">
                  <c:v>45237</c:v>
                </c:pt>
                <c:pt idx="749">
                  <c:v>45238</c:v>
                </c:pt>
                <c:pt idx="750">
                  <c:v>45239</c:v>
                </c:pt>
                <c:pt idx="751">
                  <c:v>45240</c:v>
                </c:pt>
                <c:pt idx="752">
                  <c:v>45241</c:v>
                </c:pt>
                <c:pt idx="753">
                  <c:v>45242</c:v>
                </c:pt>
                <c:pt idx="754">
                  <c:v>45243</c:v>
                </c:pt>
                <c:pt idx="755">
                  <c:v>45244</c:v>
                </c:pt>
                <c:pt idx="756">
                  <c:v>45245</c:v>
                </c:pt>
                <c:pt idx="757">
                  <c:v>45246</c:v>
                </c:pt>
                <c:pt idx="758">
                  <c:v>45247</c:v>
                </c:pt>
                <c:pt idx="759">
                  <c:v>45248</c:v>
                </c:pt>
                <c:pt idx="760">
                  <c:v>45249</c:v>
                </c:pt>
                <c:pt idx="761">
                  <c:v>45250</c:v>
                </c:pt>
                <c:pt idx="762">
                  <c:v>45251</c:v>
                </c:pt>
                <c:pt idx="763">
                  <c:v>45252</c:v>
                </c:pt>
                <c:pt idx="764">
                  <c:v>45253</c:v>
                </c:pt>
                <c:pt idx="765">
                  <c:v>45254</c:v>
                </c:pt>
                <c:pt idx="766">
                  <c:v>45255</c:v>
                </c:pt>
                <c:pt idx="767">
                  <c:v>45256</c:v>
                </c:pt>
                <c:pt idx="768">
                  <c:v>45257</c:v>
                </c:pt>
                <c:pt idx="769">
                  <c:v>45258</c:v>
                </c:pt>
                <c:pt idx="770">
                  <c:v>45259</c:v>
                </c:pt>
                <c:pt idx="771">
                  <c:v>45260</c:v>
                </c:pt>
                <c:pt idx="772">
                  <c:v>45261</c:v>
                </c:pt>
                <c:pt idx="773">
                  <c:v>45262</c:v>
                </c:pt>
                <c:pt idx="774">
                  <c:v>45263</c:v>
                </c:pt>
                <c:pt idx="775">
                  <c:v>45264</c:v>
                </c:pt>
                <c:pt idx="776">
                  <c:v>45265</c:v>
                </c:pt>
                <c:pt idx="777">
                  <c:v>45266</c:v>
                </c:pt>
                <c:pt idx="778">
                  <c:v>45267</c:v>
                </c:pt>
                <c:pt idx="779">
                  <c:v>45268</c:v>
                </c:pt>
                <c:pt idx="780">
                  <c:v>45269</c:v>
                </c:pt>
                <c:pt idx="781">
                  <c:v>45270</c:v>
                </c:pt>
                <c:pt idx="782">
                  <c:v>45271</c:v>
                </c:pt>
                <c:pt idx="783">
                  <c:v>45272</c:v>
                </c:pt>
                <c:pt idx="784">
                  <c:v>45273</c:v>
                </c:pt>
                <c:pt idx="785">
                  <c:v>45274</c:v>
                </c:pt>
                <c:pt idx="786">
                  <c:v>45275</c:v>
                </c:pt>
                <c:pt idx="787">
                  <c:v>45276</c:v>
                </c:pt>
                <c:pt idx="788">
                  <c:v>45277</c:v>
                </c:pt>
                <c:pt idx="789">
                  <c:v>45278</c:v>
                </c:pt>
                <c:pt idx="790">
                  <c:v>45279</c:v>
                </c:pt>
                <c:pt idx="791">
                  <c:v>45280</c:v>
                </c:pt>
                <c:pt idx="792">
                  <c:v>45281</c:v>
                </c:pt>
                <c:pt idx="793">
                  <c:v>45282</c:v>
                </c:pt>
                <c:pt idx="794">
                  <c:v>45283</c:v>
                </c:pt>
                <c:pt idx="795">
                  <c:v>45284</c:v>
                </c:pt>
                <c:pt idx="796">
                  <c:v>45285</c:v>
                </c:pt>
                <c:pt idx="797">
                  <c:v>45286</c:v>
                </c:pt>
                <c:pt idx="798">
                  <c:v>45287</c:v>
                </c:pt>
                <c:pt idx="799">
                  <c:v>45288</c:v>
                </c:pt>
                <c:pt idx="800">
                  <c:v>45289</c:v>
                </c:pt>
                <c:pt idx="801">
                  <c:v>45290</c:v>
                </c:pt>
                <c:pt idx="802">
                  <c:v>45291</c:v>
                </c:pt>
                <c:pt idx="803">
                  <c:v>45292</c:v>
                </c:pt>
                <c:pt idx="804">
                  <c:v>45293</c:v>
                </c:pt>
                <c:pt idx="805">
                  <c:v>45294</c:v>
                </c:pt>
                <c:pt idx="806">
                  <c:v>45295</c:v>
                </c:pt>
                <c:pt idx="807">
                  <c:v>45296</c:v>
                </c:pt>
                <c:pt idx="808">
                  <c:v>45297</c:v>
                </c:pt>
                <c:pt idx="809">
                  <c:v>45298</c:v>
                </c:pt>
                <c:pt idx="810">
                  <c:v>45299</c:v>
                </c:pt>
                <c:pt idx="811">
                  <c:v>45300</c:v>
                </c:pt>
                <c:pt idx="812">
                  <c:v>45301</c:v>
                </c:pt>
                <c:pt idx="813">
                  <c:v>45302</c:v>
                </c:pt>
                <c:pt idx="814">
                  <c:v>45303</c:v>
                </c:pt>
                <c:pt idx="815">
                  <c:v>45304</c:v>
                </c:pt>
                <c:pt idx="816">
                  <c:v>45305</c:v>
                </c:pt>
                <c:pt idx="817">
                  <c:v>45306</c:v>
                </c:pt>
                <c:pt idx="818">
                  <c:v>45307</c:v>
                </c:pt>
                <c:pt idx="819">
                  <c:v>45308</c:v>
                </c:pt>
                <c:pt idx="820">
                  <c:v>45309</c:v>
                </c:pt>
                <c:pt idx="821">
                  <c:v>45310</c:v>
                </c:pt>
                <c:pt idx="822">
                  <c:v>45311</c:v>
                </c:pt>
                <c:pt idx="823">
                  <c:v>45312</c:v>
                </c:pt>
                <c:pt idx="824">
                  <c:v>45313</c:v>
                </c:pt>
                <c:pt idx="825">
                  <c:v>45314</c:v>
                </c:pt>
                <c:pt idx="826">
                  <c:v>45315</c:v>
                </c:pt>
                <c:pt idx="827">
                  <c:v>45316</c:v>
                </c:pt>
                <c:pt idx="828">
                  <c:v>45317</c:v>
                </c:pt>
                <c:pt idx="829">
                  <c:v>45318</c:v>
                </c:pt>
                <c:pt idx="830">
                  <c:v>45319</c:v>
                </c:pt>
                <c:pt idx="831">
                  <c:v>45320</c:v>
                </c:pt>
                <c:pt idx="832">
                  <c:v>45321</c:v>
                </c:pt>
                <c:pt idx="833">
                  <c:v>45322</c:v>
                </c:pt>
                <c:pt idx="834">
                  <c:v>45323</c:v>
                </c:pt>
                <c:pt idx="835">
                  <c:v>45324</c:v>
                </c:pt>
                <c:pt idx="836">
                  <c:v>45325</c:v>
                </c:pt>
                <c:pt idx="837">
                  <c:v>45326</c:v>
                </c:pt>
                <c:pt idx="838">
                  <c:v>45327</c:v>
                </c:pt>
                <c:pt idx="839">
                  <c:v>45328</c:v>
                </c:pt>
                <c:pt idx="840">
                  <c:v>45329</c:v>
                </c:pt>
                <c:pt idx="841">
                  <c:v>45330</c:v>
                </c:pt>
                <c:pt idx="842">
                  <c:v>45331</c:v>
                </c:pt>
                <c:pt idx="843">
                  <c:v>45332</c:v>
                </c:pt>
                <c:pt idx="844">
                  <c:v>45333</c:v>
                </c:pt>
                <c:pt idx="845">
                  <c:v>45334</c:v>
                </c:pt>
                <c:pt idx="846">
                  <c:v>45335</c:v>
                </c:pt>
                <c:pt idx="847">
                  <c:v>45336</c:v>
                </c:pt>
                <c:pt idx="848">
                  <c:v>45337</c:v>
                </c:pt>
                <c:pt idx="849">
                  <c:v>45338</c:v>
                </c:pt>
                <c:pt idx="850">
                  <c:v>45339</c:v>
                </c:pt>
                <c:pt idx="851">
                  <c:v>45340</c:v>
                </c:pt>
                <c:pt idx="852">
                  <c:v>45341</c:v>
                </c:pt>
                <c:pt idx="853">
                  <c:v>45342</c:v>
                </c:pt>
                <c:pt idx="854">
                  <c:v>45343</c:v>
                </c:pt>
                <c:pt idx="855">
                  <c:v>45344</c:v>
                </c:pt>
                <c:pt idx="856">
                  <c:v>45345</c:v>
                </c:pt>
                <c:pt idx="857">
                  <c:v>45346</c:v>
                </c:pt>
                <c:pt idx="858">
                  <c:v>45347</c:v>
                </c:pt>
                <c:pt idx="859">
                  <c:v>45348</c:v>
                </c:pt>
                <c:pt idx="860">
                  <c:v>45349</c:v>
                </c:pt>
                <c:pt idx="861">
                  <c:v>45350</c:v>
                </c:pt>
                <c:pt idx="862">
                  <c:v>45351</c:v>
                </c:pt>
                <c:pt idx="863">
                  <c:v>45352</c:v>
                </c:pt>
                <c:pt idx="864">
                  <c:v>45353</c:v>
                </c:pt>
                <c:pt idx="865">
                  <c:v>45354</c:v>
                </c:pt>
                <c:pt idx="866">
                  <c:v>45355</c:v>
                </c:pt>
                <c:pt idx="867">
                  <c:v>45356</c:v>
                </c:pt>
                <c:pt idx="868">
                  <c:v>45357</c:v>
                </c:pt>
                <c:pt idx="869">
                  <c:v>45358</c:v>
                </c:pt>
                <c:pt idx="870">
                  <c:v>45359</c:v>
                </c:pt>
                <c:pt idx="871">
                  <c:v>45360</c:v>
                </c:pt>
                <c:pt idx="872">
                  <c:v>45361</c:v>
                </c:pt>
                <c:pt idx="873">
                  <c:v>45362</c:v>
                </c:pt>
                <c:pt idx="874">
                  <c:v>45363</c:v>
                </c:pt>
                <c:pt idx="875">
                  <c:v>45364</c:v>
                </c:pt>
                <c:pt idx="876">
                  <c:v>45365</c:v>
                </c:pt>
                <c:pt idx="877">
                  <c:v>45366</c:v>
                </c:pt>
                <c:pt idx="878">
                  <c:v>45367</c:v>
                </c:pt>
                <c:pt idx="879">
                  <c:v>45368</c:v>
                </c:pt>
                <c:pt idx="880">
                  <c:v>45369</c:v>
                </c:pt>
                <c:pt idx="881">
                  <c:v>45370</c:v>
                </c:pt>
                <c:pt idx="882">
                  <c:v>45371</c:v>
                </c:pt>
                <c:pt idx="883">
                  <c:v>45372</c:v>
                </c:pt>
                <c:pt idx="884">
                  <c:v>45373</c:v>
                </c:pt>
                <c:pt idx="885">
                  <c:v>45374</c:v>
                </c:pt>
                <c:pt idx="886">
                  <c:v>45375</c:v>
                </c:pt>
                <c:pt idx="887">
                  <c:v>45376</c:v>
                </c:pt>
                <c:pt idx="888">
                  <c:v>45377</c:v>
                </c:pt>
                <c:pt idx="889">
                  <c:v>45378</c:v>
                </c:pt>
                <c:pt idx="890">
                  <c:v>45379</c:v>
                </c:pt>
                <c:pt idx="891">
                  <c:v>45380</c:v>
                </c:pt>
                <c:pt idx="892">
                  <c:v>45381</c:v>
                </c:pt>
                <c:pt idx="893">
                  <c:v>45382</c:v>
                </c:pt>
                <c:pt idx="894">
                  <c:v>45383</c:v>
                </c:pt>
                <c:pt idx="895">
                  <c:v>45384</c:v>
                </c:pt>
                <c:pt idx="896">
                  <c:v>45385</c:v>
                </c:pt>
                <c:pt idx="897">
                  <c:v>45386</c:v>
                </c:pt>
                <c:pt idx="898">
                  <c:v>45387</c:v>
                </c:pt>
                <c:pt idx="899">
                  <c:v>45388</c:v>
                </c:pt>
                <c:pt idx="900">
                  <c:v>45389</c:v>
                </c:pt>
                <c:pt idx="901">
                  <c:v>45390</c:v>
                </c:pt>
                <c:pt idx="902">
                  <c:v>45391</c:v>
                </c:pt>
                <c:pt idx="903">
                  <c:v>45392</c:v>
                </c:pt>
                <c:pt idx="904">
                  <c:v>45393</c:v>
                </c:pt>
                <c:pt idx="905">
                  <c:v>45394</c:v>
                </c:pt>
                <c:pt idx="906">
                  <c:v>45395</c:v>
                </c:pt>
                <c:pt idx="907">
                  <c:v>45396</c:v>
                </c:pt>
                <c:pt idx="908">
                  <c:v>45397</c:v>
                </c:pt>
                <c:pt idx="909">
                  <c:v>45398</c:v>
                </c:pt>
                <c:pt idx="910">
                  <c:v>45399</c:v>
                </c:pt>
                <c:pt idx="911">
                  <c:v>45400</c:v>
                </c:pt>
                <c:pt idx="912">
                  <c:v>45401</c:v>
                </c:pt>
                <c:pt idx="913">
                  <c:v>45402</c:v>
                </c:pt>
                <c:pt idx="914">
                  <c:v>45403</c:v>
                </c:pt>
                <c:pt idx="915">
                  <c:v>45404</c:v>
                </c:pt>
                <c:pt idx="916">
                  <c:v>45405</c:v>
                </c:pt>
                <c:pt idx="917">
                  <c:v>45406</c:v>
                </c:pt>
                <c:pt idx="918">
                  <c:v>45407</c:v>
                </c:pt>
                <c:pt idx="919">
                  <c:v>45408</c:v>
                </c:pt>
                <c:pt idx="920">
                  <c:v>45409</c:v>
                </c:pt>
                <c:pt idx="921">
                  <c:v>45410</c:v>
                </c:pt>
                <c:pt idx="922">
                  <c:v>45411</c:v>
                </c:pt>
                <c:pt idx="923">
                  <c:v>45412</c:v>
                </c:pt>
                <c:pt idx="924">
                  <c:v>45413</c:v>
                </c:pt>
                <c:pt idx="925">
                  <c:v>45414</c:v>
                </c:pt>
                <c:pt idx="926">
                  <c:v>45415</c:v>
                </c:pt>
                <c:pt idx="927">
                  <c:v>45416</c:v>
                </c:pt>
                <c:pt idx="928">
                  <c:v>45417</c:v>
                </c:pt>
                <c:pt idx="929">
                  <c:v>45418</c:v>
                </c:pt>
                <c:pt idx="930">
                  <c:v>45419</c:v>
                </c:pt>
                <c:pt idx="931">
                  <c:v>45420</c:v>
                </c:pt>
                <c:pt idx="932">
                  <c:v>45421</c:v>
                </c:pt>
                <c:pt idx="933">
                  <c:v>45422</c:v>
                </c:pt>
                <c:pt idx="934">
                  <c:v>45423</c:v>
                </c:pt>
                <c:pt idx="935">
                  <c:v>45424</c:v>
                </c:pt>
                <c:pt idx="936">
                  <c:v>45425</c:v>
                </c:pt>
                <c:pt idx="937">
                  <c:v>45426</c:v>
                </c:pt>
                <c:pt idx="938">
                  <c:v>45427</c:v>
                </c:pt>
                <c:pt idx="939">
                  <c:v>45428</c:v>
                </c:pt>
                <c:pt idx="940">
                  <c:v>45429</c:v>
                </c:pt>
                <c:pt idx="941">
                  <c:v>45430</c:v>
                </c:pt>
                <c:pt idx="942">
                  <c:v>45431</c:v>
                </c:pt>
                <c:pt idx="943">
                  <c:v>45432</c:v>
                </c:pt>
                <c:pt idx="944">
                  <c:v>45433</c:v>
                </c:pt>
                <c:pt idx="945">
                  <c:v>45434</c:v>
                </c:pt>
                <c:pt idx="946">
                  <c:v>45435</c:v>
                </c:pt>
                <c:pt idx="947">
                  <c:v>45436</c:v>
                </c:pt>
                <c:pt idx="948">
                  <c:v>45437</c:v>
                </c:pt>
                <c:pt idx="949">
                  <c:v>45438</c:v>
                </c:pt>
                <c:pt idx="950">
                  <c:v>45439</c:v>
                </c:pt>
                <c:pt idx="951">
                  <c:v>45440</c:v>
                </c:pt>
                <c:pt idx="952">
                  <c:v>45441</c:v>
                </c:pt>
                <c:pt idx="953">
                  <c:v>45442</c:v>
                </c:pt>
                <c:pt idx="954">
                  <c:v>45443</c:v>
                </c:pt>
                <c:pt idx="955">
                  <c:v>45444</c:v>
                </c:pt>
                <c:pt idx="956">
                  <c:v>45445</c:v>
                </c:pt>
                <c:pt idx="957">
                  <c:v>45446</c:v>
                </c:pt>
                <c:pt idx="958">
                  <c:v>45447</c:v>
                </c:pt>
                <c:pt idx="959">
                  <c:v>45448</c:v>
                </c:pt>
                <c:pt idx="960">
                  <c:v>45449</c:v>
                </c:pt>
                <c:pt idx="961">
                  <c:v>45450</c:v>
                </c:pt>
                <c:pt idx="962">
                  <c:v>45451</c:v>
                </c:pt>
                <c:pt idx="963">
                  <c:v>45452</c:v>
                </c:pt>
                <c:pt idx="964">
                  <c:v>45453</c:v>
                </c:pt>
                <c:pt idx="965">
                  <c:v>45454</c:v>
                </c:pt>
                <c:pt idx="966">
                  <c:v>45455</c:v>
                </c:pt>
                <c:pt idx="967">
                  <c:v>45456</c:v>
                </c:pt>
                <c:pt idx="968">
                  <c:v>45457</c:v>
                </c:pt>
                <c:pt idx="969">
                  <c:v>45458</c:v>
                </c:pt>
                <c:pt idx="970">
                  <c:v>45459</c:v>
                </c:pt>
                <c:pt idx="971">
                  <c:v>45460</c:v>
                </c:pt>
                <c:pt idx="972">
                  <c:v>45461</c:v>
                </c:pt>
                <c:pt idx="973">
                  <c:v>45462</c:v>
                </c:pt>
                <c:pt idx="974">
                  <c:v>45463</c:v>
                </c:pt>
                <c:pt idx="975">
                  <c:v>45464</c:v>
                </c:pt>
                <c:pt idx="976">
                  <c:v>45465</c:v>
                </c:pt>
                <c:pt idx="977">
                  <c:v>45466</c:v>
                </c:pt>
                <c:pt idx="978">
                  <c:v>45467</c:v>
                </c:pt>
                <c:pt idx="979">
                  <c:v>45468</c:v>
                </c:pt>
                <c:pt idx="980">
                  <c:v>45469</c:v>
                </c:pt>
                <c:pt idx="981">
                  <c:v>45470</c:v>
                </c:pt>
                <c:pt idx="982">
                  <c:v>45471</c:v>
                </c:pt>
                <c:pt idx="983">
                  <c:v>45472</c:v>
                </c:pt>
                <c:pt idx="984">
                  <c:v>45473</c:v>
                </c:pt>
                <c:pt idx="985">
                  <c:v>45474</c:v>
                </c:pt>
                <c:pt idx="986">
                  <c:v>45475</c:v>
                </c:pt>
                <c:pt idx="987">
                  <c:v>45476</c:v>
                </c:pt>
                <c:pt idx="988">
                  <c:v>45477</c:v>
                </c:pt>
                <c:pt idx="989">
                  <c:v>45478</c:v>
                </c:pt>
                <c:pt idx="990">
                  <c:v>45479</c:v>
                </c:pt>
                <c:pt idx="991">
                  <c:v>45480</c:v>
                </c:pt>
                <c:pt idx="992">
                  <c:v>45481</c:v>
                </c:pt>
                <c:pt idx="993">
                  <c:v>45482</c:v>
                </c:pt>
                <c:pt idx="994">
                  <c:v>45483</c:v>
                </c:pt>
                <c:pt idx="995">
                  <c:v>45484</c:v>
                </c:pt>
                <c:pt idx="996">
                  <c:v>45485</c:v>
                </c:pt>
                <c:pt idx="997">
                  <c:v>45486</c:v>
                </c:pt>
                <c:pt idx="998">
                  <c:v>45487</c:v>
                </c:pt>
                <c:pt idx="999">
                  <c:v>45488</c:v>
                </c:pt>
                <c:pt idx="1000">
                  <c:v>45489</c:v>
                </c:pt>
                <c:pt idx="1001">
                  <c:v>45490</c:v>
                </c:pt>
                <c:pt idx="1002">
                  <c:v>45491</c:v>
                </c:pt>
                <c:pt idx="1003">
                  <c:v>45492</c:v>
                </c:pt>
                <c:pt idx="1004">
                  <c:v>45493</c:v>
                </c:pt>
                <c:pt idx="1005">
                  <c:v>45494</c:v>
                </c:pt>
                <c:pt idx="1006">
                  <c:v>45495</c:v>
                </c:pt>
                <c:pt idx="1007">
                  <c:v>45496</c:v>
                </c:pt>
                <c:pt idx="1008">
                  <c:v>45497</c:v>
                </c:pt>
                <c:pt idx="1009">
                  <c:v>45498</c:v>
                </c:pt>
                <c:pt idx="1010">
                  <c:v>45499</c:v>
                </c:pt>
                <c:pt idx="1011">
                  <c:v>45500</c:v>
                </c:pt>
                <c:pt idx="1012">
                  <c:v>45501</c:v>
                </c:pt>
                <c:pt idx="1013">
                  <c:v>45502</c:v>
                </c:pt>
                <c:pt idx="1014">
                  <c:v>45503</c:v>
                </c:pt>
                <c:pt idx="1015">
                  <c:v>45504</c:v>
                </c:pt>
                <c:pt idx="1016">
                  <c:v>45505</c:v>
                </c:pt>
                <c:pt idx="1017">
                  <c:v>45506</c:v>
                </c:pt>
                <c:pt idx="1018">
                  <c:v>45507</c:v>
                </c:pt>
                <c:pt idx="1019">
                  <c:v>45508</c:v>
                </c:pt>
                <c:pt idx="1020">
                  <c:v>45509</c:v>
                </c:pt>
                <c:pt idx="1021">
                  <c:v>45510</c:v>
                </c:pt>
                <c:pt idx="1022">
                  <c:v>45511</c:v>
                </c:pt>
                <c:pt idx="1023">
                  <c:v>45512</c:v>
                </c:pt>
                <c:pt idx="1024">
                  <c:v>45513</c:v>
                </c:pt>
                <c:pt idx="1025">
                  <c:v>45514</c:v>
                </c:pt>
                <c:pt idx="1026">
                  <c:v>45515</c:v>
                </c:pt>
                <c:pt idx="1027">
                  <c:v>45516</c:v>
                </c:pt>
                <c:pt idx="1028">
                  <c:v>45517</c:v>
                </c:pt>
                <c:pt idx="1029">
                  <c:v>45518</c:v>
                </c:pt>
                <c:pt idx="1030">
                  <c:v>45519</c:v>
                </c:pt>
                <c:pt idx="1031">
                  <c:v>45520</c:v>
                </c:pt>
                <c:pt idx="1032">
                  <c:v>45521</c:v>
                </c:pt>
                <c:pt idx="1033">
                  <c:v>45522</c:v>
                </c:pt>
                <c:pt idx="1034">
                  <c:v>45523</c:v>
                </c:pt>
                <c:pt idx="1035">
                  <c:v>45524</c:v>
                </c:pt>
                <c:pt idx="1036">
                  <c:v>45525</c:v>
                </c:pt>
                <c:pt idx="1037">
                  <c:v>45526</c:v>
                </c:pt>
                <c:pt idx="1038">
                  <c:v>45527</c:v>
                </c:pt>
                <c:pt idx="1039">
                  <c:v>45528</c:v>
                </c:pt>
                <c:pt idx="1040">
                  <c:v>45529</c:v>
                </c:pt>
                <c:pt idx="1041">
                  <c:v>45530</c:v>
                </c:pt>
                <c:pt idx="1042">
                  <c:v>45531</c:v>
                </c:pt>
                <c:pt idx="1043">
                  <c:v>45532</c:v>
                </c:pt>
                <c:pt idx="1044">
                  <c:v>45533</c:v>
                </c:pt>
                <c:pt idx="1045">
                  <c:v>45534</c:v>
                </c:pt>
                <c:pt idx="1046">
                  <c:v>45535</c:v>
                </c:pt>
                <c:pt idx="1047">
                  <c:v>45536</c:v>
                </c:pt>
                <c:pt idx="1048">
                  <c:v>45537</c:v>
                </c:pt>
                <c:pt idx="1049">
                  <c:v>45538</c:v>
                </c:pt>
                <c:pt idx="1050">
                  <c:v>45539</c:v>
                </c:pt>
                <c:pt idx="1051">
                  <c:v>45540</c:v>
                </c:pt>
                <c:pt idx="1052">
                  <c:v>45541</c:v>
                </c:pt>
                <c:pt idx="1053">
                  <c:v>45542</c:v>
                </c:pt>
                <c:pt idx="1054">
                  <c:v>45543</c:v>
                </c:pt>
                <c:pt idx="1055">
                  <c:v>45544</c:v>
                </c:pt>
                <c:pt idx="1056">
                  <c:v>45545</c:v>
                </c:pt>
                <c:pt idx="1057">
                  <c:v>45546</c:v>
                </c:pt>
                <c:pt idx="1058">
                  <c:v>45547</c:v>
                </c:pt>
                <c:pt idx="1059">
                  <c:v>45548</c:v>
                </c:pt>
                <c:pt idx="1060">
                  <c:v>45549</c:v>
                </c:pt>
                <c:pt idx="1061">
                  <c:v>45550</c:v>
                </c:pt>
                <c:pt idx="1062">
                  <c:v>45551</c:v>
                </c:pt>
                <c:pt idx="1063">
                  <c:v>45552</c:v>
                </c:pt>
                <c:pt idx="1064">
                  <c:v>45553</c:v>
                </c:pt>
                <c:pt idx="1065">
                  <c:v>45554</c:v>
                </c:pt>
                <c:pt idx="1066">
                  <c:v>45555</c:v>
                </c:pt>
                <c:pt idx="1067">
                  <c:v>45556</c:v>
                </c:pt>
                <c:pt idx="1068">
                  <c:v>45557</c:v>
                </c:pt>
                <c:pt idx="1069">
                  <c:v>45558</c:v>
                </c:pt>
                <c:pt idx="1070">
                  <c:v>45559</c:v>
                </c:pt>
                <c:pt idx="1071">
                  <c:v>45560</c:v>
                </c:pt>
                <c:pt idx="1072">
                  <c:v>45561</c:v>
                </c:pt>
                <c:pt idx="1073">
                  <c:v>45562</c:v>
                </c:pt>
                <c:pt idx="1074">
                  <c:v>45563</c:v>
                </c:pt>
                <c:pt idx="1075">
                  <c:v>45564</c:v>
                </c:pt>
                <c:pt idx="1076">
                  <c:v>45565</c:v>
                </c:pt>
                <c:pt idx="1077">
                  <c:v>45566</c:v>
                </c:pt>
                <c:pt idx="1078">
                  <c:v>45567</c:v>
                </c:pt>
                <c:pt idx="1079">
                  <c:v>45568</c:v>
                </c:pt>
                <c:pt idx="1080">
                  <c:v>45569</c:v>
                </c:pt>
                <c:pt idx="1081">
                  <c:v>45570</c:v>
                </c:pt>
                <c:pt idx="1082">
                  <c:v>45571</c:v>
                </c:pt>
                <c:pt idx="1083">
                  <c:v>45572</c:v>
                </c:pt>
                <c:pt idx="1084">
                  <c:v>45573</c:v>
                </c:pt>
                <c:pt idx="1085">
                  <c:v>45574</c:v>
                </c:pt>
                <c:pt idx="1086">
                  <c:v>45575</c:v>
                </c:pt>
                <c:pt idx="1087">
                  <c:v>45576</c:v>
                </c:pt>
                <c:pt idx="1088">
                  <c:v>45577</c:v>
                </c:pt>
                <c:pt idx="1089">
                  <c:v>45578</c:v>
                </c:pt>
                <c:pt idx="1090">
                  <c:v>45579</c:v>
                </c:pt>
                <c:pt idx="1091">
                  <c:v>45580</c:v>
                </c:pt>
                <c:pt idx="1092">
                  <c:v>45581</c:v>
                </c:pt>
                <c:pt idx="1093">
                  <c:v>45582</c:v>
                </c:pt>
                <c:pt idx="1094">
                  <c:v>45583</c:v>
                </c:pt>
                <c:pt idx="1095">
                  <c:v>45584</c:v>
                </c:pt>
                <c:pt idx="1096">
                  <c:v>45585</c:v>
                </c:pt>
                <c:pt idx="1097">
                  <c:v>45586</c:v>
                </c:pt>
                <c:pt idx="1098">
                  <c:v>45587</c:v>
                </c:pt>
                <c:pt idx="1099">
                  <c:v>45588</c:v>
                </c:pt>
                <c:pt idx="1100">
                  <c:v>45589</c:v>
                </c:pt>
                <c:pt idx="1101">
                  <c:v>45590</c:v>
                </c:pt>
                <c:pt idx="1102">
                  <c:v>45591</c:v>
                </c:pt>
                <c:pt idx="1103">
                  <c:v>45592</c:v>
                </c:pt>
                <c:pt idx="1104">
                  <c:v>45593</c:v>
                </c:pt>
                <c:pt idx="1105">
                  <c:v>45594</c:v>
                </c:pt>
                <c:pt idx="1106">
                  <c:v>45595</c:v>
                </c:pt>
                <c:pt idx="1107">
                  <c:v>45596</c:v>
                </c:pt>
                <c:pt idx="1108">
                  <c:v>45597</c:v>
                </c:pt>
                <c:pt idx="1109">
                  <c:v>45598</c:v>
                </c:pt>
                <c:pt idx="1110">
                  <c:v>45599</c:v>
                </c:pt>
                <c:pt idx="1111">
                  <c:v>45600</c:v>
                </c:pt>
                <c:pt idx="1112">
                  <c:v>45601</c:v>
                </c:pt>
                <c:pt idx="1113">
                  <c:v>45602</c:v>
                </c:pt>
                <c:pt idx="1114">
                  <c:v>45603</c:v>
                </c:pt>
                <c:pt idx="1115">
                  <c:v>45604</c:v>
                </c:pt>
                <c:pt idx="1116">
                  <c:v>45605</c:v>
                </c:pt>
                <c:pt idx="1117">
                  <c:v>45606</c:v>
                </c:pt>
                <c:pt idx="1118">
                  <c:v>45607</c:v>
                </c:pt>
                <c:pt idx="1119">
                  <c:v>45608</c:v>
                </c:pt>
                <c:pt idx="1120">
                  <c:v>45609</c:v>
                </c:pt>
                <c:pt idx="1121">
                  <c:v>45610</c:v>
                </c:pt>
                <c:pt idx="1122">
                  <c:v>45611</c:v>
                </c:pt>
                <c:pt idx="1123">
                  <c:v>45612</c:v>
                </c:pt>
                <c:pt idx="1124">
                  <c:v>45613</c:v>
                </c:pt>
                <c:pt idx="1125">
                  <c:v>45614</c:v>
                </c:pt>
                <c:pt idx="1126">
                  <c:v>45615</c:v>
                </c:pt>
                <c:pt idx="1127">
                  <c:v>45616</c:v>
                </c:pt>
                <c:pt idx="1128">
                  <c:v>45617</c:v>
                </c:pt>
                <c:pt idx="1129">
                  <c:v>45618</c:v>
                </c:pt>
                <c:pt idx="1130">
                  <c:v>45619</c:v>
                </c:pt>
                <c:pt idx="1131">
                  <c:v>45620</c:v>
                </c:pt>
                <c:pt idx="1132">
                  <c:v>45621</c:v>
                </c:pt>
                <c:pt idx="1133">
                  <c:v>45622</c:v>
                </c:pt>
                <c:pt idx="1134">
                  <c:v>45623</c:v>
                </c:pt>
                <c:pt idx="1135">
                  <c:v>45624</c:v>
                </c:pt>
                <c:pt idx="1136">
                  <c:v>45625</c:v>
                </c:pt>
                <c:pt idx="1137">
                  <c:v>45626</c:v>
                </c:pt>
                <c:pt idx="1138">
                  <c:v>45627</c:v>
                </c:pt>
                <c:pt idx="1139">
                  <c:v>45628</c:v>
                </c:pt>
                <c:pt idx="1140">
                  <c:v>45629</c:v>
                </c:pt>
                <c:pt idx="1141">
                  <c:v>45630</c:v>
                </c:pt>
                <c:pt idx="1142">
                  <c:v>45631</c:v>
                </c:pt>
                <c:pt idx="1143">
                  <c:v>45632</c:v>
                </c:pt>
                <c:pt idx="1144">
                  <c:v>45633</c:v>
                </c:pt>
                <c:pt idx="1145">
                  <c:v>45634</c:v>
                </c:pt>
                <c:pt idx="1146">
                  <c:v>45635</c:v>
                </c:pt>
                <c:pt idx="1147">
                  <c:v>45636</c:v>
                </c:pt>
                <c:pt idx="1148">
                  <c:v>45637</c:v>
                </c:pt>
                <c:pt idx="1149">
                  <c:v>45638</c:v>
                </c:pt>
                <c:pt idx="1150">
                  <c:v>45639</c:v>
                </c:pt>
                <c:pt idx="1151">
                  <c:v>45640</c:v>
                </c:pt>
                <c:pt idx="1152">
                  <c:v>45641</c:v>
                </c:pt>
                <c:pt idx="1153">
                  <c:v>45642</c:v>
                </c:pt>
                <c:pt idx="1154">
                  <c:v>45643</c:v>
                </c:pt>
                <c:pt idx="1155">
                  <c:v>45644</c:v>
                </c:pt>
                <c:pt idx="1156">
                  <c:v>45645</c:v>
                </c:pt>
                <c:pt idx="1157">
                  <c:v>45646</c:v>
                </c:pt>
                <c:pt idx="1158">
                  <c:v>45647</c:v>
                </c:pt>
                <c:pt idx="1159">
                  <c:v>45648</c:v>
                </c:pt>
                <c:pt idx="1160">
                  <c:v>45649</c:v>
                </c:pt>
                <c:pt idx="1161">
                  <c:v>45650</c:v>
                </c:pt>
                <c:pt idx="1162">
                  <c:v>45651</c:v>
                </c:pt>
                <c:pt idx="1163">
                  <c:v>45652</c:v>
                </c:pt>
                <c:pt idx="1164">
                  <c:v>45653</c:v>
                </c:pt>
                <c:pt idx="1165">
                  <c:v>45654</c:v>
                </c:pt>
                <c:pt idx="1166">
                  <c:v>45655</c:v>
                </c:pt>
                <c:pt idx="1167">
                  <c:v>45656</c:v>
                </c:pt>
                <c:pt idx="1168">
                  <c:v>45657</c:v>
                </c:pt>
                <c:pt idx="1169">
                  <c:v>45658</c:v>
                </c:pt>
                <c:pt idx="1170">
                  <c:v>45659</c:v>
                </c:pt>
                <c:pt idx="1171">
                  <c:v>45660</c:v>
                </c:pt>
                <c:pt idx="1172">
                  <c:v>45661</c:v>
                </c:pt>
                <c:pt idx="1173">
                  <c:v>45662</c:v>
                </c:pt>
                <c:pt idx="1174">
                  <c:v>45663</c:v>
                </c:pt>
                <c:pt idx="1175">
                  <c:v>45664</c:v>
                </c:pt>
                <c:pt idx="1176">
                  <c:v>45665</c:v>
                </c:pt>
                <c:pt idx="1177">
                  <c:v>45666</c:v>
                </c:pt>
                <c:pt idx="1178">
                  <c:v>45667</c:v>
                </c:pt>
                <c:pt idx="1179">
                  <c:v>45668</c:v>
                </c:pt>
                <c:pt idx="1180">
                  <c:v>45669</c:v>
                </c:pt>
                <c:pt idx="1181">
                  <c:v>45670</c:v>
                </c:pt>
                <c:pt idx="1182">
                  <c:v>45671</c:v>
                </c:pt>
                <c:pt idx="1183">
                  <c:v>45672</c:v>
                </c:pt>
                <c:pt idx="1184">
                  <c:v>45673</c:v>
                </c:pt>
                <c:pt idx="1185">
                  <c:v>45674</c:v>
                </c:pt>
                <c:pt idx="1186">
                  <c:v>45675</c:v>
                </c:pt>
                <c:pt idx="1187">
                  <c:v>45676</c:v>
                </c:pt>
                <c:pt idx="1188">
                  <c:v>45677</c:v>
                </c:pt>
                <c:pt idx="1189">
                  <c:v>45678</c:v>
                </c:pt>
                <c:pt idx="1190">
                  <c:v>45679</c:v>
                </c:pt>
                <c:pt idx="1191">
                  <c:v>45680</c:v>
                </c:pt>
                <c:pt idx="1192">
                  <c:v>45681</c:v>
                </c:pt>
                <c:pt idx="1193">
                  <c:v>45682</c:v>
                </c:pt>
                <c:pt idx="1194">
                  <c:v>45683</c:v>
                </c:pt>
                <c:pt idx="1195">
                  <c:v>45684</c:v>
                </c:pt>
                <c:pt idx="1196">
                  <c:v>45685</c:v>
                </c:pt>
                <c:pt idx="1197">
                  <c:v>45686</c:v>
                </c:pt>
                <c:pt idx="1198">
                  <c:v>45687</c:v>
                </c:pt>
                <c:pt idx="1199">
                  <c:v>45688</c:v>
                </c:pt>
                <c:pt idx="1200">
                  <c:v>45689</c:v>
                </c:pt>
                <c:pt idx="1201">
                  <c:v>45690</c:v>
                </c:pt>
                <c:pt idx="1202">
                  <c:v>45691</c:v>
                </c:pt>
                <c:pt idx="1203">
                  <c:v>45692</c:v>
                </c:pt>
                <c:pt idx="1204">
                  <c:v>45693</c:v>
                </c:pt>
                <c:pt idx="1205">
                  <c:v>45694</c:v>
                </c:pt>
                <c:pt idx="1206">
                  <c:v>45695</c:v>
                </c:pt>
                <c:pt idx="1207">
                  <c:v>45696</c:v>
                </c:pt>
                <c:pt idx="1208">
                  <c:v>45697</c:v>
                </c:pt>
                <c:pt idx="1209">
                  <c:v>45698</c:v>
                </c:pt>
                <c:pt idx="1210">
                  <c:v>45699</c:v>
                </c:pt>
                <c:pt idx="1211">
                  <c:v>45700</c:v>
                </c:pt>
                <c:pt idx="1212">
                  <c:v>45701</c:v>
                </c:pt>
                <c:pt idx="1213">
                  <c:v>45702</c:v>
                </c:pt>
                <c:pt idx="1214">
                  <c:v>45703</c:v>
                </c:pt>
                <c:pt idx="1215">
                  <c:v>45704</c:v>
                </c:pt>
                <c:pt idx="1216">
                  <c:v>45705</c:v>
                </c:pt>
                <c:pt idx="1217">
                  <c:v>45706</c:v>
                </c:pt>
                <c:pt idx="1218">
                  <c:v>45707</c:v>
                </c:pt>
                <c:pt idx="1219">
                  <c:v>45708</c:v>
                </c:pt>
                <c:pt idx="1220">
                  <c:v>45709</c:v>
                </c:pt>
                <c:pt idx="1221">
                  <c:v>45710</c:v>
                </c:pt>
                <c:pt idx="1222">
                  <c:v>45711</c:v>
                </c:pt>
                <c:pt idx="1223">
                  <c:v>45712</c:v>
                </c:pt>
                <c:pt idx="1224">
                  <c:v>45713</c:v>
                </c:pt>
                <c:pt idx="1225">
                  <c:v>45714</c:v>
                </c:pt>
                <c:pt idx="1226">
                  <c:v>45715</c:v>
                </c:pt>
                <c:pt idx="1227">
                  <c:v>45716</c:v>
                </c:pt>
                <c:pt idx="1228">
                  <c:v>45717</c:v>
                </c:pt>
                <c:pt idx="1229">
                  <c:v>45718</c:v>
                </c:pt>
                <c:pt idx="1230">
                  <c:v>45719</c:v>
                </c:pt>
                <c:pt idx="1231">
                  <c:v>45720</c:v>
                </c:pt>
                <c:pt idx="1232">
                  <c:v>45721</c:v>
                </c:pt>
                <c:pt idx="1233">
                  <c:v>45722</c:v>
                </c:pt>
                <c:pt idx="1234">
                  <c:v>45723</c:v>
                </c:pt>
                <c:pt idx="1235">
                  <c:v>45724</c:v>
                </c:pt>
                <c:pt idx="1236">
                  <c:v>45725</c:v>
                </c:pt>
                <c:pt idx="1237">
                  <c:v>45726</c:v>
                </c:pt>
                <c:pt idx="1238">
                  <c:v>45727</c:v>
                </c:pt>
                <c:pt idx="1239">
                  <c:v>45728</c:v>
                </c:pt>
                <c:pt idx="1240">
                  <c:v>45729</c:v>
                </c:pt>
                <c:pt idx="1241">
                  <c:v>45730</c:v>
                </c:pt>
                <c:pt idx="1242">
                  <c:v>45731</c:v>
                </c:pt>
                <c:pt idx="1243">
                  <c:v>45732</c:v>
                </c:pt>
                <c:pt idx="1244">
                  <c:v>45733</c:v>
                </c:pt>
                <c:pt idx="1245">
                  <c:v>45734</c:v>
                </c:pt>
                <c:pt idx="1246">
                  <c:v>45735</c:v>
                </c:pt>
                <c:pt idx="1247">
                  <c:v>45736</c:v>
                </c:pt>
                <c:pt idx="1248">
                  <c:v>45737</c:v>
                </c:pt>
                <c:pt idx="1249">
                  <c:v>45738</c:v>
                </c:pt>
                <c:pt idx="1250">
                  <c:v>45739</c:v>
                </c:pt>
                <c:pt idx="1251">
                  <c:v>45740</c:v>
                </c:pt>
                <c:pt idx="1252">
                  <c:v>45741</c:v>
                </c:pt>
                <c:pt idx="1253">
                  <c:v>45742</c:v>
                </c:pt>
                <c:pt idx="1254">
                  <c:v>45743</c:v>
                </c:pt>
                <c:pt idx="1255">
                  <c:v>45744</c:v>
                </c:pt>
                <c:pt idx="1256">
                  <c:v>45745</c:v>
                </c:pt>
                <c:pt idx="1257">
                  <c:v>45746</c:v>
                </c:pt>
                <c:pt idx="1258">
                  <c:v>45747</c:v>
                </c:pt>
                <c:pt idx="1259">
                  <c:v>45748</c:v>
                </c:pt>
                <c:pt idx="1260">
                  <c:v>45749</c:v>
                </c:pt>
                <c:pt idx="1261">
                  <c:v>45750</c:v>
                </c:pt>
                <c:pt idx="1262">
                  <c:v>45751</c:v>
                </c:pt>
                <c:pt idx="1263">
                  <c:v>45752</c:v>
                </c:pt>
                <c:pt idx="1264">
                  <c:v>45753</c:v>
                </c:pt>
                <c:pt idx="1265">
                  <c:v>45754</c:v>
                </c:pt>
                <c:pt idx="1266">
                  <c:v>45755</c:v>
                </c:pt>
                <c:pt idx="1267">
                  <c:v>45756</c:v>
                </c:pt>
                <c:pt idx="1268">
                  <c:v>45757</c:v>
                </c:pt>
                <c:pt idx="1269">
                  <c:v>45758</c:v>
                </c:pt>
                <c:pt idx="1270">
                  <c:v>45759</c:v>
                </c:pt>
                <c:pt idx="1271">
                  <c:v>45760</c:v>
                </c:pt>
                <c:pt idx="1272">
                  <c:v>45761</c:v>
                </c:pt>
                <c:pt idx="1273">
                  <c:v>45762</c:v>
                </c:pt>
                <c:pt idx="1274">
                  <c:v>45763</c:v>
                </c:pt>
                <c:pt idx="1275">
                  <c:v>45764</c:v>
                </c:pt>
                <c:pt idx="1276">
                  <c:v>45765</c:v>
                </c:pt>
                <c:pt idx="1277">
                  <c:v>45766</c:v>
                </c:pt>
                <c:pt idx="1278">
                  <c:v>45767</c:v>
                </c:pt>
                <c:pt idx="1279">
                  <c:v>45768</c:v>
                </c:pt>
                <c:pt idx="1280">
                  <c:v>45769</c:v>
                </c:pt>
                <c:pt idx="1281">
                  <c:v>45770</c:v>
                </c:pt>
                <c:pt idx="1282">
                  <c:v>45771</c:v>
                </c:pt>
                <c:pt idx="1283">
                  <c:v>45772</c:v>
                </c:pt>
                <c:pt idx="1284">
                  <c:v>45773</c:v>
                </c:pt>
                <c:pt idx="1285">
                  <c:v>45774</c:v>
                </c:pt>
                <c:pt idx="1286">
                  <c:v>45775</c:v>
                </c:pt>
                <c:pt idx="1287">
                  <c:v>45776</c:v>
                </c:pt>
                <c:pt idx="1288">
                  <c:v>45777</c:v>
                </c:pt>
                <c:pt idx="1289">
                  <c:v>45778</c:v>
                </c:pt>
                <c:pt idx="1290">
                  <c:v>45779</c:v>
                </c:pt>
                <c:pt idx="1291">
                  <c:v>45780</c:v>
                </c:pt>
                <c:pt idx="1292">
                  <c:v>45781</c:v>
                </c:pt>
                <c:pt idx="1293">
                  <c:v>45782</c:v>
                </c:pt>
                <c:pt idx="1294">
                  <c:v>45783</c:v>
                </c:pt>
                <c:pt idx="1295">
                  <c:v>45784</c:v>
                </c:pt>
                <c:pt idx="1296">
                  <c:v>45785</c:v>
                </c:pt>
                <c:pt idx="1297">
                  <c:v>45786</c:v>
                </c:pt>
                <c:pt idx="1298">
                  <c:v>45787</c:v>
                </c:pt>
                <c:pt idx="1299">
                  <c:v>45788</c:v>
                </c:pt>
                <c:pt idx="1300">
                  <c:v>45789</c:v>
                </c:pt>
                <c:pt idx="1301">
                  <c:v>45790</c:v>
                </c:pt>
                <c:pt idx="1302">
                  <c:v>45791</c:v>
                </c:pt>
                <c:pt idx="1303">
                  <c:v>45792</c:v>
                </c:pt>
                <c:pt idx="1304">
                  <c:v>45793</c:v>
                </c:pt>
                <c:pt idx="1305">
                  <c:v>45794</c:v>
                </c:pt>
                <c:pt idx="1306">
                  <c:v>45795</c:v>
                </c:pt>
                <c:pt idx="1307">
                  <c:v>45796</c:v>
                </c:pt>
                <c:pt idx="1308">
                  <c:v>45797</c:v>
                </c:pt>
                <c:pt idx="1309">
                  <c:v>45798</c:v>
                </c:pt>
                <c:pt idx="1310">
                  <c:v>45799</c:v>
                </c:pt>
                <c:pt idx="1311">
                  <c:v>45800</c:v>
                </c:pt>
                <c:pt idx="1312">
                  <c:v>45801</c:v>
                </c:pt>
                <c:pt idx="1313">
                  <c:v>45802</c:v>
                </c:pt>
                <c:pt idx="1314">
                  <c:v>45803</c:v>
                </c:pt>
                <c:pt idx="1315">
                  <c:v>45804</c:v>
                </c:pt>
                <c:pt idx="1316">
                  <c:v>45805</c:v>
                </c:pt>
                <c:pt idx="1317">
                  <c:v>45806</c:v>
                </c:pt>
                <c:pt idx="1318">
                  <c:v>45807</c:v>
                </c:pt>
                <c:pt idx="1319">
                  <c:v>45808</c:v>
                </c:pt>
                <c:pt idx="1320">
                  <c:v>45809</c:v>
                </c:pt>
                <c:pt idx="1321">
                  <c:v>45810</c:v>
                </c:pt>
                <c:pt idx="1322">
                  <c:v>45811</c:v>
                </c:pt>
                <c:pt idx="1323">
                  <c:v>45812</c:v>
                </c:pt>
                <c:pt idx="1324">
                  <c:v>45813</c:v>
                </c:pt>
                <c:pt idx="1325">
                  <c:v>45814</c:v>
                </c:pt>
                <c:pt idx="1326">
                  <c:v>45815</c:v>
                </c:pt>
                <c:pt idx="1327">
                  <c:v>45816</c:v>
                </c:pt>
                <c:pt idx="1328">
                  <c:v>45817</c:v>
                </c:pt>
                <c:pt idx="1329">
                  <c:v>45818</c:v>
                </c:pt>
                <c:pt idx="1330">
                  <c:v>45819</c:v>
                </c:pt>
                <c:pt idx="1331">
                  <c:v>45820</c:v>
                </c:pt>
                <c:pt idx="1332">
                  <c:v>45821</c:v>
                </c:pt>
                <c:pt idx="1333">
                  <c:v>45822</c:v>
                </c:pt>
                <c:pt idx="1334">
                  <c:v>45823</c:v>
                </c:pt>
                <c:pt idx="1335">
                  <c:v>45824</c:v>
                </c:pt>
                <c:pt idx="1336">
                  <c:v>45825</c:v>
                </c:pt>
                <c:pt idx="1337">
                  <c:v>45826</c:v>
                </c:pt>
                <c:pt idx="1338">
                  <c:v>45827</c:v>
                </c:pt>
                <c:pt idx="1339">
                  <c:v>45828</c:v>
                </c:pt>
                <c:pt idx="1340">
                  <c:v>45829</c:v>
                </c:pt>
                <c:pt idx="1341">
                  <c:v>45830</c:v>
                </c:pt>
                <c:pt idx="1342">
                  <c:v>45831</c:v>
                </c:pt>
                <c:pt idx="1343">
                  <c:v>45832</c:v>
                </c:pt>
                <c:pt idx="1344">
                  <c:v>45833</c:v>
                </c:pt>
                <c:pt idx="1345">
                  <c:v>45834</c:v>
                </c:pt>
                <c:pt idx="1346">
                  <c:v>45835</c:v>
                </c:pt>
                <c:pt idx="1347">
                  <c:v>45836</c:v>
                </c:pt>
                <c:pt idx="1348">
                  <c:v>45837</c:v>
                </c:pt>
                <c:pt idx="1349">
                  <c:v>45838</c:v>
                </c:pt>
                <c:pt idx="1350">
                  <c:v>45839</c:v>
                </c:pt>
                <c:pt idx="1351">
                  <c:v>45840</c:v>
                </c:pt>
                <c:pt idx="1352">
                  <c:v>45841</c:v>
                </c:pt>
                <c:pt idx="1353">
                  <c:v>45842</c:v>
                </c:pt>
                <c:pt idx="1354">
                  <c:v>45843</c:v>
                </c:pt>
                <c:pt idx="1355">
                  <c:v>45844</c:v>
                </c:pt>
                <c:pt idx="1356">
                  <c:v>45845</c:v>
                </c:pt>
                <c:pt idx="1357">
                  <c:v>45846</c:v>
                </c:pt>
                <c:pt idx="1358">
                  <c:v>45847</c:v>
                </c:pt>
                <c:pt idx="1359">
                  <c:v>45848</c:v>
                </c:pt>
                <c:pt idx="1360">
                  <c:v>45849</c:v>
                </c:pt>
                <c:pt idx="1361">
                  <c:v>45850</c:v>
                </c:pt>
                <c:pt idx="1362">
                  <c:v>45851</c:v>
                </c:pt>
                <c:pt idx="1363">
                  <c:v>45852</c:v>
                </c:pt>
                <c:pt idx="1364">
                  <c:v>45853</c:v>
                </c:pt>
                <c:pt idx="1365">
                  <c:v>45854</c:v>
                </c:pt>
                <c:pt idx="1366">
                  <c:v>45855</c:v>
                </c:pt>
                <c:pt idx="1367">
                  <c:v>45856</c:v>
                </c:pt>
                <c:pt idx="1368">
                  <c:v>45857</c:v>
                </c:pt>
                <c:pt idx="1369">
                  <c:v>45858</c:v>
                </c:pt>
                <c:pt idx="1370">
                  <c:v>45859</c:v>
                </c:pt>
                <c:pt idx="1371">
                  <c:v>45860</c:v>
                </c:pt>
                <c:pt idx="1372">
                  <c:v>45861</c:v>
                </c:pt>
                <c:pt idx="1373">
                  <c:v>45862</c:v>
                </c:pt>
                <c:pt idx="1374">
                  <c:v>45863</c:v>
                </c:pt>
                <c:pt idx="1375">
                  <c:v>45864</c:v>
                </c:pt>
                <c:pt idx="1376">
                  <c:v>45865</c:v>
                </c:pt>
                <c:pt idx="1377">
                  <c:v>45866</c:v>
                </c:pt>
                <c:pt idx="1378">
                  <c:v>45867</c:v>
                </c:pt>
                <c:pt idx="1379">
                  <c:v>45868</c:v>
                </c:pt>
                <c:pt idx="1380">
                  <c:v>45869</c:v>
                </c:pt>
                <c:pt idx="1381">
                  <c:v>45870</c:v>
                </c:pt>
                <c:pt idx="1382">
                  <c:v>45871</c:v>
                </c:pt>
                <c:pt idx="1383">
                  <c:v>45872</c:v>
                </c:pt>
                <c:pt idx="1384">
                  <c:v>45873</c:v>
                </c:pt>
                <c:pt idx="1385">
                  <c:v>45874</c:v>
                </c:pt>
                <c:pt idx="1386">
                  <c:v>45875</c:v>
                </c:pt>
                <c:pt idx="1387">
                  <c:v>45876</c:v>
                </c:pt>
                <c:pt idx="1388">
                  <c:v>45877</c:v>
                </c:pt>
                <c:pt idx="1389">
                  <c:v>45878</c:v>
                </c:pt>
                <c:pt idx="1390">
                  <c:v>45879</c:v>
                </c:pt>
                <c:pt idx="1391">
                  <c:v>45880</c:v>
                </c:pt>
                <c:pt idx="1392">
                  <c:v>45881</c:v>
                </c:pt>
                <c:pt idx="1393">
                  <c:v>45882</c:v>
                </c:pt>
                <c:pt idx="1394">
                  <c:v>45883</c:v>
                </c:pt>
                <c:pt idx="1395">
                  <c:v>45884</c:v>
                </c:pt>
                <c:pt idx="1396">
                  <c:v>45885</c:v>
                </c:pt>
                <c:pt idx="1397">
                  <c:v>45886</c:v>
                </c:pt>
                <c:pt idx="1398">
                  <c:v>45887</c:v>
                </c:pt>
                <c:pt idx="1399">
                  <c:v>45888</c:v>
                </c:pt>
                <c:pt idx="1400">
                  <c:v>45889</c:v>
                </c:pt>
                <c:pt idx="1401">
                  <c:v>45890</c:v>
                </c:pt>
                <c:pt idx="1402">
                  <c:v>45891</c:v>
                </c:pt>
                <c:pt idx="1403">
                  <c:v>45892</c:v>
                </c:pt>
                <c:pt idx="1404">
                  <c:v>45893</c:v>
                </c:pt>
                <c:pt idx="1405">
                  <c:v>45894</c:v>
                </c:pt>
                <c:pt idx="1406">
                  <c:v>45895</c:v>
                </c:pt>
                <c:pt idx="1407">
                  <c:v>45896</c:v>
                </c:pt>
                <c:pt idx="1408">
                  <c:v>45897</c:v>
                </c:pt>
                <c:pt idx="1409">
                  <c:v>45898</c:v>
                </c:pt>
                <c:pt idx="1410">
                  <c:v>45899</c:v>
                </c:pt>
                <c:pt idx="1411">
                  <c:v>45900</c:v>
                </c:pt>
                <c:pt idx="1412">
                  <c:v>45901</c:v>
                </c:pt>
                <c:pt idx="1413">
                  <c:v>45902</c:v>
                </c:pt>
                <c:pt idx="1414">
                  <c:v>45903</c:v>
                </c:pt>
                <c:pt idx="1415">
                  <c:v>45904</c:v>
                </c:pt>
                <c:pt idx="1416">
                  <c:v>45905</c:v>
                </c:pt>
                <c:pt idx="1417">
                  <c:v>45906</c:v>
                </c:pt>
                <c:pt idx="1418">
                  <c:v>45907</c:v>
                </c:pt>
                <c:pt idx="1419">
                  <c:v>45908</c:v>
                </c:pt>
                <c:pt idx="1420">
                  <c:v>45909</c:v>
                </c:pt>
                <c:pt idx="1421">
                  <c:v>45910</c:v>
                </c:pt>
                <c:pt idx="1422">
                  <c:v>45911</c:v>
                </c:pt>
                <c:pt idx="1423">
                  <c:v>45912</c:v>
                </c:pt>
                <c:pt idx="1424">
                  <c:v>45913</c:v>
                </c:pt>
                <c:pt idx="1425">
                  <c:v>45914</c:v>
                </c:pt>
                <c:pt idx="1426">
                  <c:v>45915</c:v>
                </c:pt>
                <c:pt idx="1427">
                  <c:v>45916</c:v>
                </c:pt>
                <c:pt idx="1428">
                  <c:v>45917</c:v>
                </c:pt>
                <c:pt idx="1429">
                  <c:v>45918</c:v>
                </c:pt>
                <c:pt idx="1430">
                  <c:v>45919</c:v>
                </c:pt>
                <c:pt idx="1431">
                  <c:v>45920</c:v>
                </c:pt>
                <c:pt idx="1432">
                  <c:v>45921</c:v>
                </c:pt>
                <c:pt idx="1433">
                  <c:v>45922</c:v>
                </c:pt>
                <c:pt idx="1434">
                  <c:v>45923</c:v>
                </c:pt>
                <c:pt idx="1435">
                  <c:v>45924</c:v>
                </c:pt>
                <c:pt idx="1436">
                  <c:v>45925</c:v>
                </c:pt>
                <c:pt idx="1437">
                  <c:v>45926</c:v>
                </c:pt>
                <c:pt idx="1438">
                  <c:v>45927</c:v>
                </c:pt>
                <c:pt idx="1439">
                  <c:v>45928</c:v>
                </c:pt>
                <c:pt idx="1440">
                  <c:v>45929</c:v>
                </c:pt>
                <c:pt idx="1441">
                  <c:v>45930</c:v>
                </c:pt>
                <c:pt idx="1442">
                  <c:v>45931</c:v>
                </c:pt>
                <c:pt idx="1443">
                  <c:v>45932</c:v>
                </c:pt>
                <c:pt idx="1444">
                  <c:v>45933</c:v>
                </c:pt>
                <c:pt idx="1445">
                  <c:v>45934</c:v>
                </c:pt>
                <c:pt idx="1446">
                  <c:v>45935</c:v>
                </c:pt>
                <c:pt idx="1447">
                  <c:v>45936</c:v>
                </c:pt>
                <c:pt idx="1448">
                  <c:v>45937</c:v>
                </c:pt>
                <c:pt idx="1449">
                  <c:v>45938</c:v>
                </c:pt>
                <c:pt idx="1450">
                  <c:v>45939</c:v>
                </c:pt>
                <c:pt idx="1451">
                  <c:v>45940</c:v>
                </c:pt>
                <c:pt idx="1452">
                  <c:v>45941</c:v>
                </c:pt>
                <c:pt idx="1453">
                  <c:v>45942</c:v>
                </c:pt>
                <c:pt idx="1454">
                  <c:v>45943</c:v>
                </c:pt>
                <c:pt idx="1455">
                  <c:v>45944</c:v>
                </c:pt>
                <c:pt idx="1456">
                  <c:v>45945</c:v>
                </c:pt>
                <c:pt idx="1457">
                  <c:v>45946</c:v>
                </c:pt>
                <c:pt idx="1458">
                  <c:v>45947</c:v>
                </c:pt>
                <c:pt idx="1459">
                  <c:v>45948</c:v>
                </c:pt>
                <c:pt idx="1460">
                  <c:v>45949</c:v>
                </c:pt>
                <c:pt idx="1461">
                  <c:v>45950</c:v>
                </c:pt>
                <c:pt idx="1462">
                  <c:v>45951</c:v>
                </c:pt>
                <c:pt idx="1463">
                  <c:v>45952</c:v>
                </c:pt>
                <c:pt idx="1464">
                  <c:v>45953</c:v>
                </c:pt>
                <c:pt idx="1465">
                  <c:v>45954</c:v>
                </c:pt>
                <c:pt idx="1466">
                  <c:v>45955</c:v>
                </c:pt>
                <c:pt idx="1467">
                  <c:v>45956</c:v>
                </c:pt>
                <c:pt idx="1468">
                  <c:v>45957</c:v>
                </c:pt>
                <c:pt idx="1469">
                  <c:v>45958</c:v>
                </c:pt>
                <c:pt idx="1470">
                  <c:v>45959</c:v>
                </c:pt>
                <c:pt idx="1471">
                  <c:v>45960</c:v>
                </c:pt>
                <c:pt idx="1472">
                  <c:v>45961</c:v>
                </c:pt>
                <c:pt idx="1473">
                  <c:v>45962</c:v>
                </c:pt>
                <c:pt idx="1474">
                  <c:v>45963</c:v>
                </c:pt>
                <c:pt idx="1475">
                  <c:v>45964</c:v>
                </c:pt>
                <c:pt idx="1476">
                  <c:v>45965</c:v>
                </c:pt>
                <c:pt idx="1477">
                  <c:v>45966</c:v>
                </c:pt>
                <c:pt idx="1478">
                  <c:v>45967</c:v>
                </c:pt>
                <c:pt idx="1479">
                  <c:v>45968</c:v>
                </c:pt>
                <c:pt idx="1480">
                  <c:v>45969</c:v>
                </c:pt>
                <c:pt idx="1481">
                  <c:v>45970</c:v>
                </c:pt>
                <c:pt idx="1482">
                  <c:v>45971</c:v>
                </c:pt>
                <c:pt idx="1483">
                  <c:v>45972</c:v>
                </c:pt>
                <c:pt idx="1484">
                  <c:v>45973</c:v>
                </c:pt>
                <c:pt idx="1485">
                  <c:v>45974</c:v>
                </c:pt>
                <c:pt idx="1486">
                  <c:v>45975</c:v>
                </c:pt>
                <c:pt idx="1487">
                  <c:v>45976</c:v>
                </c:pt>
                <c:pt idx="1488">
                  <c:v>45977</c:v>
                </c:pt>
                <c:pt idx="1489">
                  <c:v>45978</c:v>
                </c:pt>
                <c:pt idx="1490">
                  <c:v>45979</c:v>
                </c:pt>
                <c:pt idx="1491">
                  <c:v>45980</c:v>
                </c:pt>
                <c:pt idx="1492">
                  <c:v>45981</c:v>
                </c:pt>
                <c:pt idx="1493">
                  <c:v>45982</c:v>
                </c:pt>
                <c:pt idx="1494">
                  <c:v>45983</c:v>
                </c:pt>
                <c:pt idx="1495">
                  <c:v>45984</c:v>
                </c:pt>
                <c:pt idx="1496">
                  <c:v>45985</c:v>
                </c:pt>
                <c:pt idx="1497">
                  <c:v>45986</c:v>
                </c:pt>
                <c:pt idx="1498">
                  <c:v>45987</c:v>
                </c:pt>
                <c:pt idx="1499">
                  <c:v>45988</c:v>
                </c:pt>
                <c:pt idx="1500">
                  <c:v>45989</c:v>
                </c:pt>
                <c:pt idx="1501">
                  <c:v>45990</c:v>
                </c:pt>
                <c:pt idx="1502">
                  <c:v>45991</c:v>
                </c:pt>
                <c:pt idx="1503">
                  <c:v>45992</c:v>
                </c:pt>
                <c:pt idx="1504">
                  <c:v>45993</c:v>
                </c:pt>
                <c:pt idx="1505">
                  <c:v>45994</c:v>
                </c:pt>
                <c:pt idx="1506">
                  <c:v>45995</c:v>
                </c:pt>
                <c:pt idx="1507">
                  <c:v>45996</c:v>
                </c:pt>
                <c:pt idx="1508">
                  <c:v>45997</c:v>
                </c:pt>
                <c:pt idx="1509">
                  <c:v>45998</c:v>
                </c:pt>
                <c:pt idx="1510">
                  <c:v>45999</c:v>
                </c:pt>
                <c:pt idx="1511">
                  <c:v>46000</c:v>
                </c:pt>
                <c:pt idx="1512">
                  <c:v>46001</c:v>
                </c:pt>
                <c:pt idx="1513">
                  <c:v>46002</c:v>
                </c:pt>
                <c:pt idx="1514">
                  <c:v>46003</c:v>
                </c:pt>
                <c:pt idx="1515">
                  <c:v>46004</c:v>
                </c:pt>
                <c:pt idx="1516">
                  <c:v>46005</c:v>
                </c:pt>
                <c:pt idx="1517">
                  <c:v>46006</c:v>
                </c:pt>
                <c:pt idx="1518">
                  <c:v>46007</c:v>
                </c:pt>
                <c:pt idx="1519">
                  <c:v>46008</c:v>
                </c:pt>
                <c:pt idx="1520">
                  <c:v>46009</c:v>
                </c:pt>
                <c:pt idx="1521">
                  <c:v>46010</c:v>
                </c:pt>
                <c:pt idx="1522">
                  <c:v>46011</c:v>
                </c:pt>
                <c:pt idx="1523">
                  <c:v>46012</c:v>
                </c:pt>
                <c:pt idx="1524">
                  <c:v>46013</c:v>
                </c:pt>
                <c:pt idx="1525">
                  <c:v>46014</c:v>
                </c:pt>
                <c:pt idx="1526">
                  <c:v>46015</c:v>
                </c:pt>
                <c:pt idx="1527">
                  <c:v>46016</c:v>
                </c:pt>
                <c:pt idx="1528">
                  <c:v>46017</c:v>
                </c:pt>
                <c:pt idx="1529">
                  <c:v>46018</c:v>
                </c:pt>
                <c:pt idx="1530">
                  <c:v>46019</c:v>
                </c:pt>
                <c:pt idx="1531">
                  <c:v>46020</c:v>
                </c:pt>
                <c:pt idx="1532">
                  <c:v>46021</c:v>
                </c:pt>
                <c:pt idx="1533">
                  <c:v>46022</c:v>
                </c:pt>
                <c:pt idx="1534">
                  <c:v>46023</c:v>
                </c:pt>
                <c:pt idx="1535">
                  <c:v>46024</c:v>
                </c:pt>
                <c:pt idx="1536">
                  <c:v>46025</c:v>
                </c:pt>
                <c:pt idx="1537">
                  <c:v>46026</c:v>
                </c:pt>
                <c:pt idx="1538">
                  <c:v>46027</c:v>
                </c:pt>
                <c:pt idx="1539">
                  <c:v>46028</c:v>
                </c:pt>
                <c:pt idx="1540">
                  <c:v>46029</c:v>
                </c:pt>
                <c:pt idx="1541">
                  <c:v>46030</c:v>
                </c:pt>
                <c:pt idx="1542">
                  <c:v>46031</c:v>
                </c:pt>
                <c:pt idx="1543">
                  <c:v>46032</c:v>
                </c:pt>
                <c:pt idx="1544">
                  <c:v>46033</c:v>
                </c:pt>
                <c:pt idx="1545">
                  <c:v>46034</c:v>
                </c:pt>
                <c:pt idx="1546">
                  <c:v>46035</c:v>
                </c:pt>
                <c:pt idx="1547">
                  <c:v>46036</c:v>
                </c:pt>
                <c:pt idx="1548">
                  <c:v>46037</c:v>
                </c:pt>
                <c:pt idx="1549">
                  <c:v>46038</c:v>
                </c:pt>
                <c:pt idx="1550">
                  <c:v>46039</c:v>
                </c:pt>
                <c:pt idx="1551">
                  <c:v>46040</c:v>
                </c:pt>
                <c:pt idx="1552">
                  <c:v>46041</c:v>
                </c:pt>
                <c:pt idx="1553">
                  <c:v>46042</c:v>
                </c:pt>
                <c:pt idx="1554">
                  <c:v>46043</c:v>
                </c:pt>
                <c:pt idx="1555">
                  <c:v>46044</c:v>
                </c:pt>
                <c:pt idx="1556">
                  <c:v>46045</c:v>
                </c:pt>
                <c:pt idx="1557">
                  <c:v>46046</c:v>
                </c:pt>
                <c:pt idx="1558">
                  <c:v>46047</c:v>
                </c:pt>
                <c:pt idx="1559">
                  <c:v>46048</c:v>
                </c:pt>
                <c:pt idx="1560">
                  <c:v>46049</c:v>
                </c:pt>
                <c:pt idx="1561">
                  <c:v>46050</c:v>
                </c:pt>
                <c:pt idx="1562">
                  <c:v>46051</c:v>
                </c:pt>
                <c:pt idx="1563">
                  <c:v>46052</c:v>
                </c:pt>
                <c:pt idx="1564">
                  <c:v>46053</c:v>
                </c:pt>
                <c:pt idx="1565">
                  <c:v>46054</c:v>
                </c:pt>
                <c:pt idx="1566">
                  <c:v>46055</c:v>
                </c:pt>
                <c:pt idx="1567">
                  <c:v>46056</c:v>
                </c:pt>
                <c:pt idx="1568">
                  <c:v>46057</c:v>
                </c:pt>
                <c:pt idx="1569">
                  <c:v>46058</c:v>
                </c:pt>
                <c:pt idx="1570">
                  <c:v>46059</c:v>
                </c:pt>
                <c:pt idx="1571">
                  <c:v>46060</c:v>
                </c:pt>
                <c:pt idx="1572">
                  <c:v>46061</c:v>
                </c:pt>
                <c:pt idx="1573">
                  <c:v>46062</c:v>
                </c:pt>
                <c:pt idx="1574">
                  <c:v>46063</c:v>
                </c:pt>
                <c:pt idx="1575">
                  <c:v>46064</c:v>
                </c:pt>
                <c:pt idx="1576">
                  <c:v>46065</c:v>
                </c:pt>
                <c:pt idx="1577">
                  <c:v>46066</c:v>
                </c:pt>
                <c:pt idx="1578">
                  <c:v>46067</c:v>
                </c:pt>
                <c:pt idx="1579">
                  <c:v>46068</c:v>
                </c:pt>
                <c:pt idx="1580">
                  <c:v>46069</c:v>
                </c:pt>
                <c:pt idx="1581">
                  <c:v>46070</c:v>
                </c:pt>
                <c:pt idx="1582">
                  <c:v>46071</c:v>
                </c:pt>
                <c:pt idx="1583">
                  <c:v>46072</c:v>
                </c:pt>
                <c:pt idx="1584">
                  <c:v>46073</c:v>
                </c:pt>
                <c:pt idx="1585">
                  <c:v>46074</c:v>
                </c:pt>
                <c:pt idx="1586">
                  <c:v>46075</c:v>
                </c:pt>
                <c:pt idx="1587">
                  <c:v>46076</c:v>
                </c:pt>
                <c:pt idx="1588">
                  <c:v>46077</c:v>
                </c:pt>
                <c:pt idx="1589">
                  <c:v>46078</c:v>
                </c:pt>
                <c:pt idx="1590">
                  <c:v>46079</c:v>
                </c:pt>
                <c:pt idx="1591">
                  <c:v>46080</c:v>
                </c:pt>
                <c:pt idx="1592">
                  <c:v>46081</c:v>
                </c:pt>
                <c:pt idx="1593">
                  <c:v>46082</c:v>
                </c:pt>
                <c:pt idx="1594">
                  <c:v>46083</c:v>
                </c:pt>
                <c:pt idx="1595">
                  <c:v>46084</c:v>
                </c:pt>
                <c:pt idx="1596">
                  <c:v>46085</c:v>
                </c:pt>
                <c:pt idx="1597">
                  <c:v>46086</c:v>
                </c:pt>
                <c:pt idx="1598">
                  <c:v>46087</c:v>
                </c:pt>
                <c:pt idx="1599">
                  <c:v>46088</c:v>
                </c:pt>
                <c:pt idx="1600">
                  <c:v>46089</c:v>
                </c:pt>
                <c:pt idx="1601">
                  <c:v>46090</c:v>
                </c:pt>
                <c:pt idx="1602">
                  <c:v>46091</c:v>
                </c:pt>
                <c:pt idx="1603">
                  <c:v>46092</c:v>
                </c:pt>
                <c:pt idx="1604">
                  <c:v>46093</c:v>
                </c:pt>
                <c:pt idx="1605">
                  <c:v>46094</c:v>
                </c:pt>
                <c:pt idx="1606">
                  <c:v>46095</c:v>
                </c:pt>
                <c:pt idx="1607">
                  <c:v>46096</c:v>
                </c:pt>
                <c:pt idx="1608">
                  <c:v>46097</c:v>
                </c:pt>
                <c:pt idx="1609">
                  <c:v>46098</c:v>
                </c:pt>
                <c:pt idx="1610">
                  <c:v>46099</c:v>
                </c:pt>
                <c:pt idx="1611">
                  <c:v>46100</c:v>
                </c:pt>
                <c:pt idx="1612">
                  <c:v>46101</c:v>
                </c:pt>
                <c:pt idx="1613">
                  <c:v>46102</c:v>
                </c:pt>
                <c:pt idx="1614">
                  <c:v>46103</c:v>
                </c:pt>
                <c:pt idx="1615">
                  <c:v>46104</c:v>
                </c:pt>
                <c:pt idx="1616">
                  <c:v>46105</c:v>
                </c:pt>
                <c:pt idx="1617">
                  <c:v>46106</c:v>
                </c:pt>
                <c:pt idx="1618">
                  <c:v>46107</c:v>
                </c:pt>
                <c:pt idx="1619">
                  <c:v>46108</c:v>
                </c:pt>
                <c:pt idx="1620">
                  <c:v>46109</c:v>
                </c:pt>
                <c:pt idx="1621">
                  <c:v>46110</c:v>
                </c:pt>
                <c:pt idx="1622">
                  <c:v>46111</c:v>
                </c:pt>
                <c:pt idx="1623">
                  <c:v>46112</c:v>
                </c:pt>
                <c:pt idx="1624">
                  <c:v>46113</c:v>
                </c:pt>
                <c:pt idx="1625">
                  <c:v>46114</c:v>
                </c:pt>
                <c:pt idx="1626">
                  <c:v>46115</c:v>
                </c:pt>
                <c:pt idx="1627">
                  <c:v>46116</c:v>
                </c:pt>
                <c:pt idx="1628">
                  <c:v>46117</c:v>
                </c:pt>
                <c:pt idx="1629">
                  <c:v>46118</c:v>
                </c:pt>
                <c:pt idx="1630">
                  <c:v>46119</c:v>
                </c:pt>
                <c:pt idx="1631">
                  <c:v>46120</c:v>
                </c:pt>
                <c:pt idx="1632">
                  <c:v>46121</c:v>
                </c:pt>
                <c:pt idx="1633">
                  <c:v>46122</c:v>
                </c:pt>
                <c:pt idx="1634">
                  <c:v>46123</c:v>
                </c:pt>
                <c:pt idx="1635">
                  <c:v>46124</c:v>
                </c:pt>
                <c:pt idx="1636">
                  <c:v>46125</c:v>
                </c:pt>
                <c:pt idx="1637">
                  <c:v>46126</c:v>
                </c:pt>
                <c:pt idx="1638">
                  <c:v>46127</c:v>
                </c:pt>
                <c:pt idx="1639">
                  <c:v>46128</c:v>
                </c:pt>
                <c:pt idx="1640">
                  <c:v>46129</c:v>
                </c:pt>
                <c:pt idx="1641">
                  <c:v>46130</c:v>
                </c:pt>
                <c:pt idx="1642">
                  <c:v>46131</c:v>
                </c:pt>
                <c:pt idx="1643">
                  <c:v>46132</c:v>
                </c:pt>
                <c:pt idx="1644">
                  <c:v>46133</c:v>
                </c:pt>
                <c:pt idx="1645">
                  <c:v>46134</c:v>
                </c:pt>
                <c:pt idx="1646">
                  <c:v>46135</c:v>
                </c:pt>
                <c:pt idx="1647">
                  <c:v>46136</c:v>
                </c:pt>
                <c:pt idx="1648">
                  <c:v>46137</c:v>
                </c:pt>
                <c:pt idx="1649">
                  <c:v>46138</c:v>
                </c:pt>
                <c:pt idx="1650">
                  <c:v>46139</c:v>
                </c:pt>
                <c:pt idx="1651">
                  <c:v>46140</c:v>
                </c:pt>
                <c:pt idx="1652">
                  <c:v>46141</c:v>
                </c:pt>
                <c:pt idx="1653">
                  <c:v>46142</c:v>
                </c:pt>
                <c:pt idx="1654">
                  <c:v>46143</c:v>
                </c:pt>
                <c:pt idx="1655">
                  <c:v>46144</c:v>
                </c:pt>
                <c:pt idx="1656">
                  <c:v>46145</c:v>
                </c:pt>
                <c:pt idx="1657">
                  <c:v>46146</c:v>
                </c:pt>
                <c:pt idx="1658">
                  <c:v>46147</c:v>
                </c:pt>
                <c:pt idx="1659">
                  <c:v>46148</c:v>
                </c:pt>
                <c:pt idx="1660">
                  <c:v>46149</c:v>
                </c:pt>
                <c:pt idx="1661">
                  <c:v>46150</c:v>
                </c:pt>
                <c:pt idx="1662">
                  <c:v>46151</c:v>
                </c:pt>
                <c:pt idx="1663">
                  <c:v>46152</c:v>
                </c:pt>
                <c:pt idx="1664">
                  <c:v>46153</c:v>
                </c:pt>
                <c:pt idx="1665">
                  <c:v>46154</c:v>
                </c:pt>
                <c:pt idx="1666">
                  <c:v>46155</c:v>
                </c:pt>
                <c:pt idx="1667">
                  <c:v>46156</c:v>
                </c:pt>
                <c:pt idx="1668">
                  <c:v>46157</c:v>
                </c:pt>
                <c:pt idx="1669">
                  <c:v>46158</c:v>
                </c:pt>
                <c:pt idx="1670">
                  <c:v>46159</c:v>
                </c:pt>
                <c:pt idx="1671">
                  <c:v>46160</c:v>
                </c:pt>
                <c:pt idx="1672">
                  <c:v>46161</c:v>
                </c:pt>
                <c:pt idx="1673">
                  <c:v>46162</c:v>
                </c:pt>
                <c:pt idx="1674">
                  <c:v>46163</c:v>
                </c:pt>
                <c:pt idx="1675">
                  <c:v>46164</c:v>
                </c:pt>
                <c:pt idx="1676">
                  <c:v>46165</c:v>
                </c:pt>
                <c:pt idx="1677">
                  <c:v>46166</c:v>
                </c:pt>
                <c:pt idx="1678">
                  <c:v>46167</c:v>
                </c:pt>
                <c:pt idx="1679">
                  <c:v>46168</c:v>
                </c:pt>
                <c:pt idx="1680">
                  <c:v>46169</c:v>
                </c:pt>
                <c:pt idx="1681">
                  <c:v>46170</c:v>
                </c:pt>
                <c:pt idx="1682">
                  <c:v>46171</c:v>
                </c:pt>
                <c:pt idx="1683">
                  <c:v>46172</c:v>
                </c:pt>
                <c:pt idx="1684">
                  <c:v>46173</c:v>
                </c:pt>
                <c:pt idx="1685">
                  <c:v>46174</c:v>
                </c:pt>
                <c:pt idx="1686">
                  <c:v>46175</c:v>
                </c:pt>
                <c:pt idx="1687">
                  <c:v>46176</c:v>
                </c:pt>
                <c:pt idx="1688">
                  <c:v>46177</c:v>
                </c:pt>
                <c:pt idx="1689">
                  <c:v>46178</c:v>
                </c:pt>
                <c:pt idx="1690">
                  <c:v>46179</c:v>
                </c:pt>
                <c:pt idx="1691">
                  <c:v>46180</c:v>
                </c:pt>
                <c:pt idx="1692">
                  <c:v>46181</c:v>
                </c:pt>
                <c:pt idx="1693">
                  <c:v>46182</c:v>
                </c:pt>
                <c:pt idx="1694">
                  <c:v>46183</c:v>
                </c:pt>
                <c:pt idx="1695">
                  <c:v>46184</c:v>
                </c:pt>
                <c:pt idx="1696">
                  <c:v>46185</c:v>
                </c:pt>
                <c:pt idx="1697">
                  <c:v>46186</c:v>
                </c:pt>
                <c:pt idx="1698">
                  <c:v>46187</c:v>
                </c:pt>
                <c:pt idx="1699">
                  <c:v>46188</c:v>
                </c:pt>
                <c:pt idx="1700">
                  <c:v>46189</c:v>
                </c:pt>
                <c:pt idx="1701">
                  <c:v>46190</c:v>
                </c:pt>
                <c:pt idx="1702">
                  <c:v>46191</c:v>
                </c:pt>
                <c:pt idx="1703">
                  <c:v>46192</c:v>
                </c:pt>
                <c:pt idx="1704">
                  <c:v>46193</c:v>
                </c:pt>
                <c:pt idx="1705">
                  <c:v>46194</c:v>
                </c:pt>
                <c:pt idx="1706">
                  <c:v>46195</c:v>
                </c:pt>
                <c:pt idx="1707">
                  <c:v>46196</c:v>
                </c:pt>
                <c:pt idx="1708">
                  <c:v>46197</c:v>
                </c:pt>
                <c:pt idx="1709">
                  <c:v>46198</c:v>
                </c:pt>
                <c:pt idx="1710">
                  <c:v>46199</c:v>
                </c:pt>
                <c:pt idx="1711">
                  <c:v>46200</c:v>
                </c:pt>
                <c:pt idx="1712">
                  <c:v>46201</c:v>
                </c:pt>
                <c:pt idx="1713">
                  <c:v>46202</c:v>
                </c:pt>
                <c:pt idx="1714">
                  <c:v>46203</c:v>
                </c:pt>
                <c:pt idx="1715">
                  <c:v>46204</c:v>
                </c:pt>
                <c:pt idx="1716">
                  <c:v>46205</c:v>
                </c:pt>
                <c:pt idx="1717">
                  <c:v>46206</c:v>
                </c:pt>
                <c:pt idx="1718">
                  <c:v>46207</c:v>
                </c:pt>
                <c:pt idx="1719">
                  <c:v>46208</c:v>
                </c:pt>
                <c:pt idx="1720">
                  <c:v>46209</c:v>
                </c:pt>
                <c:pt idx="1721">
                  <c:v>46210</c:v>
                </c:pt>
                <c:pt idx="1722">
                  <c:v>46211</c:v>
                </c:pt>
                <c:pt idx="1723">
                  <c:v>46212</c:v>
                </c:pt>
                <c:pt idx="1724">
                  <c:v>46213</c:v>
                </c:pt>
                <c:pt idx="1725">
                  <c:v>46214</c:v>
                </c:pt>
                <c:pt idx="1726">
                  <c:v>46215</c:v>
                </c:pt>
                <c:pt idx="1727">
                  <c:v>46216</c:v>
                </c:pt>
                <c:pt idx="1728">
                  <c:v>46217</c:v>
                </c:pt>
                <c:pt idx="1729">
                  <c:v>46218</c:v>
                </c:pt>
                <c:pt idx="1730">
                  <c:v>46219</c:v>
                </c:pt>
                <c:pt idx="1731">
                  <c:v>46220</c:v>
                </c:pt>
                <c:pt idx="1732">
                  <c:v>46221</c:v>
                </c:pt>
                <c:pt idx="1733">
                  <c:v>46222</c:v>
                </c:pt>
                <c:pt idx="1734">
                  <c:v>46223</c:v>
                </c:pt>
                <c:pt idx="1735">
                  <c:v>46224</c:v>
                </c:pt>
                <c:pt idx="1736">
                  <c:v>46225</c:v>
                </c:pt>
                <c:pt idx="1737">
                  <c:v>46226</c:v>
                </c:pt>
                <c:pt idx="1738">
                  <c:v>46227</c:v>
                </c:pt>
                <c:pt idx="1739">
                  <c:v>46228</c:v>
                </c:pt>
                <c:pt idx="1740">
                  <c:v>46229</c:v>
                </c:pt>
                <c:pt idx="1741">
                  <c:v>46230</c:v>
                </c:pt>
                <c:pt idx="1742">
                  <c:v>46231</c:v>
                </c:pt>
                <c:pt idx="1743">
                  <c:v>46232</c:v>
                </c:pt>
                <c:pt idx="1744">
                  <c:v>46233</c:v>
                </c:pt>
                <c:pt idx="1745">
                  <c:v>46234</c:v>
                </c:pt>
                <c:pt idx="1746">
                  <c:v>46235</c:v>
                </c:pt>
                <c:pt idx="1747">
                  <c:v>46236</c:v>
                </c:pt>
                <c:pt idx="1748">
                  <c:v>46237</c:v>
                </c:pt>
                <c:pt idx="1749">
                  <c:v>46238</c:v>
                </c:pt>
                <c:pt idx="1750">
                  <c:v>46239</c:v>
                </c:pt>
                <c:pt idx="1751">
                  <c:v>46240</c:v>
                </c:pt>
                <c:pt idx="1752">
                  <c:v>46241</c:v>
                </c:pt>
                <c:pt idx="1753">
                  <c:v>46242</c:v>
                </c:pt>
                <c:pt idx="1754">
                  <c:v>46243</c:v>
                </c:pt>
                <c:pt idx="1755">
                  <c:v>46244</c:v>
                </c:pt>
                <c:pt idx="1756">
                  <c:v>46245</c:v>
                </c:pt>
                <c:pt idx="1757">
                  <c:v>46246</c:v>
                </c:pt>
                <c:pt idx="1758">
                  <c:v>46247</c:v>
                </c:pt>
                <c:pt idx="1759">
                  <c:v>46248</c:v>
                </c:pt>
                <c:pt idx="1760">
                  <c:v>46249</c:v>
                </c:pt>
                <c:pt idx="1761">
                  <c:v>46250</c:v>
                </c:pt>
                <c:pt idx="1762">
                  <c:v>46251</c:v>
                </c:pt>
                <c:pt idx="1763">
                  <c:v>46252</c:v>
                </c:pt>
                <c:pt idx="1764">
                  <c:v>46253</c:v>
                </c:pt>
                <c:pt idx="1765">
                  <c:v>46254</c:v>
                </c:pt>
                <c:pt idx="1766">
                  <c:v>46255</c:v>
                </c:pt>
                <c:pt idx="1767">
                  <c:v>46256</c:v>
                </c:pt>
                <c:pt idx="1768">
                  <c:v>46257</c:v>
                </c:pt>
                <c:pt idx="1769">
                  <c:v>46258</c:v>
                </c:pt>
                <c:pt idx="1770">
                  <c:v>46259</c:v>
                </c:pt>
                <c:pt idx="1771">
                  <c:v>46260</c:v>
                </c:pt>
                <c:pt idx="1772">
                  <c:v>46261</c:v>
                </c:pt>
                <c:pt idx="1773">
                  <c:v>46262</c:v>
                </c:pt>
                <c:pt idx="1774">
                  <c:v>46263</c:v>
                </c:pt>
                <c:pt idx="1775">
                  <c:v>46264</c:v>
                </c:pt>
                <c:pt idx="1776">
                  <c:v>46265</c:v>
                </c:pt>
                <c:pt idx="1777">
                  <c:v>46266</c:v>
                </c:pt>
                <c:pt idx="1778">
                  <c:v>46267</c:v>
                </c:pt>
                <c:pt idx="1779">
                  <c:v>46268</c:v>
                </c:pt>
                <c:pt idx="1780">
                  <c:v>46269</c:v>
                </c:pt>
                <c:pt idx="1781">
                  <c:v>46270</c:v>
                </c:pt>
                <c:pt idx="1782">
                  <c:v>46271</c:v>
                </c:pt>
                <c:pt idx="1783">
                  <c:v>46272</c:v>
                </c:pt>
                <c:pt idx="1784">
                  <c:v>46273</c:v>
                </c:pt>
                <c:pt idx="1785">
                  <c:v>46274</c:v>
                </c:pt>
                <c:pt idx="1786">
                  <c:v>46275</c:v>
                </c:pt>
                <c:pt idx="1787">
                  <c:v>46276</c:v>
                </c:pt>
                <c:pt idx="1788">
                  <c:v>46277</c:v>
                </c:pt>
                <c:pt idx="1789">
                  <c:v>46278</c:v>
                </c:pt>
                <c:pt idx="1790">
                  <c:v>46279</c:v>
                </c:pt>
                <c:pt idx="1791">
                  <c:v>46280</c:v>
                </c:pt>
                <c:pt idx="1792">
                  <c:v>46281</c:v>
                </c:pt>
                <c:pt idx="1793">
                  <c:v>46282</c:v>
                </c:pt>
                <c:pt idx="1794">
                  <c:v>46283</c:v>
                </c:pt>
                <c:pt idx="1795">
                  <c:v>46284</c:v>
                </c:pt>
                <c:pt idx="1796">
                  <c:v>46285</c:v>
                </c:pt>
                <c:pt idx="1797">
                  <c:v>46286</c:v>
                </c:pt>
                <c:pt idx="1798">
                  <c:v>46287</c:v>
                </c:pt>
                <c:pt idx="1799">
                  <c:v>46288</c:v>
                </c:pt>
                <c:pt idx="1800">
                  <c:v>46289</c:v>
                </c:pt>
                <c:pt idx="1801">
                  <c:v>46290</c:v>
                </c:pt>
                <c:pt idx="1802">
                  <c:v>46291</c:v>
                </c:pt>
                <c:pt idx="1803">
                  <c:v>46292</c:v>
                </c:pt>
                <c:pt idx="1804">
                  <c:v>46293</c:v>
                </c:pt>
                <c:pt idx="1805">
                  <c:v>46294</c:v>
                </c:pt>
                <c:pt idx="1806">
                  <c:v>46295</c:v>
                </c:pt>
                <c:pt idx="1807">
                  <c:v>46296</c:v>
                </c:pt>
                <c:pt idx="1808">
                  <c:v>46297</c:v>
                </c:pt>
                <c:pt idx="1809">
                  <c:v>46298</c:v>
                </c:pt>
                <c:pt idx="1810">
                  <c:v>46299</c:v>
                </c:pt>
                <c:pt idx="1811">
                  <c:v>46300</c:v>
                </c:pt>
                <c:pt idx="1812">
                  <c:v>46301</c:v>
                </c:pt>
                <c:pt idx="1813">
                  <c:v>46302</c:v>
                </c:pt>
                <c:pt idx="1814">
                  <c:v>46303</c:v>
                </c:pt>
                <c:pt idx="1815">
                  <c:v>46304</c:v>
                </c:pt>
                <c:pt idx="1816">
                  <c:v>46305</c:v>
                </c:pt>
                <c:pt idx="1817">
                  <c:v>46306</c:v>
                </c:pt>
                <c:pt idx="1818">
                  <c:v>46307</c:v>
                </c:pt>
                <c:pt idx="1819">
                  <c:v>46308</c:v>
                </c:pt>
                <c:pt idx="1820">
                  <c:v>46309</c:v>
                </c:pt>
                <c:pt idx="1821">
                  <c:v>46310</c:v>
                </c:pt>
                <c:pt idx="1822">
                  <c:v>46311</c:v>
                </c:pt>
                <c:pt idx="1823">
                  <c:v>46312</c:v>
                </c:pt>
                <c:pt idx="1824">
                  <c:v>46313</c:v>
                </c:pt>
                <c:pt idx="1825">
                  <c:v>46314</c:v>
                </c:pt>
                <c:pt idx="1826">
                  <c:v>46315</c:v>
                </c:pt>
                <c:pt idx="1827">
                  <c:v>46316</c:v>
                </c:pt>
                <c:pt idx="1828">
                  <c:v>46317</c:v>
                </c:pt>
              </c:numCache>
            </c:numRef>
          </c:cat>
          <c:val>
            <c:numRef>
              <c:f>Source!$BB$3:$BB$3656</c:f>
              <c:numCache>
                <c:formatCode>General</c:formatCode>
                <c:ptCount val="3654"/>
                <c:pt idx="0">
                  <c:v>18.207908448030636</c:v>
                </c:pt>
                <c:pt idx="1">
                  <c:v>18.207908448030636</c:v>
                </c:pt>
                <c:pt idx="2">
                  <c:v>18.207908448030636</c:v>
                </c:pt>
                <c:pt idx="3">
                  <c:v>18.207908448030636</c:v>
                </c:pt>
                <c:pt idx="4">
                  <c:v>18.207908448030636</c:v>
                </c:pt>
                <c:pt idx="5">
                  <c:v>18.207908448030636</c:v>
                </c:pt>
                <c:pt idx="6">
                  <c:v>18.207908448030636</c:v>
                </c:pt>
                <c:pt idx="7">
                  <c:v>18.207908448030636</c:v>
                </c:pt>
                <c:pt idx="8">
                  <c:v>18.207908448030636</c:v>
                </c:pt>
                <c:pt idx="9">
                  <c:v>18.207908448030636</c:v>
                </c:pt>
                <c:pt idx="10">
                  <c:v>18.207908448030636</c:v>
                </c:pt>
                <c:pt idx="11">
                  <c:v>18.207908448030636</c:v>
                </c:pt>
                <c:pt idx="12">
                  <c:v>18.207908448030636</c:v>
                </c:pt>
                <c:pt idx="13">
                  <c:v>18.207908448030636</c:v>
                </c:pt>
                <c:pt idx="14">
                  <c:v>18.207908448030636</c:v>
                </c:pt>
                <c:pt idx="15">
                  <c:v>18.207908448030636</c:v>
                </c:pt>
                <c:pt idx="16">
                  <c:v>18.207908448030636</c:v>
                </c:pt>
                <c:pt idx="17">
                  <c:v>18.207908448030636</c:v>
                </c:pt>
                <c:pt idx="18">
                  <c:v>18.207908448030636</c:v>
                </c:pt>
                <c:pt idx="19">
                  <c:v>18.207908448030636</c:v>
                </c:pt>
                <c:pt idx="20">
                  <c:v>18.207908448030636</c:v>
                </c:pt>
                <c:pt idx="21">
                  <c:v>18.207908448030636</c:v>
                </c:pt>
                <c:pt idx="22">
                  <c:v>18.207908448030636</c:v>
                </c:pt>
                <c:pt idx="23">
                  <c:v>18.207908448030636</c:v>
                </c:pt>
                <c:pt idx="24">
                  <c:v>18.207908448030636</c:v>
                </c:pt>
                <c:pt idx="25">
                  <c:v>18.207908448030636</c:v>
                </c:pt>
                <c:pt idx="26">
                  <c:v>18.207908448030636</c:v>
                </c:pt>
                <c:pt idx="27">
                  <c:v>18.207908448030636</c:v>
                </c:pt>
                <c:pt idx="28">
                  <c:v>18.207908448030636</c:v>
                </c:pt>
                <c:pt idx="29">
                  <c:v>18.207908448030636</c:v>
                </c:pt>
                <c:pt idx="30">
                  <c:v>18.207908448030636</c:v>
                </c:pt>
                <c:pt idx="31">
                  <c:v>18.207908448030636</c:v>
                </c:pt>
                <c:pt idx="32">
                  <c:v>18.207908448030636</c:v>
                </c:pt>
                <c:pt idx="33">
                  <c:v>18.207908448030636</c:v>
                </c:pt>
                <c:pt idx="34">
                  <c:v>18.207908448030636</c:v>
                </c:pt>
                <c:pt idx="35">
                  <c:v>18.207908448030636</c:v>
                </c:pt>
                <c:pt idx="36">
                  <c:v>18.207908448030636</c:v>
                </c:pt>
                <c:pt idx="37">
                  <c:v>18.207908448030636</c:v>
                </c:pt>
                <c:pt idx="38">
                  <c:v>18.207908448030636</c:v>
                </c:pt>
                <c:pt idx="39">
                  <c:v>18.207908448030636</c:v>
                </c:pt>
                <c:pt idx="40">
                  <c:v>18.207908448030636</c:v>
                </c:pt>
                <c:pt idx="41">
                  <c:v>18.207908448030636</c:v>
                </c:pt>
                <c:pt idx="42">
                  <c:v>18.207908448030636</c:v>
                </c:pt>
                <c:pt idx="43">
                  <c:v>18.207908448030636</c:v>
                </c:pt>
                <c:pt idx="44">
                  <c:v>18.207908448030636</c:v>
                </c:pt>
                <c:pt idx="45">
                  <c:v>18.207908448030636</c:v>
                </c:pt>
                <c:pt idx="46">
                  <c:v>18.207908448030636</c:v>
                </c:pt>
                <c:pt idx="47">
                  <c:v>18.207908448030636</c:v>
                </c:pt>
                <c:pt idx="48">
                  <c:v>18.207908448030636</c:v>
                </c:pt>
                <c:pt idx="49">
                  <c:v>18.207908448030636</c:v>
                </c:pt>
                <c:pt idx="50">
                  <c:v>18.207908448030636</c:v>
                </c:pt>
                <c:pt idx="51">
                  <c:v>18.207908448030636</c:v>
                </c:pt>
                <c:pt idx="52">
                  <c:v>18.207908448030636</c:v>
                </c:pt>
                <c:pt idx="53">
                  <c:v>18.207908448030636</c:v>
                </c:pt>
                <c:pt idx="54">
                  <c:v>18.207908448030636</c:v>
                </c:pt>
                <c:pt idx="55">
                  <c:v>18.207908448030636</c:v>
                </c:pt>
                <c:pt idx="56">
                  <c:v>18.207908448030636</c:v>
                </c:pt>
                <c:pt idx="57">
                  <c:v>18.207908448030636</c:v>
                </c:pt>
                <c:pt idx="58">
                  <c:v>18.207908448030636</c:v>
                </c:pt>
                <c:pt idx="59">
                  <c:v>18.207908448030636</c:v>
                </c:pt>
                <c:pt idx="60">
                  <c:v>18.207908448030636</c:v>
                </c:pt>
                <c:pt idx="61">
                  <c:v>18.207908448030636</c:v>
                </c:pt>
                <c:pt idx="62">
                  <c:v>18.207908448030636</c:v>
                </c:pt>
                <c:pt idx="63">
                  <c:v>18.207908448030636</c:v>
                </c:pt>
                <c:pt idx="64">
                  <c:v>18.207908448030636</c:v>
                </c:pt>
                <c:pt idx="65">
                  <c:v>18.207908448030636</c:v>
                </c:pt>
                <c:pt idx="66">
                  <c:v>18.207908448030636</c:v>
                </c:pt>
                <c:pt idx="67">
                  <c:v>18.207908448030636</c:v>
                </c:pt>
                <c:pt idx="68">
                  <c:v>18.207908448030636</c:v>
                </c:pt>
                <c:pt idx="69">
                  <c:v>18.207908448030636</c:v>
                </c:pt>
                <c:pt idx="70">
                  <c:v>18.207908448030636</c:v>
                </c:pt>
                <c:pt idx="71">
                  <c:v>18.207908448030636</c:v>
                </c:pt>
                <c:pt idx="72">
                  <c:v>18.207908448030636</c:v>
                </c:pt>
                <c:pt idx="73">
                  <c:v>18.207908448030636</c:v>
                </c:pt>
                <c:pt idx="74">
                  <c:v>18.207908448030636</c:v>
                </c:pt>
                <c:pt idx="75">
                  <c:v>18.207908448030636</c:v>
                </c:pt>
                <c:pt idx="76">
                  <c:v>18.207908448030636</c:v>
                </c:pt>
                <c:pt idx="77">
                  <c:v>18.207908448030636</c:v>
                </c:pt>
                <c:pt idx="78">
                  <c:v>18.207908448030636</c:v>
                </c:pt>
                <c:pt idx="79">
                  <c:v>18.207908448030636</c:v>
                </c:pt>
                <c:pt idx="80">
                  <c:v>18.207908448030636</c:v>
                </c:pt>
                <c:pt idx="81">
                  <c:v>18.207908448030636</c:v>
                </c:pt>
                <c:pt idx="82">
                  <c:v>18.207908448030636</c:v>
                </c:pt>
                <c:pt idx="83">
                  <c:v>18.207908448030636</c:v>
                </c:pt>
                <c:pt idx="84">
                  <c:v>18.207908448030636</c:v>
                </c:pt>
                <c:pt idx="85">
                  <c:v>18.207908448030636</c:v>
                </c:pt>
                <c:pt idx="86">
                  <c:v>18.207908448030636</c:v>
                </c:pt>
                <c:pt idx="87">
                  <c:v>18.207908448030636</c:v>
                </c:pt>
                <c:pt idx="88">
                  <c:v>18.207908448030636</c:v>
                </c:pt>
                <c:pt idx="89">
                  <c:v>18.207908448030636</c:v>
                </c:pt>
                <c:pt idx="90">
                  <c:v>18.207908448030636</c:v>
                </c:pt>
                <c:pt idx="91">
                  <c:v>18.207908448030636</c:v>
                </c:pt>
                <c:pt idx="92">
                  <c:v>18.207908448030636</c:v>
                </c:pt>
                <c:pt idx="93">
                  <c:v>18.207908448030636</c:v>
                </c:pt>
                <c:pt idx="94">
                  <c:v>18.207908448030636</c:v>
                </c:pt>
                <c:pt idx="95">
                  <c:v>18.207908448030636</c:v>
                </c:pt>
                <c:pt idx="96">
                  <c:v>18.207908448030636</c:v>
                </c:pt>
                <c:pt idx="97">
                  <c:v>18.207908448030636</c:v>
                </c:pt>
                <c:pt idx="98">
                  <c:v>18.207908448030636</c:v>
                </c:pt>
                <c:pt idx="99">
                  <c:v>18.207908448030636</c:v>
                </c:pt>
                <c:pt idx="100">
                  <c:v>18.207908448030636</c:v>
                </c:pt>
                <c:pt idx="101">
                  <c:v>18.207908448030636</c:v>
                </c:pt>
                <c:pt idx="102">
                  <c:v>18.207908448030636</c:v>
                </c:pt>
                <c:pt idx="103">
                  <c:v>18.207908448030636</c:v>
                </c:pt>
                <c:pt idx="104">
                  <c:v>18.207908448030636</c:v>
                </c:pt>
                <c:pt idx="105">
                  <c:v>18.207908448030636</c:v>
                </c:pt>
                <c:pt idx="106">
                  <c:v>18.207908448030636</c:v>
                </c:pt>
                <c:pt idx="107">
                  <c:v>18.207908448030636</c:v>
                </c:pt>
                <c:pt idx="108">
                  <c:v>18.207908448030636</c:v>
                </c:pt>
                <c:pt idx="109">
                  <c:v>18.207908448030636</c:v>
                </c:pt>
                <c:pt idx="110">
                  <c:v>18.207908448030636</c:v>
                </c:pt>
                <c:pt idx="111">
                  <c:v>18.207908448030636</c:v>
                </c:pt>
                <c:pt idx="112">
                  <c:v>18.207908448030636</c:v>
                </c:pt>
                <c:pt idx="113">
                  <c:v>18.207908448030636</c:v>
                </c:pt>
                <c:pt idx="114">
                  <c:v>18.207908448030636</c:v>
                </c:pt>
                <c:pt idx="115">
                  <c:v>18.207908448030636</c:v>
                </c:pt>
                <c:pt idx="116">
                  <c:v>18.207908448030636</c:v>
                </c:pt>
                <c:pt idx="117">
                  <c:v>18.207908448030636</c:v>
                </c:pt>
                <c:pt idx="118">
                  <c:v>18.207908448030636</c:v>
                </c:pt>
                <c:pt idx="119">
                  <c:v>18.207908448030636</c:v>
                </c:pt>
                <c:pt idx="120">
                  <c:v>18.207908448030636</c:v>
                </c:pt>
                <c:pt idx="121">
                  <c:v>18.207908448030636</c:v>
                </c:pt>
                <c:pt idx="122">
                  <c:v>18.207908448030636</c:v>
                </c:pt>
                <c:pt idx="123">
                  <c:v>18.207908448030636</c:v>
                </c:pt>
                <c:pt idx="124">
                  <c:v>18.207908448030636</c:v>
                </c:pt>
                <c:pt idx="125">
                  <c:v>18.207908448030636</c:v>
                </c:pt>
                <c:pt idx="126">
                  <c:v>18.207908448030636</c:v>
                </c:pt>
                <c:pt idx="127">
                  <c:v>18.207908448030636</c:v>
                </c:pt>
                <c:pt idx="128">
                  <c:v>18.207908448030636</c:v>
                </c:pt>
                <c:pt idx="129">
                  <c:v>18.207908448030636</c:v>
                </c:pt>
                <c:pt idx="130">
                  <c:v>18.207908448030636</c:v>
                </c:pt>
                <c:pt idx="131">
                  <c:v>18.207908448030636</c:v>
                </c:pt>
                <c:pt idx="132">
                  <c:v>18.207908448030636</c:v>
                </c:pt>
                <c:pt idx="133">
                  <c:v>18.207908448030636</c:v>
                </c:pt>
                <c:pt idx="134">
                  <c:v>18.207908448030636</c:v>
                </c:pt>
                <c:pt idx="135">
                  <c:v>18.207908448030636</c:v>
                </c:pt>
                <c:pt idx="136">
                  <c:v>18.207908448030636</c:v>
                </c:pt>
                <c:pt idx="137">
                  <c:v>18.207908448030636</c:v>
                </c:pt>
                <c:pt idx="138">
                  <c:v>18.207908448030636</c:v>
                </c:pt>
                <c:pt idx="139">
                  <c:v>18.207908448030636</c:v>
                </c:pt>
                <c:pt idx="140">
                  <c:v>18.207908448030636</c:v>
                </c:pt>
                <c:pt idx="141">
                  <c:v>18.207908448030636</c:v>
                </c:pt>
                <c:pt idx="142">
                  <c:v>18.207908448030636</c:v>
                </c:pt>
                <c:pt idx="143">
                  <c:v>18.207908448030636</c:v>
                </c:pt>
                <c:pt idx="144">
                  <c:v>18.207908448030636</c:v>
                </c:pt>
                <c:pt idx="145">
                  <c:v>18.207908448030636</c:v>
                </c:pt>
                <c:pt idx="146">
                  <c:v>18.207908448030636</c:v>
                </c:pt>
                <c:pt idx="147">
                  <c:v>18.207908448030636</c:v>
                </c:pt>
                <c:pt idx="148">
                  <c:v>18.207908448030636</c:v>
                </c:pt>
                <c:pt idx="149">
                  <c:v>18.207908448030636</c:v>
                </c:pt>
                <c:pt idx="150">
                  <c:v>18.207908448030636</c:v>
                </c:pt>
                <c:pt idx="151">
                  <c:v>18.207908448030636</c:v>
                </c:pt>
                <c:pt idx="152">
                  <c:v>18.207908448030636</c:v>
                </c:pt>
                <c:pt idx="153">
                  <c:v>18.207908448030636</c:v>
                </c:pt>
                <c:pt idx="154">
                  <c:v>18.207908448030636</c:v>
                </c:pt>
                <c:pt idx="155">
                  <c:v>18.207908448030636</c:v>
                </c:pt>
                <c:pt idx="156">
                  <c:v>18.207908448030636</c:v>
                </c:pt>
                <c:pt idx="157">
                  <c:v>18.207908448030636</c:v>
                </c:pt>
                <c:pt idx="158">
                  <c:v>18.207908448030636</c:v>
                </c:pt>
                <c:pt idx="159">
                  <c:v>18.207908448030636</c:v>
                </c:pt>
                <c:pt idx="160">
                  <c:v>18.207908448030636</c:v>
                </c:pt>
                <c:pt idx="161">
                  <c:v>18.207908448030636</c:v>
                </c:pt>
                <c:pt idx="162">
                  <c:v>18.207908448030636</c:v>
                </c:pt>
                <c:pt idx="163">
                  <c:v>18.207908448030636</c:v>
                </c:pt>
                <c:pt idx="164">
                  <c:v>18.207908448030636</c:v>
                </c:pt>
                <c:pt idx="165">
                  <c:v>18.207908448030636</c:v>
                </c:pt>
                <c:pt idx="166">
                  <c:v>18.207908448030636</c:v>
                </c:pt>
                <c:pt idx="167">
                  <c:v>18.207908448030636</c:v>
                </c:pt>
                <c:pt idx="168">
                  <c:v>18.207908448030636</c:v>
                </c:pt>
                <c:pt idx="169">
                  <c:v>18.207908448030636</c:v>
                </c:pt>
                <c:pt idx="170">
                  <c:v>18.207908448030636</c:v>
                </c:pt>
                <c:pt idx="171">
                  <c:v>18.207908448030636</c:v>
                </c:pt>
                <c:pt idx="172">
                  <c:v>18.207908448030636</c:v>
                </c:pt>
                <c:pt idx="173">
                  <c:v>18.207908448030636</c:v>
                </c:pt>
                <c:pt idx="174">
                  <c:v>18.207908448030636</c:v>
                </c:pt>
                <c:pt idx="175">
                  <c:v>18.207908448030636</c:v>
                </c:pt>
                <c:pt idx="176">
                  <c:v>18.207908448030636</c:v>
                </c:pt>
                <c:pt idx="177">
                  <c:v>18.207908448030636</c:v>
                </c:pt>
                <c:pt idx="178">
                  <c:v>18.207908448030636</c:v>
                </c:pt>
                <c:pt idx="179">
                  <c:v>18.207908448030636</c:v>
                </c:pt>
                <c:pt idx="180">
                  <c:v>18.207908448030636</c:v>
                </c:pt>
                <c:pt idx="181">
                  <c:v>18.207908448030636</c:v>
                </c:pt>
                <c:pt idx="182">
                  <c:v>18.207908448030636</c:v>
                </c:pt>
                <c:pt idx="183">
                  <c:v>18.207908448030636</c:v>
                </c:pt>
                <c:pt idx="184">
                  <c:v>18.207908448030636</c:v>
                </c:pt>
                <c:pt idx="185">
                  <c:v>18.207908448030636</c:v>
                </c:pt>
                <c:pt idx="186">
                  <c:v>18.207908448030636</c:v>
                </c:pt>
                <c:pt idx="187">
                  <c:v>18.207908448030636</c:v>
                </c:pt>
                <c:pt idx="188">
                  <c:v>18.207908448030636</c:v>
                </c:pt>
                <c:pt idx="189">
                  <c:v>18.207908448030636</c:v>
                </c:pt>
                <c:pt idx="190">
                  <c:v>18.207908448030636</c:v>
                </c:pt>
                <c:pt idx="191">
                  <c:v>18.207908448030636</c:v>
                </c:pt>
                <c:pt idx="192">
                  <c:v>18.207908448030636</c:v>
                </c:pt>
                <c:pt idx="193">
                  <c:v>18.207908448030636</c:v>
                </c:pt>
                <c:pt idx="194">
                  <c:v>18.207908448030636</c:v>
                </c:pt>
                <c:pt idx="195">
                  <c:v>18.207908448030636</c:v>
                </c:pt>
                <c:pt idx="196">
                  <c:v>18.207908448030636</c:v>
                </c:pt>
                <c:pt idx="197">
                  <c:v>18.207908448030636</c:v>
                </c:pt>
                <c:pt idx="198">
                  <c:v>18.207908448030636</c:v>
                </c:pt>
                <c:pt idx="199">
                  <c:v>18.207908448030636</c:v>
                </c:pt>
                <c:pt idx="200">
                  <c:v>18.207908448030636</c:v>
                </c:pt>
                <c:pt idx="201">
                  <c:v>18.207908448030636</c:v>
                </c:pt>
                <c:pt idx="202">
                  <c:v>18.207908448030636</c:v>
                </c:pt>
                <c:pt idx="203">
                  <c:v>18.207908448030636</c:v>
                </c:pt>
                <c:pt idx="204">
                  <c:v>18.207908448030636</c:v>
                </c:pt>
                <c:pt idx="205">
                  <c:v>18.207908448030636</c:v>
                </c:pt>
                <c:pt idx="206">
                  <c:v>18.207908448030636</c:v>
                </c:pt>
                <c:pt idx="207">
                  <c:v>18.207908448030636</c:v>
                </c:pt>
                <c:pt idx="208">
                  <c:v>18.207908448030636</c:v>
                </c:pt>
                <c:pt idx="209">
                  <c:v>18.207908448030636</c:v>
                </c:pt>
                <c:pt idx="210">
                  <c:v>18.207908448030636</c:v>
                </c:pt>
                <c:pt idx="211">
                  <c:v>18.207908448030636</c:v>
                </c:pt>
                <c:pt idx="212">
                  <c:v>18.207908448030636</c:v>
                </c:pt>
                <c:pt idx="213">
                  <c:v>18.207908448030636</c:v>
                </c:pt>
                <c:pt idx="214">
                  <c:v>18.207908448030636</c:v>
                </c:pt>
                <c:pt idx="215">
                  <c:v>18.207908448030636</c:v>
                </c:pt>
                <c:pt idx="216">
                  <c:v>18.207908448030636</c:v>
                </c:pt>
                <c:pt idx="217">
                  <c:v>18.207908448030636</c:v>
                </c:pt>
                <c:pt idx="218">
                  <c:v>18.207908448030636</c:v>
                </c:pt>
                <c:pt idx="219">
                  <c:v>18.207908448030636</c:v>
                </c:pt>
                <c:pt idx="220">
                  <c:v>18.207908448030636</c:v>
                </c:pt>
                <c:pt idx="221">
                  <c:v>18.207908448030636</c:v>
                </c:pt>
                <c:pt idx="222">
                  <c:v>18.207908448030636</c:v>
                </c:pt>
                <c:pt idx="223">
                  <c:v>18.207908448030636</c:v>
                </c:pt>
                <c:pt idx="224">
                  <c:v>18.207908448030636</c:v>
                </c:pt>
                <c:pt idx="225">
                  <c:v>18.207908448030636</c:v>
                </c:pt>
                <c:pt idx="226">
                  <c:v>18.207908448030636</c:v>
                </c:pt>
                <c:pt idx="227">
                  <c:v>18.207908448030636</c:v>
                </c:pt>
                <c:pt idx="228">
                  <c:v>18.207908448030636</c:v>
                </c:pt>
                <c:pt idx="229">
                  <c:v>18.207908448030636</c:v>
                </c:pt>
                <c:pt idx="230">
                  <c:v>18.207908448030636</c:v>
                </c:pt>
                <c:pt idx="231">
                  <c:v>18.207908448030636</c:v>
                </c:pt>
                <c:pt idx="232">
                  <c:v>18.207908448030636</c:v>
                </c:pt>
                <c:pt idx="233">
                  <c:v>18.207908448030636</c:v>
                </c:pt>
                <c:pt idx="234">
                  <c:v>18.207908448030636</c:v>
                </c:pt>
                <c:pt idx="235">
                  <c:v>18.207908448030636</c:v>
                </c:pt>
                <c:pt idx="236">
                  <c:v>18.207908448030636</c:v>
                </c:pt>
                <c:pt idx="237">
                  <c:v>18.207908448030636</c:v>
                </c:pt>
                <c:pt idx="238">
                  <c:v>18.207908448030636</c:v>
                </c:pt>
                <c:pt idx="239">
                  <c:v>18.207908448030636</c:v>
                </c:pt>
                <c:pt idx="240">
                  <c:v>18.207908448030636</c:v>
                </c:pt>
                <c:pt idx="241">
                  <c:v>18.207908448030636</c:v>
                </c:pt>
                <c:pt idx="242">
                  <c:v>18.207908448030636</c:v>
                </c:pt>
                <c:pt idx="243">
                  <c:v>18.207908448030636</c:v>
                </c:pt>
                <c:pt idx="244">
                  <c:v>18.207908448030636</c:v>
                </c:pt>
                <c:pt idx="245">
                  <c:v>18.207908448030636</c:v>
                </c:pt>
                <c:pt idx="246">
                  <c:v>18.207908448030636</c:v>
                </c:pt>
                <c:pt idx="247">
                  <c:v>18.207908448030636</c:v>
                </c:pt>
                <c:pt idx="248">
                  <c:v>18.207908448030636</c:v>
                </c:pt>
                <c:pt idx="249">
                  <c:v>18.207908448030636</c:v>
                </c:pt>
                <c:pt idx="250">
                  <c:v>18.207908448030636</c:v>
                </c:pt>
                <c:pt idx="251">
                  <c:v>18.207908448030636</c:v>
                </c:pt>
                <c:pt idx="252">
                  <c:v>18.207908448030636</c:v>
                </c:pt>
                <c:pt idx="253">
                  <c:v>18.207908448030636</c:v>
                </c:pt>
                <c:pt idx="254">
                  <c:v>18.207908448030636</c:v>
                </c:pt>
                <c:pt idx="255">
                  <c:v>18.207908448030636</c:v>
                </c:pt>
                <c:pt idx="256">
                  <c:v>18.207908448030636</c:v>
                </c:pt>
                <c:pt idx="257">
                  <c:v>18.207908448030636</c:v>
                </c:pt>
                <c:pt idx="258">
                  <c:v>18.207908448030636</c:v>
                </c:pt>
                <c:pt idx="259">
                  <c:v>18.207908448030636</c:v>
                </c:pt>
                <c:pt idx="260">
                  <c:v>18.207908448030636</c:v>
                </c:pt>
                <c:pt idx="261">
                  <c:v>18.207908448030636</c:v>
                </c:pt>
                <c:pt idx="262">
                  <c:v>18.207908448030636</c:v>
                </c:pt>
                <c:pt idx="263">
                  <c:v>18.207908448030636</c:v>
                </c:pt>
                <c:pt idx="264">
                  <c:v>18.207908448030636</c:v>
                </c:pt>
                <c:pt idx="265">
                  <c:v>18.207908448030636</c:v>
                </c:pt>
                <c:pt idx="266">
                  <c:v>18.207908448030636</c:v>
                </c:pt>
                <c:pt idx="267">
                  <c:v>18.207908448030636</c:v>
                </c:pt>
                <c:pt idx="268">
                  <c:v>18.207908448030636</c:v>
                </c:pt>
                <c:pt idx="269">
                  <c:v>18.207908448030636</c:v>
                </c:pt>
                <c:pt idx="270">
                  <c:v>18.207908448030636</c:v>
                </c:pt>
                <c:pt idx="271">
                  <c:v>18.207908448030636</c:v>
                </c:pt>
                <c:pt idx="272">
                  <c:v>18.207908448030636</c:v>
                </c:pt>
                <c:pt idx="273">
                  <c:v>18.207908448030636</c:v>
                </c:pt>
                <c:pt idx="274">
                  <c:v>18.207908448030636</c:v>
                </c:pt>
                <c:pt idx="275">
                  <c:v>18.207908448030636</c:v>
                </c:pt>
                <c:pt idx="276">
                  <c:v>18.207908448030636</c:v>
                </c:pt>
                <c:pt idx="277">
                  <c:v>18.207908448030636</c:v>
                </c:pt>
                <c:pt idx="278">
                  <c:v>18.207908448030636</c:v>
                </c:pt>
                <c:pt idx="279">
                  <c:v>18.207908448030636</c:v>
                </c:pt>
                <c:pt idx="280">
                  <c:v>18.207908448030636</c:v>
                </c:pt>
                <c:pt idx="281">
                  <c:v>18.207908448030636</c:v>
                </c:pt>
                <c:pt idx="282">
                  <c:v>18.207908448030636</c:v>
                </c:pt>
                <c:pt idx="283">
                  <c:v>18.207908448030636</c:v>
                </c:pt>
                <c:pt idx="284">
                  <c:v>18.207908448030636</c:v>
                </c:pt>
                <c:pt idx="285">
                  <c:v>18.207908448030636</c:v>
                </c:pt>
                <c:pt idx="286">
                  <c:v>18.207908448030636</c:v>
                </c:pt>
                <c:pt idx="287">
                  <c:v>18.207908448030636</c:v>
                </c:pt>
                <c:pt idx="288">
                  <c:v>18.207908448030636</c:v>
                </c:pt>
                <c:pt idx="289">
                  <c:v>18.207908448030636</c:v>
                </c:pt>
                <c:pt idx="290">
                  <c:v>18.207908448030636</c:v>
                </c:pt>
                <c:pt idx="291">
                  <c:v>18.207908448030636</c:v>
                </c:pt>
                <c:pt idx="292">
                  <c:v>18.207908448030636</c:v>
                </c:pt>
                <c:pt idx="293">
                  <c:v>18.207908448030636</c:v>
                </c:pt>
                <c:pt idx="294">
                  <c:v>18.207908448030636</c:v>
                </c:pt>
                <c:pt idx="295">
                  <c:v>18.207908448030636</c:v>
                </c:pt>
                <c:pt idx="296">
                  <c:v>18.207908448030636</c:v>
                </c:pt>
                <c:pt idx="297">
                  <c:v>18.207908448030636</c:v>
                </c:pt>
                <c:pt idx="298">
                  <c:v>18.207908448030636</c:v>
                </c:pt>
                <c:pt idx="299">
                  <c:v>18.207908448030636</c:v>
                </c:pt>
                <c:pt idx="300">
                  <c:v>18.207908448030636</c:v>
                </c:pt>
                <c:pt idx="301">
                  <c:v>18.207908448030636</c:v>
                </c:pt>
                <c:pt idx="302">
                  <c:v>18.207908448030636</c:v>
                </c:pt>
                <c:pt idx="303">
                  <c:v>18.207908448030636</c:v>
                </c:pt>
                <c:pt idx="304">
                  <c:v>18.207908448030636</c:v>
                </c:pt>
                <c:pt idx="305">
                  <c:v>18.207908448030636</c:v>
                </c:pt>
                <c:pt idx="306">
                  <c:v>18.207908448030636</c:v>
                </c:pt>
                <c:pt idx="307">
                  <c:v>18.207908448030636</c:v>
                </c:pt>
                <c:pt idx="308">
                  <c:v>18.207908448030636</c:v>
                </c:pt>
                <c:pt idx="309">
                  <c:v>18.207908448030636</c:v>
                </c:pt>
                <c:pt idx="310">
                  <c:v>18.207908448030636</c:v>
                </c:pt>
                <c:pt idx="311">
                  <c:v>18.207908448030636</c:v>
                </c:pt>
                <c:pt idx="312">
                  <c:v>18.207908448030636</c:v>
                </c:pt>
                <c:pt idx="313">
                  <c:v>18.207908448030636</c:v>
                </c:pt>
                <c:pt idx="314">
                  <c:v>18.207908448030636</c:v>
                </c:pt>
                <c:pt idx="315">
                  <c:v>18.207908448030636</c:v>
                </c:pt>
                <c:pt idx="316">
                  <c:v>18.207908448030636</c:v>
                </c:pt>
                <c:pt idx="317">
                  <c:v>18.207908448030636</c:v>
                </c:pt>
                <c:pt idx="318">
                  <c:v>18.207908448030636</c:v>
                </c:pt>
                <c:pt idx="319">
                  <c:v>18.207908448030636</c:v>
                </c:pt>
                <c:pt idx="320">
                  <c:v>18.207908448030636</c:v>
                </c:pt>
                <c:pt idx="321">
                  <c:v>18.207908448030636</c:v>
                </c:pt>
                <c:pt idx="322">
                  <c:v>18.207908448030636</c:v>
                </c:pt>
                <c:pt idx="323">
                  <c:v>18.207908448030636</c:v>
                </c:pt>
                <c:pt idx="324">
                  <c:v>18.207908448030636</c:v>
                </c:pt>
                <c:pt idx="325">
                  <c:v>18.207908448030636</c:v>
                </c:pt>
                <c:pt idx="326">
                  <c:v>18.207908448030636</c:v>
                </c:pt>
                <c:pt idx="327">
                  <c:v>18.207908448030636</c:v>
                </c:pt>
                <c:pt idx="328">
                  <c:v>18.207908448030636</c:v>
                </c:pt>
                <c:pt idx="329">
                  <c:v>18.207908448030636</c:v>
                </c:pt>
                <c:pt idx="330">
                  <c:v>18.207908448030636</c:v>
                </c:pt>
                <c:pt idx="331">
                  <c:v>18.207908448030636</c:v>
                </c:pt>
                <c:pt idx="332">
                  <c:v>18.207908448030636</c:v>
                </c:pt>
                <c:pt idx="333">
                  <c:v>18.207908448030636</c:v>
                </c:pt>
                <c:pt idx="334">
                  <c:v>18.207908448030636</c:v>
                </c:pt>
                <c:pt idx="335">
                  <c:v>18.207908448030636</c:v>
                </c:pt>
                <c:pt idx="336">
                  <c:v>18.207908448030636</c:v>
                </c:pt>
                <c:pt idx="337">
                  <c:v>18.207908448030636</c:v>
                </c:pt>
                <c:pt idx="338">
                  <c:v>18.207908448030636</c:v>
                </c:pt>
                <c:pt idx="339">
                  <c:v>18.207908448030636</c:v>
                </c:pt>
                <c:pt idx="340">
                  <c:v>18.207908448030636</c:v>
                </c:pt>
                <c:pt idx="341">
                  <c:v>18.207908448030636</c:v>
                </c:pt>
                <c:pt idx="342">
                  <c:v>18.207908448030636</c:v>
                </c:pt>
                <c:pt idx="343">
                  <c:v>18.207908448030636</c:v>
                </c:pt>
                <c:pt idx="344">
                  <c:v>18.207908448030636</c:v>
                </c:pt>
                <c:pt idx="345">
                  <c:v>18.207908448030636</c:v>
                </c:pt>
                <c:pt idx="346">
                  <c:v>18.207908448030636</c:v>
                </c:pt>
                <c:pt idx="347">
                  <c:v>18.207908448030636</c:v>
                </c:pt>
                <c:pt idx="348">
                  <c:v>18.207908448030636</c:v>
                </c:pt>
                <c:pt idx="349">
                  <c:v>18.207908448030636</c:v>
                </c:pt>
                <c:pt idx="350">
                  <c:v>18.207908448030636</c:v>
                </c:pt>
                <c:pt idx="351">
                  <c:v>18.207908448030636</c:v>
                </c:pt>
                <c:pt idx="352">
                  <c:v>18.207908448030636</c:v>
                </c:pt>
                <c:pt idx="353">
                  <c:v>18.207908448030636</c:v>
                </c:pt>
                <c:pt idx="354">
                  <c:v>18.207908448030636</c:v>
                </c:pt>
                <c:pt idx="355">
                  <c:v>18.207908448030636</c:v>
                </c:pt>
                <c:pt idx="356">
                  <c:v>18.207908448030636</c:v>
                </c:pt>
                <c:pt idx="357">
                  <c:v>18.207908448030636</c:v>
                </c:pt>
                <c:pt idx="358">
                  <c:v>18.207908448030636</c:v>
                </c:pt>
                <c:pt idx="359">
                  <c:v>18.207908448030636</c:v>
                </c:pt>
                <c:pt idx="360">
                  <c:v>18.207908448030636</c:v>
                </c:pt>
                <c:pt idx="361">
                  <c:v>18.207908448030636</c:v>
                </c:pt>
                <c:pt idx="362">
                  <c:v>18.207908448030636</c:v>
                </c:pt>
                <c:pt idx="363">
                  <c:v>18.207908448030636</c:v>
                </c:pt>
                <c:pt idx="364">
                  <c:v>18.207908448030636</c:v>
                </c:pt>
                <c:pt idx="365">
                  <c:v>18.207908448030636</c:v>
                </c:pt>
                <c:pt idx="366">
                  <c:v>18.207908448030636</c:v>
                </c:pt>
                <c:pt idx="367">
                  <c:v>18.207908448030636</c:v>
                </c:pt>
                <c:pt idx="368">
                  <c:v>18.207908448030636</c:v>
                </c:pt>
                <c:pt idx="369">
                  <c:v>18.207908448030636</c:v>
                </c:pt>
                <c:pt idx="370">
                  <c:v>18.207908448030636</c:v>
                </c:pt>
                <c:pt idx="371">
                  <c:v>18.207908448030636</c:v>
                </c:pt>
                <c:pt idx="372">
                  <c:v>18.207908448030636</c:v>
                </c:pt>
                <c:pt idx="373">
                  <c:v>18.207908448030636</c:v>
                </c:pt>
                <c:pt idx="374">
                  <c:v>18.207908448030636</c:v>
                </c:pt>
                <c:pt idx="375">
                  <c:v>18.207908448030636</c:v>
                </c:pt>
                <c:pt idx="376">
                  <c:v>18.207908448030636</c:v>
                </c:pt>
                <c:pt idx="377">
                  <c:v>18.207908448030636</c:v>
                </c:pt>
                <c:pt idx="378">
                  <c:v>18.207908448030636</c:v>
                </c:pt>
                <c:pt idx="379">
                  <c:v>18.207908448030636</c:v>
                </c:pt>
                <c:pt idx="380">
                  <c:v>18.207908448030636</c:v>
                </c:pt>
                <c:pt idx="381">
                  <c:v>18.207908448030636</c:v>
                </c:pt>
                <c:pt idx="382">
                  <c:v>18.207908448030636</c:v>
                </c:pt>
                <c:pt idx="383">
                  <c:v>18.207908448030636</c:v>
                </c:pt>
                <c:pt idx="384">
                  <c:v>18.207908448030636</c:v>
                </c:pt>
                <c:pt idx="385">
                  <c:v>18.207908448030636</c:v>
                </c:pt>
                <c:pt idx="386">
                  <c:v>18.207908448030636</c:v>
                </c:pt>
                <c:pt idx="387">
                  <c:v>18.207908448030636</c:v>
                </c:pt>
                <c:pt idx="388">
                  <c:v>18.207908448030636</c:v>
                </c:pt>
                <c:pt idx="389">
                  <c:v>18.207908448030636</c:v>
                </c:pt>
                <c:pt idx="390">
                  <c:v>18.207908448030636</c:v>
                </c:pt>
                <c:pt idx="391">
                  <c:v>18.207908448030636</c:v>
                </c:pt>
                <c:pt idx="392">
                  <c:v>18.207908448030636</c:v>
                </c:pt>
                <c:pt idx="393">
                  <c:v>18.207908448030636</c:v>
                </c:pt>
                <c:pt idx="394">
                  <c:v>18.207908448030636</c:v>
                </c:pt>
                <c:pt idx="395">
                  <c:v>18.207908448030636</c:v>
                </c:pt>
                <c:pt idx="396">
                  <c:v>18.207908448030636</c:v>
                </c:pt>
                <c:pt idx="397">
                  <c:v>18.207908448030636</c:v>
                </c:pt>
                <c:pt idx="398">
                  <c:v>18.207908448030636</c:v>
                </c:pt>
                <c:pt idx="399">
                  <c:v>18.207908448030636</c:v>
                </c:pt>
                <c:pt idx="400">
                  <c:v>18.207908448030636</c:v>
                </c:pt>
                <c:pt idx="401">
                  <c:v>18.207908448030636</c:v>
                </c:pt>
                <c:pt idx="402">
                  <c:v>18.207908448030636</c:v>
                </c:pt>
                <c:pt idx="403">
                  <c:v>18.207908448030636</c:v>
                </c:pt>
                <c:pt idx="404">
                  <c:v>18.207908448030636</c:v>
                </c:pt>
                <c:pt idx="405">
                  <c:v>18.207908448030636</c:v>
                </c:pt>
                <c:pt idx="406">
                  <c:v>18.207908448030636</c:v>
                </c:pt>
                <c:pt idx="407">
                  <c:v>18.207908448030636</c:v>
                </c:pt>
                <c:pt idx="408">
                  <c:v>18.207908448030636</c:v>
                </c:pt>
                <c:pt idx="409">
                  <c:v>18.207908448030636</c:v>
                </c:pt>
                <c:pt idx="410">
                  <c:v>18.207908448030636</c:v>
                </c:pt>
                <c:pt idx="411">
                  <c:v>18.207908448030636</c:v>
                </c:pt>
                <c:pt idx="412">
                  <c:v>18.207908448030636</c:v>
                </c:pt>
                <c:pt idx="413">
                  <c:v>18.207908448030636</c:v>
                </c:pt>
                <c:pt idx="414">
                  <c:v>18.207908448030636</c:v>
                </c:pt>
                <c:pt idx="415">
                  <c:v>18.207908448030636</c:v>
                </c:pt>
                <c:pt idx="416">
                  <c:v>18.207908448030636</c:v>
                </c:pt>
                <c:pt idx="417">
                  <c:v>18.207908448030636</c:v>
                </c:pt>
                <c:pt idx="418">
                  <c:v>18.207908448030636</c:v>
                </c:pt>
                <c:pt idx="419">
                  <c:v>18.207908448030636</c:v>
                </c:pt>
                <c:pt idx="420">
                  <c:v>18.207908448030636</c:v>
                </c:pt>
                <c:pt idx="421">
                  <c:v>18.207908448030636</c:v>
                </c:pt>
                <c:pt idx="422">
                  <c:v>18.207908448030636</c:v>
                </c:pt>
                <c:pt idx="423">
                  <c:v>18.207908448030636</c:v>
                </c:pt>
                <c:pt idx="424">
                  <c:v>18.207908448030636</c:v>
                </c:pt>
                <c:pt idx="425">
                  <c:v>18.207908448030636</c:v>
                </c:pt>
                <c:pt idx="426">
                  <c:v>18.207908448030636</c:v>
                </c:pt>
                <c:pt idx="427">
                  <c:v>18.207908448030636</c:v>
                </c:pt>
                <c:pt idx="428">
                  <c:v>18.207908448030636</c:v>
                </c:pt>
                <c:pt idx="429">
                  <c:v>18.207908448030636</c:v>
                </c:pt>
                <c:pt idx="430">
                  <c:v>18.207908448030636</c:v>
                </c:pt>
                <c:pt idx="431">
                  <c:v>18.207908448030636</c:v>
                </c:pt>
                <c:pt idx="432">
                  <c:v>18.207908448030636</c:v>
                </c:pt>
                <c:pt idx="433">
                  <c:v>18.207908448030636</c:v>
                </c:pt>
                <c:pt idx="434">
                  <c:v>18.207908448030636</c:v>
                </c:pt>
                <c:pt idx="435">
                  <c:v>18.207908448030636</c:v>
                </c:pt>
                <c:pt idx="436">
                  <c:v>18.207908448030636</c:v>
                </c:pt>
                <c:pt idx="437">
                  <c:v>18.207908448030636</c:v>
                </c:pt>
                <c:pt idx="438">
                  <c:v>18.207908448030636</c:v>
                </c:pt>
                <c:pt idx="439">
                  <c:v>18.207908448030636</c:v>
                </c:pt>
                <c:pt idx="440">
                  <c:v>18.207908448030636</c:v>
                </c:pt>
                <c:pt idx="441">
                  <c:v>18.207908448030636</c:v>
                </c:pt>
                <c:pt idx="442">
                  <c:v>18.207908448030636</c:v>
                </c:pt>
                <c:pt idx="443">
                  <c:v>18.207908448030636</c:v>
                </c:pt>
                <c:pt idx="444">
                  <c:v>18.207908448030636</c:v>
                </c:pt>
                <c:pt idx="445">
                  <c:v>18.207908448030636</c:v>
                </c:pt>
                <c:pt idx="446">
                  <c:v>18.207908448030636</c:v>
                </c:pt>
                <c:pt idx="447">
                  <c:v>18.207908448030636</c:v>
                </c:pt>
                <c:pt idx="448">
                  <c:v>18.207908448030636</c:v>
                </c:pt>
                <c:pt idx="449">
                  <c:v>18.207908448030636</c:v>
                </c:pt>
                <c:pt idx="450">
                  <c:v>18.207908448030636</c:v>
                </c:pt>
                <c:pt idx="451">
                  <c:v>18.207908448030636</c:v>
                </c:pt>
                <c:pt idx="452">
                  <c:v>18.207908448030636</c:v>
                </c:pt>
                <c:pt idx="453">
                  <c:v>18.207908448030636</c:v>
                </c:pt>
                <c:pt idx="454">
                  <c:v>18.207908448030636</c:v>
                </c:pt>
                <c:pt idx="455">
                  <c:v>18.207908448030636</c:v>
                </c:pt>
                <c:pt idx="456">
                  <c:v>18.207908448030636</c:v>
                </c:pt>
                <c:pt idx="457">
                  <c:v>18.207908448030636</c:v>
                </c:pt>
                <c:pt idx="458">
                  <c:v>18.207908448030636</c:v>
                </c:pt>
                <c:pt idx="459">
                  <c:v>18.207908448030636</c:v>
                </c:pt>
                <c:pt idx="460">
                  <c:v>18.207908448030636</c:v>
                </c:pt>
                <c:pt idx="461">
                  <c:v>18.207908448030636</c:v>
                </c:pt>
                <c:pt idx="462">
                  <c:v>18.207908448030636</c:v>
                </c:pt>
                <c:pt idx="463">
                  <c:v>18.207908448030636</c:v>
                </c:pt>
                <c:pt idx="464">
                  <c:v>18.207908448030636</c:v>
                </c:pt>
                <c:pt idx="465">
                  <c:v>18.207908448030636</c:v>
                </c:pt>
                <c:pt idx="466">
                  <c:v>18.207908448030636</c:v>
                </c:pt>
                <c:pt idx="467">
                  <c:v>18.207908448030636</c:v>
                </c:pt>
                <c:pt idx="468">
                  <c:v>18.207908448030636</c:v>
                </c:pt>
                <c:pt idx="469">
                  <c:v>18.207908448030636</c:v>
                </c:pt>
                <c:pt idx="470">
                  <c:v>18.207908448030636</c:v>
                </c:pt>
                <c:pt idx="471">
                  <c:v>18.207908448030636</c:v>
                </c:pt>
                <c:pt idx="472">
                  <c:v>18.207908448030636</c:v>
                </c:pt>
                <c:pt idx="473">
                  <c:v>18.207908448030636</c:v>
                </c:pt>
                <c:pt idx="474">
                  <c:v>18.207908448030636</c:v>
                </c:pt>
                <c:pt idx="475">
                  <c:v>18.207908448030636</c:v>
                </c:pt>
                <c:pt idx="476">
                  <c:v>18.207908448030636</c:v>
                </c:pt>
                <c:pt idx="477">
                  <c:v>18.207908448030636</c:v>
                </c:pt>
                <c:pt idx="478">
                  <c:v>18.207908448030636</c:v>
                </c:pt>
                <c:pt idx="479">
                  <c:v>18.207908448030636</c:v>
                </c:pt>
                <c:pt idx="480">
                  <c:v>18.207908448030636</c:v>
                </c:pt>
                <c:pt idx="481">
                  <c:v>18.207908448030636</c:v>
                </c:pt>
                <c:pt idx="482">
                  <c:v>18.207908448030636</c:v>
                </c:pt>
                <c:pt idx="483">
                  <c:v>18.207908448030636</c:v>
                </c:pt>
                <c:pt idx="484">
                  <c:v>18.207908448030636</c:v>
                </c:pt>
                <c:pt idx="485">
                  <c:v>18.207908448030636</c:v>
                </c:pt>
                <c:pt idx="486">
                  <c:v>18.207908448030636</c:v>
                </c:pt>
                <c:pt idx="487">
                  <c:v>18.207908448030636</c:v>
                </c:pt>
                <c:pt idx="488">
                  <c:v>18.207908448030636</c:v>
                </c:pt>
                <c:pt idx="489">
                  <c:v>18.207908448030636</c:v>
                </c:pt>
                <c:pt idx="490">
                  <c:v>18.207908448030636</c:v>
                </c:pt>
                <c:pt idx="491">
                  <c:v>18.207908448030636</c:v>
                </c:pt>
                <c:pt idx="492">
                  <c:v>18.207908448030636</c:v>
                </c:pt>
                <c:pt idx="493">
                  <c:v>18.207908448030636</c:v>
                </c:pt>
                <c:pt idx="494">
                  <c:v>18.207908448030636</c:v>
                </c:pt>
                <c:pt idx="495">
                  <c:v>18.207908448030636</c:v>
                </c:pt>
                <c:pt idx="496">
                  <c:v>18.207908448030636</c:v>
                </c:pt>
                <c:pt idx="497">
                  <c:v>18.207908448030636</c:v>
                </c:pt>
                <c:pt idx="498">
                  <c:v>18.207908448030636</c:v>
                </c:pt>
                <c:pt idx="499">
                  <c:v>18.207908448030636</c:v>
                </c:pt>
                <c:pt idx="500">
                  <c:v>18.207908448030636</c:v>
                </c:pt>
                <c:pt idx="501">
                  <c:v>18.207908448030636</c:v>
                </c:pt>
                <c:pt idx="502">
                  <c:v>18.207908448030636</c:v>
                </c:pt>
                <c:pt idx="503">
                  <c:v>18.207908448030636</c:v>
                </c:pt>
                <c:pt idx="504">
                  <c:v>18.207908448030636</c:v>
                </c:pt>
                <c:pt idx="505">
                  <c:v>18.207908448030636</c:v>
                </c:pt>
                <c:pt idx="506">
                  <c:v>18.207908448030636</c:v>
                </c:pt>
                <c:pt idx="507">
                  <c:v>18.207908448030636</c:v>
                </c:pt>
                <c:pt idx="508">
                  <c:v>18.207908448030636</c:v>
                </c:pt>
                <c:pt idx="509">
                  <c:v>18.207908448030636</c:v>
                </c:pt>
                <c:pt idx="510">
                  <c:v>18.207908448030636</c:v>
                </c:pt>
                <c:pt idx="511">
                  <c:v>18.207908448030636</c:v>
                </c:pt>
                <c:pt idx="512">
                  <c:v>18.207908448030636</c:v>
                </c:pt>
                <c:pt idx="513">
                  <c:v>18.207908448030636</c:v>
                </c:pt>
                <c:pt idx="514">
                  <c:v>18.207908448030636</c:v>
                </c:pt>
                <c:pt idx="515">
                  <c:v>18.207908448030636</c:v>
                </c:pt>
                <c:pt idx="516">
                  <c:v>18.207908448030636</c:v>
                </c:pt>
                <c:pt idx="517">
                  <c:v>18.207908448030636</c:v>
                </c:pt>
                <c:pt idx="518">
                  <c:v>18.207908448030636</c:v>
                </c:pt>
                <c:pt idx="519">
                  <c:v>18.207908448030636</c:v>
                </c:pt>
                <c:pt idx="520">
                  <c:v>18.207908448030636</c:v>
                </c:pt>
                <c:pt idx="521">
                  <c:v>18.207908448030636</c:v>
                </c:pt>
                <c:pt idx="522">
                  <c:v>18.207908448030636</c:v>
                </c:pt>
                <c:pt idx="523">
                  <c:v>18.207908448030636</c:v>
                </c:pt>
                <c:pt idx="524">
                  <c:v>18.207908448030636</c:v>
                </c:pt>
                <c:pt idx="525">
                  <c:v>18.207908448030636</c:v>
                </c:pt>
                <c:pt idx="526">
                  <c:v>18.207908448030636</c:v>
                </c:pt>
                <c:pt idx="527">
                  <c:v>18.207908448030636</c:v>
                </c:pt>
                <c:pt idx="528">
                  <c:v>18.207908448030636</c:v>
                </c:pt>
                <c:pt idx="529">
                  <c:v>18.207908448030636</c:v>
                </c:pt>
                <c:pt idx="530">
                  <c:v>18.207908448030636</c:v>
                </c:pt>
                <c:pt idx="531">
                  <c:v>18.207908448030636</c:v>
                </c:pt>
                <c:pt idx="532">
                  <c:v>18.207908448030636</c:v>
                </c:pt>
                <c:pt idx="533">
                  <c:v>18.207908448030636</c:v>
                </c:pt>
                <c:pt idx="534">
                  <c:v>18.207908448030636</c:v>
                </c:pt>
                <c:pt idx="535">
                  <c:v>18.207908448030636</c:v>
                </c:pt>
                <c:pt idx="536">
                  <c:v>18.207908448030636</c:v>
                </c:pt>
                <c:pt idx="537">
                  <c:v>18.207908448030636</c:v>
                </c:pt>
                <c:pt idx="538">
                  <c:v>18.207908448030636</c:v>
                </c:pt>
                <c:pt idx="539">
                  <c:v>18.207908448030636</c:v>
                </c:pt>
                <c:pt idx="540">
                  <c:v>18.207908448030636</c:v>
                </c:pt>
                <c:pt idx="541">
                  <c:v>18.207908448030636</c:v>
                </c:pt>
                <c:pt idx="542">
                  <c:v>18.207908448030636</c:v>
                </c:pt>
                <c:pt idx="543">
                  <c:v>18.207908448030636</c:v>
                </c:pt>
                <c:pt idx="544">
                  <c:v>18.207908448030636</c:v>
                </c:pt>
                <c:pt idx="545">
                  <c:v>18.207908448030636</c:v>
                </c:pt>
                <c:pt idx="546">
                  <c:v>18.207908448030636</c:v>
                </c:pt>
                <c:pt idx="547">
                  <c:v>18.207908448030636</c:v>
                </c:pt>
                <c:pt idx="548">
                  <c:v>18.207908448030636</c:v>
                </c:pt>
                <c:pt idx="549">
                  <c:v>18.207908448030636</c:v>
                </c:pt>
                <c:pt idx="550">
                  <c:v>18.207908448030636</c:v>
                </c:pt>
                <c:pt idx="551">
                  <c:v>18.207908448030636</c:v>
                </c:pt>
                <c:pt idx="552">
                  <c:v>18.207908448030636</c:v>
                </c:pt>
                <c:pt idx="553">
                  <c:v>18.207908448030636</c:v>
                </c:pt>
                <c:pt idx="554">
                  <c:v>18.207908448030636</c:v>
                </c:pt>
                <c:pt idx="555">
                  <c:v>18.207908448030636</c:v>
                </c:pt>
                <c:pt idx="556">
                  <c:v>18.207908448030636</c:v>
                </c:pt>
                <c:pt idx="557">
                  <c:v>18.207908448030636</c:v>
                </c:pt>
                <c:pt idx="558">
                  <c:v>18.207908448030636</c:v>
                </c:pt>
                <c:pt idx="559">
                  <c:v>18.207908448030636</c:v>
                </c:pt>
                <c:pt idx="560">
                  <c:v>18.207908448030636</c:v>
                </c:pt>
                <c:pt idx="561">
                  <c:v>18.207908448030636</c:v>
                </c:pt>
                <c:pt idx="562">
                  <c:v>18.207908448030636</c:v>
                </c:pt>
                <c:pt idx="563">
                  <c:v>18.207908448030636</c:v>
                </c:pt>
                <c:pt idx="564">
                  <c:v>18.207908448030636</c:v>
                </c:pt>
                <c:pt idx="565">
                  <c:v>18.207908448030636</c:v>
                </c:pt>
                <c:pt idx="566">
                  <c:v>18.207908448030636</c:v>
                </c:pt>
                <c:pt idx="567">
                  <c:v>18.207908448030636</c:v>
                </c:pt>
                <c:pt idx="568">
                  <c:v>18.207908448030636</c:v>
                </c:pt>
                <c:pt idx="569">
                  <c:v>18.207908448030636</c:v>
                </c:pt>
                <c:pt idx="570">
                  <c:v>18.207908448030636</c:v>
                </c:pt>
                <c:pt idx="571">
                  <c:v>18.207908448030636</c:v>
                </c:pt>
                <c:pt idx="572">
                  <c:v>18.207908448030636</c:v>
                </c:pt>
                <c:pt idx="573">
                  <c:v>18.207908448030636</c:v>
                </c:pt>
                <c:pt idx="574">
                  <c:v>18.207908448030636</c:v>
                </c:pt>
                <c:pt idx="575">
                  <c:v>18.207908448030636</c:v>
                </c:pt>
                <c:pt idx="576">
                  <c:v>18.207908448030636</c:v>
                </c:pt>
                <c:pt idx="577">
                  <c:v>18.207908448030636</c:v>
                </c:pt>
                <c:pt idx="578">
                  <c:v>18.207908448030636</c:v>
                </c:pt>
                <c:pt idx="579">
                  <c:v>18.207908448030636</c:v>
                </c:pt>
                <c:pt idx="580">
                  <c:v>18.207908448030636</c:v>
                </c:pt>
                <c:pt idx="581">
                  <c:v>18.207908448030636</c:v>
                </c:pt>
                <c:pt idx="582">
                  <c:v>18.207908448030636</c:v>
                </c:pt>
                <c:pt idx="583">
                  <c:v>18.207908448030636</c:v>
                </c:pt>
                <c:pt idx="584">
                  <c:v>18.207908448030636</c:v>
                </c:pt>
                <c:pt idx="585">
                  <c:v>18.207908448030636</c:v>
                </c:pt>
                <c:pt idx="586">
                  <c:v>18.207908448030636</c:v>
                </c:pt>
                <c:pt idx="587">
                  <c:v>18.207908448030636</c:v>
                </c:pt>
                <c:pt idx="588">
                  <c:v>18.207908448030636</c:v>
                </c:pt>
                <c:pt idx="589">
                  <c:v>18.207908448030636</c:v>
                </c:pt>
                <c:pt idx="590">
                  <c:v>18.207908448030636</c:v>
                </c:pt>
                <c:pt idx="591">
                  <c:v>18.207908448030636</c:v>
                </c:pt>
                <c:pt idx="592">
                  <c:v>18.207908448030636</c:v>
                </c:pt>
                <c:pt idx="593">
                  <c:v>18.207908448030636</c:v>
                </c:pt>
                <c:pt idx="594">
                  <c:v>18.207908448030636</c:v>
                </c:pt>
                <c:pt idx="595">
                  <c:v>18.207908448030636</c:v>
                </c:pt>
                <c:pt idx="596">
                  <c:v>18.207908448030636</c:v>
                </c:pt>
                <c:pt idx="597">
                  <c:v>18.207908448030636</c:v>
                </c:pt>
                <c:pt idx="598">
                  <c:v>18.207908448030636</c:v>
                </c:pt>
                <c:pt idx="599">
                  <c:v>18.207908448030636</c:v>
                </c:pt>
                <c:pt idx="600">
                  <c:v>18.207908448030636</c:v>
                </c:pt>
                <c:pt idx="601">
                  <c:v>18.207908448030636</c:v>
                </c:pt>
                <c:pt idx="602">
                  <c:v>18.207908448030636</c:v>
                </c:pt>
                <c:pt idx="603">
                  <c:v>18.207908448030636</c:v>
                </c:pt>
                <c:pt idx="604">
                  <c:v>18.207908448030636</c:v>
                </c:pt>
                <c:pt idx="605">
                  <c:v>18.207908448030636</c:v>
                </c:pt>
                <c:pt idx="606">
                  <c:v>18.207908448030636</c:v>
                </c:pt>
                <c:pt idx="607">
                  <c:v>18.207908448030636</c:v>
                </c:pt>
                <c:pt idx="608">
                  <c:v>18.207908448030636</c:v>
                </c:pt>
                <c:pt idx="609">
                  <c:v>18.207908448030636</c:v>
                </c:pt>
                <c:pt idx="610">
                  <c:v>18.207908448030636</c:v>
                </c:pt>
                <c:pt idx="611">
                  <c:v>18.207908448030636</c:v>
                </c:pt>
                <c:pt idx="612">
                  <c:v>18.207908448030636</c:v>
                </c:pt>
                <c:pt idx="613">
                  <c:v>18.207908448030636</c:v>
                </c:pt>
                <c:pt idx="614">
                  <c:v>18.207908448030636</c:v>
                </c:pt>
                <c:pt idx="615">
                  <c:v>18.207908448030636</c:v>
                </c:pt>
                <c:pt idx="616">
                  <c:v>18.207908448030636</c:v>
                </c:pt>
                <c:pt idx="617">
                  <c:v>18.207908448030636</c:v>
                </c:pt>
                <c:pt idx="618">
                  <c:v>18.207908448030636</c:v>
                </c:pt>
                <c:pt idx="619">
                  <c:v>18.207908448030636</c:v>
                </c:pt>
                <c:pt idx="620">
                  <c:v>18.207908448030636</c:v>
                </c:pt>
                <c:pt idx="621">
                  <c:v>18.207908448030636</c:v>
                </c:pt>
                <c:pt idx="622">
                  <c:v>18.207908448030636</c:v>
                </c:pt>
                <c:pt idx="623">
                  <c:v>18.207908448030636</c:v>
                </c:pt>
                <c:pt idx="624">
                  <c:v>18.207908448030636</c:v>
                </c:pt>
                <c:pt idx="625">
                  <c:v>18.207908448030636</c:v>
                </c:pt>
                <c:pt idx="626">
                  <c:v>18.207908448030636</c:v>
                </c:pt>
                <c:pt idx="627">
                  <c:v>18.207908448030636</c:v>
                </c:pt>
                <c:pt idx="628">
                  <c:v>18.207908448030636</c:v>
                </c:pt>
                <c:pt idx="629">
                  <c:v>18.207908448030636</c:v>
                </c:pt>
                <c:pt idx="630">
                  <c:v>18.207908448030636</c:v>
                </c:pt>
                <c:pt idx="631">
                  <c:v>18.207908448030636</c:v>
                </c:pt>
                <c:pt idx="632">
                  <c:v>18.207908448030636</c:v>
                </c:pt>
                <c:pt idx="633">
                  <c:v>18.207908448030636</c:v>
                </c:pt>
                <c:pt idx="634">
                  <c:v>18.207908448030636</c:v>
                </c:pt>
                <c:pt idx="635">
                  <c:v>18.207908448030636</c:v>
                </c:pt>
                <c:pt idx="636">
                  <c:v>18.207908448030636</c:v>
                </c:pt>
                <c:pt idx="637">
                  <c:v>18.207908448030636</c:v>
                </c:pt>
                <c:pt idx="638">
                  <c:v>18.207908448030636</c:v>
                </c:pt>
                <c:pt idx="639">
                  <c:v>18.207908448030636</c:v>
                </c:pt>
                <c:pt idx="640">
                  <c:v>18.207908448030636</c:v>
                </c:pt>
                <c:pt idx="641">
                  <c:v>18.207908448030636</c:v>
                </c:pt>
                <c:pt idx="642">
                  <c:v>18.207908448030636</c:v>
                </c:pt>
                <c:pt idx="643">
                  <c:v>18.207908448030636</c:v>
                </c:pt>
                <c:pt idx="644">
                  <c:v>18.207908448030636</c:v>
                </c:pt>
                <c:pt idx="645">
                  <c:v>18.207908448030636</c:v>
                </c:pt>
                <c:pt idx="646">
                  <c:v>18.207908448030636</c:v>
                </c:pt>
                <c:pt idx="647">
                  <c:v>18.207908448030636</c:v>
                </c:pt>
                <c:pt idx="648">
                  <c:v>18.207908448030636</c:v>
                </c:pt>
                <c:pt idx="649">
                  <c:v>18.207908448030636</c:v>
                </c:pt>
                <c:pt idx="650">
                  <c:v>18.207908448030636</c:v>
                </c:pt>
                <c:pt idx="651">
                  <c:v>18.207908448030636</c:v>
                </c:pt>
                <c:pt idx="652">
                  <c:v>18.207908448030636</c:v>
                </c:pt>
                <c:pt idx="653">
                  <c:v>18.207908448030636</c:v>
                </c:pt>
                <c:pt idx="654">
                  <c:v>18.207908448030636</c:v>
                </c:pt>
                <c:pt idx="655">
                  <c:v>18.207908448030636</c:v>
                </c:pt>
                <c:pt idx="656">
                  <c:v>18.207908448030636</c:v>
                </c:pt>
                <c:pt idx="657">
                  <c:v>18.207908448030636</c:v>
                </c:pt>
                <c:pt idx="658">
                  <c:v>18.207908448030636</c:v>
                </c:pt>
                <c:pt idx="659">
                  <c:v>18.207908448030636</c:v>
                </c:pt>
                <c:pt idx="660">
                  <c:v>18.207908448030636</c:v>
                </c:pt>
                <c:pt idx="661">
                  <c:v>18.207908448030636</c:v>
                </c:pt>
                <c:pt idx="662">
                  <c:v>18.207908448030636</c:v>
                </c:pt>
                <c:pt idx="663">
                  <c:v>18.207908448030636</c:v>
                </c:pt>
                <c:pt idx="664">
                  <c:v>18.207908448030636</c:v>
                </c:pt>
                <c:pt idx="665">
                  <c:v>18.207908448030636</c:v>
                </c:pt>
                <c:pt idx="666">
                  <c:v>18.207908448030636</c:v>
                </c:pt>
                <c:pt idx="667">
                  <c:v>18.207908448030636</c:v>
                </c:pt>
                <c:pt idx="668">
                  <c:v>18.207908448030636</c:v>
                </c:pt>
                <c:pt idx="669">
                  <c:v>18.207908448030636</c:v>
                </c:pt>
                <c:pt idx="670">
                  <c:v>18.207908448030636</c:v>
                </c:pt>
                <c:pt idx="671">
                  <c:v>18.207908448030636</c:v>
                </c:pt>
                <c:pt idx="672">
                  <c:v>18.207908448030636</c:v>
                </c:pt>
                <c:pt idx="673">
                  <c:v>18.207908448030636</c:v>
                </c:pt>
                <c:pt idx="674">
                  <c:v>18.207908448030636</c:v>
                </c:pt>
                <c:pt idx="675">
                  <c:v>18.207908448030636</c:v>
                </c:pt>
                <c:pt idx="676">
                  <c:v>18.207908448030636</c:v>
                </c:pt>
                <c:pt idx="677">
                  <c:v>18.207908448030636</c:v>
                </c:pt>
                <c:pt idx="678">
                  <c:v>18.207908448030636</c:v>
                </c:pt>
                <c:pt idx="679">
                  <c:v>18.207908448030636</c:v>
                </c:pt>
                <c:pt idx="680">
                  <c:v>18.207908448030636</c:v>
                </c:pt>
                <c:pt idx="681">
                  <c:v>18.207908448030636</c:v>
                </c:pt>
                <c:pt idx="682">
                  <c:v>18.207908448030636</c:v>
                </c:pt>
                <c:pt idx="683">
                  <c:v>18.207908448030636</c:v>
                </c:pt>
                <c:pt idx="684">
                  <c:v>18.207908448030636</c:v>
                </c:pt>
                <c:pt idx="685">
                  <c:v>18.207908448030636</c:v>
                </c:pt>
                <c:pt idx="686">
                  <c:v>18.207908448030636</c:v>
                </c:pt>
                <c:pt idx="687">
                  <c:v>18.207908448030636</c:v>
                </c:pt>
                <c:pt idx="688">
                  <c:v>18.207908448030636</c:v>
                </c:pt>
                <c:pt idx="689">
                  <c:v>18.207908448030636</c:v>
                </c:pt>
                <c:pt idx="690">
                  <c:v>18.207908448030636</c:v>
                </c:pt>
                <c:pt idx="691">
                  <c:v>18.207908448030636</c:v>
                </c:pt>
                <c:pt idx="692">
                  <c:v>18.207908448030636</c:v>
                </c:pt>
                <c:pt idx="693">
                  <c:v>18.207908448030636</c:v>
                </c:pt>
                <c:pt idx="694">
                  <c:v>18.207908448030636</c:v>
                </c:pt>
                <c:pt idx="695">
                  <c:v>18.207908448030636</c:v>
                </c:pt>
                <c:pt idx="696">
                  <c:v>18.207908448030636</c:v>
                </c:pt>
                <c:pt idx="697">
                  <c:v>18.207908448030636</c:v>
                </c:pt>
                <c:pt idx="698">
                  <c:v>18.207908448030636</c:v>
                </c:pt>
                <c:pt idx="699">
                  <c:v>18.207908448030636</c:v>
                </c:pt>
                <c:pt idx="700">
                  <c:v>18.207908448030636</c:v>
                </c:pt>
                <c:pt idx="701">
                  <c:v>18.207908448030636</c:v>
                </c:pt>
                <c:pt idx="702">
                  <c:v>18.207908448030636</c:v>
                </c:pt>
                <c:pt idx="703">
                  <c:v>18.207908448030636</c:v>
                </c:pt>
                <c:pt idx="704">
                  <c:v>18.207908448030636</c:v>
                </c:pt>
                <c:pt idx="705">
                  <c:v>18.207908448030636</c:v>
                </c:pt>
                <c:pt idx="706">
                  <c:v>18.207908448030636</c:v>
                </c:pt>
                <c:pt idx="707">
                  <c:v>18.207908448030636</c:v>
                </c:pt>
                <c:pt idx="708">
                  <c:v>18.207908448030636</c:v>
                </c:pt>
                <c:pt idx="709">
                  <c:v>18.207908448030636</c:v>
                </c:pt>
                <c:pt idx="710">
                  <c:v>18.207908448030636</c:v>
                </c:pt>
                <c:pt idx="711">
                  <c:v>18.207908448030636</c:v>
                </c:pt>
                <c:pt idx="712">
                  <c:v>18.207908448030636</c:v>
                </c:pt>
                <c:pt idx="713">
                  <c:v>18.207908448030636</c:v>
                </c:pt>
                <c:pt idx="714">
                  <c:v>18.207908448030636</c:v>
                </c:pt>
                <c:pt idx="715">
                  <c:v>18.207908448030636</c:v>
                </c:pt>
                <c:pt idx="716">
                  <c:v>18.207908448030636</c:v>
                </c:pt>
                <c:pt idx="717">
                  <c:v>18.207908448030636</c:v>
                </c:pt>
                <c:pt idx="718">
                  <c:v>18.207908448030636</c:v>
                </c:pt>
                <c:pt idx="719">
                  <c:v>18.207908448030636</c:v>
                </c:pt>
                <c:pt idx="720">
                  <c:v>18.207908448030636</c:v>
                </c:pt>
                <c:pt idx="721">
                  <c:v>18.207908448030636</c:v>
                </c:pt>
                <c:pt idx="722">
                  <c:v>18.207908448030636</c:v>
                </c:pt>
                <c:pt idx="723">
                  <c:v>18.207908448030636</c:v>
                </c:pt>
                <c:pt idx="724">
                  <c:v>18.207908448030636</c:v>
                </c:pt>
                <c:pt idx="725">
                  <c:v>18.207908448030636</c:v>
                </c:pt>
                <c:pt idx="726">
                  <c:v>18.207908448030636</c:v>
                </c:pt>
                <c:pt idx="727">
                  <c:v>18.207908448030636</c:v>
                </c:pt>
                <c:pt idx="728">
                  <c:v>18.207908448030636</c:v>
                </c:pt>
                <c:pt idx="729">
                  <c:v>18.207908448030636</c:v>
                </c:pt>
                <c:pt idx="730">
                  <c:v>18.207908448030636</c:v>
                </c:pt>
                <c:pt idx="731">
                  <c:v>18.207908448030636</c:v>
                </c:pt>
                <c:pt idx="732">
                  <c:v>18.207908448030636</c:v>
                </c:pt>
                <c:pt idx="733">
                  <c:v>18.207908448030636</c:v>
                </c:pt>
                <c:pt idx="734">
                  <c:v>18.207908448030636</c:v>
                </c:pt>
                <c:pt idx="735">
                  <c:v>18.207908448030636</c:v>
                </c:pt>
                <c:pt idx="736">
                  <c:v>18.207908448030636</c:v>
                </c:pt>
                <c:pt idx="737">
                  <c:v>18.207908448030636</c:v>
                </c:pt>
                <c:pt idx="738">
                  <c:v>18.207908448030636</c:v>
                </c:pt>
                <c:pt idx="739">
                  <c:v>18.207908448030636</c:v>
                </c:pt>
                <c:pt idx="740">
                  <c:v>18.207908448030636</c:v>
                </c:pt>
                <c:pt idx="741">
                  <c:v>18.207908448030636</c:v>
                </c:pt>
                <c:pt idx="742">
                  <c:v>18.207908448030636</c:v>
                </c:pt>
                <c:pt idx="743">
                  <c:v>18.207908448030636</c:v>
                </c:pt>
                <c:pt idx="744">
                  <c:v>18.207908448030636</c:v>
                </c:pt>
                <c:pt idx="745">
                  <c:v>18.207908448030636</c:v>
                </c:pt>
                <c:pt idx="746">
                  <c:v>18.207908448030636</c:v>
                </c:pt>
                <c:pt idx="747">
                  <c:v>18.207908448030636</c:v>
                </c:pt>
                <c:pt idx="748">
                  <c:v>18.207908448030636</c:v>
                </c:pt>
                <c:pt idx="749">
                  <c:v>18.207908448030636</c:v>
                </c:pt>
                <c:pt idx="750">
                  <c:v>18.207908448030636</c:v>
                </c:pt>
                <c:pt idx="751">
                  <c:v>18.207908448030636</c:v>
                </c:pt>
                <c:pt idx="752">
                  <c:v>18.207908448030636</c:v>
                </c:pt>
                <c:pt idx="753">
                  <c:v>18.207908448030636</c:v>
                </c:pt>
                <c:pt idx="754">
                  <c:v>18.207908448030636</c:v>
                </c:pt>
                <c:pt idx="755">
                  <c:v>18.207908448030636</c:v>
                </c:pt>
                <c:pt idx="756">
                  <c:v>18.207908448030636</c:v>
                </c:pt>
                <c:pt idx="757">
                  <c:v>18.207908448030636</c:v>
                </c:pt>
                <c:pt idx="758">
                  <c:v>18.207908448030636</c:v>
                </c:pt>
                <c:pt idx="759">
                  <c:v>18.207908448030636</c:v>
                </c:pt>
                <c:pt idx="760">
                  <c:v>18.207908448030636</c:v>
                </c:pt>
                <c:pt idx="761">
                  <c:v>18.207908448030636</c:v>
                </c:pt>
                <c:pt idx="762">
                  <c:v>18.207908448030636</c:v>
                </c:pt>
                <c:pt idx="763">
                  <c:v>18.207908448030636</c:v>
                </c:pt>
                <c:pt idx="764">
                  <c:v>18.207908448030636</c:v>
                </c:pt>
                <c:pt idx="765">
                  <c:v>18.207908448030636</c:v>
                </c:pt>
                <c:pt idx="766">
                  <c:v>18.207908448030636</c:v>
                </c:pt>
                <c:pt idx="767">
                  <c:v>18.207908448030636</c:v>
                </c:pt>
                <c:pt idx="768">
                  <c:v>18.207908448030636</c:v>
                </c:pt>
                <c:pt idx="769">
                  <c:v>18.207908448030636</c:v>
                </c:pt>
                <c:pt idx="770">
                  <c:v>18.207908448030636</c:v>
                </c:pt>
                <c:pt idx="771">
                  <c:v>18.207908448030636</c:v>
                </c:pt>
                <c:pt idx="772">
                  <c:v>18.207908448030636</c:v>
                </c:pt>
                <c:pt idx="773">
                  <c:v>18.207908448030636</c:v>
                </c:pt>
                <c:pt idx="774">
                  <c:v>18.207908448030636</c:v>
                </c:pt>
                <c:pt idx="775">
                  <c:v>18.207908448030636</c:v>
                </c:pt>
                <c:pt idx="776">
                  <c:v>18.207908448030636</c:v>
                </c:pt>
                <c:pt idx="777">
                  <c:v>18.207908448030636</c:v>
                </c:pt>
                <c:pt idx="778">
                  <c:v>18.207908448030636</c:v>
                </c:pt>
                <c:pt idx="779">
                  <c:v>18.207908448030636</c:v>
                </c:pt>
                <c:pt idx="780">
                  <c:v>18.207908448030636</c:v>
                </c:pt>
                <c:pt idx="781">
                  <c:v>18.207908448030636</c:v>
                </c:pt>
                <c:pt idx="782">
                  <c:v>18.207908448030636</c:v>
                </c:pt>
                <c:pt idx="783">
                  <c:v>18.207908448030636</c:v>
                </c:pt>
                <c:pt idx="784">
                  <c:v>18.207908448030636</c:v>
                </c:pt>
                <c:pt idx="785">
                  <c:v>18.207908448030636</c:v>
                </c:pt>
                <c:pt idx="786">
                  <c:v>18.207908448030636</c:v>
                </c:pt>
                <c:pt idx="787">
                  <c:v>18.207908448030636</c:v>
                </c:pt>
                <c:pt idx="788">
                  <c:v>18.207908448030636</c:v>
                </c:pt>
                <c:pt idx="789">
                  <c:v>18.207908448030636</c:v>
                </c:pt>
                <c:pt idx="790">
                  <c:v>18.207908448030636</c:v>
                </c:pt>
                <c:pt idx="791">
                  <c:v>18.207908448030636</c:v>
                </c:pt>
                <c:pt idx="792">
                  <c:v>18.207908448030636</c:v>
                </c:pt>
                <c:pt idx="793">
                  <c:v>18.207908448030636</c:v>
                </c:pt>
                <c:pt idx="794">
                  <c:v>18.207908448030636</c:v>
                </c:pt>
                <c:pt idx="795">
                  <c:v>18.207908448030636</c:v>
                </c:pt>
                <c:pt idx="796">
                  <c:v>18.207908448030636</c:v>
                </c:pt>
                <c:pt idx="797">
                  <c:v>18.207908448030636</c:v>
                </c:pt>
                <c:pt idx="798">
                  <c:v>18.207908448030636</c:v>
                </c:pt>
                <c:pt idx="799">
                  <c:v>18.207908448030636</c:v>
                </c:pt>
                <c:pt idx="800">
                  <c:v>18.207908448030636</c:v>
                </c:pt>
                <c:pt idx="801">
                  <c:v>18.207908448030636</c:v>
                </c:pt>
                <c:pt idx="802">
                  <c:v>18.207908448030636</c:v>
                </c:pt>
                <c:pt idx="803">
                  <c:v>18.207908448030636</c:v>
                </c:pt>
                <c:pt idx="804">
                  <c:v>18.207908448030636</c:v>
                </c:pt>
                <c:pt idx="805">
                  <c:v>18.207908448030636</c:v>
                </c:pt>
                <c:pt idx="806">
                  <c:v>18.207908448030636</c:v>
                </c:pt>
                <c:pt idx="807">
                  <c:v>18.207908448030636</c:v>
                </c:pt>
                <c:pt idx="808">
                  <c:v>18.207908448030636</c:v>
                </c:pt>
                <c:pt idx="809">
                  <c:v>18.207908448030636</c:v>
                </c:pt>
                <c:pt idx="810">
                  <c:v>18.207908448030636</c:v>
                </c:pt>
                <c:pt idx="811">
                  <c:v>18.207908448030636</c:v>
                </c:pt>
                <c:pt idx="812">
                  <c:v>18.207908448030636</c:v>
                </c:pt>
                <c:pt idx="813">
                  <c:v>18.207908448030636</c:v>
                </c:pt>
                <c:pt idx="814">
                  <c:v>18.207908448030636</c:v>
                </c:pt>
                <c:pt idx="815">
                  <c:v>18.207908448030636</c:v>
                </c:pt>
                <c:pt idx="816">
                  <c:v>18.207908448030636</c:v>
                </c:pt>
                <c:pt idx="817">
                  <c:v>18.207908448030636</c:v>
                </c:pt>
                <c:pt idx="818">
                  <c:v>18.207908448030636</c:v>
                </c:pt>
                <c:pt idx="819">
                  <c:v>18.207908448030636</c:v>
                </c:pt>
                <c:pt idx="820">
                  <c:v>18.207908448030636</c:v>
                </c:pt>
                <c:pt idx="821">
                  <c:v>18.207908448030636</c:v>
                </c:pt>
                <c:pt idx="822">
                  <c:v>18.207908448030636</c:v>
                </c:pt>
                <c:pt idx="823">
                  <c:v>18.207908448030636</c:v>
                </c:pt>
                <c:pt idx="824">
                  <c:v>18.207908448030636</c:v>
                </c:pt>
                <c:pt idx="825">
                  <c:v>18.207908448030636</c:v>
                </c:pt>
                <c:pt idx="826">
                  <c:v>18.207908448030636</c:v>
                </c:pt>
                <c:pt idx="827">
                  <c:v>18.207908448030636</c:v>
                </c:pt>
                <c:pt idx="828">
                  <c:v>18.207908448030636</c:v>
                </c:pt>
                <c:pt idx="829">
                  <c:v>18.207908448030636</c:v>
                </c:pt>
                <c:pt idx="830">
                  <c:v>18.207908448030636</c:v>
                </c:pt>
                <c:pt idx="831">
                  <c:v>18.207908448030636</c:v>
                </c:pt>
                <c:pt idx="832">
                  <c:v>18.207908448030636</c:v>
                </c:pt>
                <c:pt idx="833">
                  <c:v>18.207908448030636</c:v>
                </c:pt>
                <c:pt idx="834">
                  <c:v>18.207908448030636</c:v>
                </c:pt>
                <c:pt idx="835">
                  <c:v>18.207908448030636</c:v>
                </c:pt>
                <c:pt idx="836">
                  <c:v>18.207908448030636</c:v>
                </c:pt>
                <c:pt idx="837">
                  <c:v>18.207908448030636</c:v>
                </c:pt>
                <c:pt idx="838">
                  <c:v>18.207908448030636</c:v>
                </c:pt>
                <c:pt idx="839">
                  <c:v>18.207908448030636</c:v>
                </c:pt>
                <c:pt idx="840">
                  <c:v>18.207908448030636</c:v>
                </c:pt>
                <c:pt idx="841">
                  <c:v>18.207908448030636</c:v>
                </c:pt>
                <c:pt idx="842">
                  <c:v>18.207908448030636</c:v>
                </c:pt>
                <c:pt idx="843">
                  <c:v>18.207908448030636</c:v>
                </c:pt>
                <c:pt idx="844">
                  <c:v>18.207908448030636</c:v>
                </c:pt>
                <c:pt idx="845">
                  <c:v>18.207908448030636</c:v>
                </c:pt>
                <c:pt idx="846">
                  <c:v>18.207908448030636</c:v>
                </c:pt>
                <c:pt idx="847">
                  <c:v>18.207908448030636</c:v>
                </c:pt>
                <c:pt idx="848">
                  <c:v>18.207908448030636</c:v>
                </c:pt>
                <c:pt idx="849">
                  <c:v>18.207908448030636</c:v>
                </c:pt>
                <c:pt idx="850">
                  <c:v>18.207908448030636</c:v>
                </c:pt>
                <c:pt idx="851">
                  <c:v>18.207908448030636</c:v>
                </c:pt>
                <c:pt idx="852">
                  <c:v>18.207908448030636</c:v>
                </c:pt>
                <c:pt idx="853">
                  <c:v>18.207908448030636</c:v>
                </c:pt>
                <c:pt idx="854">
                  <c:v>18.207908448030636</c:v>
                </c:pt>
                <c:pt idx="855">
                  <c:v>18.207908448030636</c:v>
                </c:pt>
                <c:pt idx="856">
                  <c:v>18.207908448030636</c:v>
                </c:pt>
                <c:pt idx="857">
                  <c:v>18.207908448030636</c:v>
                </c:pt>
                <c:pt idx="858">
                  <c:v>18.207908448030636</c:v>
                </c:pt>
                <c:pt idx="859">
                  <c:v>18.207908448030636</c:v>
                </c:pt>
                <c:pt idx="860">
                  <c:v>18.207908448030636</c:v>
                </c:pt>
                <c:pt idx="861">
                  <c:v>18.207908448030636</c:v>
                </c:pt>
                <c:pt idx="862">
                  <c:v>18.207908448030636</c:v>
                </c:pt>
                <c:pt idx="863">
                  <c:v>18.207908448030636</c:v>
                </c:pt>
                <c:pt idx="864">
                  <c:v>18.207908448030636</c:v>
                </c:pt>
                <c:pt idx="865">
                  <c:v>18.207908448030636</c:v>
                </c:pt>
                <c:pt idx="866">
                  <c:v>18.207908448030636</c:v>
                </c:pt>
                <c:pt idx="867">
                  <c:v>18.207908448030636</c:v>
                </c:pt>
                <c:pt idx="868">
                  <c:v>18.207908448030636</c:v>
                </c:pt>
                <c:pt idx="869">
                  <c:v>18.207908448030636</c:v>
                </c:pt>
                <c:pt idx="870">
                  <c:v>18.207908448030636</c:v>
                </c:pt>
                <c:pt idx="871">
                  <c:v>18.207908448030636</c:v>
                </c:pt>
                <c:pt idx="872">
                  <c:v>18.207908448030636</c:v>
                </c:pt>
                <c:pt idx="873">
                  <c:v>18.207908448030636</c:v>
                </c:pt>
                <c:pt idx="874">
                  <c:v>18.207908448030636</c:v>
                </c:pt>
                <c:pt idx="875">
                  <c:v>18.207908448030636</c:v>
                </c:pt>
                <c:pt idx="876">
                  <c:v>18.207908448030636</c:v>
                </c:pt>
                <c:pt idx="877">
                  <c:v>18.207908448030636</c:v>
                </c:pt>
                <c:pt idx="878">
                  <c:v>18.207908448030636</c:v>
                </c:pt>
                <c:pt idx="879">
                  <c:v>18.207908448030636</c:v>
                </c:pt>
                <c:pt idx="880">
                  <c:v>18.207908448030636</c:v>
                </c:pt>
                <c:pt idx="881">
                  <c:v>18.207908448030636</c:v>
                </c:pt>
                <c:pt idx="882">
                  <c:v>18.207908448030636</c:v>
                </c:pt>
                <c:pt idx="883">
                  <c:v>18.207908448030636</c:v>
                </c:pt>
                <c:pt idx="884">
                  <c:v>18.207908448030636</c:v>
                </c:pt>
                <c:pt idx="885">
                  <c:v>18.207908448030636</c:v>
                </c:pt>
                <c:pt idx="886">
                  <c:v>18.207908448030636</c:v>
                </c:pt>
                <c:pt idx="887">
                  <c:v>18.207908448030636</c:v>
                </c:pt>
                <c:pt idx="888">
                  <c:v>18.207908448030636</c:v>
                </c:pt>
                <c:pt idx="889">
                  <c:v>18.207908448030636</c:v>
                </c:pt>
                <c:pt idx="890">
                  <c:v>18.207908448030636</c:v>
                </c:pt>
                <c:pt idx="891">
                  <c:v>18.207908448030636</c:v>
                </c:pt>
                <c:pt idx="892">
                  <c:v>18.207908448030636</c:v>
                </c:pt>
                <c:pt idx="893">
                  <c:v>18.207908448030636</c:v>
                </c:pt>
                <c:pt idx="894">
                  <c:v>18.207908448030636</c:v>
                </c:pt>
                <c:pt idx="895">
                  <c:v>18.207908448030636</c:v>
                </c:pt>
                <c:pt idx="896">
                  <c:v>18.207908448030636</c:v>
                </c:pt>
                <c:pt idx="897">
                  <c:v>18.207908448030636</c:v>
                </c:pt>
                <c:pt idx="898">
                  <c:v>18.207908448030636</c:v>
                </c:pt>
                <c:pt idx="899">
                  <c:v>18.207908448030636</c:v>
                </c:pt>
                <c:pt idx="900">
                  <c:v>18.207908448030636</c:v>
                </c:pt>
                <c:pt idx="901">
                  <c:v>18.207908448030636</c:v>
                </c:pt>
                <c:pt idx="902">
                  <c:v>18.207908448030636</c:v>
                </c:pt>
                <c:pt idx="903">
                  <c:v>18.207908448030636</c:v>
                </c:pt>
                <c:pt idx="904">
                  <c:v>18.207908448030636</c:v>
                </c:pt>
                <c:pt idx="905">
                  <c:v>18.207908448030636</c:v>
                </c:pt>
                <c:pt idx="906">
                  <c:v>18.207908448030636</c:v>
                </c:pt>
                <c:pt idx="907">
                  <c:v>18.207908448030636</c:v>
                </c:pt>
                <c:pt idx="908">
                  <c:v>18.207908448030636</c:v>
                </c:pt>
                <c:pt idx="909">
                  <c:v>18.207908448030636</c:v>
                </c:pt>
                <c:pt idx="910">
                  <c:v>18.207908448030636</c:v>
                </c:pt>
                <c:pt idx="911">
                  <c:v>18.207908448030636</c:v>
                </c:pt>
                <c:pt idx="912">
                  <c:v>18.207908448030636</c:v>
                </c:pt>
                <c:pt idx="913">
                  <c:v>18.207908448030636</c:v>
                </c:pt>
                <c:pt idx="914">
                  <c:v>18.207908448030636</c:v>
                </c:pt>
                <c:pt idx="915">
                  <c:v>18.207908448030636</c:v>
                </c:pt>
                <c:pt idx="916">
                  <c:v>18.207908448030636</c:v>
                </c:pt>
                <c:pt idx="917">
                  <c:v>18.207908448030636</c:v>
                </c:pt>
                <c:pt idx="918">
                  <c:v>18.207908448030636</c:v>
                </c:pt>
                <c:pt idx="919">
                  <c:v>18.207908448030636</c:v>
                </c:pt>
                <c:pt idx="920">
                  <c:v>18.207908448030636</c:v>
                </c:pt>
                <c:pt idx="921">
                  <c:v>18.207908448030636</c:v>
                </c:pt>
                <c:pt idx="922">
                  <c:v>18.207908448030636</c:v>
                </c:pt>
                <c:pt idx="923">
                  <c:v>18.207908448030636</c:v>
                </c:pt>
                <c:pt idx="924">
                  <c:v>18.207908448030636</c:v>
                </c:pt>
                <c:pt idx="925">
                  <c:v>18.207908448030636</c:v>
                </c:pt>
                <c:pt idx="926">
                  <c:v>18.207908448030636</c:v>
                </c:pt>
                <c:pt idx="927">
                  <c:v>18.207908448030636</c:v>
                </c:pt>
                <c:pt idx="928">
                  <c:v>18.207908448030636</c:v>
                </c:pt>
                <c:pt idx="929">
                  <c:v>18.207908448030636</c:v>
                </c:pt>
                <c:pt idx="930">
                  <c:v>18.207908448030636</c:v>
                </c:pt>
                <c:pt idx="931">
                  <c:v>18.207908448030636</c:v>
                </c:pt>
                <c:pt idx="932">
                  <c:v>18.207908448030636</c:v>
                </c:pt>
                <c:pt idx="933">
                  <c:v>18.207908448030636</c:v>
                </c:pt>
                <c:pt idx="934">
                  <c:v>18.207908448030636</c:v>
                </c:pt>
                <c:pt idx="935">
                  <c:v>18.207908448030636</c:v>
                </c:pt>
                <c:pt idx="936">
                  <c:v>18.207908448030636</c:v>
                </c:pt>
                <c:pt idx="937">
                  <c:v>18.207908448030636</c:v>
                </c:pt>
                <c:pt idx="938">
                  <c:v>18.207908448030636</c:v>
                </c:pt>
                <c:pt idx="939">
                  <c:v>18.207908448030636</c:v>
                </c:pt>
                <c:pt idx="940">
                  <c:v>18.207908448030636</c:v>
                </c:pt>
                <c:pt idx="941">
                  <c:v>18.207908448030636</c:v>
                </c:pt>
                <c:pt idx="942">
                  <c:v>18.207908448030636</c:v>
                </c:pt>
                <c:pt idx="943">
                  <c:v>18.207908448030636</c:v>
                </c:pt>
                <c:pt idx="944">
                  <c:v>18.207908448030636</c:v>
                </c:pt>
                <c:pt idx="945">
                  <c:v>18.207908448030636</c:v>
                </c:pt>
                <c:pt idx="946">
                  <c:v>18.207908448030636</c:v>
                </c:pt>
                <c:pt idx="947">
                  <c:v>18.207908448030636</c:v>
                </c:pt>
                <c:pt idx="948">
                  <c:v>18.207908448030636</c:v>
                </c:pt>
                <c:pt idx="949">
                  <c:v>18.207908448030636</c:v>
                </c:pt>
                <c:pt idx="950">
                  <c:v>18.207908448030636</c:v>
                </c:pt>
                <c:pt idx="951">
                  <c:v>18.207908448030636</c:v>
                </c:pt>
                <c:pt idx="952">
                  <c:v>18.207908448030636</c:v>
                </c:pt>
                <c:pt idx="953">
                  <c:v>18.207908448030636</c:v>
                </c:pt>
                <c:pt idx="954">
                  <c:v>18.207908448030636</c:v>
                </c:pt>
                <c:pt idx="955">
                  <c:v>18.207908448030636</c:v>
                </c:pt>
                <c:pt idx="956">
                  <c:v>18.207908448030636</c:v>
                </c:pt>
                <c:pt idx="957">
                  <c:v>18.207908448030636</c:v>
                </c:pt>
                <c:pt idx="958">
                  <c:v>18.207908448030636</c:v>
                </c:pt>
                <c:pt idx="959">
                  <c:v>18.207908448030636</c:v>
                </c:pt>
                <c:pt idx="960">
                  <c:v>18.207908448030636</c:v>
                </c:pt>
                <c:pt idx="961">
                  <c:v>18.207908448030636</c:v>
                </c:pt>
                <c:pt idx="962">
                  <c:v>18.207908448030636</c:v>
                </c:pt>
                <c:pt idx="963">
                  <c:v>18.207908448030636</c:v>
                </c:pt>
                <c:pt idx="964">
                  <c:v>18.207908448030636</c:v>
                </c:pt>
                <c:pt idx="965">
                  <c:v>18.207908448030636</c:v>
                </c:pt>
                <c:pt idx="966">
                  <c:v>18.207908448030636</c:v>
                </c:pt>
                <c:pt idx="967">
                  <c:v>18.207908448030636</c:v>
                </c:pt>
                <c:pt idx="968">
                  <c:v>18.207908448030636</c:v>
                </c:pt>
                <c:pt idx="969">
                  <c:v>18.207908448030636</c:v>
                </c:pt>
                <c:pt idx="970">
                  <c:v>18.207908448030636</c:v>
                </c:pt>
                <c:pt idx="971">
                  <c:v>18.207908448030636</c:v>
                </c:pt>
                <c:pt idx="972">
                  <c:v>18.207908448030636</c:v>
                </c:pt>
                <c:pt idx="973">
                  <c:v>18.207908448030636</c:v>
                </c:pt>
                <c:pt idx="974">
                  <c:v>18.207908448030636</c:v>
                </c:pt>
                <c:pt idx="975">
                  <c:v>18.207908448030636</c:v>
                </c:pt>
                <c:pt idx="976">
                  <c:v>18.207908448030636</c:v>
                </c:pt>
                <c:pt idx="977">
                  <c:v>18.207908448030636</c:v>
                </c:pt>
                <c:pt idx="978">
                  <c:v>18.207908448030636</c:v>
                </c:pt>
                <c:pt idx="979">
                  <c:v>18.207908448030636</c:v>
                </c:pt>
                <c:pt idx="980">
                  <c:v>18.207908448030636</c:v>
                </c:pt>
                <c:pt idx="981">
                  <c:v>18.207908448030636</c:v>
                </c:pt>
                <c:pt idx="982">
                  <c:v>18.207908448030636</c:v>
                </c:pt>
                <c:pt idx="983">
                  <c:v>18.207908448030636</c:v>
                </c:pt>
                <c:pt idx="984">
                  <c:v>18.207908448030636</c:v>
                </c:pt>
                <c:pt idx="985">
                  <c:v>18.207908448030636</c:v>
                </c:pt>
                <c:pt idx="986">
                  <c:v>18.207908448030636</c:v>
                </c:pt>
                <c:pt idx="987">
                  <c:v>18.207908448030636</c:v>
                </c:pt>
                <c:pt idx="988">
                  <c:v>18.207908448030636</c:v>
                </c:pt>
                <c:pt idx="989">
                  <c:v>18.207908448030636</c:v>
                </c:pt>
                <c:pt idx="990">
                  <c:v>18.207908448030636</c:v>
                </c:pt>
                <c:pt idx="991">
                  <c:v>18.207908448030636</c:v>
                </c:pt>
                <c:pt idx="992">
                  <c:v>18.207908448030636</c:v>
                </c:pt>
                <c:pt idx="993">
                  <c:v>18.207908448030636</c:v>
                </c:pt>
                <c:pt idx="994">
                  <c:v>18.207908448030636</c:v>
                </c:pt>
                <c:pt idx="995">
                  <c:v>18.207908448030636</c:v>
                </c:pt>
                <c:pt idx="996">
                  <c:v>18.207908448030636</c:v>
                </c:pt>
                <c:pt idx="997">
                  <c:v>18.207908448030636</c:v>
                </c:pt>
                <c:pt idx="998">
                  <c:v>18.207908448030636</c:v>
                </c:pt>
                <c:pt idx="999">
                  <c:v>18.207908448030636</c:v>
                </c:pt>
                <c:pt idx="1000">
                  <c:v>18.207908448030636</c:v>
                </c:pt>
                <c:pt idx="1001">
                  <c:v>18.207908448030636</c:v>
                </c:pt>
                <c:pt idx="1002">
                  <c:v>18.207908448030636</c:v>
                </c:pt>
                <c:pt idx="1003">
                  <c:v>18.207908448030636</c:v>
                </c:pt>
                <c:pt idx="1004">
                  <c:v>18.207908448030636</c:v>
                </c:pt>
                <c:pt idx="1005">
                  <c:v>18.207908448030636</c:v>
                </c:pt>
                <c:pt idx="1006">
                  <c:v>18.207908448030636</c:v>
                </c:pt>
                <c:pt idx="1007">
                  <c:v>18.207908448030636</c:v>
                </c:pt>
                <c:pt idx="1008">
                  <c:v>18.207908448030636</c:v>
                </c:pt>
                <c:pt idx="1009">
                  <c:v>18.207908448030636</c:v>
                </c:pt>
                <c:pt idx="1010">
                  <c:v>18.207908448030636</c:v>
                </c:pt>
                <c:pt idx="1011">
                  <c:v>18.207908448030636</c:v>
                </c:pt>
                <c:pt idx="1012">
                  <c:v>18.207908448030636</c:v>
                </c:pt>
                <c:pt idx="1013">
                  <c:v>18.207908448030636</c:v>
                </c:pt>
                <c:pt idx="1014">
                  <c:v>18.207908448030636</c:v>
                </c:pt>
                <c:pt idx="1015">
                  <c:v>18.207908448030636</c:v>
                </c:pt>
                <c:pt idx="1016">
                  <c:v>18.207908448030636</c:v>
                </c:pt>
                <c:pt idx="1017">
                  <c:v>18.207908448030636</c:v>
                </c:pt>
                <c:pt idx="1018">
                  <c:v>18.207908448030636</c:v>
                </c:pt>
                <c:pt idx="1019">
                  <c:v>18.207908448030636</c:v>
                </c:pt>
                <c:pt idx="1020">
                  <c:v>18.207908448030636</c:v>
                </c:pt>
                <c:pt idx="1021">
                  <c:v>18.207908448030636</c:v>
                </c:pt>
                <c:pt idx="1022">
                  <c:v>18.207908448030636</c:v>
                </c:pt>
                <c:pt idx="1023">
                  <c:v>18.207908448030636</c:v>
                </c:pt>
                <c:pt idx="1024">
                  <c:v>18.207908448030636</c:v>
                </c:pt>
                <c:pt idx="1025">
                  <c:v>18.207908448030636</c:v>
                </c:pt>
                <c:pt idx="1026">
                  <c:v>18.207908448030636</c:v>
                </c:pt>
                <c:pt idx="1027">
                  <c:v>18.207908448030636</c:v>
                </c:pt>
                <c:pt idx="1028">
                  <c:v>18.207908448030636</c:v>
                </c:pt>
                <c:pt idx="1029">
                  <c:v>18.207908448030636</c:v>
                </c:pt>
                <c:pt idx="1030">
                  <c:v>18.207908448030636</c:v>
                </c:pt>
                <c:pt idx="1031">
                  <c:v>18.207908448030636</c:v>
                </c:pt>
                <c:pt idx="1032">
                  <c:v>18.207908448030636</c:v>
                </c:pt>
                <c:pt idx="1033">
                  <c:v>18.207908448030636</c:v>
                </c:pt>
                <c:pt idx="1034">
                  <c:v>18.207908448030636</c:v>
                </c:pt>
                <c:pt idx="1035">
                  <c:v>18.207908448030636</c:v>
                </c:pt>
                <c:pt idx="1036">
                  <c:v>18.207908448030636</c:v>
                </c:pt>
                <c:pt idx="1037">
                  <c:v>18.207908448030636</c:v>
                </c:pt>
                <c:pt idx="1038">
                  <c:v>18.207908448030636</c:v>
                </c:pt>
                <c:pt idx="1039">
                  <c:v>18.207908448030636</c:v>
                </c:pt>
                <c:pt idx="1040">
                  <c:v>18.207908448030636</c:v>
                </c:pt>
                <c:pt idx="1041">
                  <c:v>18.207908448030636</c:v>
                </c:pt>
                <c:pt idx="1042">
                  <c:v>18.207908448030636</c:v>
                </c:pt>
                <c:pt idx="1043">
                  <c:v>18.207908448030636</c:v>
                </c:pt>
                <c:pt idx="1044">
                  <c:v>18.207908448030636</c:v>
                </c:pt>
                <c:pt idx="1045">
                  <c:v>18.207908448030636</c:v>
                </c:pt>
                <c:pt idx="1046">
                  <c:v>18.207908448030636</c:v>
                </c:pt>
                <c:pt idx="1047">
                  <c:v>18.207908448030636</c:v>
                </c:pt>
                <c:pt idx="1048">
                  <c:v>18.207908448030636</c:v>
                </c:pt>
                <c:pt idx="1049">
                  <c:v>18.207908448030636</c:v>
                </c:pt>
                <c:pt idx="1050">
                  <c:v>18.207908448030636</c:v>
                </c:pt>
                <c:pt idx="1051">
                  <c:v>18.207908448030636</c:v>
                </c:pt>
                <c:pt idx="1052">
                  <c:v>18.207908448030636</c:v>
                </c:pt>
                <c:pt idx="1053">
                  <c:v>18.207908448030636</c:v>
                </c:pt>
                <c:pt idx="1054">
                  <c:v>18.207908448030636</c:v>
                </c:pt>
                <c:pt idx="1055">
                  <c:v>18.207908448030636</c:v>
                </c:pt>
                <c:pt idx="1056">
                  <c:v>18.207908448030636</c:v>
                </c:pt>
                <c:pt idx="1057">
                  <c:v>18.207908448030636</c:v>
                </c:pt>
                <c:pt idx="1058">
                  <c:v>18.207908448030636</c:v>
                </c:pt>
                <c:pt idx="1059">
                  <c:v>18.207908448030636</c:v>
                </c:pt>
                <c:pt idx="1060">
                  <c:v>18.207908448030636</c:v>
                </c:pt>
                <c:pt idx="1061">
                  <c:v>18.207908448030636</c:v>
                </c:pt>
                <c:pt idx="1062">
                  <c:v>18.207908448030636</c:v>
                </c:pt>
                <c:pt idx="1063">
                  <c:v>18.207908448030636</c:v>
                </c:pt>
                <c:pt idx="1064">
                  <c:v>18.207908448030636</c:v>
                </c:pt>
                <c:pt idx="1065">
                  <c:v>18.207908448030636</c:v>
                </c:pt>
                <c:pt idx="1066">
                  <c:v>18.207908448030636</c:v>
                </c:pt>
                <c:pt idx="1067">
                  <c:v>18.207908448030636</c:v>
                </c:pt>
                <c:pt idx="1068">
                  <c:v>18.207908448030636</c:v>
                </c:pt>
                <c:pt idx="1069">
                  <c:v>18.207908448030636</c:v>
                </c:pt>
                <c:pt idx="1070">
                  <c:v>18.207908448030636</c:v>
                </c:pt>
                <c:pt idx="1071">
                  <c:v>18.207908448030636</c:v>
                </c:pt>
                <c:pt idx="1072">
                  <c:v>18.207908448030636</c:v>
                </c:pt>
                <c:pt idx="1073">
                  <c:v>18.207908448030636</c:v>
                </c:pt>
                <c:pt idx="1074">
                  <c:v>18.207908448030636</c:v>
                </c:pt>
                <c:pt idx="1075">
                  <c:v>18.207908448030636</c:v>
                </c:pt>
                <c:pt idx="1076">
                  <c:v>18.207908448030636</c:v>
                </c:pt>
                <c:pt idx="1077">
                  <c:v>18.207908448030636</c:v>
                </c:pt>
                <c:pt idx="1078">
                  <c:v>18.207908448030636</c:v>
                </c:pt>
                <c:pt idx="1079">
                  <c:v>18.207908448030636</c:v>
                </c:pt>
                <c:pt idx="1080">
                  <c:v>18.207908448030636</c:v>
                </c:pt>
                <c:pt idx="1081">
                  <c:v>18.207908448030636</c:v>
                </c:pt>
                <c:pt idx="1082">
                  <c:v>18.207908448030636</c:v>
                </c:pt>
                <c:pt idx="1083">
                  <c:v>18.207908448030636</c:v>
                </c:pt>
                <c:pt idx="1084">
                  <c:v>18.207908448030636</c:v>
                </c:pt>
                <c:pt idx="1085">
                  <c:v>18.207908448030636</c:v>
                </c:pt>
                <c:pt idx="1086">
                  <c:v>18.207908448030636</c:v>
                </c:pt>
                <c:pt idx="1087">
                  <c:v>18.207908448030636</c:v>
                </c:pt>
                <c:pt idx="1088">
                  <c:v>18.207908448030636</c:v>
                </c:pt>
                <c:pt idx="1089">
                  <c:v>18.207908448030636</c:v>
                </c:pt>
                <c:pt idx="1090">
                  <c:v>18.207908448030636</c:v>
                </c:pt>
                <c:pt idx="1091">
                  <c:v>18.207908448030636</c:v>
                </c:pt>
                <c:pt idx="1092">
                  <c:v>18.207908448030636</c:v>
                </c:pt>
                <c:pt idx="1093">
                  <c:v>18.207908448030636</c:v>
                </c:pt>
                <c:pt idx="1094">
                  <c:v>18.207908448030636</c:v>
                </c:pt>
                <c:pt idx="1095">
                  <c:v>18.207908448030636</c:v>
                </c:pt>
                <c:pt idx="1096">
                  <c:v>18.207908448030636</c:v>
                </c:pt>
                <c:pt idx="1097">
                  <c:v>18.207908448030636</c:v>
                </c:pt>
                <c:pt idx="1098">
                  <c:v>18.207908448030636</c:v>
                </c:pt>
                <c:pt idx="1099">
                  <c:v>18.207908448030636</c:v>
                </c:pt>
                <c:pt idx="1100">
                  <c:v>18.207908448030636</c:v>
                </c:pt>
                <c:pt idx="1101">
                  <c:v>18.207908448030636</c:v>
                </c:pt>
                <c:pt idx="1102">
                  <c:v>18.207908448030636</c:v>
                </c:pt>
                <c:pt idx="1103">
                  <c:v>18.207908448030636</c:v>
                </c:pt>
                <c:pt idx="1104">
                  <c:v>18.207908448030636</c:v>
                </c:pt>
                <c:pt idx="1105">
                  <c:v>18.207908448030636</c:v>
                </c:pt>
                <c:pt idx="1106">
                  <c:v>18.207908448030636</c:v>
                </c:pt>
                <c:pt idx="1107">
                  <c:v>18.207908448030636</c:v>
                </c:pt>
                <c:pt idx="1108">
                  <c:v>18.207908448030636</c:v>
                </c:pt>
                <c:pt idx="1109">
                  <c:v>18.207908448030636</c:v>
                </c:pt>
                <c:pt idx="1110">
                  <c:v>18.207908448030636</c:v>
                </c:pt>
                <c:pt idx="1111">
                  <c:v>18.207908448030636</c:v>
                </c:pt>
                <c:pt idx="1112">
                  <c:v>18.207908448030636</c:v>
                </c:pt>
                <c:pt idx="1113">
                  <c:v>18.207908448030636</c:v>
                </c:pt>
                <c:pt idx="1114">
                  <c:v>18.207908448030636</c:v>
                </c:pt>
                <c:pt idx="1115">
                  <c:v>18.207908448030636</c:v>
                </c:pt>
                <c:pt idx="1116">
                  <c:v>18.207908448030636</c:v>
                </c:pt>
                <c:pt idx="1117">
                  <c:v>18.207908448030636</c:v>
                </c:pt>
                <c:pt idx="1118">
                  <c:v>18.207908448030636</c:v>
                </c:pt>
                <c:pt idx="1119">
                  <c:v>18.207908448030636</c:v>
                </c:pt>
                <c:pt idx="1120">
                  <c:v>18.207908448030636</c:v>
                </c:pt>
                <c:pt idx="1121">
                  <c:v>18.207908448030636</c:v>
                </c:pt>
                <c:pt idx="1122">
                  <c:v>18.207908448030636</c:v>
                </c:pt>
                <c:pt idx="1123">
                  <c:v>18.207908448030636</c:v>
                </c:pt>
                <c:pt idx="1124">
                  <c:v>18.207908448030636</c:v>
                </c:pt>
                <c:pt idx="1125">
                  <c:v>18.207908448030636</c:v>
                </c:pt>
                <c:pt idx="1126">
                  <c:v>18.207908448030636</c:v>
                </c:pt>
                <c:pt idx="1127">
                  <c:v>18.207908448030636</c:v>
                </c:pt>
                <c:pt idx="1128">
                  <c:v>18.207908448030636</c:v>
                </c:pt>
                <c:pt idx="1129">
                  <c:v>18.207908448030636</c:v>
                </c:pt>
                <c:pt idx="1130">
                  <c:v>18.207908448030636</c:v>
                </c:pt>
                <c:pt idx="1131">
                  <c:v>18.207908448030636</c:v>
                </c:pt>
                <c:pt idx="1132">
                  <c:v>18.207908448030636</c:v>
                </c:pt>
                <c:pt idx="1133">
                  <c:v>18.207908448030636</c:v>
                </c:pt>
                <c:pt idx="1134">
                  <c:v>18.207908448030636</c:v>
                </c:pt>
                <c:pt idx="1135">
                  <c:v>18.207908448030636</c:v>
                </c:pt>
                <c:pt idx="1136">
                  <c:v>18.207908448030636</c:v>
                </c:pt>
                <c:pt idx="1137">
                  <c:v>18.207908448030636</c:v>
                </c:pt>
                <c:pt idx="1138">
                  <c:v>18.207908448030636</c:v>
                </c:pt>
                <c:pt idx="1139">
                  <c:v>18.207908448030636</c:v>
                </c:pt>
                <c:pt idx="1140">
                  <c:v>18.207908448030636</c:v>
                </c:pt>
                <c:pt idx="1141">
                  <c:v>18.207908448030636</c:v>
                </c:pt>
                <c:pt idx="1142">
                  <c:v>18.207908448030636</c:v>
                </c:pt>
                <c:pt idx="1143">
                  <c:v>18.207908448030636</c:v>
                </c:pt>
                <c:pt idx="1144">
                  <c:v>18.207908448030636</c:v>
                </c:pt>
                <c:pt idx="1145">
                  <c:v>18.207908448030636</c:v>
                </c:pt>
                <c:pt idx="1146">
                  <c:v>18.207908448030636</c:v>
                </c:pt>
                <c:pt idx="1147">
                  <c:v>18.207908448030636</c:v>
                </c:pt>
                <c:pt idx="1148">
                  <c:v>18.207908448030636</c:v>
                </c:pt>
                <c:pt idx="1149">
                  <c:v>18.207908448030636</c:v>
                </c:pt>
                <c:pt idx="1150">
                  <c:v>18.207908448030636</c:v>
                </c:pt>
                <c:pt idx="1151">
                  <c:v>18.207908448030636</c:v>
                </c:pt>
                <c:pt idx="1152">
                  <c:v>18.207908448030636</c:v>
                </c:pt>
                <c:pt idx="1153">
                  <c:v>18.207908448030636</c:v>
                </c:pt>
                <c:pt idx="1154">
                  <c:v>18.207908448030636</c:v>
                </c:pt>
                <c:pt idx="1155">
                  <c:v>18.207908448030636</c:v>
                </c:pt>
                <c:pt idx="1156">
                  <c:v>18.207908448030636</c:v>
                </c:pt>
                <c:pt idx="1157">
                  <c:v>18.207908448030636</c:v>
                </c:pt>
                <c:pt idx="1158">
                  <c:v>18.207908448030636</c:v>
                </c:pt>
                <c:pt idx="1159">
                  <c:v>18.207908448030636</c:v>
                </c:pt>
                <c:pt idx="1160">
                  <c:v>18.207908448030636</c:v>
                </c:pt>
                <c:pt idx="1161">
                  <c:v>18.207908448030636</c:v>
                </c:pt>
                <c:pt idx="1162">
                  <c:v>18.207908448030636</c:v>
                </c:pt>
                <c:pt idx="1163">
                  <c:v>18.207908448030636</c:v>
                </c:pt>
                <c:pt idx="1164">
                  <c:v>18.207908448030636</c:v>
                </c:pt>
                <c:pt idx="1165">
                  <c:v>18.207908448030636</c:v>
                </c:pt>
                <c:pt idx="1166">
                  <c:v>18.207908448030636</c:v>
                </c:pt>
                <c:pt idx="1167">
                  <c:v>18.207908448030636</c:v>
                </c:pt>
                <c:pt idx="1168">
                  <c:v>18.207908448030636</c:v>
                </c:pt>
                <c:pt idx="1169">
                  <c:v>18.207908448030636</c:v>
                </c:pt>
                <c:pt idx="1170">
                  <c:v>18.207908448030636</c:v>
                </c:pt>
                <c:pt idx="1171">
                  <c:v>18.207908448030636</c:v>
                </c:pt>
                <c:pt idx="1172">
                  <c:v>18.207908448030636</c:v>
                </c:pt>
                <c:pt idx="1173">
                  <c:v>18.207908448030636</c:v>
                </c:pt>
                <c:pt idx="1174">
                  <c:v>18.207908448030636</c:v>
                </c:pt>
                <c:pt idx="1175">
                  <c:v>18.207908448030636</c:v>
                </c:pt>
                <c:pt idx="1176">
                  <c:v>18.207908448030636</c:v>
                </c:pt>
                <c:pt idx="1177">
                  <c:v>18.207908448030636</c:v>
                </c:pt>
                <c:pt idx="1178">
                  <c:v>18.207908448030636</c:v>
                </c:pt>
                <c:pt idx="1179">
                  <c:v>18.207908448030636</c:v>
                </c:pt>
                <c:pt idx="1180">
                  <c:v>18.207908448030636</c:v>
                </c:pt>
                <c:pt idx="1181">
                  <c:v>18.207908448030636</c:v>
                </c:pt>
                <c:pt idx="1182">
                  <c:v>18.207908448030636</c:v>
                </c:pt>
                <c:pt idx="1183">
                  <c:v>18.207908448030636</c:v>
                </c:pt>
                <c:pt idx="1184">
                  <c:v>18.207908448030636</c:v>
                </c:pt>
                <c:pt idx="1185">
                  <c:v>18.207908448030636</c:v>
                </c:pt>
                <c:pt idx="1186">
                  <c:v>18.207908448030636</c:v>
                </c:pt>
                <c:pt idx="1187">
                  <c:v>18.207908448030636</c:v>
                </c:pt>
                <c:pt idx="1188">
                  <c:v>18.207908448030636</c:v>
                </c:pt>
                <c:pt idx="1189">
                  <c:v>18.207908448030636</c:v>
                </c:pt>
                <c:pt idx="1190">
                  <c:v>18.207908448030636</c:v>
                </c:pt>
                <c:pt idx="1191">
                  <c:v>18.207908448030636</c:v>
                </c:pt>
                <c:pt idx="1192">
                  <c:v>18.207908448030636</c:v>
                </c:pt>
                <c:pt idx="1193">
                  <c:v>18.207908448030636</c:v>
                </c:pt>
                <c:pt idx="1194">
                  <c:v>18.207908448030636</c:v>
                </c:pt>
                <c:pt idx="1195">
                  <c:v>18.207908448030636</c:v>
                </c:pt>
                <c:pt idx="1196">
                  <c:v>18.207908448030636</c:v>
                </c:pt>
                <c:pt idx="1197">
                  <c:v>18.207908448030636</c:v>
                </c:pt>
                <c:pt idx="1198">
                  <c:v>18.207908448030636</c:v>
                </c:pt>
                <c:pt idx="1199">
                  <c:v>18.207908448030636</c:v>
                </c:pt>
                <c:pt idx="1200">
                  <c:v>18.207908448030636</c:v>
                </c:pt>
                <c:pt idx="1201">
                  <c:v>18.207908448030636</c:v>
                </c:pt>
                <c:pt idx="1202">
                  <c:v>18.207908448030636</c:v>
                </c:pt>
                <c:pt idx="1203">
                  <c:v>18.207908448030636</c:v>
                </c:pt>
                <c:pt idx="1204">
                  <c:v>18.207908448030636</c:v>
                </c:pt>
                <c:pt idx="1205">
                  <c:v>18.207908448030636</c:v>
                </c:pt>
                <c:pt idx="1206">
                  <c:v>18.207908448030636</c:v>
                </c:pt>
                <c:pt idx="1207">
                  <c:v>18.207908448030636</c:v>
                </c:pt>
                <c:pt idx="1208">
                  <c:v>18.207908448030636</c:v>
                </c:pt>
                <c:pt idx="1209">
                  <c:v>18.207908448030636</c:v>
                </c:pt>
                <c:pt idx="1210">
                  <c:v>18.207908448030636</c:v>
                </c:pt>
                <c:pt idx="1211">
                  <c:v>18.207908448030636</c:v>
                </c:pt>
                <c:pt idx="1212">
                  <c:v>18.207908448030636</c:v>
                </c:pt>
                <c:pt idx="1213">
                  <c:v>18.207908448030636</c:v>
                </c:pt>
                <c:pt idx="1214">
                  <c:v>18.207908448030636</c:v>
                </c:pt>
                <c:pt idx="1215">
                  <c:v>18.207908448030636</c:v>
                </c:pt>
                <c:pt idx="1216">
                  <c:v>18.207908448030636</c:v>
                </c:pt>
                <c:pt idx="1217">
                  <c:v>18.207908448030636</c:v>
                </c:pt>
                <c:pt idx="1218">
                  <c:v>18.207908448030636</c:v>
                </c:pt>
                <c:pt idx="1219">
                  <c:v>18.207908448030636</c:v>
                </c:pt>
                <c:pt idx="1220">
                  <c:v>18.207908448030636</c:v>
                </c:pt>
                <c:pt idx="1221">
                  <c:v>18.207908448030636</c:v>
                </c:pt>
                <c:pt idx="1222">
                  <c:v>18.207908448030636</c:v>
                </c:pt>
                <c:pt idx="1223">
                  <c:v>18.207908448030636</c:v>
                </c:pt>
                <c:pt idx="1224">
                  <c:v>18.207908448030636</c:v>
                </c:pt>
                <c:pt idx="1225">
                  <c:v>18.207908448030636</c:v>
                </c:pt>
                <c:pt idx="1226">
                  <c:v>18.207908448030636</c:v>
                </c:pt>
                <c:pt idx="1227">
                  <c:v>18.207908448030636</c:v>
                </c:pt>
                <c:pt idx="1228">
                  <c:v>18.207908448030636</c:v>
                </c:pt>
                <c:pt idx="1229">
                  <c:v>18.207908448030636</c:v>
                </c:pt>
                <c:pt idx="1230">
                  <c:v>18.207908448030636</c:v>
                </c:pt>
                <c:pt idx="1231">
                  <c:v>18.207908448030636</c:v>
                </c:pt>
                <c:pt idx="1232">
                  <c:v>18.207908448030636</c:v>
                </c:pt>
                <c:pt idx="1233">
                  <c:v>18.207908448030636</c:v>
                </c:pt>
                <c:pt idx="1234">
                  <c:v>18.207908448030636</c:v>
                </c:pt>
                <c:pt idx="1235">
                  <c:v>18.207908448030636</c:v>
                </c:pt>
                <c:pt idx="1236">
                  <c:v>18.207908448030636</c:v>
                </c:pt>
                <c:pt idx="1237">
                  <c:v>18.207908448030636</c:v>
                </c:pt>
                <c:pt idx="1238">
                  <c:v>18.207908448030636</c:v>
                </c:pt>
                <c:pt idx="1239">
                  <c:v>18.207908448030636</c:v>
                </c:pt>
                <c:pt idx="1240">
                  <c:v>18.207908448030636</c:v>
                </c:pt>
                <c:pt idx="1241">
                  <c:v>18.207908448030636</c:v>
                </c:pt>
                <c:pt idx="1242">
                  <c:v>18.207908448030636</c:v>
                </c:pt>
                <c:pt idx="1243">
                  <c:v>18.207908448030636</c:v>
                </c:pt>
                <c:pt idx="1244">
                  <c:v>18.207908448030636</c:v>
                </c:pt>
                <c:pt idx="1245">
                  <c:v>18.207908448030636</c:v>
                </c:pt>
                <c:pt idx="1246">
                  <c:v>18.207908448030636</c:v>
                </c:pt>
                <c:pt idx="1247">
                  <c:v>18.207908448030636</c:v>
                </c:pt>
                <c:pt idx="1248">
                  <c:v>18.207908448030636</c:v>
                </c:pt>
                <c:pt idx="1249">
                  <c:v>18.207908448030636</c:v>
                </c:pt>
                <c:pt idx="1250">
                  <c:v>18.207908448030636</c:v>
                </c:pt>
                <c:pt idx="1251">
                  <c:v>18.207908448030636</c:v>
                </c:pt>
                <c:pt idx="1252">
                  <c:v>18.207908448030636</c:v>
                </c:pt>
                <c:pt idx="1253">
                  <c:v>18.207908448030636</c:v>
                </c:pt>
                <c:pt idx="1254">
                  <c:v>18.207908448030636</c:v>
                </c:pt>
                <c:pt idx="1255">
                  <c:v>18.207908448030636</c:v>
                </c:pt>
                <c:pt idx="1256">
                  <c:v>18.207908448030636</c:v>
                </c:pt>
                <c:pt idx="1257">
                  <c:v>18.207908448030636</c:v>
                </c:pt>
                <c:pt idx="1258">
                  <c:v>18.207908448030636</c:v>
                </c:pt>
                <c:pt idx="1259">
                  <c:v>18.207908448030636</c:v>
                </c:pt>
                <c:pt idx="1260">
                  <c:v>18.207908448030636</c:v>
                </c:pt>
                <c:pt idx="1261">
                  <c:v>18.207908448030636</c:v>
                </c:pt>
                <c:pt idx="1262">
                  <c:v>18.207908448030636</c:v>
                </c:pt>
                <c:pt idx="1263">
                  <c:v>18.207908448030636</c:v>
                </c:pt>
                <c:pt idx="1264">
                  <c:v>18.207908448030636</c:v>
                </c:pt>
                <c:pt idx="1265">
                  <c:v>18.207908448030636</c:v>
                </c:pt>
                <c:pt idx="1266">
                  <c:v>18.207908448030636</c:v>
                </c:pt>
                <c:pt idx="1267">
                  <c:v>18.207908448030636</c:v>
                </c:pt>
                <c:pt idx="1268">
                  <c:v>18.207908448030636</c:v>
                </c:pt>
                <c:pt idx="1269">
                  <c:v>18.207908448030636</c:v>
                </c:pt>
                <c:pt idx="1270">
                  <c:v>18.207908448030636</c:v>
                </c:pt>
                <c:pt idx="1271">
                  <c:v>18.207908448030636</c:v>
                </c:pt>
                <c:pt idx="1272">
                  <c:v>18.207908448030636</c:v>
                </c:pt>
                <c:pt idx="1273">
                  <c:v>18.207908448030636</c:v>
                </c:pt>
                <c:pt idx="1274">
                  <c:v>18.207908448030636</c:v>
                </c:pt>
                <c:pt idx="1275">
                  <c:v>18.207908448030636</c:v>
                </c:pt>
                <c:pt idx="1276">
                  <c:v>18.207908448030636</c:v>
                </c:pt>
                <c:pt idx="1277">
                  <c:v>18.207908448030636</c:v>
                </c:pt>
                <c:pt idx="1278">
                  <c:v>18.207908448030636</c:v>
                </c:pt>
                <c:pt idx="1279">
                  <c:v>18.207908448030636</c:v>
                </c:pt>
                <c:pt idx="1280">
                  <c:v>18.207908448030636</c:v>
                </c:pt>
                <c:pt idx="1281">
                  <c:v>18.207908448030636</c:v>
                </c:pt>
                <c:pt idx="1282">
                  <c:v>18.207908448030636</c:v>
                </c:pt>
                <c:pt idx="1283">
                  <c:v>18.207908448030636</c:v>
                </c:pt>
                <c:pt idx="1284">
                  <c:v>18.207908448030636</c:v>
                </c:pt>
                <c:pt idx="1285">
                  <c:v>18.207908448030636</c:v>
                </c:pt>
                <c:pt idx="1286">
                  <c:v>18.207908448030636</c:v>
                </c:pt>
                <c:pt idx="1287">
                  <c:v>18.207908448030636</c:v>
                </c:pt>
                <c:pt idx="1288">
                  <c:v>18.207908448030636</c:v>
                </c:pt>
                <c:pt idx="1289">
                  <c:v>18.207908448030636</c:v>
                </c:pt>
                <c:pt idx="1290">
                  <c:v>18.207908448030636</c:v>
                </c:pt>
                <c:pt idx="1291">
                  <c:v>18.207908448030636</c:v>
                </c:pt>
                <c:pt idx="1292">
                  <c:v>18.207908448030636</c:v>
                </c:pt>
                <c:pt idx="1293">
                  <c:v>18.207908448030636</c:v>
                </c:pt>
                <c:pt idx="1294">
                  <c:v>18.207908448030636</c:v>
                </c:pt>
                <c:pt idx="1295">
                  <c:v>18.207908448030636</c:v>
                </c:pt>
                <c:pt idx="1296">
                  <c:v>18.207908448030636</c:v>
                </c:pt>
                <c:pt idx="1297">
                  <c:v>18.207908448030636</c:v>
                </c:pt>
                <c:pt idx="1298">
                  <c:v>18.207908448030636</c:v>
                </c:pt>
                <c:pt idx="1299">
                  <c:v>18.207908448030636</c:v>
                </c:pt>
                <c:pt idx="1300">
                  <c:v>18.207908448030636</c:v>
                </c:pt>
                <c:pt idx="1301">
                  <c:v>18.207908448030636</c:v>
                </c:pt>
                <c:pt idx="1302">
                  <c:v>18.207908448030636</c:v>
                </c:pt>
                <c:pt idx="1303">
                  <c:v>18.207908448030636</c:v>
                </c:pt>
                <c:pt idx="1304">
                  <c:v>18.207908448030636</c:v>
                </c:pt>
                <c:pt idx="1305">
                  <c:v>18.207908448030636</c:v>
                </c:pt>
                <c:pt idx="1306">
                  <c:v>18.207908448030636</c:v>
                </c:pt>
                <c:pt idx="1307">
                  <c:v>18.207908448030636</c:v>
                </c:pt>
                <c:pt idx="1308">
                  <c:v>18.207908448030636</c:v>
                </c:pt>
                <c:pt idx="1309">
                  <c:v>18.207908448030636</c:v>
                </c:pt>
                <c:pt idx="1310">
                  <c:v>18.207908448030636</c:v>
                </c:pt>
                <c:pt idx="1311">
                  <c:v>18.207908448030636</c:v>
                </c:pt>
                <c:pt idx="1312">
                  <c:v>18.207908448030636</c:v>
                </c:pt>
                <c:pt idx="1313">
                  <c:v>18.207908448030636</c:v>
                </c:pt>
                <c:pt idx="1314">
                  <c:v>18.207908448030636</c:v>
                </c:pt>
                <c:pt idx="1315">
                  <c:v>18.207908448030636</c:v>
                </c:pt>
                <c:pt idx="1316">
                  <c:v>18.207908448030636</c:v>
                </c:pt>
                <c:pt idx="1317">
                  <c:v>18.207908448030636</c:v>
                </c:pt>
                <c:pt idx="1318">
                  <c:v>18.207908448030636</c:v>
                </c:pt>
                <c:pt idx="1319">
                  <c:v>18.207908448030636</c:v>
                </c:pt>
                <c:pt idx="1320">
                  <c:v>18.207908448030636</c:v>
                </c:pt>
                <c:pt idx="1321">
                  <c:v>18.207908448030636</c:v>
                </c:pt>
                <c:pt idx="1322">
                  <c:v>18.207908448030636</c:v>
                </c:pt>
                <c:pt idx="1323">
                  <c:v>18.207908448030636</c:v>
                </c:pt>
                <c:pt idx="1324">
                  <c:v>18.207908448030636</c:v>
                </c:pt>
                <c:pt idx="1325">
                  <c:v>18.207908448030636</c:v>
                </c:pt>
                <c:pt idx="1326">
                  <c:v>18.207908448030636</c:v>
                </c:pt>
                <c:pt idx="1327">
                  <c:v>18.207908448030636</c:v>
                </c:pt>
                <c:pt idx="1328">
                  <c:v>18.207908448030636</c:v>
                </c:pt>
                <c:pt idx="1329">
                  <c:v>18.207908448030636</c:v>
                </c:pt>
                <c:pt idx="1330">
                  <c:v>18.207908448030636</c:v>
                </c:pt>
                <c:pt idx="1331">
                  <c:v>18.207908448030636</c:v>
                </c:pt>
                <c:pt idx="1332">
                  <c:v>18.207908448030636</c:v>
                </c:pt>
                <c:pt idx="1333">
                  <c:v>18.207908448030636</c:v>
                </c:pt>
                <c:pt idx="1334">
                  <c:v>18.207908448030636</c:v>
                </c:pt>
                <c:pt idx="1335">
                  <c:v>18.207908448030636</c:v>
                </c:pt>
                <c:pt idx="1336">
                  <c:v>18.207908448030636</c:v>
                </c:pt>
                <c:pt idx="1337">
                  <c:v>18.207908448030636</c:v>
                </c:pt>
                <c:pt idx="1338">
                  <c:v>18.207908448030636</c:v>
                </c:pt>
                <c:pt idx="1339">
                  <c:v>18.207908448030636</c:v>
                </c:pt>
                <c:pt idx="1340">
                  <c:v>18.207908448030636</c:v>
                </c:pt>
                <c:pt idx="1341">
                  <c:v>18.207908448030636</c:v>
                </c:pt>
                <c:pt idx="1342">
                  <c:v>18.207908448030636</c:v>
                </c:pt>
                <c:pt idx="1343">
                  <c:v>18.207908448030636</c:v>
                </c:pt>
                <c:pt idx="1344">
                  <c:v>18.207908448030636</c:v>
                </c:pt>
                <c:pt idx="1345">
                  <c:v>18.207908448030636</c:v>
                </c:pt>
                <c:pt idx="1346">
                  <c:v>18.207908448030636</c:v>
                </c:pt>
                <c:pt idx="1347">
                  <c:v>18.207908448030636</c:v>
                </c:pt>
                <c:pt idx="1348">
                  <c:v>18.207908448030636</c:v>
                </c:pt>
                <c:pt idx="1349">
                  <c:v>18.207908448030636</c:v>
                </c:pt>
                <c:pt idx="1350">
                  <c:v>18.207908448030636</c:v>
                </c:pt>
                <c:pt idx="1351">
                  <c:v>18.207908448030636</c:v>
                </c:pt>
                <c:pt idx="1352">
                  <c:v>18.207908448030636</c:v>
                </c:pt>
                <c:pt idx="1353">
                  <c:v>18.207908448030636</c:v>
                </c:pt>
                <c:pt idx="1354">
                  <c:v>18.207908448030636</c:v>
                </c:pt>
                <c:pt idx="1355">
                  <c:v>18.207908448030636</c:v>
                </c:pt>
                <c:pt idx="1356">
                  <c:v>18.207908448030636</c:v>
                </c:pt>
                <c:pt idx="1357">
                  <c:v>18.207908448030636</c:v>
                </c:pt>
                <c:pt idx="1358">
                  <c:v>18.207908448030636</c:v>
                </c:pt>
                <c:pt idx="1359">
                  <c:v>18.207908448030636</c:v>
                </c:pt>
                <c:pt idx="1360">
                  <c:v>18.207908448030636</c:v>
                </c:pt>
                <c:pt idx="1361">
                  <c:v>18.207908448030636</c:v>
                </c:pt>
                <c:pt idx="1362">
                  <c:v>18.207908448030636</c:v>
                </c:pt>
                <c:pt idx="1363">
                  <c:v>18.207908448030636</c:v>
                </c:pt>
                <c:pt idx="1364">
                  <c:v>18.207908448030636</c:v>
                </c:pt>
                <c:pt idx="1365">
                  <c:v>18.207908448030636</c:v>
                </c:pt>
                <c:pt idx="1366">
                  <c:v>18.207908448030636</c:v>
                </c:pt>
                <c:pt idx="1367">
                  <c:v>18.207908448030636</c:v>
                </c:pt>
                <c:pt idx="1368">
                  <c:v>18.207908448030636</c:v>
                </c:pt>
                <c:pt idx="1369">
                  <c:v>18.207908448030636</c:v>
                </c:pt>
                <c:pt idx="1370">
                  <c:v>18.207908448030636</c:v>
                </c:pt>
                <c:pt idx="1371">
                  <c:v>18.207908448030636</c:v>
                </c:pt>
                <c:pt idx="1372">
                  <c:v>18.207908448030636</c:v>
                </c:pt>
                <c:pt idx="1373">
                  <c:v>18.207908448030636</c:v>
                </c:pt>
                <c:pt idx="1374">
                  <c:v>18.207908448030636</c:v>
                </c:pt>
                <c:pt idx="1375">
                  <c:v>18.207908448030636</c:v>
                </c:pt>
                <c:pt idx="1376">
                  <c:v>18.207908448030636</c:v>
                </c:pt>
                <c:pt idx="1377">
                  <c:v>18.207908448030636</c:v>
                </c:pt>
                <c:pt idx="1378">
                  <c:v>18.207908448030636</c:v>
                </c:pt>
                <c:pt idx="1379">
                  <c:v>18.207908448030636</c:v>
                </c:pt>
                <c:pt idx="1380">
                  <c:v>18.207908448030636</c:v>
                </c:pt>
                <c:pt idx="1381">
                  <c:v>18.207908448030636</c:v>
                </c:pt>
                <c:pt idx="1382">
                  <c:v>18.207908448030636</c:v>
                </c:pt>
                <c:pt idx="1383">
                  <c:v>18.207908448030636</c:v>
                </c:pt>
                <c:pt idx="1384">
                  <c:v>18.207908448030636</c:v>
                </c:pt>
                <c:pt idx="1385">
                  <c:v>18.207908448030636</c:v>
                </c:pt>
                <c:pt idx="1386">
                  <c:v>18.207908448030636</c:v>
                </c:pt>
                <c:pt idx="1387">
                  <c:v>18.207908448030636</c:v>
                </c:pt>
                <c:pt idx="1388">
                  <c:v>18.207908448030636</c:v>
                </c:pt>
                <c:pt idx="1389">
                  <c:v>18.207908448030636</c:v>
                </c:pt>
                <c:pt idx="1390">
                  <c:v>18.207908448030636</c:v>
                </c:pt>
                <c:pt idx="1391">
                  <c:v>18.207908448030636</c:v>
                </c:pt>
                <c:pt idx="1392">
                  <c:v>18.207908448030636</c:v>
                </c:pt>
                <c:pt idx="1393">
                  <c:v>18.207908448030636</c:v>
                </c:pt>
                <c:pt idx="1394">
                  <c:v>18.207908448030636</c:v>
                </c:pt>
                <c:pt idx="1395">
                  <c:v>18.207908448030636</c:v>
                </c:pt>
                <c:pt idx="1396">
                  <c:v>18.207908448030636</c:v>
                </c:pt>
                <c:pt idx="1397">
                  <c:v>18.207908448030636</c:v>
                </c:pt>
                <c:pt idx="1398">
                  <c:v>18.207908448030636</c:v>
                </c:pt>
                <c:pt idx="1399">
                  <c:v>18.207908448030636</c:v>
                </c:pt>
                <c:pt idx="1400">
                  <c:v>18.207908448030636</c:v>
                </c:pt>
                <c:pt idx="1401">
                  <c:v>18.207908448030636</c:v>
                </c:pt>
                <c:pt idx="1402">
                  <c:v>18.207908448030636</c:v>
                </c:pt>
                <c:pt idx="1403">
                  <c:v>18.207908448030636</c:v>
                </c:pt>
                <c:pt idx="1404">
                  <c:v>18.207908448030636</c:v>
                </c:pt>
                <c:pt idx="1405">
                  <c:v>18.207908448030636</c:v>
                </c:pt>
                <c:pt idx="1406">
                  <c:v>18.207908448030636</c:v>
                </c:pt>
                <c:pt idx="1407">
                  <c:v>18.207908448030636</c:v>
                </c:pt>
                <c:pt idx="1408">
                  <c:v>18.207908448030636</c:v>
                </c:pt>
                <c:pt idx="1409">
                  <c:v>18.207908448030636</c:v>
                </c:pt>
                <c:pt idx="1410">
                  <c:v>18.207908448030636</c:v>
                </c:pt>
                <c:pt idx="1411">
                  <c:v>18.207908448030636</c:v>
                </c:pt>
                <c:pt idx="1412">
                  <c:v>18.207908448030636</c:v>
                </c:pt>
                <c:pt idx="1413">
                  <c:v>18.207908448030636</c:v>
                </c:pt>
                <c:pt idx="1414">
                  <c:v>18.207908448030636</c:v>
                </c:pt>
                <c:pt idx="1415">
                  <c:v>18.207908448030636</c:v>
                </c:pt>
                <c:pt idx="1416">
                  <c:v>18.207908448030636</c:v>
                </c:pt>
                <c:pt idx="1417">
                  <c:v>18.207908448030636</c:v>
                </c:pt>
                <c:pt idx="1418">
                  <c:v>18.207908448030636</c:v>
                </c:pt>
                <c:pt idx="1419">
                  <c:v>18.207908448030636</c:v>
                </c:pt>
                <c:pt idx="1420">
                  <c:v>18.207908448030636</c:v>
                </c:pt>
                <c:pt idx="1421">
                  <c:v>18.207908448030636</c:v>
                </c:pt>
                <c:pt idx="1422">
                  <c:v>18.207908448030636</c:v>
                </c:pt>
                <c:pt idx="1423">
                  <c:v>18.207908448030636</c:v>
                </c:pt>
                <c:pt idx="1424">
                  <c:v>18.207908448030636</c:v>
                </c:pt>
                <c:pt idx="1425">
                  <c:v>18.207908448030636</c:v>
                </c:pt>
                <c:pt idx="1426">
                  <c:v>18.207908448030636</c:v>
                </c:pt>
                <c:pt idx="1427">
                  <c:v>18.207908448030636</c:v>
                </c:pt>
                <c:pt idx="1428">
                  <c:v>18.207908448030636</c:v>
                </c:pt>
                <c:pt idx="1429">
                  <c:v>18.207908448030636</c:v>
                </c:pt>
                <c:pt idx="1430">
                  <c:v>18.207908448030636</c:v>
                </c:pt>
                <c:pt idx="1431">
                  <c:v>18.207908448030636</c:v>
                </c:pt>
                <c:pt idx="1432">
                  <c:v>18.207908448030636</c:v>
                </c:pt>
                <c:pt idx="1433">
                  <c:v>18.207908448030636</c:v>
                </c:pt>
                <c:pt idx="1434">
                  <c:v>18.207908448030636</c:v>
                </c:pt>
                <c:pt idx="1435">
                  <c:v>18.207908448030636</c:v>
                </c:pt>
                <c:pt idx="1436">
                  <c:v>18.207908448030636</c:v>
                </c:pt>
                <c:pt idx="1437">
                  <c:v>18.207908448030636</c:v>
                </c:pt>
                <c:pt idx="1438">
                  <c:v>18.207908448030636</c:v>
                </c:pt>
                <c:pt idx="1439">
                  <c:v>18.207908448030636</c:v>
                </c:pt>
                <c:pt idx="1440">
                  <c:v>18.207908448030636</c:v>
                </c:pt>
                <c:pt idx="1441">
                  <c:v>18.207908448030636</c:v>
                </c:pt>
                <c:pt idx="1442">
                  <c:v>18.207908448030636</c:v>
                </c:pt>
                <c:pt idx="1443">
                  <c:v>18.207908448030636</c:v>
                </c:pt>
                <c:pt idx="1444">
                  <c:v>18.207908448030636</c:v>
                </c:pt>
                <c:pt idx="1445">
                  <c:v>18.207908448030636</c:v>
                </c:pt>
                <c:pt idx="1446">
                  <c:v>18.207908448030636</c:v>
                </c:pt>
                <c:pt idx="1447">
                  <c:v>18.207908448030636</c:v>
                </c:pt>
                <c:pt idx="1448">
                  <c:v>18.207908448030636</c:v>
                </c:pt>
                <c:pt idx="1449">
                  <c:v>18.207908448030636</c:v>
                </c:pt>
                <c:pt idx="1450">
                  <c:v>18.207908448030636</c:v>
                </c:pt>
                <c:pt idx="1451">
                  <c:v>18.207908448030636</c:v>
                </c:pt>
                <c:pt idx="1452">
                  <c:v>18.207908448030636</c:v>
                </c:pt>
                <c:pt idx="1453">
                  <c:v>18.207908448030636</c:v>
                </c:pt>
                <c:pt idx="1454">
                  <c:v>18.207908448030636</c:v>
                </c:pt>
                <c:pt idx="1455">
                  <c:v>18.207908448030636</c:v>
                </c:pt>
                <c:pt idx="1456">
                  <c:v>18.207908448030636</c:v>
                </c:pt>
                <c:pt idx="1457">
                  <c:v>18.207908448030636</c:v>
                </c:pt>
                <c:pt idx="1458">
                  <c:v>18.207908448030636</c:v>
                </c:pt>
                <c:pt idx="1459">
                  <c:v>18.207908448030636</c:v>
                </c:pt>
                <c:pt idx="1460">
                  <c:v>18.207908448030636</c:v>
                </c:pt>
                <c:pt idx="1461">
                  <c:v>18.207908448030636</c:v>
                </c:pt>
                <c:pt idx="1462">
                  <c:v>18.207908448030636</c:v>
                </c:pt>
                <c:pt idx="1463">
                  <c:v>18.207908448030636</c:v>
                </c:pt>
                <c:pt idx="1464">
                  <c:v>18.207908448030636</c:v>
                </c:pt>
                <c:pt idx="1465">
                  <c:v>18.207908448030636</c:v>
                </c:pt>
                <c:pt idx="1466">
                  <c:v>18.207908448030636</c:v>
                </c:pt>
                <c:pt idx="1467">
                  <c:v>18.207908448030636</c:v>
                </c:pt>
                <c:pt idx="1468">
                  <c:v>18.207908448030636</c:v>
                </c:pt>
                <c:pt idx="1469">
                  <c:v>18.207908448030636</c:v>
                </c:pt>
                <c:pt idx="1470">
                  <c:v>18.207908448030636</c:v>
                </c:pt>
                <c:pt idx="1471">
                  <c:v>18.207908448030636</c:v>
                </c:pt>
                <c:pt idx="1472">
                  <c:v>18.207908448030636</c:v>
                </c:pt>
                <c:pt idx="1473">
                  <c:v>18.207908448030636</c:v>
                </c:pt>
                <c:pt idx="1474">
                  <c:v>18.207908448030636</c:v>
                </c:pt>
                <c:pt idx="1475">
                  <c:v>18.207908448030636</c:v>
                </c:pt>
                <c:pt idx="1476">
                  <c:v>18.207908448030636</c:v>
                </c:pt>
                <c:pt idx="1477">
                  <c:v>18.207908448030636</c:v>
                </c:pt>
                <c:pt idx="1478">
                  <c:v>18.207908448030636</c:v>
                </c:pt>
                <c:pt idx="1479">
                  <c:v>18.207908448030636</c:v>
                </c:pt>
                <c:pt idx="1480">
                  <c:v>18.207908448030636</c:v>
                </c:pt>
                <c:pt idx="1481">
                  <c:v>18.207908448030636</c:v>
                </c:pt>
                <c:pt idx="1482">
                  <c:v>18.207908448030636</c:v>
                </c:pt>
                <c:pt idx="1483">
                  <c:v>18.207908448030636</c:v>
                </c:pt>
                <c:pt idx="1484">
                  <c:v>18.207908448030636</c:v>
                </c:pt>
                <c:pt idx="1485">
                  <c:v>18.207908448030636</c:v>
                </c:pt>
                <c:pt idx="1486">
                  <c:v>18.207908448030636</c:v>
                </c:pt>
                <c:pt idx="1487">
                  <c:v>18.207908448030636</c:v>
                </c:pt>
                <c:pt idx="1488">
                  <c:v>18.207908448030636</c:v>
                </c:pt>
                <c:pt idx="1489">
                  <c:v>18.207908448030636</c:v>
                </c:pt>
                <c:pt idx="1490">
                  <c:v>18.207908448030636</c:v>
                </c:pt>
                <c:pt idx="1491">
                  <c:v>18.207908448030636</c:v>
                </c:pt>
                <c:pt idx="1492">
                  <c:v>18.207908448030636</c:v>
                </c:pt>
                <c:pt idx="1493">
                  <c:v>18.207908448030636</c:v>
                </c:pt>
                <c:pt idx="1494">
                  <c:v>18.207908448030636</c:v>
                </c:pt>
                <c:pt idx="1495">
                  <c:v>18.207908448030636</c:v>
                </c:pt>
                <c:pt idx="1496">
                  <c:v>18.207908448030636</c:v>
                </c:pt>
                <c:pt idx="1497">
                  <c:v>18.207908448030636</c:v>
                </c:pt>
                <c:pt idx="1498">
                  <c:v>18.207908448030636</c:v>
                </c:pt>
                <c:pt idx="1499">
                  <c:v>18.207908448030636</c:v>
                </c:pt>
                <c:pt idx="1500">
                  <c:v>18.207908448030636</c:v>
                </c:pt>
                <c:pt idx="1501">
                  <c:v>18.207908448030636</c:v>
                </c:pt>
                <c:pt idx="1502">
                  <c:v>18.207908448030636</c:v>
                </c:pt>
                <c:pt idx="1503">
                  <c:v>18.207908448030636</c:v>
                </c:pt>
                <c:pt idx="1504">
                  <c:v>18.207908448030636</c:v>
                </c:pt>
                <c:pt idx="1505">
                  <c:v>18.207908448030636</c:v>
                </c:pt>
                <c:pt idx="1506">
                  <c:v>18.207908448030636</c:v>
                </c:pt>
                <c:pt idx="1507">
                  <c:v>18.207908448030636</c:v>
                </c:pt>
                <c:pt idx="1508">
                  <c:v>18.207908448030636</c:v>
                </c:pt>
                <c:pt idx="1509">
                  <c:v>18.207908448030636</c:v>
                </c:pt>
                <c:pt idx="1510">
                  <c:v>18.207908448030636</c:v>
                </c:pt>
                <c:pt idx="1511">
                  <c:v>18.207908448030636</c:v>
                </c:pt>
                <c:pt idx="1512">
                  <c:v>18.207908448030636</c:v>
                </c:pt>
                <c:pt idx="1513">
                  <c:v>18.207908448030636</c:v>
                </c:pt>
                <c:pt idx="1514">
                  <c:v>18.207908448030636</c:v>
                </c:pt>
                <c:pt idx="1515">
                  <c:v>18.207908448030636</c:v>
                </c:pt>
                <c:pt idx="1516">
                  <c:v>18.207908448030636</c:v>
                </c:pt>
                <c:pt idx="1517">
                  <c:v>18.207908448030636</c:v>
                </c:pt>
                <c:pt idx="1518">
                  <c:v>18.207908448030636</c:v>
                </c:pt>
                <c:pt idx="1519">
                  <c:v>18.207908448030636</c:v>
                </c:pt>
                <c:pt idx="1520">
                  <c:v>18.207908448030636</c:v>
                </c:pt>
                <c:pt idx="1521">
                  <c:v>18.207908448030636</c:v>
                </c:pt>
                <c:pt idx="1522">
                  <c:v>18.207908448030636</c:v>
                </c:pt>
                <c:pt idx="1523">
                  <c:v>18.207908448030636</c:v>
                </c:pt>
                <c:pt idx="1524">
                  <c:v>18.207908448030636</c:v>
                </c:pt>
                <c:pt idx="1525">
                  <c:v>18.207908448030636</c:v>
                </c:pt>
                <c:pt idx="1526">
                  <c:v>18.207908448030636</c:v>
                </c:pt>
                <c:pt idx="1527">
                  <c:v>18.207908448030636</c:v>
                </c:pt>
                <c:pt idx="1528">
                  <c:v>18.207908448030636</c:v>
                </c:pt>
                <c:pt idx="1529">
                  <c:v>18.207908448030636</c:v>
                </c:pt>
                <c:pt idx="1530">
                  <c:v>18.207908448030636</c:v>
                </c:pt>
                <c:pt idx="1531">
                  <c:v>18.207908448030636</c:v>
                </c:pt>
                <c:pt idx="1532">
                  <c:v>18.207908448030636</c:v>
                </c:pt>
                <c:pt idx="1533">
                  <c:v>18.207908448030636</c:v>
                </c:pt>
                <c:pt idx="1534">
                  <c:v>18.207908448030636</c:v>
                </c:pt>
                <c:pt idx="1535">
                  <c:v>18.207908448030636</c:v>
                </c:pt>
                <c:pt idx="1536">
                  <c:v>18.207908448030636</c:v>
                </c:pt>
                <c:pt idx="1537">
                  <c:v>18.207908448030636</c:v>
                </c:pt>
                <c:pt idx="1538">
                  <c:v>18.207908448030636</c:v>
                </c:pt>
                <c:pt idx="1539">
                  <c:v>18.207908448030636</c:v>
                </c:pt>
                <c:pt idx="1540">
                  <c:v>18.207908448030636</c:v>
                </c:pt>
                <c:pt idx="1541">
                  <c:v>18.207908448030636</c:v>
                </c:pt>
                <c:pt idx="1542">
                  <c:v>18.207908448030636</c:v>
                </c:pt>
                <c:pt idx="1543">
                  <c:v>18.207908448030636</c:v>
                </c:pt>
                <c:pt idx="1544">
                  <c:v>18.207908448030636</c:v>
                </c:pt>
                <c:pt idx="1545">
                  <c:v>18.207908448030636</c:v>
                </c:pt>
                <c:pt idx="1546">
                  <c:v>18.207908448030636</c:v>
                </c:pt>
                <c:pt idx="1547">
                  <c:v>18.207908448030636</c:v>
                </c:pt>
                <c:pt idx="1548">
                  <c:v>18.207908448030636</c:v>
                </c:pt>
                <c:pt idx="1549">
                  <c:v>18.207908448030636</c:v>
                </c:pt>
                <c:pt idx="1550">
                  <c:v>18.207908448030636</c:v>
                </c:pt>
                <c:pt idx="1551">
                  <c:v>18.207908448030636</c:v>
                </c:pt>
                <c:pt idx="1552">
                  <c:v>18.207908448030636</c:v>
                </c:pt>
                <c:pt idx="1553">
                  <c:v>18.207908448030636</c:v>
                </c:pt>
                <c:pt idx="1554">
                  <c:v>18.207908448030636</c:v>
                </c:pt>
                <c:pt idx="1555">
                  <c:v>18.207908448030636</c:v>
                </c:pt>
                <c:pt idx="1556">
                  <c:v>18.207908448030636</c:v>
                </c:pt>
                <c:pt idx="1557">
                  <c:v>18.207908448030636</c:v>
                </c:pt>
                <c:pt idx="1558">
                  <c:v>18.207908448030636</c:v>
                </c:pt>
                <c:pt idx="1559">
                  <c:v>18.207908448030636</c:v>
                </c:pt>
                <c:pt idx="1560">
                  <c:v>18.207908448030636</c:v>
                </c:pt>
                <c:pt idx="1561">
                  <c:v>18.207908448030636</c:v>
                </c:pt>
                <c:pt idx="1562">
                  <c:v>18.207908448030636</c:v>
                </c:pt>
                <c:pt idx="1563">
                  <c:v>18.207908448030636</c:v>
                </c:pt>
                <c:pt idx="1564">
                  <c:v>18.207908448030636</c:v>
                </c:pt>
                <c:pt idx="1565">
                  <c:v>18.207908448030636</c:v>
                </c:pt>
                <c:pt idx="1566">
                  <c:v>18.207908448030636</c:v>
                </c:pt>
                <c:pt idx="1567">
                  <c:v>18.207908448030636</c:v>
                </c:pt>
                <c:pt idx="1568">
                  <c:v>18.207908448030636</c:v>
                </c:pt>
                <c:pt idx="1569">
                  <c:v>18.207908448030636</c:v>
                </c:pt>
                <c:pt idx="1570">
                  <c:v>18.207908448030636</c:v>
                </c:pt>
                <c:pt idx="1571">
                  <c:v>18.207908448030636</c:v>
                </c:pt>
                <c:pt idx="1572">
                  <c:v>18.207908448030636</c:v>
                </c:pt>
                <c:pt idx="1573">
                  <c:v>18.207908448030636</c:v>
                </c:pt>
                <c:pt idx="1574">
                  <c:v>18.207908448030636</c:v>
                </c:pt>
                <c:pt idx="1575">
                  <c:v>18.207908448030636</c:v>
                </c:pt>
                <c:pt idx="1576">
                  <c:v>18.207908448030636</c:v>
                </c:pt>
                <c:pt idx="1577">
                  <c:v>18.207908448030636</c:v>
                </c:pt>
                <c:pt idx="1578">
                  <c:v>18.207908448030636</c:v>
                </c:pt>
                <c:pt idx="1579">
                  <c:v>18.207908448030636</c:v>
                </c:pt>
                <c:pt idx="1580">
                  <c:v>18.207908448030636</c:v>
                </c:pt>
                <c:pt idx="1581">
                  <c:v>18.207908448030636</c:v>
                </c:pt>
                <c:pt idx="1582">
                  <c:v>18.207908448030636</c:v>
                </c:pt>
                <c:pt idx="1583">
                  <c:v>18.207908448030636</c:v>
                </c:pt>
                <c:pt idx="1584">
                  <c:v>18.207908448030636</c:v>
                </c:pt>
                <c:pt idx="1585">
                  <c:v>18.207908448030636</c:v>
                </c:pt>
                <c:pt idx="1586">
                  <c:v>18.207908448030636</c:v>
                </c:pt>
                <c:pt idx="1587">
                  <c:v>18.207908448030636</c:v>
                </c:pt>
                <c:pt idx="1588">
                  <c:v>18.207908448030636</c:v>
                </c:pt>
                <c:pt idx="1589">
                  <c:v>18.207908448030636</c:v>
                </c:pt>
                <c:pt idx="1590">
                  <c:v>18.207908448030636</c:v>
                </c:pt>
                <c:pt idx="1591">
                  <c:v>18.207908448030636</c:v>
                </c:pt>
                <c:pt idx="1592">
                  <c:v>18.207908448030636</c:v>
                </c:pt>
                <c:pt idx="1593">
                  <c:v>18.207908448030636</c:v>
                </c:pt>
                <c:pt idx="1594">
                  <c:v>18.207908448030636</c:v>
                </c:pt>
                <c:pt idx="1595">
                  <c:v>18.207908448030636</c:v>
                </c:pt>
                <c:pt idx="1596">
                  <c:v>18.207908448030636</c:v>
                </c:pt>
                <c:pt idx="1597">
                  <c:v>18.207908448030636</c:v>
                </c:pt>
                <c:pt idx="1598">
                  <c:v>18.207908448030636</c:v>
                </c:pt>
                <c:pt idx="1599">
                  <c:v>18.207908448030636</c:v>
                </c:pt>
                <c:pt idx="1600">
                  <c:v>18.207908448030636</c:v>
                </c:pt>
                <c:pt idx="1601">
                  <c:v>18.207908448030636</c:v>
                </c:pt>
                <c:pt idx="1602">
                  <c:v>18.207908448030636</c:v>
                </c:pt>
                <c:pt idx="1603">
                  <c:v>18.207908448030636</c:v>
                </c:pt>
                <c:pt idx="1604">
                  <c:v>18.207908448030636</c:v>
                </c:pt>
                <c:pt idx="1605">
                  <c:v>18.207908448030636</c:v>
                </c:pt>
                <c:pt idx="1606">
                  <c:v>18.207908448030636</c:v>
                </c:pt>
                <c:pt idx="1607">
                  <c:v>18.207908448030636</c:v>
                </c:pt>
                <c:pt idx="1608">
                  <c:v>18.207908448030636</c:v>
                </c:pt>
                <c:pt idx="1609">
                  <c:v>18.207908448030636</c:v>
                </c:pt>
                <c:pt idx="1610">
                  <c:v>18.207908448030636</c:v>
                </c:pt>
                <c:pt idx="1611">
                  <c:v>18.207908448030636</c:v>
                </c:pt>
                <c:pt idx="1612">
                  <c:v>18.207908448030636</c:v>
                </c:pt>
                <c:pt idx="1613">
                  <c:v>18.207908448030636</c:v>
                </c:pt>
                <c:pt idx="1614">
                  <c:v>18.207908448030636</c:v>
                </c:pt>
                <c:pt idx="1615">
                  <c:v>18.207908448030636</c:v>
                </c:pt>
                <c:pt idx="1616">
                  <c:v>18.207908448030636</c:v>
                </c:pt>
                <c:pt idx="1617">
                  <c:v>18.207908448030636</c:v>
                </c:pt>
                <c:pt idx="1618">
                  <c:v>18.207908448030636</c:v>
                </c:pt>
                <c:pt idx="1619">
                  <c:v>18.207908448030636</c:v>
                </c:pt>
                <c:pt idx="1620">
                  <c:v>18.207908448030636</c:v>
                </c:pt>
                <c:pt idx="1621">
                  <c:v>18.207908448030636</c:v>
                </c:pt>
                <c:pt idx="1622">
                  <c:v>18.207908448030636</c:v>
                </c:pt>
                <c:pt idx="1623">
                  <c:v>18.207908448030636</c:v>
                </c:pt>
                <c:pt idx="1624">
                  <c:v>18.207908448030636</c:v>
                </c:pt>
                <c:pt idx="1625">
                  <c:v>18.207908448030636</c:v>
                </c:pt>
                <c:pt idx="1626">
                  <c:v>18.207908448030636</c:v>
                </c:pt>
                <c:pt idx="1627">
                  <c:v>18.207908448030636</c:v>
                </c:pt>
                <c:pt idx="1628">
                  <c:v>18.207908448030636</c:v>
                </c:pt>
                <c:pt idx="1629">
                  <c:v>18.207908448030636</c:v>
                </c:pt>
                <c:pt idx="1630">
                  <c:v>18.207908448030636</c:v>
                </c:pt>
                <c:pt idx="1631">
                  <c:v>18.207908448030636</c:v>
                </c:pt>
                <c:pt idx="1632">
                  <c:v>18.207908448030636</c:v>
                </c:pt>
                <c:pt idx="1633">
                  <c:v>18.207908448030636</c:v>
                </c:pt>
                <c:pt idx="1634">
                  <c:v>18.207908448030636</c:v>
                </c:pt>
                <c:pt idx="1635">
                  <c:v>18.207908448030636</c:v>
                </c:pt>
                <c:pt idx="1636">
                  <c:v>18.207908448030636</c:v>
                </c:pt>
                <c:pt idx="1637">
                  <c:v>18.207908448030636</c:v>
                </c:pt>
                <c:pt idx="1638">
                  <c:v>18.207908448030636</c:v>
                </c:pt>
                <c:pt idx="1639">
                  <c:v>18.207908448030636</c:v>
                </c:pt>
                <c:pt idx="1640">
                  <c:v>18.207908448030636</c:v>
                </c:pt>
                <c:pt idx="1641">
                  <c:v>18.207908448030636</c:v>
                </c:pt>
                <c:pt idx="1642">
                  <c:v>18.207908448030636</c:v>
                </c:pt>
                <c:pt idx="1643">
                  <c:v>18.207908448030636</c:v>
                </c:pt>
                <c:pt idx="1644">
                  <c:v>18.207908448030636</c:v>
                </c:pt>
                <c:pt idx="1645">
                  <c:v>18.207908448030636</c:v>
                </c:pt>
                <c:pt idx="1646">
                  <c:v>18.207908448030636</c:v>
                </c:pt>
                <c:pt idx="1647">
                  <c:v>18.207908448030636</c:v>
                </c:pt>
                <c:pt idx="1648">
                  <c:v>18.207908448030636</c:v>
                </c:pt>
                <c:pt idx="1649">
                  <c:v>18.207908448030636</c:v>
                </c:pt>
                <c:pt idx="1650">
                  <c:v>18.207908448030636</c:v>
                </c:pt>
                <c:pt idx="1651">
                  <c:v>18.207908448030636</c:v>
                </c:pt>
                <c:pt idx="1652">
                  <c:v>18.207908448030636</c:v>
                </c:pt>
                <c:pt idx="1653">
                  <c:v>18.207908448030636</c:v>
                </c:pt>
                <c:pt idx="1654">
                  <c:v>18.207908448030636</c:v>
                </c:pt>
                <c:pt idx="1655">
                  <c:v>18.207908448030636</c:v>
                </c:pt>
                <c:pt idx="1656">
                  <c:v>18.207908448030636</c:v>
                </c:pt>
                <c:pt idx="1657">
                  <c:v>18.207908448030636</c:v>
                </c:pt>
                <c:pt idx="1658">
                  <c:v>18.207908448030636</c:v>
                </c:pt>
                <c:pt idx="1659">
                  <c:v>18.207908448030636</c:v>
                </c:pt>
                <c:pt idx="1660">
                  <c:v>18.207908448030636</c:v>
                </c:pt>
                <c:pt idx="1661">
                  <c:v>18.207908448030636</c:v>
                </c:pt>
                <c:pt idx="1662">
                  <c:v>18.207908448030636</c:v>
                </c:pt>
                <c:pt idx="1663">
                  <c:v>18.207908448030636</c:v>
                </c:pt>
                <c:pt idx="1664">
                  <c:v>18.207908448030636</c:v>
                </c:pt>
                <c:pt idx="1665">
                  <c:v>18.207908448030636</c:v>
                </c:pt>
                <c:pt idx="1666">
                  <c:v>18.207908448030636</c:v>
                </c:pt>
                <c:pt idx="1667">
                  <c:v>18.207908448030636</c:v>
                </c:pt>
                <c:pt idx="1668">
                  <c:v>18.207908448030636</c:v>
                </c:pt>
                <c:pt idx="1669">
                  <c:v>18.207908448030636</c:v>
                </c:pt>
                <c:pt idx="1670">
                  <c:v>18.207908448030636</c:v>
                </c:pt>
                <c:pt idx="1671">
                  <c:v>18.207908448030636</c:v>
                </c:pt>
                <c:pt idx="1672">
                  <c:v>18.207908448030636</c:v>
                </c:pt>
                <c:pt idx="1673">
                  <c:v>18.207908448030636</c:v>
                </c:pt>
                <c:pt idx="1674">
                  <c:v>18.207908448030636</c:v>
                </c:pt>
                <c:pt idx="1675">
                  <c:v>18.207908448030636</c:v>
                </c:pt>
                <c:pt idx="1676">
                  <c:v>18.207908448030636</c:v>
                </c:pt>
                <c:pt idx="1677">
                  <c:v>18.207908448030636</c:v>
                </c:pt>
                <c:pt idx="1678">
                  <c:v>18.207908448030636</c:v>
                </c:pt>
                <c:pt idx="1679">
                  <c:v>18.207908448030636</c:v>
                </c:pt>
                <c:pt idx="1680">
                  <c:v>18.207908448030636</c:v>
                </c:pt>
                <c:pt idx="1681">
                  <c:v>18.207908448030636</c:v>
                </c:pt>
                <c:pt idx="1682">
                  <c:v>18.207908448030636</c:v>
                </c:pt>
                <c:pt idx="1683">
                  <c:v>18.207908448030636</c:v>
                </c:pt>
                <c:pt idx="1684">
                  <c:v>18.207908448030636</c:v>
                </c:pt>
                <c:pt idx="1685">
                  <c:v>18.207908448030636</c:v>
                </c:pt>
                <c:pt idx="1686">
                  <c:v>18.207908448030636</c:v>
                </c:pt>
                <c:pt idx="1687">
                  <c:v>18.207908448030636</c:v>
                </c:pt>
                <c:pt idx="1688">
                  <c:v>18.207908448030636</c:v>
                </c:pt>
                <c:pt idx="1689">
                  <c:v>18.207908448030636</c:v>
                </c:pt>
                <c:pt idx="1690">
                  <c:v>18.207908448030636</c:v>
                </c:pt>
                <c:pt idx="1691">
                  <c:v>18.207908448030636</c:v>
                </c:pt>
                <c:pt idx="1692">
                  <c:v>18.207908448030636</c:v>
                </c:pt>
                <c:pt idx="1693">
                  <c:v>18.207908448030636</c:v>
                </c:pt>
                <c:pt idx="1694">
                  <c:v>18.207908448030636</c:v>
                </c:pt>
                <c:pt idx="1695">
                  <c:v>18.207908448030636</c:v>
                </c:pt>
                <c:pt idx="1696">
                  <c:v>18.207908448030636</c:v>
                </c:pt>
                <c:pt idx="1697">
                  <c:v>18.207908448030636</c:v>
                </c:pt>
                <c:pt idx="1698">
                  <c:v>18.207908448030636</c:v>
                </c:pt>
                <c:pt idx="1699">
                  <c:v>18.207908448030636</c:v>
                </c:pt>
                <c:pt idx="1700">
                  <c:v>18.207908448030636</c:v>
                </c:pt>
                <c:pt idx="1701">
                  <c:v>18.207908448030636</c:v>
                </c:pt>
                <c:pt idx="1702">
                  <c:v>18.207908448030636</c:v>
                </c:pt>
                <c:pt idx="1703">
                  <c:v>18.207908448030636</c:v>
                </c:pt>
                <c:pt idx="1704">
                  <c:v>18.207908448030636</c:v>
                </c:pt>
                <c:pt idx="1705">
                  <c:v>18.207908448030636</c:v>
                </c:pt>
                <c:pt idx="1706">
                  <c:v>18.207908448030636</c:v>
                </c:pt>
                <c:pt idx="1707">
                  <c:v>18.207908448030636</c:v>
                </c:pt>
                <c:pt idx="1708">
                  <c:v>18.207908448030636</c:v>
                </c:pt>
                <c:pt idx="1709">
                  <c:v>18.207908448030636</c:v>
                </c:pt>
                <c:pt idx="1710">
                  <c:v>18.207908448030636</c:v>
                </c:pt>
                <c:pt idx="1711">
                  <c:v>18.207908448030636</c:v>
                </c:pt>
                <c:pt idx="1712">
                  <c:v>18.207908448030636</c:v>
                </c:pt>
                <c:pt idx="1713">
                  <c:v>18.207908448030636</c:v>
                </c:pt>
                <c:pt idx="1714">
                  <c:v>18.207908448030636</c:v>
                </c:pt>
                <c:pt idx="1715">
                  <c:v>18.207908448030636</c:v>
                </c:pt>
                <c:pt idx="1716">
                  <c:v>18.207908448030636</c:v>
                </c:pt>
                <c:pt idx="1717">
                  <c:v>18.207908448030636</c:v>
                </c:pt>
                <c:pt idx="1718">
                  <c:v>18.207908448030636</c:v>
                </c:pt>
                <c:pt idx="1719">
                  <c:v>18.207908448030636</c:v>
                </c:pt>
                <c:pt idx="1720">
                  <c:v>18.207908448030636</c:v>
                </c:pt>
                <c:pt idx="1721">
                  <c:v>18.207908448030636</c:v>
                </c:pt>
                <c:pt idx="1722">
                  <c:v>18.207908448030636</c:v>
                </c:pt>
                <c:pt idx="1723">
                  <c:v>18.207908448030636</c:v>
                </c:pt>
                <c:pt idx="1724">
                  <c:v>18.207908448030636</c:v>
                </c:pt>
                <c:pt idx="1725">
                  <c:v>18.207908448030636</c:v>
                </c:pt>
                <c:pt idx="1726">
                  <c:v>18.207908448030636</c:v>
                </c:pt>
                <c:pt idx="1727">
                  <c:v>18.207908448030636</c:v>
                </c:pt>
                <c:pt idx="1728">
                  <c:v>18.207908448030636</c:v>
                </c:pt>
                <c:pt idx="1729">
                  <c:v>18.207908448030636</c:v>
                </c:pt>
                <c:pt idx="1730">
                  <c:v>18.207908448030636</c:v>
                </c:pt>
                <c:pt idx="1731">
                  <c:v>18.207908448030636</c:v>
                </c:pt>
                <c:pt idx="1732">
                  <c:v>18.207908448030636</c:v>
                </c:pt>
                <c:pt idx="1733">
                  <c:v>18.207908448030636</c:v>
                </c:pt>
                <c:pt idx="1734">
                  <c:v>18.207908448030636</c:v>
                </c:pt>
                <c:pt idx="1735">
                  <c:v>18.207908448030636</c:v>
                </c:pt>
                <c:pt idx="1736">
                  <c:v>18.207908448030636</c:v>
                </c:pt>
                <c:pt idx="1737">
                  <c:v>18.207908448030636</c:v>
                </c:pt>
                <c:pt idx="1738">
                  <c:v>18.207908448030636</c:v>
                </c:pt>
                <c:pt idx="1739">
                  <c:v>18.207908448030636</c:v>
                </c:pt>
                <c:pt idx="1740">
                  <c:v>18.207908448030636</c:v>
                </c:pt>
                <c:pt idx="1741">
                  <c:v>18.207908448030636</c:v>
                </c:pt>
                <c:pt idx="1742">
                  <c:v>18.207908448030636</c:v>
                </c:pt>
                <c:pt idx="1743">
                  <c:v>18.207908448030636</c:v>
                </c:pt>
                <c:pt idx="1744">
                  <c:v>18.207908448030636</c:v>
                </c:pt>
                <c:pt idx="1745">
                  <c:v>18.207908448030636</c:v>
                </c:pt>
                <c:pt idx="1746">
                  <c:v>18.207908448030636</c:v>
                </c:pt>
                <c:pt idx="1747">
                  <c:v>18.207908448030636</c:v>
                </c:pt>
                <c:pt idx="1748">
                  <c:v>18.207908448030636</c:v>
                </c:pt>
                <c:pt idx="1749">
                  <c:v>18.207908448030636</c:v>
                </c:pt>
                <c:pt idx="1750">
                  <c:v>18.207908448030636</c:v>
                </c:pt>
                <c:pt idx="1751">
                  <c:v>18.207908448030636</c:v>
                </c:pt>
                <c:pt idx="1752">
                  <c:v>18.207908448030636</c:v>
                </c:pt>
                <c:pt idx="1753">
                  <c:v>18.207908448030636</c:v>
                </c:pt>
                <c:pt idx="1754">
                  <c:v>18.207908448030636</c:v>
                </c:pt>
                <c:pt idx="1755">
                  <c:v>18.207908448030636</c:v>
                </c:pt>
                <c:pt idx="1756">
                  <c:v>18.207908448030636</c:v>
                </c:pt>
                <c:pt idx="1757">
                  <c:v>18.207908448030636</c:v>
                </c:pt>
                <c:pt idx="1758">
                  <c:v>18.207908448030636</c:v>
                </c:pt>
                <c:pt idx="1759">
                  <c:v>18.207908448030636</c:v>
                </c:pt>
                <c:pt idx="1760">
                  <c:v>18.207908448030636</c:v>
                </c:pt>
                <c:pt idx="1761">
                  <c:v>18.207908448030636</c:v>
                </c:pt>
                <c:pt idx="1762">
                  <c:v>18.207908448030636</c:v>
                </c:pt>
                <c:pt idx="1763">
                  <c:v>18.207908448030636</c:v>
                </c:pt>
                <c:pt idx="1764">
                  <c:v>18.207908448030636</c:v>
                </c:pt>
                <c:pt idx="1765">
                  <c:v>18.207908448030636</c:v>
                </c:pt>
                <c:pt idx="1766">
                  <c:v>18.207908448030636</c:v>
                </c:pt>
                <c:pt idx="1767">
                  <c:v>18.207908448030636</c:v>
                </c:pt>
                <c:pt idx="1768">
                  <c:v>18.207908448030636</c:v>
                </c:pt>
                <c:pt idx="1769">
                  <c:v>18.207908448030636</c:v>
                </c:pt>
                <c:pt idx="1770">
                  <c:v>18.207908448030636</c:v>
                </c:pt>
                <c:pt idx="1771">
                  <c:v>18.207908448030636</c:v>
                </c:pt>
                <c:pt idx="1772">
                  <c:v>18.207908448030636</c:v>
                </c:pt>
                <c:pt idx="1773">
                  <c:v>18.207908448030636</c:v>
                </c:pt>
                <c:pt idx="1774">
                  <c:v>18.207908448030636</c:v>
                </c:pt>
                <c:pt idx="1775">
                  <c:v>18.207908448030636</c:v>
                </c:pt>
                <c:pt idx="1776">
                  <c:v>18.207908448030636</c:v>
                </c:pt>
                <c:pt idx="1777">
                  <c:v>18.207908448030636</c:v>
                </c:pt>
                <c:pt idx="1778">
                  <c:v>18.207908448030636</c:v>
                </c:pt>
                <c:pt idx="1779">
                  <c:v>18.207908448030636</c:v>
                </c:pt>
                <c:pt idx="1780">
                  <c:v>18.207908448030636</c:v>
                </c:pt>
                <c:pt idx="1781">
                  <c:v>18.207908448030636</c:v>
                </c:pt>
                <c:pt idx="1782">
                  <c:v>18.207908448030636</c:v>
                </c:pt>
                <c:pt idx="1783">
                  <c:v>18.207908448030636</c:v>
                </c:pt>
                <c:pt idx="1784">
                  <c:v>18.207908448030636</c:v>
                </c:pt>
                <c:pt idx="1785">
                  <c:v>18.207908448030636</c:v>
                </c:pt>
                <c:pt idx="1786">
                  <c:v>18.207908448030636</c:v>
                </c:pt>
                <c:pt idx="1787">
                  <c:v>18.207908448030636</c:v>
                </c:pt>
                <c:pt idx="1788">
                  <c:v>18.207908448030636</c:v>
                </c:pt>
                <c:pt idx="1789">
                  <c:v>18.207908448030636</c:v>
                </c:pt>
                <c:pt idx="1790">
                  <c:v>18.207908448030636</c:v>
                </c:pt>
                <c:pt idx="1791">
                  <c:v>18.207908448030636</c:v>
                </c:pt>
                <c:pt idx="1792">
                  <c:v>18.207908448030636</c:v>
                </c:pt>
                <c:pt idx="1793">
                  <c:v>18.207908448030636</c:v>
                </c:pt>
                <c:pt idx="1794">
                  <c:v>18.207908448030636</c:v>
                </c:pt>
                <c:pt idx="1795">
                  <c:v>18.207908448030636</c:v>
                </c:pt>
                <c:pt idx="1796">
                  <c:v>18.207908448030636</c:v>
                </c:pt>
                <c:pt idx="1797">
                  <c:v>18.207908448030636</c:v>
                </c:pt>
                <c:pt idx="1798">
                  <c:v>18.207908448030636</c:v>
                </c:pt>
                <c:pt idx="1799">
                  <c:v>18.207908448030636</c:v>
                </c:pt>
                <c:pt idx="1800">
                  <c:v>18.207908448030636</c:v>
                </c:pt>
                <c:pt idx="1801">
                  <c:v>18.207908448030636</c:v>
                </c:pt>
                <c:pt idx="1802">
                  <c:v>18.207908448030636</c:v>
                </c:pt>
                <c:pt idx="1803">
                  <c:v>18.207908448030636</c:v>
                </c:pt>
                <c:pt idx="1804">
                  <c:v>18.207908448030636</c:v>
                </c:pt>
                <c:pt idx="1805">
                  <c:v>18.207908448030636</c:v>
                </c:pt>
                <c:pt idx="1806">
                  <c:v>18.207908448030636</c:v>
                </c:pt>
                <c:pt idx="1807">
                  <c:v>18.207908448030636</c:v>
                </c:pt>
                <c:pt idx="1808">
                  <c:v>18.207908448030636</c:v>
                </c:pt>
                <c:pt idx="1809">
                  <c:v>18.207908448030636</c:v>
                </c:pt>
                <c:pt idx="1810">
                  <c:v>18.207908448030636</c:v>
                </c:pt>
                <c:pt idx="1811">
                  <c:v>18.207908448030636</c:v>
                </c:pt>
                <c:pt idx="1812">
                  <c:v>18.207908448030636</c:v>
                </c:pt>
                <c:pt idx="1813">
                  <c:v>18.207908448030636</c:v>
                </c:pt>
                <c:pt idx="1814">
                  <c:v>18.207908448030636</c:v>
                </c:pt>
                <c:pt idx="1815">
                  <c:v>18.207908448030636</c:v>
                </c:pt>
                <c:pt idx="1816">
                  <c:v>18.207908448030636</c:v>
                </c:pt>
                <c:pt idx="1817">
                  <c:v>18.207908448030636</c:v>
                </c:pt>
                <c:pt idx="1818">
                  <c:v>18.207908448030636</c:v>
                </c:pt>
                <c:pt idx="1819">
                  <c:v>18.207908448030636</c:v>
                </c:pt>
                <c:pt idx="1820">
                  <c:v>18.207908448030636</c:v>
                </c:pt>
                <c:pt idx="1821">
                  <c:v>18.207908448030636</c:v>
                </c:pt>
                <c:pt idx="1822">
                  <c:v>18.207908448030636</c:v>
                </c:pt>
                <c:pt idx="1823">
                  <c:v>18.207908448030636</c:v>
                </c:pt>
                <c:pt idx="1824">
                  <c:v>18.207908448030636</c:v>
                </c:pt>
                <c:pt idx="1825">
                  <c:v>18.207908448030636</c:v>
                </c:pt>
                <c:pt idx="1826">
                  <c:v>18.207908448030636</c:v>
                </c:pt>
                <c:pt idx="1827">
                  <c:v>18.207908448030636</c:v>
                </c:pt>
                <c:pt idx="1828">
                  <c:v>18.207908448030636</c:v>
                </c:pt>
              </c:numCache>
            </c:numRef>
          </c:val>
          <c:smooth val="0"/>
          <c:extLst>
            <c:ext xmlns:c16="http://schemas.microsoft.com/office/drawing/2014/chart" uri="{C3380CC4-5D6E-409C-BE32-E72D297353CC}">
              <c16:uniqueId val="{00000005-81C4-4815-9680-5AA56E5DE3F5}"/>
            </c:ext>
          </c:extLst>
        </c:ser>
        <c:dLbls>
          <c:showLegendKey val="0"/>
          <c:showVal val="0"/>
          <c:showCatName val="0"/>
          <c:showSerName val="0"/>
          <c:showPercent val="0"/>
          <c:showBubbleSize val="0"/>
        </c:dLbls>
        <c:smooth val="0"/>
        <c:axId val="15858768"/>
        <c:axId val="15859160"/>
      </c:lineChart>
      <c:dateAx>
        <c:axId val="15858768"/>
        <c:scaling>
          <c:orientation val="minMax"/>
        </c:scaling>
        <c:delete val="0"/>
        <c:axPos val="b"/>
        <c:numFmt formatCode="mmm\ yy"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9160"/>
        <c:crosses val="autoZero"/>
        <c:auto val="0"/>
        <c:lblOffset val="100"/>
        <c:baseTimeUnit val="days"/>
        <c:majorUnit val="1"/>
        <c:majorTimeUnit val="years"/>
      </c:dateAx>
      <c:valAx>
        <c:axId val="15859160"/>
        <c:scaling>
          <c:orientation val="minMax"/>
          <c:min val="11"/>
        </c:scaling>
        <c:delete val="0"/>
        <c:axPos val="l"/>
        <c:numFmt formatCode="#,##0"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8768"/>
        <c:crosses val="autoZero"/>
        <c:crossBetween val="midCat"/>
      </c:valAx>
      <c:spPr>
        <a:noFill/>
        <a:ln w="25400">
          <a:noFill/>
        </a:ln>
      </c:spPr>
    </c:plotArea>
    <c:legend>
      <c:legendPos val="t"/>
      <c:layout>
        <c:manualLayout>
          <c:xMode val="edge"/>
          <c:yMode val="edge"/>
          <c:x val="5.2381704957308997E-2"/>
          <c:y val="1.0937037037037035E-3"/>
          <c:w val="0.94564176303178338"/>
          <c:h val="0.20075999408836701"/>
        </c:manualLayout>
      </c:layout>
      <c:overlay val="0"/>
    </c:legend>
    <c:plotVisOnly val="1"/>
    <c:dispBlanksAs val="gap"/>
    <c:showDLblsOverMax val="0"/>
  </c:chart>
  <c:spPr>
    <a:noFill/>
    <a:ln w="9525">
      <a:noFill/>
    </a:ln>
  </c:spPr>
  <c:txPr>
    <a:bodyPr/>
    <a:lstStyle/>
    <a:p>
      <a:pPr>
        <a:defRPr sz="2100" b="0" i="0" u="none" strike="noStrike" baseline="0">
          <a:solidFill>
            <a:srgbClr val="000000"/>
          </a:solidFill>
          <a:latin typeface="SVN-Gilroy"/>
          <a:ea typeface="Noto Sans" panose="020B0502040504020204" pitchFamily="34"/>
          <a:cs typeface="Noto Sans" panose="020B0502040504020204" pitchFamily="34"/>
        </a:defRPr>
      </a:pPr>
      <a:endParaRPr lang="en-US"/>
    </a:p>
  </c:txPr>
  <c:externalData r:id="rId2">
    <c:autoUpdate val="0"/>
  </c:externalData>
  <c:userShapes r:id="rId3"/>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lgn="ctr" rtl="0">
              <a:defRPr/>
            </a:pPr>
            <a:r>
              <a:rPr lang="en-US"/>
              <a:t>(VND)</a:t>
            </a:r>
          </a:p>
        </c:rich>
      </c:tx>
      <c:layout>
        <c:manualLayout>
          <c:xMode val="edge"/>
          <c:yMode val="edge"/>
          <c:x val="0.88507861709623192"/>
          <c:y val="1.6149023038786799E-3"/>
        </c:manualLayout>
      </c:layout>
      <c:overlay val="0"/>
      <c:spPr>
        <a:noFill/>
        <a:ln>
          <a:noFill/>
        </a:ln>
        <a:effectLst/>
      </c:spPr>
    </c:title>
    <c:autoTitleDeleted val="0"/>
    <c:plotArea>
      <c:layout>
        <c:manualLayout>
          <c:layoutTarget val="inner"/>
          <c:xMode val="edge"/>
          <c:yMode val="edge"/>
          <c:x val="0.11527884453269892"/>
          <c:y val="0.12114629629629629"/>
          <c:w val="0.76411094978053795"/>
          <c:h val="0.74712987265480713"/>
        </c:manualLayout>
      </c:layout>
      <c:lineChart>
        <c:grouping val="standard"/>
        <c:varyColors val="0"/>
        <c:ser>
          <c:idx val="0"/>
          <c:order val="0"/>
          <c:tx>
            <c:strRef>
              <c:f>Source!$AI$2</c:f>
              <c:strCache>
                <c:ptCount val="1"/>
                <c:pt idx="0">
                  <c:v>VN-INDEX</c:v>
                </c:pt>
              </c:strCache>
            </c:strRef>
          </c:tx>
          <c:spPr>
            <a:ln w="28575" cap="rnd">
              <a:solidFill>
                <a:schemeClr val="tx2"/>
              </a:solidFill>
              <a:round/>
            </a:ln>
            <a:effectLst/>
          </c:spPr>
          <c:marker>
            <c:symbol val="none"/>
          </c:marker>
          <c:cat>
            <c:numRef>
              <c:f>Source!$AH$4:$AH$373</c:f>
              <c:numCache>
                <c:formatCode>m/d/yyyy</c:formatCode>
                <c:ptCount val="370"/>
                <c:pt idx="0">
                  <c:v>45951</c:v>
                </c:pt>
                <c:pt idx="1">
                  <c:v>45952</c:v>
                </c:pt>
                <c:pt idx="2">
                  <c:v>45953</c:v>
                </c:pt>
                <c:pt idx="3">
                  <c:v>45954</c:v>
                </c:pt>
                <c:pt idx="4">
                  <c:v>45955</c:v>
                </c:pt>
                <c:pt idx="5">
                  <c:v>45956</c:v>
                </c:pt>
                <c:pt idx="6">
                  <c:v>45957</c:v>
                </c:pt>
                <c:pt idx="7">
                  <c:v>45958</c:v>
                </c:pt>
                <c:pt idx="8">
                  <c:v>45959</c:v>
                </c:pt>
                <c:pt idx="9">
                  <c:v>45960</c:v>
                </c:pt>
                <c:pt idx="10">
                  <c:v>45961</c:v>
                </c:pt>
                <c:pt idx="11">
                  <c:v>45962</c:v>
                </c:pt>
                <c:pt idx="12">
                  <c:v>45963</c:v>
                </c:pt>
                <c:pt idx="13">
                  <c:v>45964</c:v>
                </c:pt>
                <c:pt idx="14">
                  <c:v>45965</c:v>
                </c:pt>
                <c:pt idx="15">
                  <c:v>45966</c:v>
                </c:pt>
                <c:pt idx="16">
                  <c:v>45967</c:v>
                </c:pt>
                <c:pt idx="17">
                  <c:v>45968</c:v>
                </c:pt>
                <c:pt idx="18">
                  <c:v>45969</c:v>
                </c:pt>
                <c:pt idx="19">
                  <c:v>45970</c:v>
                </c:pt>
                <c:pt idx="20">
                  <c:v>45971</c:v>
                </c:pt>
                <c:pt idx="21">
                  <c:v>45972</c:v>
                </c:pt>
                <c:pt idx="22">
                  <c:v>45973</c:v>
                </c:pt>
                <c:pt idx="23">
                  <c:v>45974</c:v>
                </c:pt>
                <c:pt idx="24">
                  <c:v>45975</c:v>
                </c:pt>
                <c:pt idx="25">
                  <c:v>45976</c:v>
                </c:pt>
                <c:pt idx="26">
                  <c:v>45977</c:v>
                </c:pt>
                <c:pt idx="27">
                  <c:v>45978</c:v>
                </c:pt>
                <c:pt idx="28">
                  <c:v>45979</c:v>
                </c:pt>
                <c:pt idx="29">
                  <c:v>45980</c:v>
                </c:pt>
                <c:pt idx="30">
                  <c:v>45981</c:v>
                </c:pt>
                <c:pt idx="31">
                  <c:v>45982</c:v>
                </c:pt>
                <c:pt idx="32">
                  <c:v>45983</c:v>
                </c:pt>
                <c:pt idx="33">
                  <c:v>45984</c:v>
                </c:pt>
                <c:pt idx="34">
                  <c:v>45985</c:v>
                </c:pt>
                <c:pt idx="35">
                  <c:v>45986</c:v>
                </c:pt>
                <c:pt idx="36">
                  <c:v>45987</c:v>
                </c:pt>
                <c:pt idx="37">
                  <c:v>45988</c:v>
                </c:pt>
                <c:pt idx="38">
                  <c:v>45989</c:v>
                </c:pt>
                <c:pt idx="39">
                  <c:v>45990</c:v>
                </c:pt>
                <c:pt idx="40">
                  <c:v>45991</c:v>
                </c:pt>
                <c:pt idx="41">
                  <c:v>45992</c:v>
                </c:pt>
                <c:pt idx="42">
                  <c:v>45993</c:v>
                </c:pt>
                <c:pt idx="43">
                  <c:v>45994</c:v>
                </c:pt>
                <c:pt idx="44">
                  <c:v>45995</c:v>
                </c:pt>
                <c:pt idx="45">
                  <c:v>45996</c:v>
                </c:pt>
                <c:pt idx="46">
                  <c:v>45997</c:v>
                </c:pt>
                <c:pt idx="47">
                  <c:v>45998</c:v>
                </c:pt>
                <c:pt idx="48">
                  <c:v>45999</c:v>
                </c:pt>
                <c:pt idx="49">
                  <c:v>46000</c:v>
                </c:pt>
                <c:pt idx="50">
                  <c:v>46001</c:v>
                </c:pt>
                <c:pt idx="51">
                  <c:v>46002</c:v>
                </c:pt>
                <c:pt idx="52">
                  <c:v>46003</c:v>
                </c:pt>
                <c:pt idx="53">
                  <c:v>46004</c:v>
                </c:pt>
                <c:pt idx="54">
                  <c:v>46005</c:v>
                </c:pt>
                <c:pt idx="55">
                  <c:v>46006</c:v>
                </c:pt>
                <c:pt idx="56">
                  <c:v>46007</c:v>
                </c:pt>
                <c:pt idx="57">
                  <c:v>46008</c:v>
                </c:pt>
                <c:pt idx="58">
                  <c:v>46009</c:v>
                </c:pt>
                <c:pt idx="59">
                  <c:v>46010</c:v>
                </c:pt>
                <c:pt idx="60">
                  <c:v>46011</c:v>
                </c:pt>
                <c:pt idx="61">
                  <c:v>46012</c:v>
                </c:pt>
                <c:pt idx="62">
                  <c:v>46013</c:v>
                </c:pt>
                <c:pt idx="63">
                  <c:v>46014</c:v>
                </c:pt>
                <c:pt idx="64">
                  <c:v>46015</c:v>
                </c:pt>
                <c:pt idx="65">
                  <c:v>46016</c:v>
                </c:pt>
                <c:pt idx="66">
                  <c:v>46017</c:v>
                </c:pt>
                <c:pt idx="67">
                  <c:v>46018</c:v>
                </c:pt>
                <c:pt idx="68">
                  <c:v>46019</c:v>
                </c:pt>
                <c:pt idx="69">
                  <c:v>46020</c:v>
                </c:pt>
                <c:pt idx="70">
                  <c:v>46021</c:v>
                </c:pt>
                <c:pt idx="71">
                  <c:v>46022</c:v>
                </c:pt>
                <c:pt idx="72">
                  <c:v>46023</c:v>
                </c:pt>
                <c:pt idx="73">
                  <c:v>46024</c:v>
                </c:pt>
                <c:pt idx="74">
                  <c:v>46025</c:v>
                </c:pt>
                <c:pt idx="75">
                  <c:v>46026</c:v>
                </c:pt>
                <c:pt idx="76">
                  <c:v>46027</c:v>
                </c:pt>
                <c:pt idx="77">
                  <c:v>46028</c:v>
                </c:pt>
                <c:pt idx="78">
                  <c:v>46029</c:v>
                </c:pt>
                <c:pt idx="79">
                  <c:v>46030</c:v>
                </c:pt>
                <c:pt idx="80">
                  <c:v>46031</c:v>
                </c:pt>
                <c:pt idx="81">
                  <c:v>46032</c:v>
                </c:pt>
                <c:pt idx="82">
                  <c:v>46033</c:v>
                </c:pt>
                <c:pt idx="83">
                  <c:v>46034</c:v>
                </c:pt>
                <c:pt idx="84">
                  <c:v>46035</c:v>
                </c:pt>
                <c:pt idx="85">
                  <c:v>46036</c:v>
                </c:pt>
                <c:pt idx="86">
                  <c:v>46037</c:v>
                </c:pt>
                <c:pt idx="87">
                  <c:v>46038</c:v>
                </c:pt>
                <c:pt idx="88">
                  <c:v>46039</c:v>
                </c:pt>
                <c:pt idx="89">
                  <c:v>46040</c:v>
                </c:pt>
                <c:pt idx="90">
                  <c:v>46041</c:v>
                </c:pt>
                <c:pt idx="91">
                  <c:v>46042</c:v>
                </c:pt>
                <c:pt idx="92">
                  <c:v>46043</c:v>
                </c:pt>
                <c:pt idx="93">
                  <c:v>46044</c:v>
                </c:pt>
                <c:pt idx="94">
                  <c:v>46045</c:v>
                </c:pt>
                <c:pt idx="95">
                  <c:v>46046</c:v>
                </c:pt>
                <c:pt idx="96">
                  <c:v>46047</c:v>
                </c:pt>
                <c:pt idx="97">
                  <c:v>46048</c:v>
                </c:pt>
                <c:pt idx="98">
                  <c:v>46049</c:v>
                </c:pt>
                <c:pt idx="99">
                  <c:v>46050</c:v>
                </c:pt>
                <c:pt idx="100">
                  <c:v>46051</c:v>
                </c:pt>
                <c:pt idx="101">
                  <c:v>46052</c:v>
                </c:pt>
                <c:pt idx="102">
                  <c:v>46053</c:v>
                </c:pt>
                <c:pt idx="103">
                  <c:v>46054</c:v>
                </c:pt>
                <c:pt idx="104">
                  <c:v>46055</c:v>
                </c:pt>
                <c:pt idx="105">
                  <c:v>46056</c:v>
                </c:pt>
                <c:pt idx="106">
                  <c:v>46057</c:v>
                </c:pt>
                <c:pt idx="107">
                  <c:v>46058</c:v>
                </c:pt>
                <c:pt idx="108">
                  <c:v>46059</c:v>
                </c:pt>
                <c:pt idx="109">
                  <c:v>46060</c:v>
                </c:pt>
                <c:pt idx="110">
                  <c:v>46061</c:v>
                </c:pt>
                <c:pt idx="111">
                  <c:v>46062</c:v>
                </c:pt>
                <c:pt idx="112">
                  <c:v>46063</c:v>
                </c:pt>
                <c:pt idx="113">
                  <c:v>46064</c:v>
                </c:pt>
                <c:pt idx="114">
                  <c:v>46065</c:v>
                </c:pt>
                <c:pt idx="115">
                  <c:v>46066</c:v>
                </c:pt>
                <c:pt idx="116">
                  <c:v>46067</c:v>
                </c:pt>
                <c:pt idx="117">
                  <c:v>46068</c:v>
                </c:pt>
                <c:pt idx="118">
                  <c:v>46069</c:v>
                </c:pt>
                <c:pt idx="119">
                  <c:v>46070</c:v>
                </c:pt>
                <c:pt idx="120">
                  <c:v>46071</c:v>
                </c:pt>
                <c:pt idx="121">
                  <c:v>46072</c:v>
                </c:pt>
                <c:pt idx="122">
                  <c:v>46073</c:v>
                </c:pt>
                <c:pt idx="123">
                  <c:v>46074</c:v>
                </c:pt>
                <c:pt idx="124">
                  <c:v>46075</c:v>
                </c:pt>
                <c:pt idx="125">
                  <c:v>46076</c:v>
                </c:pt>
                <c:pt idx="126">
                  <c:v>46077</c:v>
                </c:pt>
                <c:pt idx="127">
                  <c:v>46078</c:v>
                </c:pt>
                <c:pt idx="128">
                  <c:v>46079</c:v>
                </c:pt>
                <c:pt idx="129">
                  <c:v>46080</c:v>
                </c:pt>
                <c:pt idx="130">
                  <c:v>46081</c:v>
                </c:pt>
                <c:pt idx="131">
                  <c:v>46082</c:v>
                </c:pt>
                <c:pt idx="132">
                  <c:v>46083</c:v>
                </c:pt>
                <c:pt idx="133">
                  <c:v>46084</c:v>
                </c:pt>
                <c:pt idx="134">
                  <c:v>46085</c:v>
                </c:pt>
                <c:pt idx="135">
                  <c:v>46086</c:v>
                </c:pt>
                <c:pt idx="136">
                  <c:v>46087</c:v>
                </c:pt>
                <c:pt idx="137">
                  <c:v>46088</c:v>
                </c:pt>
                <c:pt idx="138">
                  <c:v>46089</c:v>
                </c:pt>
                <c:pt idx="139">
                  <c:v>46090</c:v>
                </c:pt>
                <c:pt idx="140">
                  <c:v>46091</c:v>
                </c:pt>
                <c:pt idx="141">
                  <c:v>46092</c:v>
                </c:pt>
                <c:pt idx="142">
                  <c:v>46093</c:v>
                </c:pt>
                <c:pt idx="143">
                  <c:v>46094</c:v>
                </c:pt>
                <c:pt idx="144">
                  <c:v>46095</c:v>
                </c:pt>
                <c:pt idx="145">
                  <c:v>46096</c:v>
                </c:pt>
                <c:pt idx="146">
                  <c:v>46097</c:v>
                </c:pt>
                <c:pt idx="147">
                  <c:v>46098</c:v>
                </c:pt>
                <c:pt idx="148">
                  <c:v>46099</c:v>
                </c:pt>
                <c:pt idx="149">
                  <c:v>46100</c:v>
                </c:pt>
                <c:pt idx="150">
                  <c:v>46101</c:v>
                </c:pt>
                <c:pt idx="151">
                  <c:v>46102</c:v>
                </c:pt>
                <c:pt idx="152">
                  <c:v>46103</c:v>
                </c:pt>
                <c:pt idx="153">
                  <c:v>46104</c:v>
                </c:pt>
                <c:pt idx="154">
                  <c:v>46105</c:v>
                </c:pt>
                <c:pt idx="155">
                  <c:v>46106</c:v>
                </c:pt>
                <c:pt idx="156">
                  <c:v>46107</c:v>
                </c:pt>
                <c:pt idx="157">
                  <c:v>46108</c:v>
                </c:pt>
                <c:pt idx="158">
                  <c:v>46109</c:v>
                </c:pt>
                <c:pt idx="159">
                  <c:v>46110</c:v>
                </c:pt>
                <c:pt idx="160">
                  <c:v>46111</c:v>
                </c:pt>
                <c:pt idx="161">
                  <c:v>46112</c:v>
                </c:pt>
                <c:pt idx="162">
                  <c:v>46113</c:v>
                </c:pt>
                <c:pt idx="163">
                  <c:v>46114</c:v>
                </c:pt>
                <c:pt idx="164">
                  <c:v>46115</c:v>
                </c:pt>
                <c:pt idx="165">
                  <c:v>46116</c:v>
                </c:pt>
                <c:pt idx="166">
                  <c:v>46117</c:v>
                </c:pt>
                <c:pt idx="167">
                  <c:v>46118</c:v>
                </c:pt>
                <c:pt idx="168">
                  <c:v>46119</c:v>
                </c:pt>
                <c:pt idx="169">
                  <c:v>46120</c:v>
                </c:pt>
                <c:pt idx="170">
                  <c:v>46121</c:v>
                </c:pt>
                <c:pt idx="171">
                  <c:v>46122</c:v>
                </c:pt>
                <c:pt idx="172">
                  <c:v>46123</c:v>
                </c:pt>
                <c:pt idx="173">
                  <c:v>46124</c:v>
                </c:pt>
                <c:pt idx="174">
                  <c:v>46125</c:v>
                </c:pt>
                <c:pt idx="175">
                  <c:v>46126</c:v>
                </c:pt>
                <c:pt idx="176">
                  <c:v>46127</c:v>
                </c:pt>
                <c:pt idx="177">
                  <c:v>46128</c:v>
                </c:pt>
                <c:pt idx="178">
                  <c:v>46129</c:v>
                </c:pt>
                <c:pt idx="179">
                  <c:v>46130</c:v>
                </c:pt>
                <c:pt idx="180">
                  <c:v>46131</c:v>
                </c:pt>
                <c:pt idx="181">
                  <c:v>46132</c:v>
                </c:pt>
                <c:pt idx="182">
                  <c:v>46133</c:v>
                </c:pt>
                <c:pt idx="183">
                  <c:v>46134</c:v>
                </c:pt>
                <c:pt idx="184">
                  <c:v>46135</c:v>
                </c:pt>
                <c:pt idx="185">
                  <c:v>46136</c:v>
                </c:pt>
                <c:pt idx="186">
                  <c:v>46137</c:v>
                </c:pt>
                <c:pt idx="187">
                  <c:v>46138</c:v>
                </c:pt>
                <c:pt idx="188">
                  <c:v>46139</c:v>
                </c:pt>
                <c:pt idx="189">
                  <c:v>46140</c:v>
                </c:pt>
                <c:pt idx="190">
                  <c:v>46141</c:v>
                </c:pt>
                <c:pt idx="191">
                  <c:v>46142</c:v>
                </c:pt>
                <c:pt idx="192">
                  <c:v>46143</c:v>
                </c:pt>
                <c:pt idx="193">
                  <c:v>46144</c:v>
                </c:pt>
                <c:pt idx="194">
                  <c:v>46145</c:v>
                </c:pt>
                <c:pt idx="195">
                  <c:v>46146</c:v>
                </c:pt>
                <c:pt idx="196">
                  <c:v>46147</c:v>
                </c:pt>
                <c:pt idx="197">
                  <c:v>46148</c:v>
                </c:pt>
                <c:pt idx="198">
                  <c:v>46149</c:v>
                </c:pt>
                <c:pt idx="199">
                  <c:v>46150</c:v>
                </c:pt>
                <c:pt idx="200">
                  <c:v>46151</c:v>
                </c:pt>
                <c:pt idx="201">
                  <c:v>46152</c:v>
                </c:pt>
                <c:pt idx="202">
                  <c:v>46153</c:v>
                </c:pt>
                <c:pt idx="203">
                  <c:v>46154</c:v>
                </c:pt>
                <c:pt idx="204">
                  <c:v>46155</c:v>
                </c:pt>
                <c:pt idx="205">
                  <c:v>46156</c:v>
                </c:pt>
                <c:pt idx="206">
                  <c:v>46157</c:v>
                </c:pt>
                <c:pt idx="207">
                  <c:v>46158</c:v>
                </c:pt>
                <c:pt idx="208">
                  <c:v>46159</c:v>
                </c:pt>
                <c:pt idx="209">
                  <c:v>46160</c:v>
                </c:pt>
                <c:pt idx="210">
                  <c:v>46161</c:v>
                </c:pt>
                <c:pt idx="211">
                  <c:v>46162</c:v>
                </c:pt>
                <c:pt idx="212">
                  <c:v>46163</c:v>
                </c:pt>
                <c:pt idx="213">
                  <c:v>46164</c:v>
                </c:pt>
                <c:pt idx="214">
                  <c:v>46165</c:v>
                </c:pt>
                <c:pt idx="215">
                  <c:v>46166</c:v>
                </c:pt>
                <c:pt idx="216">
                  <c:v>46167</c:v>
                </c:pt>
                <c:pt idx="217">
                  <c:v>46168</c:v>
                </c:pt>
                <c:pt idx="218">
                  <c:v>46169</c:v>
                </c:pt>
                <c:pt idx="219">
                  <c:v>46170</c:v>
                </c:pt>
                <c:pt idx="220">
                  <c:v>46171</c:v>
                </c:pt>
                <c:pt idx="221">
                  <c:v>46172</c:v>
                </c:pt>
                <c:pt idx="222">
                  <c:v>46173</c:v>
                </c:pt>
                <c:pt idx="223">
                  <c:v>46174</c:v>
                </c:pt>
                <c:pt idx="224">
                  <c:v>46175</c:v>
                </c:pt>
                <c:pt idx="225">
                  <c:v>46176</c:v>
                </c:pt>
                <c:pt idx="226">
                  <c:v>46177</c:v>
                </c:pt>
                <c:pt idx="227">
                  <c:v>46178</c:v>
                </c:pt>
                <c:pt idx="228">
                  <c:v>46179</c:v>
                </c:pt>
                <c:pt idx="229">
                  <c:v>46180</c:v>
                </c:pt>
                <c:pt idx="230">
                  <c:v>46181</c:v>
                </c:pt>
                <c:pt idx="231">
                  <c:v>46182</c:v>
                </c:pt>
                <c:pt idx="232">
                  <c:v>46183</c:v>
                </c:pt>
                <c:pt idx="233">
                  <c:v>46184</c:v>
                </c:pt>
                <c:pt idx="234">
                  <c:v>46185</c:v>
                </c:pt>
                <c:pt idx="235">
                  <c:v>46186</c:v>
                </c:pt>
                <c:pt idx="236">
                  <c:v>46187</c:v>
                </c:pt>
                <c:pt idx="237">
                  <c:v>46188</c:v>
                </c:pt>
                <c:pt idx="238">
                  <c:v>46189</c:v>
                </c:pt>
                <c:pt idx="239">
                  <c:v>46190</c:v>
                </c:pt>
                <c:pt idx="240">
                  <c:v>46191</c:v>
                </c:pt>
                <c:pt idx="241">
                  <c:v>46192</c:v>
                </c:pt>
                <c:pt idx="242">
                  <c:v>46193</c:v>
                </c:pt>
                <c:pt idx="243">
                  <c:v>46194</c:v>
                </c:pt>
                <c:pt idx="244">
                  <c:v>46195</c:v>
                </c:pt>
                <c:pt idx="245">
                  <c:v>46196</c:v>
                </c:pt>
                <c:pt idx="246">
                  <c:v>46197</c:v>
                </c:pt>
                <c:pt idx="247">
                  <c:v>46198</c:v>
                </c:pt>
                <c:pt idx="248">
                  <c:v>46199</c:v>
                </c:pt>
                <c:pt idx="249">
                  <c:v>46200</c:v>
                </c:pt>
                <c:pt idx="250">
                  <c:v>46201</c:v>
                </c:pt>
                <c:pt idx="251">
                  <c:v>46202</c:v>
                </c:pt>
                <c:pt idx="252">
                  <c:v>46203</c:v>
                </c:pt>
                <c:pt idx="253">
                  <c:v>46204</c:v>
                </c:pt>
                <c:pt idx="254">
                  <c:v>46205</c:v>
                </c:pt>
                <c:pt idx="255">
                  <c:v>46206</c:v>
                </c:pt>
                <c:pt idx="256">
                  <c:v>46207</c:v>
                </c:pt>
                <c:pt idx="257">
                  <c:v>46208</c:v>
                </c:pt>
                <c:pt idx="258">
                  <c:v>46209</c:v>
                </c:pt>
                <c:pt idx="259">
                  <c:v>46210</c:v>
                </c:pt>
                <c:pt idx="260">
                  <c:v>46211</c:v>
                </c:pt>
                <c:pt idx="261">
                  <c:v>46212</c:v>
                </c:pt>
                <c:pt idx="262">
                  <c:v>46213</c:v>
                </c:pt>
                <c:pt idx="263">
                  <c:v>46214</c:v>
                </c:pt>
                <c:pt idx="264">
                  <c:v>46215</c:v>
                </c:pt>
                <c:pt idx="265">
                  <c:v>46216</c:v>
                </c:pt>
                <c:pt idx="266">
                  <c:v>46217</c:v>
                </c:pt>
                <c:pt idx="267">
                  <c:v>46218</c:v>
                </c:pt>
                <c:pt idx="268">
                  <c:v>46219</c:v>
                </c:pt>
                <c:pt idx="269">
                  <c:v>46220</c:v>
                </c:pt>
                <c:pt idx="270">
                  <c:v>46221</c:v>
                </c:pt>
                <c:pt idx="271">
                  <c:v>46222</c:v>
                </c:pt>
                <c:pt idx="272">
                  <c:v>46223</c:v>
                </c:pt>
                <c:pt idx="273">
                  <c:v>46224</c:v>
                </c:pt>
                <c:pt idx="274">
                  <c:v>46225</c:v>
                </c:pt>
                <c:pt idx="275">
                  <c:v>46226</c:v>
                </c:pt>
                <c:pt idx="276">
                  <c:v>46227</c:v>
                </c:pt>
                <c:pt idx="277">
                  <c:v>46228</c:v>
                </c:pt>
                <c:pt idx="278">
                  <c:v>46229</c:v>
                </c:pt>
                <c:pt idx="279">
                  <c:v>46230</c:v>
                </c:pt>
                <c:pt idx="280">
                  <c:v>46231</c:v>
                </c:pt>
                <c:pt idx="281">
                  <c:v>46232</c:v>
                </c:pt>
                <c:pt idx="282">
                  <c:v>46233</c:v>
                </c:pt>
                <c:pt idx="283">
                  <c:v>46234</c:v>
                </c:pt>
                <c:pt idx="284">
                  <c:v>46235</c:v>
                </c:pt>
                <c:pt idx="285">
                  <c:v>46236</c:v>
                </c:pt>
                <c:pt idx="286">
                  <c:v>46237</c:v>
                </c:pt>
                <c:pt idx="287">
                  <c:v>46238</c:v>
                </c:pt>
                <c:pt idx="288">
                  <c:v>46239</c:v>
                </c:pt>
                <c:pt idx="289">
                  <c:v>46240</c:v>
                </c:pt>
                <c:pt idx="290">
                  <c:v>46241</c:v>
                </c:pt>
                <c:pt idx="291">
                  <c:v>46242</c:v>
                </c:pt>
                <c:pt idx="292">
                  <c:v>46243</c:v>
                </c:pt>
                <c:pt idx="293">
                  <c:v>46244</c:v>
                </c:pt>
                <c:pt idx="294">
                  <c:v>46245</c:v>
                </c:pt>
                <c:pt idx="295">
                  <c:v>46246</c:v>
                </c:pt>
                <c:pt idx="296">
                  <c:v>46247</c:v>
                </c:pt>
                <c:pt idx="297">
                  <c:v>46248</c:v>
                </c:pt>
                <c:pt idx="298">
                  <c:v>46249</c:v>
                </c:pt>
                <c:pt idx="299">
                  <c:v>46250</c:v>
                </c:pt>
                <c:pt idx="300">
                  <c:v>46251</c:v>
                </c:pt>
                <c:pt idx="301">
                  <c:v>46252</c:v>
                </c:pt>
                <c:pt idx="302">
                  <c:v>46253</c:v>
                </c:pt>
                <c:pt idx="303">
                  <c:v>46254</c:v>
                </c:pt>
                <c:pt idx="304">
                  <c:v>46255</c:v>
                </c:pt>
                <c:pt idx="305">
                  <c:v>46256</c:v>
                </c:pt>
                <c:pt idx="306">
                  <c:v>46257</c:v>
                </c:pt>
                <c:pt idx="307">
                  <c:v>46258</c:v>
                </c:pt>
                <c:pt idx="308">
                  <c:v>46259</c:v>
                </c:pt>
                <c:pt idx="309">
                  <c:v>46260</c:v>
                </c:pt>
                <c:pt idx="310">
                  <c:v>46261</c:v>
                </c:pt>
                <c:pt idx="311">
                  <c:v>46262</c:v>
                </c:pt>
                <c:pt idx="312">
                  <c:v>46263</c:v>
                </c:pt>
                <c:pt idx="313">
                  <c:v>46264</c:v>
                </c:pt>
                <c:pt idx="314">
                  <c:v>46265</c:v>
                </c:pt>
                <c:pt idx="315">
                  <c:v>46266</c:v>
                </c:pt>
                <c:pt idx="316">
                  <c:v>46267</c:v>
                </c:pt>
                <c:pt idx="317">
                  <c:v>46268</c:v>
                </c:pt>
                <c:pt idx="318">
                  <c:v>46269</c:v>
                </c:pt>
                <c:pt idx="319">
                  <c:v>46270</c:v>
                </c:pt>
                <c:pt idx="320">
                  <c:v>46271</c:v>
                </c:pt>
                <c:pt idx="321">
                  <c:v>46272</c:v>
                </c:pt>
                <c:pt idx="322">
                  <c:v>46273</c:v>
                </c:pt>
                <c:pt idx="323">
                  <c:v>46274</c:v>
                </c:pt>
                <c:pt idx="324">
                  <c:v>46275</c:v>
                </c:pt>
                <c:pt idx="325">
                  <c:v>46276</c:v>
                </c:pt>
                <c:pt idx="326">
                  <c:v>46277</c:v>
                </c:pt>
                <c:pt idx="327">
                  <c:v>46278</c:v>
                </c:pt>
                <c:pt idx="328">
                  <c:v>46279</c:v>
                </c:pt>
                <c:pt idx="329">
                  <c:v>46280</c:v>
                </c:pt>
                <c:pt idx="330">
                  <c:v>46281</c:v>
                </c:pt>
                <c:pt idx="331">
                  <c:v>46282</c:v>
                </c:pt>
                <c:pt idx="332">
                  <c:v>46283</c:v>
                </c:pt>
                <c:pt idx="333">
                  <c:v>46284</c:v>
                </c:pt>
                <c:pt idx="334">
                  <c:v>46285</c:v>
                </c:pt>
                <c:pt idx="335">
                  <c:v>46286</c:v>
                </c:pt>
                <c:pt idx="336">
                  <c:v>46287</c:v>
                </c:pt>
                <c:pt idx="337">
                  <c:v>46288</c:v>
                </c:pt>
                <c:pt idx="338">
                  <c:v>46289</c:v>
                </c:pt>
                <c:pt idx="339">
                  <c:v>46290</c:v>
                </c:pt>
                <c:pt idx="340">
                  <c:v>46291</c:v>
                </c:pt>
                <c:pt idx="341">
                  <c:v>46292</c:v>
                </c:pt>
                <c:pt idx="342">
                  <c:v>46293</c:v>
                </c:pt>
                <c:pt idx="343">
                  <c:v>46294</c:v>
                </c:pt>
                <c:pt idx="344">
                  <c:v>46295</c:v>
                </c:pt>
                <c:pt idx="345">
                  <c:v>46296</c:v>
                </c:pt>
                <c:pt idx="346">
                  <c:v>46297</c:v>
                </c:pt>
                <c:pt idx="347">
                  <c:v>46298</c:v>
                </c:pt>
                <c:pt idx="348">
                  <c:v>46299</c:v>
                </c:pt>
                <c:pt idx="349">
                  <c:v>46300</c:v>
                </c:pt>
                <c:pt idx="350">
                  <c:v>46301</c:v>
                </c:pt>
                <c:pt idx="351">
                  <c:v>46302</c:v>
                </c:pt>
                <c:pt idx="352">
                  <c:v>46303</c:v>
                </c:pt>
                <c:pt idx="353">
                  <c:v>46304</c:v>
                </c:pt>
                <c:pt idx="354">
                  <c:v>46305</c:v>
                </c:pt>
                <c:pt idx="355">
                  <c:v>46306</c:v>
                </c:pt>
                <c:pt idx="356">
                  <c:v>46307</c:v>
                </c:pt>
                <c:pt idx="357">
                  <c:v>46308</c:v>
                </c:pt>
                <c:pt idx="358">
                  <c:v>46309</c:v>
                </c:pt>
                <c:pt idx="359">
                  <c:v>46310</c:v>
                </c:pt>
                <c:pt idx="360">
                  <c:v>46311</c:v>
                </c:pt>
                <c:pt idx="361">
                  <c:v>46312</c:v>
                </c:pt>
                <c:pt idx="362">
                  <c:v>46313</c:v>
                </c:pt>
                <c:pt idx="363">
                  <c:v>46314</c:v>
                </c:pt>
                <c:pt idx="364">
                  <c:v>46315</c:v>
                </c:pt>
                <c:pt idx="365">
                  <c:v>46316</c:v>
                </c:pt>
                <c:pt idx="366">
                  <c:v>46317</c:v>
                </c:pt>
              </c:numCache>
            </c:numRef>
          </c:cat>
          <c:val>
            <c:numRef>
              <c:f>Source!$AI$4:$AI$373</c:f>
              <c:numCache>
                <c:formatCode>General</c:formatCode>
                <c:ptCount val="370"/>
                <c:pt idx="0">
                  <c:v>1663.43</c:v>
                </c:pt>
                <c:pt idx="1">
                  <c:v>1678.5</c:v>
                </c:pt>
                <c:pt idx="2">
                  <c:v>1687.06</c:v>
                </c:pt>
                <c:pt idx="3">
                  <c:v>1683.18</c:v>
                </c:pt>
                <c:pt idx="4">
                  <c:v>1683.18</c:v>
                </c:pt>
                <c:pt idx="5">
                  <c:v>1683.18</c:v>
                </c:pt>
                <c:pt idx="6">
                  <c:v>1652.54</c:v>
                </c:pt>
                <c:pt idx="7">
                  <c:v>1680.5</c:v>
                </c:pt>
                <c:pt idx="8">
                  <c:v>1685.83</c:v>
                </c:pt>
                <c:pt idx="9">
                  <c:v>1669.57</c:v>
                </c:pt>
                <c:pt idx="10">
                  <c:v>1639.65</c:v>
                </c:pt>
                <c:pt idx="11">
                  <c:v>1639.65</c:v>
                </c:pt>
                <c:pt idx="12">
                  <c:v>1639.65</c:v>
                </c:pt>
                <c:pt idx="13">
                  <c:v>1617</c:v>
                </c:pt>
                <c:pt idx="14">
                  <c:v>1651.98</c:v>
                </c:pt>
                <c:pt idx="15">
                  <c:v>1654.89</c:v>
                </c:pt>
                <c:pt idx="16">
                  <c:v>1642.64</c:v>
                </c:pt>
                <c:pt idx="17">
                  <c:v>1599.1</c:v>
                </c:pt>
                <c:pt idx="18">
                  <c:v>1599.1</c:v>
                </c:pt>
                <c:pt idx="19">
                  <c:v>1599.1</c:v>
                </c:pt>
                <c:pt idx="20">
                  <c:v>1580.54</c:v>
                </c:pt>
                <c:pt idx="21">
                  <c:v>1593.61</c:v>
                </c:pt>
                <c:pt idx="22">
                  <c:v>1631.86</c:v>
                </c:pt>
                <c:pt idx="23">
                  <c:v>1631.44</c:v>
                </c:pt>
                <c:pt idx="24">
                  <c:v>1635.46</c:v>
                </c:pt>
                <c:pt idx="25">
                  <c:v>1635.46</c:v>
                </c:pt>
                <c:pt idx="26">
                  <c:v>1635.46</c:v>
                </c:pt>
                <c:pt idx="27">
                  <c:v>1654.42</c:v>
                </c:pt>
                <c:pt idx="28">
                  <c:v>1659.92</c:v>
                </c:pt>
                <c:pt idx="29">
                  <c:v>1649</c:v>
                </c:pt>
                <c:pt idx="30">
                  <c:v>1655.99</c:v>
                </c:pt>
                <c:pt idx="31">
                  <c:v>1654.93</c:v>
                </c:pt>
                <c:pt idx="32">
                  <c:v>1654.93</c:v>
                </c:pt>
                <c:pt idx="33">
                  <c:v>1654.93</c:v>
                </c:pt>
                <c:pt idx="34">
                  <c:v>1667.98</c:v>
                </c:pt>
                <c:pt idx="35">
                  <c:v>1660.36</c:v>
                </c:pt>
                <c:pt idx="36">
                  <c:v>1680.36</c:v>
                </c:pt>
                <c:pt idx="37">
                  <c:v>1684.32</c:v>
                </c:pt>
                <c:pt idx="38">
                  <c:v>1690.99</c:v>
                </c:pt>
                <c:pt idx="39">
                  <c:v>1690.99</c:v>
                </c:pt>
                <c:pt idx="40">
                  <c:v>1690.99</c:v>
                </c:pt>
                <c:pt idx="41">
                  <c:v>1701.67</c:v>
                </c:pt>
                <c:pt idx="42">
                  <c:v>1717.06</c:v>
                </c:pt>
                <c:pt idx="43">
                  <c:v>1731.77</c:v>
                </c:pt>
                <c:pt idx="44">
                  <c:v>1737.24</c:v>
                </c:pt>
                <c:pt idx="45">
                  <c:v>1741.32</c:v>
                </c:pt>
                <c:pt idx="46">
                  <c:v>1741.32</c:v>
                </c:pt>
                <c:pt idx="47">
                  <c:v>1741.32</c:v>
                </c:pt>
                <c:pt idx="48">
                  <c:v>1753.74</c:v>
                </c:pt>
                <c:pt idx="49">
                  <c:v>1747.17</c:v>
                </c:pt>
                <c:pt idx="50">
                  <c:v>1718.98</c:v>
                </c:pt>
                <c:pt idx="51">
                  <c:v>1698.9</c:v>
                </c:pt>
                <c:pt idx="52">
                  <c:v>1646.89</c:v>
                </c:pt>
                <c:pt idx="53">
                  <c:v>1646.89</c:v>
                </c:pt>
                <c:pt idx="54">
                  <c:v>1646.89</c:v>
                </c:pt>
                <c:pt idx="55">
                  <c:v>1646.01</c:v>
                </c:pt>
                <c:pt idx="56">
                  <c:v>1679.18</c:v>
                </c:pt>
                <c:pt idx="57">
                  <c:v>1673.66</c:v>
                </c:pt>
                <c:pt idx="58">
                  <c:v>1676.98</c:v>
                </c:pt>
                <c:pt idx="59">
                  <c:v>1704.31</c:v>
                </c:pt>
                <c:pt idx="60">
                  <c:v>1704.31</c:v>
                </c:pt>
                <c:pt idx="61">
                  <c:v>1704.31</c:v>
                </c:pt>
                <c:pt idx="62">
                  <c:v>1751.03</c:v>
                </c:pt>
                <c:pt idx="63">
                  <c:v>1772.15</c:v>
                </c:pt>
                <c:pt idx="64">
                  <c:v>1782.82</c:v>
                </c:pt>
                <c:pt idx="65">
                  <c:v>1742.85</c:v>
                </c:pt>
                <c:pt idx="66">
                  <c:v>1729.8</c:v>
                </c:pt>
                <c:pt idx="67">
                  <c:v>1729.8</c:v>
                </c:pt>
                <c:pt idx="68">
                  <c:v>1729.8</c:v>
                </c:pt>
                <c:pt idx="69">
                  <c:v>1754.84</c:v>
                </c:pt>
                <c:pt idx="70">
                  <c:v>1766.9</c:v>
                </c:pt>
                <c:pt idx="71">
                  <c:v>1784.49</c:v>
                </c:pt>
                <c:pt idx="72">
                  <c:v>1784.49</c:v>
                </c:pt>
                <c:pt idx="73">
                  <c:v>1784.49</c:v>
                </c:pt>
                <c:pt idx="74">
                  <c:v>1784.49</c:v>
                </c:pt>
                <c:pt idx="75">
                  <c:v>1784.49</c:v>
                </c:pt>
                <c:pt idx="76">
                  <c:v>1788.4</c:v>
                </c:pt>
                <c:pt idx="77">
                  <c:v>1816.27</c:v>
                </c:pt>
                <c:pt idx="78">
                  <c:v>1861.58</c:v>
                </c:pt>
                <c:pt idx="79">
                  <c:v>1855.56</c:v>
                </c:pt>
                <c:pt idx="80">
                  <c:v>1867.9</c:v>
                </c:pt>
                <c:pt idx="81">
                  <c:v>1867.9</c:v>
                </c:pt>
                <c:pt idx="82">
                  <c:v>1867.9</c:v>
                </c:pt>
                <c:pt idx="83">
                  <c:v>1877.33</c:v>
                </c:pt>
                <c:pt idx="84">
                  <c:v>1902.93</c:v>
                </c:pt>
                <c:pt idx="85">
                  <c:v>1894.44</c:v>
                </c:pt>
                <c:pt idx="86">
                  <c:v>1864.8</c:v>
                </c:pt>
                <c:pt idx="87">
                  <c:v>1879.13</c:v>
                </c:pt>
                <c:pt idx="88">
                  <c:v>1879.13</c:v>
                </c:pt>
                <c:pt idx="89">
                  <c:v>1879.13</c:v>
                </c:pt>
                <c:pt idx="90">
                  <c:v>1896.59</c:v>
                </c:pt>
                <c:pt idx="91">
                  <c:v>1893.78</c:v>
                </c:pt>
                <c:pt idx="92">
                  <c:v>1885.44</c:v>
                </c:pt>
                <c:pt idx="93">
                  <c:v>1882.73</c:v>
                </c:pt>
                <c:pt idx="94">
                  <c:v>1870.79</c:v>
                </c:pt>
                <c:pt idx="95">
                  <c:v>1870.79</c:v>
                </c:pt>
                <c:pt idx="96">
                  <c:v>1870.79</c:v>
                </c:pt>
                <c:pt idx="97">
                  <c:v>1843.72</c:v>
                </c:pt>
                <c:pt idx="98">
                  <c:v>1830.5</c:v>
                </c:pt>
                <c:pt idx="99">
                  <c:v>1802.91</c:v>
                </c:pt>
                <c:pt idx="100">
                  <c:v>1814.98</c:v>
                </c:pt>
                <c:pt idx="101">
                  <c:v>1829.04</c:v>
                </c:pt>
                <c:pt idx="102">
                  <c:v>1829.04</c:v>
                </c:pt>
                <c:pt idx="103">
                  <c:v>1829.04</c:v>
                </c:pt>
                <c:pt idx="104">
                  <c:v>1806.5</c:v>
                </c:pt>
                <c:pt idx="105">
                  <c:v>1813.4</c:v>
                </c:pt>
                <c:pt idx="106">
                  <c:v>1791.43</c:v>
                </c:pt>
                <c:pt idx="107">
                  <c:v>1782.56</c:v>
                </c:pt>
                <c:pt idx="108">
                  <c:v>1755.49</c:v>
                </c:pt>
                <c:pt idx="109">
                  <c:v>1755.49</c:v>
                </c:pt>
                <c:pt idx="110">
                  <c:v>1755.49</c:v>
                </c:pt>
                <c:pt idx="111">
                  <c:v>1754.82</c:v>
                </c:pt>
                <c:pt idx="112">
                  <c:v>1754.03</c:v>
                </c:pt>
                <c:pt idx="113">
                  <c:v>1796.85</c:v>
                </c:pt>
                <c:pt idx="114">
                  <c:v>1814.09</c:v>
                </c:pt>
                <c:pt idx="115">
                  <c:v>1824.09</c:v>
                </c:pt>
                <c:pt idx="116">
                  <c:v>1824.09</c:v>
                </c:pt>
                <c:pt idx="117">
                  <c:v>1824.09</c:v>
                </c:pt>
                <c:pt idx="118">
                  <c:v>1824.09</c:v>
                </c:pt>
                <c:pt idx="119">
                  <c:v>1824.09</c:v>
                </c:pt>
                <c:pt idx="120">
                  <c:v>1824.09</c:v>
                </c:pt>
                <c:pt idx="121">
                  <c:v>1824.09</c:v>
                </c:pt>
                <c:pt idx="122">
                  <c:v>1824.09</c:v>
                </c:pt>
                <c:pt idx="123">
                  <c:v>1824.09</c:v>
                </c:pt>
                <c:pt idx="124">
                  <c:v>1824.09</c:v>
                </c:pt>
                <c:pt idx="125">
                  <c:v>1860.14</c:v>
                </c:pt>
                <c:pt idx="126">
                  <c:v>1867.62</c:v>
                </c:pt>
                <c:pt idx="127">
                  <c:v>1860.91</c:v>
                </c:pt>
                <c:pt idx="128">
                  <c:v>1879.64</c:v>
                </c:pt>
                <c:pt idx="129">
                  <c:v>1880.33</c:v>
                </c:pt>
                <c:pt idx="130">
                  <c:v>1880.33</c:v>
                </c:pt>
                <c:pt idx="131">
                  <c:v>1880.33</c:v>
                </c:pt>
                <c:pt idx="132">
                  <c:v>1846.1</c:v>
                </c:pt>
                <c:pt idx="133">
                  <c:v>1813.14</c:v>
                </c:pt>
                <c:pt idx="134">
                  <c:v>1818.27</c:v>
                </c:pt>
                <c:pt idx="135">
                  <c:v>1808.51</c:v>
                </c:pt>
                <c:pt idx="136">
                  <c:v>1767.84</c:v>
                </c:pt>
                <c:pt idx="137">
                  <c:v>1767.84</c:v>
                </c:pt>
                <c:pt idx="138">
                  <c:v>1767.84</c:v>
                </c:pt>
                <c:pt idx="139">
                  <c:v>1652.79</c:v>
                </c:pt>
                <c:pt idx="140">
                  <c:v>1676.73</c:v>
                </c:pt>
                <c:pt idx="141">
                  <c:v>1728.34</c:v>
                </c:pt>
                <c:pt idx="142">
                  <c:v>1709.61</c:v>
                </c:pt>
                <c:pt idx="143">
                  <c:v>1696.24</c:v>
                </c:pt>
                <c:pt idx="144">
                  <c:v>1696.24</c:v>
                </c:pt>
                <c:pt idx="145">
                  <c:v>1696.24</c:v>
                </c:pt>
                <c:pt idx="146">
                  <c:v>1693.21</c:v>
                </c:pt>
                <c:pt idx="147">
                  <c:v>1710.29</c:v>
                </c:pt>
                <c:pt idx="148">
                  <c:v>1713.83</c:v>
                </c:pt>
                <c:pt idx="149">
                  <c:v>1699.13</c:v>
                </c:pt>
                <c:pt idx="150">
                  <c:v>1647.81</c:v>
                </c:pt>
                <c:pt idx="151">
                  <c:v>1647.81</c:v>
                </c:pt>
                <c:pt idx="152">
                  <c:v>1647.81</c:v>
                </c:pt>
                <c:pt idx="153">
                  <c:v>1591.17</c:v>
                </c:pt>
                <c:pt idx="154">
                  <c:v>1614.77</c:v>
                </c:pt>
                <c:pt idx="155">
                  <c:v>1658.19</c:v>
                </c:pt>
                <c:pt idx="156">
                  <c:v>1644.63</c:v>
                </c:pt>
                <c:pt idx="157">
                  <c:v>1672.8</c:v>
                </c:pt>
                <c:pt idx="158">
                  <c:v>1672.8</c:v>
                </c:pt>
                <c:pt idx="159">
                  <c:v>1672.8</c:v>
                </c:pt>
                <c:pt idx="160">
                  <c:v>1662.54</c:v>
                </c:pt>
                <c:pt idx="161">
                  <c:v>1674.49</c:v>
                </c:pt>
                <c:pt idx="162">
                  <c:v>1702.93</c:v>
                </c:pt>
                <c:pt idx="163">
                  <c:v>1694.82</c:v>
                </c:pt>
                <c:pt idx="164">
                  <c:v>1684.04</c:v>
                </c:pt>
                <c:pt idx="165">
                  <c:v>1684.04</c:v>
                </c:pt>
                <c:pt idx="166">
                  <c:v>1684.04</c:v>
                </c:pt>
                <c:pt idx="167">
                  <c:v>1674.99</c:v>
                </c:pt>
                <c:pt idx="168">
                  <c:v>1677.54</c:v>
                </c:pt>
                <c:pt idx="169">
                  <c:v>1756.55</c:v>
                </c:pt>
                <c:pt idx="170">
                  <c:v>1736.68</c:v>
                </c:pt>
                <c:pt idx="171">
                  <c:v>1750</c:v>
                </c:pt>
                <c:pt idx="172">
                  <c:v>1750</c:v>
                </c:pt>
                <c:pt idx="173">
                  <c:v>1750</c:v>
                </c:pt>
                <c:pt idx="174">
                  <c:v>1758.96</c:v>
                </c:pt>
                <c:pt idx="175">
                  <c:v>1775.65</c:v>
                </c:pt>
                <c:pt idx="176">
                  <c:v>1800.65</c:v>
                </c:pt>
                <c:pt idx="177">
                  <c:v>1819.83</c:v>
                </c:pt>
                <c:pt idx="178">
                  <c:v>1817.17</c:v>
                </c:pt>
                <c:pt idx="179">
                  <c:v>1817.17</c:v>
                </c:pt>
                <c:pt idx="180">
                  <c:v>1817.17</c:v>
                </c:pt>
                <c:pt idx="181">
                  <c:v>1837.11</c:v>
                </c:pt>
                <c:pt idx="182">
                  <c:v>1833.48</c:v>
                </c:pt>
                <c:pt idx="183">
                  <c:v>1857.3</c:v>
                </c:pt>
                <c:pt idx="184">
                  <c:v>1870.36</c:v>
                </c:pt>
                <c:pt idx="185">
                  <c:v>1853.29</c:v>
                </c:pt>
                <c:pt idx="186">
                  <c:v>1853.29</c:v>
                </c:pt>
                <c:pt idx="187">
                  <c:v>1853.29</c:v>
                </c:pt>
                <c:pt idx="188">
                  <c:v>1853.29</c:v>
                </c:pt>
                <c:pt idx="189">
                  <c:v>1875.84</c:v>
                </c:pt>
                <c:pt idx="190">
                  <c:v>1854.1</c:v>
                </c:pt>
                <c:pt idx="191">
                  <c:v>1854.1</c:v>
                </c:pt>
                <c:pt idx="192">
                  <c:v>1854.1</c:v>
                </c:pt>
                <c:pt idx="193">
                  <c:v>1854.1</c:v>
                </c:pt>
                <c:pt idx="194">
                  <c:v>1854.1</c:v>
                </c:pt>
                <c:pt idx="195">
                  <c:v>1854.06</c:v>
                </c:pt>
                <c:pt idx="196">
                  <c:v>1874.85</c:v>
                </c:pt>
                <c:pt idx="197">
                  <c:v>1891.2</c:v>
                </c:pt>
                <c:pt idx="198">
                  <c:v>1909.01</c:v>
                </c:pt>
                <c:pt idx="199">
                  <c:v>1915.37</c:v>
                </c:pt>
                <c:pt idx="200">
                  <c:v>1915.37</c:v>
                </c:pt>
                <c:pt idx="201">
                  <c:v>1915.37</c:v>
                </c:pt>
                <c:pt idx="202">
                  <c:v>1895.5</c:v>
                </c:pt>
                <c:pt idx="203">
                  <c:v>1901.1</c:v>
                </c:pt>
                <c:pt idx="204">
                  <c:v>1898.37</c:v>
                </c:pt>
                <c:pt idx="205">
                  <c:v>1925.46</c:v>
                </c:pt>
                <c:pt idx="206">
                  <c:v>1921.6</c:v>
                </c:pt>
                <c:pt idx="207">
                  <c:v>1921.6</c:v>
                </c:pt>
                <c:pt idx="208">
                  <c:v>1921.6</c:v>
                </c:pt>
                <c:pt idx="209">
                  <c:v>1927.94</c:v>
                </c:pt>
                <c:pt idx="210">
                  <c:v>1912.93</c:v>
                </c:pt>
                <c:pt idx="211">
                  <c:v>1913.23</c:v>
                </c:pt>
                <c:pt idx="212">
                  <c:v>1896.89</c:v>
                </c:pt>
                <c:pt idx="213">
                  <c:v>1877.13</c:v>
                </c:pt>
                <c:pt idx="214">
                  <c:v>1877.13</c:v>
                </c:pt>
                <c:pt idx="215">
                  <c:v>1877.13</c:v>
                </c:pt>
                <c:pt idx="216">
                  <c:v>1886.03</c:v>
                </c:pt>
                <c:pt idx="217">
                  <c:v>1884.18</c:v>
                </c:pt>
                <c:pt idx="218">
                  <c:v>1874.43</c:v>
                </c:pt>
                <c:pt idx="219">
                  <c:v>1863.67</c:v>
                </c:pt>
                <c:pt idx="220">
                  <c:v>1863.49</c:v>
                </c:pt>
                <c:pt idx="221">
                  <c:v>1863.49</c:v>
                </c:pt>
                <c:pt idx="222">
                  <c:v>1863.49</c:v>
                </c:pt>
                <c:pt idx="223">
                  <c:v>1844.54</c:v>
                </c:pt>
                <c:pt idx="224">
                  <c:v>1826.47</c:v>
                </c:pt>
                <c:pt idx="225">
                  <c:v>1819.01</c:v>
                </c:pt>
                <c:pt idx="226">
                  <c:v>1831.55</c:v>
                </c:pt>
                <c:pt idx="227">
                  <c:v>1838.9</c:v>
                </c:pt>
                <c:pt idx="228">
                  <c:v>1838.9</c:v>
                </c:pt>
                <c:pt idx="229">
                  <c:v>1838.9</c:v>
                </c:pt>
                <c:pt idx="230">
                  <c:v>1790.53</c:v>
                </c:pt>
                <c:pt idx="231">
                  <c:v>1793.05</c:v>
                </c:pt>
                <c:pt idx="232">
                  <c:v>1803.71</c:v>
                </c:pt>
                <c:pt idx="233">
                  <c:v>1798.61</c:v>
                </c:pt>
                <c:pt idx="234">
                  <c:v>1791.65</c:v>
                </c:pt>
                <c:pt idx="235">
                  <c:v>1791.65</c:v>
                </c:pt>
                <c:pt idx="236">
                  <c:v>1791.65</c:v>
                </c:pt>
                <c:pt idx="237">
                  <c:v>1799.31</c:v>
                </c:pt>
                <c:pt idx="238">
                  <c:v>1807.94</c:v>
                </c:pt>
                <c:pt idx="239">
                  <c:v>1806.2</c:v>
                </c:pt>
                <c:pt idx="240">
                  <c:v>1830.47</c:v>
                </c:pt>
                <c:pt idx="241">
                  <c:v>1824.53</c:v>
                </c:pt>
                <c:pt idx="242">
                  <c:v>1824.53</c:v>
                </c:pt>
                <c:pt idx="243">
                  <c:v>1824.53</c:v>
                </c:pt>
                <c:pt idx="244">
                  <c:v>1857.91</c:v>
                </c:pt>
                <c:pt idx="245">
                  <c:v>1869.04</c:v>
                </c:pt>
                <c:pt idx="246">
                  <c:v>1878.02</c:v>
                </c:pt>
                <c:pt idx="247">
                  <c:v>1863.07</c:v>
                </c:pt>
                <c:pt idx="248">
                  <c:v>1871.91</c:v>
                </c:pt>
                <c:pt idx="249">
                  <c:v>1871.91</c:v>
                </c:pt>
                <c:pt idx="250">
                  <c:v>1871.91</c:v>
                </c:pt>
                <c:pt idx="251">
                  <c:v>1854.97</c:v>
                </c:pt>
                <c:pt idx="252">
                  <c:v>1860.01</c:v>
                </c:pt>
                <c:pt idx="253">
                  <c:v>1867.21</c:v>
                </c:pt>
                <c:pt idx="254">
                  <c:v>1866.35</c:v>
                </c:pt>
                <c:pt idx="255">
                  <c:v>1862.08</c:v>
                </c:pt>
                <c:pt idx="256">
                  <c:v>1862.08</c:v>
                </c:pt>
                <c:pt idx="257">
                  <c:v>1862.08</c:v>
                </c:pt>
                <c:pt idx="258">
                  <c:v>1843.5</c:v>
                </c:pt>
                <c:pt idx="259">
                  <c:v>1848.25</c:v>
                </c:pt>
                <c:pt idx="260">
                  <c:v>1853.7</c:v>
                </c:pt>
                <c:pt idx="261">
                  <c:v>1840.7</c:v>
                </c:pt>
                <c:pt idx="262">
                  <c:v>1828.34</c:v>
                </c:pt>
                <c:pt idx="263">
                  <c:v>1828.34</c:v>
                </c:pt>
                <c:pt idx="264">
                  <c:v>1828.34</c:v>
                </c:pt>
                <c:pt idx="265">
                  <c:v>1800.54</c:v>
                </c:pt>
                <c:pt idx="266">
                  <c:v>1806.63</c:v>
                </c:pt>
                <c:pt idx="267">
                  <c:v>1782.12</c:v>
                </c:pt>
                <c:pt idx="268">
                  <c:v>1804.24</c:v>
                </c:pt>
                <c:pt idx="269">
                  <c:v>1787.45</c:v>
                </c:pt>
                <c:pt idx="270">
                  <c:v>1787.45</c:v>
                </c:pt>
                <c:pt idx="271">
                  <c:v>1787.45</c:v>
                </c:pt>
                <c:pt idx="272">
                  <c:v>1743.51</c:v>
                </c:pt>
                <c:pt idx="273">
                  <c:v>1730.56</c:v>
                </c:pt>
                <c:pt idx="274">
                  <c:v>1668.53</c:v>
                </c:pt>
                <c:pt idx="275">
                  <c:v>1699.38</c:v>
                </c:pt>
                <c:pt idx="276">
                  <c:v>1686.11</c:v>
                </c:pt>
                <c:pt idx="277">
                  <c:v>1686.11</c:v>
                </c:pt>
                <c:pt idx="278">
                  <c:v>1686.11</c:v>
                </c:pt>
                <c:pt idx="279">
                  <c:v>1669.01</c:v>
                </c:pt>
                <c:pt idx="280">
                  <c:v>1680.62</c:v>
                </c:pt>
                <c:pt idx="281">
                  <c:v>1704.68</c:v>
                </c:pt>
                <c:pt idx="282">
                  <c:v>1744.66</c:v>
                </c:pt>
                <c:pt idx="283">
                  <c:v>1735.78</c:v>
                </c:pt>
                <c:pt idx="284">
                  <c:v>1735.78</c:v>
                </c:pt>
                <c:pt idx="285">
                  <c:v>1735.78</c:v>
                </c:pt>
                <c:pt idx="286">
                  <c:v>1762.84</c:v>
                </c:pt>
                <c:pt idx="287">
                  <c:v>1777.23</c:v>
                </c:pt>
                <c:pt idx="288">
                  <c:v>1776.46</c:v>
                </c:pt>
                <c:pt idx="289">
                  <c:v>1764.78</c:v>
                </c:pt>
                <c:pt idx="290">
                  <c:v>1768.06</c:v>
                </c:pt>
                <c:pt idx="291">
                  <c:v>1768.06</c:v>
                </c:pt>
                <c:pt idx="292">
                  <c:v>1768.06</c:v>
                </c:pt>
                <c:pt idx="293">
                  <c:v>1776.77</c:v>
                </c:pt>
                <c:pt idx="294">
                  <c:v>1773.41</c:v>
                </c:pt>
                <c:pt idx="295">
                  <c:v>1793.18</c:v>
                </c:pt>
                <c:pt idx="296">
                  <c:v>1765.63</c:v>
                </c:pt>
                <c:pt idx="297">
                  <c:v>1729.08</c:v>
                </c:pt>
                <c:pt idx="298">
                  <c:v>1729.08</c:v>
                </c:pt>
                <c:pt idx="299">
                  <c:v>1729.08</c:v>
                </c:pt>
                <c:pt idx="300">
                  <c:v>1727.46</c:v>
                </c:pt>
                <c:pt idx="301">
                  <c:v>1732.02</c:v>
                </c:pt>
                <c:pt idx="302">
                  <c:v>1726.69</c:v>
                </c:pt>
                <c:pt idx="303">
                  <c:v>1734.24</c:v>
                </c:pt>
                <c:pt idx="304">
                  <c:v>1768.12</c:v>
                </c:pt>
                <c:pt idx="305">
                  <c:v>1768.12</c:v>
                </c:pt>
                <c:pt idx="306">
                  <c:v>1768.12</c:v>
                </c:pt>
                <c:pt idx="307">
                  <c:v>1788.78</c:v>
                </c:pt>
                <c:pt idx="308">
                  <c:v>1791.41</c:v>
                </c:pt>
                <c:pt idx="309">
                  <c:v>1821.32</c:v>
                </c:pt>
                <c:pt idx="310">
                  <c:v>1831.56</c:v>
                </c:pt>
                <c:pt idx="311">
                  <c:v>1832.12</c:v>
                </c:pt>
                <c:pt idx="312">
                  <c:v>1832.12</c:v>
                </c:pt>
                <c:pt idx="313">
                  <c:v>1832.12</c:v>
                </c:pt>
                <c:pt idx="314">
                  <c:v>1832.12</c:v>
                </c:pt>
                <c:pt idx="315">
                  <c:v>1832.12</c:v>
                </c:pt>
                <c:pt idx="316">
                  <c:v>1832.12</c:v>
                </c:pt>
                <c:pt idx="317">
                  <c:v>1827.72</c:v>
                </c:pt>
                <c:pt idx="318">
                  <c:v>1853.08</c:v>
                </c:pt>
                <c:pt idx="319">
                  <c:v>1853.08</c:v>
                </c:pt>
                <c:pt idx="320">
                  <c:v>1853.08</c:v>
                </c:pt>
                <c:pt idx="321">
                  <c:v>1821.64</c:v>
                </c:pt>
                <c:pt idx="322">
                  <c:v>1830.44</c:v>
                </c:pt>
                <c:pt idx="323">
                  <c:v>1827.12</c:v>
                </c:pt>
                <c:pt idx="324">
                  <c:v>1829.23</c:v>
                </c:pt>
                <c:pt idx="325">
                  <c:v>1795.21</c:v>
                </c:pt>
                <c:pt idx="326">
                  <c:v>1795.21</c:v>
                </c:pt>
                <c:pt idx="327">
                  <c:v>1795.21</c:v>
                </c:pt>
                <c:pt idx="328">
                  <c:v>1788.23</c:v>
                </c:pt>
                <c:pt idx="329">
                  <c:v>1811.15</c:v>
                </c:pt>
                <c:pt idx="330">
                  <c:v>1810.11</c:v>
                </c:pt>
                <c:pt idx="331">
                  <c:v>1822.77</c:v>
                </c:pt>
                <c:pt idx="332">
                  <c:v>1815.66</c:v>
                </c:pt>
                <c:pt idx="333">
                  <c:v>1815.66</c:v>
                </c:pt>
                <c:pt idx="334">
                  <c:v>1815.66</c:v>
                </c:pt>
                <c:pt idx="335">
                  <c:v>1799.67</c:v>
                </c:pt>
                <c:pt idx="336">
                  <c:v>1816.93</c:v>
                </c:pt>
                <c:pt idx="337">
                  <c:v>1801.65</c:v>
                </c:pt>
                <c:pt idx="338">
                  <c:v>1775.09</c:v>
                </c:pt>
                <c:pt idx="339">
                  <c:v>1785.11</c:v>
                </c:pt>
                <c:pt idx="340">
                  <c:v>1785.11</c:v>
                </c:pt>
                <c:pt idx="341">
                  <c:v>1785.11</c:v>
                </c:pt>
                <c:pt idx="342">
                  <c:v>1780.68</c:v>
                </c:pt>
                <c:pt idx="343">
                  <c:v>1777.73</c:v>
                </c:pt>
                <c:pt idx="344">
                  <c:v>1768.62</c:v>
                </c:pt>
                <c:pt idx="345">
                  <c:v>1749.3</c:v>
                </c:pt>
                <c:pt idx="346">
                  <c:v>1737.71</c:v>
                </c:pt>
                <c:pt idx="347">
                  <c:v>1737.71</c:v>
                </c:pt>
                <c:pt idx="348">
                  <c:v>1737.71</c:v>
                </c:pt>
                <c:pt idx="349">
                  <c:v>1753.2</c:v>
                </c:pt>
                <c:pt idx="350">
                  <c:v>1759.08</c:v>
                </c:pt>
                <c:pt idx="351">
                  <c:v>1753.39</c:v>
                </c:pt>
                <c:pt idx="352">
                  <c:v>1738.97</c:v>
                </c:pt>
                <c:pt idx="353">
                  <c:v>1735.09</c:v>
                </c:pt>
                <c:pt idx="354">
                  <c:v>1735.09</c:v>
                </c:pt>
                <c:pt idx="355">
                  <c:v>1735.09</c:v>
                </c:pt>
                <c:pt idx="356">
                  <c:v>1720.98</c:v>
                </c:pt>
                <c:pt idx="357">
                  <c:v>1719.42</c:v>
                </c:pt>
                <c:pt idx="358">
                  <c:v>1704.87</c:v>
                </c:pt>
                <c:pt idx="359">
                  <c:v>1698.35</c:v>
                </c:pt>
                <c:pt idx="360">
                  <c:v>1705.91</c:v>
                </c:pt>
                <c:pt idx="361">
                  <c:v>1705.91</c:v>
                </c:pt>
                <c:pt idx="362">
                  <c:v>1705.91</c:v>
                </c:pt>
                <c:pt idx="363">
                  <c:v>1689.84</c:v>
                </c:pt>
                <c:pt idx="364">
                  <c:v>1691.97</c:v>
                </c:pt>
                <c:pt idx="365">
                  <c:v>1738.67</c:v>
                </c:pt>
                <c:pt idx="366">
                  <c:v>1760.63</c:v>
                </c:pt>
              </c:numCache>
            </c:numRef>
          </c:val>
          <c:smooth val="1"/>
          <c:extLst>
            <c:ext xmlns:c16="http://schemas.microsoft.com/office/drawing/2014/chart" uri="{C3380CC4-5D6E-409C-BE32-E72D297353CC}">
              <c16:uniqueId val="{00000000-FCA6-468E-B209-C5E330CCD4E7}"/>
            </c:ext>
          </c:extLst>
        </c:ser>
        <c:dLbls>
          <c:showLegendKey val="0"/>
          <c:showVal val="0"/>
          <c:showCatName val="0"/>
          <c:showSerName val="0"/>
          <c:showPercent val="0"/>
          <c:showBubbleSize val="0"/>
        </c:dLbls>
        <c:marker val="1"/>
        <c:smooth val="0"/>
        <c:axId val="333750896"/>
        <c:axId val="333758736"/>
      </c:lineChart>
      <c:lineChart>
        <c:grouping val="standard"/>
        <c:varyColors val="0"/>
        <c:ser>
          <c:idx val="1"/>
          <c:order val="1"/>
          <c:tx>
            <c:strRef>
              <c:f>Source!$AK$2</c:f>
              <c:strCache>
                <c:ptCount val="1"/>
                <c:pt idx="0">
                  <c:v>US$/VND (R)</c:v>
                </c:pt>
              </c:strCache>
            </c:strRef>
          </c:tx>
          <c:spPr>
            <a:ln>
              <a:solidFill>
                <a:schemeClr val="accent1"/>
              </a:solidFill>
            </a:ln>
          </c:spPr>
          <c:marker>
            <c:symbol val="none"/>
          </c:marker>
          <c:cat>
            <c:numRef>
              <c:f>Source!$AH$4:$AH$373</c:f>
              <c:numCache>
                <c:formatCode>m/d/yyyy</c:formatCode>
                <c:ptCount val="370"/>
                <c:pt idx="0">
                  <c:v>45951</c:v>
                </c:pt>
                <c:pt idx="1">
                  <c:v>45952</c:v>
                </c:pt>
                <c:pt idx="2">
                  <c:v>45953</c:v>
                </c:pt>
                <c:pt idx="3">
                  <c:v>45954</c:v>
                </c:pt>
                <c:pt idx="4">
                  <c:v>45955</c:v>
                </c:pt>
                <c:pt idx="5">
                  <c:v>45956</c:v>
                </c:pt>
                <c:pt idx="6">
                  <c:v>45957</c:v>
                </c:pt>
                <c:pt idx="7">
                  <c:v>45958</c:v>
                </c:pt>
                <c:pt idx="8">
                  <c:v>45959</c:v>
                </c:pt>
                <c:pt idx="9">
                  <c:v>45960</c:v>
                </c:pt>
                <c:pt idx="10">
                  <c:v>45961</c:v>
                </c:pt>
                <c:pt idx="11">
                  <c:v>45962</c:v>
                </c:pt>
                <c:pt idx="12">
                  <c:v>45963</c:v>
                </c:pt>
                <c:pt idx="13">
                  <c:v>45964</c:v>
                </c:pt>
                <c:pt idx="14">
                  <c:v>45965</c:v>
                </c:pt>
                <c:pt idx="15">
                  <c:v>45966</c:v>
                </c:pt>
                <c:pt idx="16">
                  <c:v>45967</c:v>
                </c:pt>
                <c:pt idx="17">
                  <c:v>45968</c:v>
                </c:pt>
                <c:pt idx="18">
                  <c:v>45969</c:v>
                </c:pt>
                <c:pt idx="19">
                  <c:v>45970</c:v>
                </c:pt>
                <c:pt idx="20">
                  <c:v>45971</c:v>
                </c:pt>
                <c:pt idx="21">
                  <c:v>45972</c:v>
                </c:pt>
                <c:pt idx="22">
                  <c:v>45973</c:v>
                </c:pt>
                <c:pt idx="23">
                  <c:v>45974</c:v>
                </c:pt>
                <c:pt idx="24">
                  <c:v>45975</c:v>
                </c:pt>
                <c:pt idx="25">
                  <c:v>45976</c:v>
                </c:pt>
                <c:pt idx="26">
                  <c:v>45977</c:v>
                </c:pt>
                <c:pt idx="27">
                  <c:v>45978</c:v>
                </c:pt>
                <c:pt idx="28">
                  <c:v>45979</c:v>
                </c:pt>
                <c:pt idx="29">
                  <c:v>45980</c:v>
                </c:pt>
                <c:pt idx="30">
                  <c:v>45981</c:v>
                </c:pt>
                <c:pt idx="31">
                  <c:v>45982</c:v>
                </c:pt>
                <c:pt idx="32">
                  <c:v>45983</c:v>
                </c:pt>
                <c:pt idx="33">
                  <c:v>45984</c:v>
                </c:pt>
                <c:pt idx="34">
                  <c:v>45985</c:v>
                </c:pt>
                <c:pt idx="35">
                  <c:v>45986</c:v>
                </c:pt>
                <c:pt idx="36">
                  <c:v>45987</c:v>
                </c:pt>
                <c:pt idx="37">
                  <c:v>45988</c:v>
                </c:pt>
                <c:pt idx="38">
                  <c:v>45989</c:v>
                </c:pt>
                <c:pt idx="39">
                  <c:v>45990</c:v>
                </c:pt>
                <c:pt idx="40">
                  <c:v>45991</c:v>
                </c:pt>
                <c:pt idx="41">
                  <c:v>45992</c:v>
                </c:pt>
                <c:pt idx="42">
                  <c:v>45993</c:v>
                </c:pt>
                <c:pt idx="43">
                  <c:v>45994</c:v>
                </c:pt>
                <c:pt idx="44">
                  <c:v>45995</c:v>
                </c:pt>
                <c:pt idx="45">
                  <c:v>45996</c:v>
                </c:pt>
                <c:pt idx="46">
                  <c:v>45997</c:v>
                </c:pt>
                <c:pt idx="47">
                  <c:v>45998</c:v>
                </c:pt>
                <c:pt idx="48">
                  <c:v>45999</c:v>
                </c:pt>
                <c:pt idx="49">
                  <c:v>46000</c:v>
                </c:pt>
                <c:pt idx="50">
                  <c:v>46001</c:v>
                </c:pt>
                <c:pt idx="51">
                  <c:v>46002</c:v>
                </c:pt>
                <c:pt idx="52">
                  <c:v>46003</c:v>
                </c:pt>
                <c:pt idx="53">
                  <c:v>46004</c:v>
                </c:pt>
                <c:pt idx="54">
                  <c:v>46005</c:v>
                </c:pt>
                <c:pt idx="55">
                  <c:v>46006</c:v>
                </c:pt>
                <c:pt idx="56">
                  <c:v>46007</c:v>
                </c:pt>
                <c:pt idx="57">
                  <c:v>46008</c:v>
                </c:pt>
                <c:pt idx="58">
                  <c:v>46009</c:v>
                </c:pt>
                <c:pt idx="59">
                  <c:v>46010</c:v>
                </c:pt>
                <c:pt idx="60">
                  <c:v>46011</c:v>
                </c:pt>
                <c:pt idx="61">
                  <c:v>46012</c:v>
                </c:pt>
                <c:pt idx="62">
                  <c:v>46013</c:v>
                </c:pt>
                <c:pt idx="63">
                  <c:v>46014</c:v>
                </c:pt>
                <c:pt idx="64">
                  <c:v>46015</c:v>
                </c:pt>
                <c:pt idx="65">
                  <c:v>46016</c:v>
                </c:pt>
                <c:pt idx="66">
                  <c:v>46017</c:v>
                </c:pt>
                <c:pt idx="67">
                  <c:v>46018</c:v>
                </c:pt>
                <c:pt idx="68">
                  <c:v>46019</c:v>
                </c:pt>
                <c:pt idx="69">
                  <c:v>46020</c:v>
                </c:pt>
                <c:pt idx="70">
                  <c:v>46021</c:v>
                </c:pt>
                <c:pt idx="71">
                  <c:v>46022</c:v>
                </c:pt>
                <c:pt idx="72">
                  <c:v>46023</c:v>
                </c:pt>
                <c:pt idx="73">
                  <c:v>46024</c:v>
                </c:pt>
                <c:pt idx="74">
                  <c:v>46025</c:v>
                </c:pt>
                <c:pt idx="75">
                  <c:v>46026</c:v>
                </c:pt>
                <c:pt idx="76">
                  <c:v>46027</c:v>
                </c:pt>
                <c:pt idx="77">
                  <c:v>46028</c:v>
                </c:pt>
                <c:pt idx="78">
                  <c:v>46029</c:v>
                </c:pt>
                <c:pt idx="79">
                  <c:v>46030</c:v>
                </c:pt>
                <c:pt idx="80">
                  <c:v>46031</c:v>
                </c:pt>
                <c:pt idx="81">
                  <c:v>46032</c:v>
                </c:pt>
                <c:pt idx="82">
                  <c:v>46033</c:v>
                </c:pt>
                <c:pt idx="83">
                  <c:v>46034</c:v>
                </c:pt>
                <c:pt idx="84">
                  <c:v>46035</c:v>
                </c:pt>
                <c:pt idx="85">
                  <c:v>46036</c:v>
                </c:pt>
                <c:pt idx="86">
                  <c:v>46037</c:v>
                </c:pt>
                <c:pt idx="87">
                  <c:v>46038</c:v>
                </c:pt>
                <c:pt idx="88">
                  <c:v>46039</c:v>
                </c:pt>
                <c:pt idx="89">
                  <c:v>46040</c:v>
                </c:pt>
                <c:pt idx="90">
                  <c:v>46041</c:v>
                </c:pt>
                <c:pt idx="91">
                  <c:v>46042</c:v>
                </c:pt>
                <c:pt idx="92">
                  <c:v>46043</c:v>
                </c:pt>
                <c:pt idx="93">
                  <c:v>46044</c:v>
                </c:pt>
                <c:pt idx="94">
                  <c:v>46045</c:v>
                </c:pt>
                <c:pt idx="95">
                  <c:v>46046</c:v>
                </c:pt>
                <c:pt idx="96">
                  <c:v>46047</c:v>
                </c:pt>
                <c:pt idx="97">
                  <c:v>46048</c:v>
                </c:pt>
                <c:pt idx="98">
                  <c:v>46049</c:v>
                </c:pt>
                <c:pt idx="99">
                  <c:v>46050</c:v>
                </c:pt>
                <c:pt idx="100">
                  <c:v>46051</c:v>
                </c:pt>
                <c:pt idx="101">
                  <c:v>46052</c:v>
                </c:pt>
                <c:pt idx="102">
                  <c:v>46053</c:v>
                </c:pt>
                <c:pt idx="103">
                  <c:v>46054</c:v>
                </c:pt>
                <c:pt idx="104">
                  <c:v>46055</c:v>
                </c:pt>
                <c:pt idx="105">
                  <c:v>46056</c:v>
                </c:pt>
                <c:pt idx="106">
                  <c:v>46057</c:v>
                </c:pt>
                <c:pt idx="107">
                  <c:v>46058</c:v>
                </c:pt>
                <c:pt idx="108">
                  <c:v>46059</c:v>
                </c:pt>
                <c:pt idx="109">
                  <c:v>46060</c:v>
                </c:pt>
                <c:pt idx="110">
                  <c:v>46061</c:v>
                </c:pt>
                <c:pt idx="111">
                  <c:v>46062</c:v>
                </c:pt>
                <c:pt idx="112">
                  <c:v>46063</c:v>
                </c:pt>
                <c:pt idx="113">
                  <c:v>46064</c:v>
                </c:pt>
                <c:pt idx="114">
                  <c:v>46065</c:v>
                </c:pt>
                <c:pt idx="115">
                  <c:v>46066</c:v>
                </c:pt>
                <c:pt idx="116">
                  <c:v>46067</c:v>
                </c:pt>
                <c:pt idx="117">
                  <c:v>46068</c:v>
                </c:pt>
                <c:pt idx="118">
                  <c:v>46069</c:v>
                </c:pt>
                <c:pt idx="119">
                  <c:v>46070</c:v>
                </c:pt>
                <c:pt idx="120">
                  <c:v>46071</c:v>
                </c:pt>
                <c:pt idx="121">
                  <c:v>46072</c:v>
                </c:pt>
                <c:pt idx="122">
                  <c:v>46073</c:v>
                </c:pt>
                <c:pt idx="123">
                  <c:v>46074</c:v>
                </c:pt>
                <c:pt idx="124">
                  <c:v>46075</c:v>
                </c:pt>
                <c:pt idx="125">
                  <c:v>46076</c:v>
                </c:pt>
                <c:pt idx="126">
                  <c:v>46077</c:v>
                </c:pt>
                <c:pt idx="127">
                  <c:v>46078</c:v>
                </c:pt>
                <c:pt idx="128">
                  <c:v>46079</c:v>
                </c:pt>
                <c:pt idx="129">
                  <c:v>46080</c:v>
                </c:pt>
                <c:pt idx="130">
                  <c:v>46081</c:v>
                </c:pt>
                <c:pt idx="131">
                  <c:v>46082</c:v>
                </c:pt>
                <c:pt idx="132">
                  <c:v>46083</c:v>
                </c:pt>
                <c:pt idx="133">
                  <c:v>46084</c:v>
                </c:pt>
                <c:pt idx="134">
                  <c:v>46085</c:v>
                </c:pt>
                <c:pt idx="135">
                  <c:v>46086</c:v>
                </c:pt>
                <c:pt idx="136">
                  <c:v>46087</c:v>
                </c:pt>
                <c:pt idx="137">
                  <c:v>46088</c:v>
                </c:pt>
                <c:pt idx="138">
                  <c:v>46089</c:v>
                </c:pt>
                <c:pt idx="139">
                  <c:v>46090</c:v>
                </c:pt>
                <c:pt idx="140">
                  <c:v>46091</c:v>
                </c:pt>
                <c:pt idx="141">
                  <c:v>46092</c:v>
                </c:pt>
                <c:pt idx="142">
                  <c:v>46093</c:v>
                </c:pt>
                <c:pt idx="143">
                  <c:v>46094</c:v>
                </c:pt>
                <c:pt idx="144">
                  <c:v>46095</c:v>
                </c:pt>
                <c:pt idx="145">
                  <c:v>46096</c:v>
                </c:pt>
                <c:pt idx="146">
                  <c:v>46097</c:v>
                </c:pt>
                <c:pt idx="147">
                  <c:v>46098</c:v>
                </c:pt>
                <c:pt idx="148">
                  <c:v>46099</c:v>
                </c:pt>
                <c:pt idx="149">
                  <c:v>46100</c:v>
                </c:pt>
                <c:pt idx="150">
                  <c:v>46101</c:v>
                </c:pt>
                <c:pt idx="151">
                  <c:v>46102</c:v>
                </c:pt>
                <c:pt idx="152">
                  <c:v>46103</c:v>
                </c:pt>
                <c:pt idx="153">
                  <c:v>46104</c:v>
                </c:pt>
                <c:pt idx="154">
                  <c:v>46105</c:v>
                </c:pt>
                <c:pt idx="155">
                  <c:v>46106</c:v>
                </c:pt>
                <c:pt idx="156">
                  <c:v>46107</c:v>
                </c:pt>
                <c:pt idx="157">
                  <c:v>46108</c:v>
                </c:pt>
                <c:pt idx="158">
                  <c:v>46109</c:v>
                </c:pt>
                <c:pt idx="159">
                  <c:v>46110</c:v>
                </c:pt>
                <c:pt idx="160">
                  <c:v>46111</c:v>
                </c:pt>
                <c:pt idx="161">
                  <c:v>46112</c:v>
                </c:pt>
                <c:pt idx="162">
                  <c:v>46113</c:v>
                </c:pt>
                <c:pt idx="163">
                  <c:v>46114</c:v>
                </c:pt>
                <c:pt idx="164">
                  <c:v>46115</c:v>
                </c:pt>
                <c:pt idx="165">
                  <c:v>46116</c:v>
                </c:pt>
                <c:pt idx="166">
                  <c:v>46117</c:v>
                </c:pt>
                <c:pt idx="167">
                  <c:v>46118</c:v>
                </c:pt>
                <c:pt idx="168">
                  <c:v>46119</c:v>
                </c:pt>
                <c:pt idx="169">
                  <c:v>46120</c:v>
                </c:pt>
                <c:pt idx="170">
                  <c:v>46121</c:v>
                </c:pt>
                <c:pt idx="171">
                  <c:v>46122</c:v>
                </c:pt>
                <c:pt idx="172">
                  <c:v>46123</c:v>
                </c:pt>
                <c:pt idx="173">
                  <c:v>46124</c:v>
                </c:pt>
                <c:pt idx="174">
                  <c:v>46125</c:v>
                </c:pt>
                <c:pt idx="175">
                  <c:v>46126</c:v>
                </c:pt>
                <c:pt idx="176">
                  <c:v>46127</c:v>
                </c:pt>
                <c:pt idx="177">
                  <c:v>46128</c:v>
                </c:pt>
                <c:pt idx="178">
                  <c:v>46129</c:v>
                </c:pt>
                <c:pt idx="179">
                  <c:v>46130</c:v>
                </c:pt>
                <c:pt idx="180">
                  <c:v>46131</c:v>
                </c:pt>
                <c:pt idx="181">
                  <c:v>46132</c:v>
                </c:pt>
                <c:pt idx="182">
                  <c:v>46133</c:v>
                </c:pt>
                <c:pt idx="183">
                  <c:v>46134</c:v>
                </c:pt>
                <c:pt idx="184">
                  <c:v>46135</c:v>
                </c:pt>
                <c:pt idx="185">
                  <c:v>46136</c:v>
                </c:pt>
                <c:pt idx="186">
                  <c:v>46137</c:v>
                </c:pt>
                <c:pt idx="187">
                  <c:v>46138</c:v>
                </c:pt>
                <c:pt idx="188">
                  <c:v>46139</c:v>
                </c:pt>
                <c:pt idx="189">
                  <c:v>46140</c:v>
                </c:pt>
                <c:pt idx="190">
                  <c:v>46141</c:v>
                </c:pt>
                <c:pt idx="191">
                  <c:v>46142</c:v>
                </c:pt>
                <c:pt idx="192">
                  <c:v>46143</c:v>
                </c:pt>
                <c:pt idx="193">
                  <c:v>46144</c:v>
                </c:pt>
                <c:pt idx="194">
                  <c:v>46145</c:v>
                </c:pt>
                <c:pt idx="195">
                  <c:v>46146</c:v>
                </c:pt>
                <c:pt idx="196">
                  <c:v>46147</c:v>
                </c:pt>
                <c:pt idx="197">
                  <c:v>46148</c:v>
                </c:pt>
                <c:pt idx="198">
                  <c:v>46149</c:v>
                </c:pt>
                <c:pt idx="199">
                  <c:v>46150</c:v>
                </c:pt>
                <c:pt idx="200">
                  <c:v>46151</c:v>
                </c:pt>
                <c:pt idx="201">
                  <c:v>46152</c:v>
                </c:pt>
                <c:pt idx="202">
                  <c:v>46153</c:v>
                </c:pt>
                <c:pt idx="203">
                  <c:v>46154</c:v>
                </c:pt>
                <c:pt idx="204">
                  <c:v>46155</c:v>
                </c:pt>
                <c:pt idx="205">
                  <c:v>46156</c:v>
                </c:pt>
                <c:pt idx="206">
                  <c:v>46157</c:v>
                </c:pt>
                <c:pt idx="207">
                  <c:v>46158</c:v>
                </c:pt>
                <c:pt idx="208">
                  <c:v>46159</c:v>
                </c:pt>
                <c:pt idx="209">
                  <c:v>46160</c:v>
                </c:pt>
                <c:pt idx="210">
                  <c:v>46161</c:v>
                </c:pt>
                <c:pt idx="211">
                  <c:v>46162</c:v>
                </c:pt>
                <c:pt idx="212">
                  <c:v>46163</c:v>
                </c:pt>
                <c:pt idx="213">
                  <c:v>46164</c:v>
                </c:pt>
                <c:pt idx="214">
                  <c:v>46165</c:v>
                </c:pt>
                <c:pt idx="215">
                  <c:v>46166</c:v>
                </c:pt>
                <c:pt idx="216">
                  <c:v>46167</c:v>
                </c:pt>
                <c:pt idx="217">
                  <c:v>46168</c:v>
                </c:pt>
                <c:pt idx="218">
                  <c:v>46169</c:v>
                </c:pt>
                <c:pt idx="219">
                  <c:v>46170</c:v>
                </c:pt>
                <c:pt idx="220">
                  <c:v>46171</c:v>
                </c:pt>
                <c:pt idx="221">
                  <c:v>46172</c:v>
                </c:pt>
                <c:pt idx="222">
                  <c:v>46173</c:v>
                </c:pt>
                <c:pt idx="223">
                  <c:v>46174</c:v>
                </c:pt>
                <c:pt idx="224">
                  <c:v>46175</c:v>
                </c:pt>
                <c:pt idx="225">
                  <c:v>46176</c:v>
                </c:pt>
                <c:pt idx="226">
                  <c:v>46177</c:v>
                </c:pt>
                <c:pt idx="227">
                  <c:v>46178</c:v>
                </c:pt>
                <c:pt idx="228">
                  <c:v>46179</c:v>
                </c:pt>
                <c:pt idx="229">
                  <c:v>46180</c:v>
                </c:pt>
                <c:pt idx="230">
                  <c:v>46181</c:v>
                </c:pt>
                <c:pt idx="231">
                  <c:v>46182</c:v>
                </c:pt>
                <c:pt idx="232">
                  <c:v>46183</c:v>
                </c:pt>
                <c:pt idx="233">
                  <c:v>46184</c:v>
                </c:pt>
                <c:pt idx="234">
                  <c:v>46185</c:v>
                </c:pt>
                <c:pt idx="235">
                  <c:v>46186</c:v>
                </c:pt>
                <c:pt idx="236">
                  <c:v>46187</c:v>
                </c:pt>
                <c:pt idx="237">
                  <c:v>46188</c:v>
                </c:pt>
                <c:pt idx="238">
                  <c:v>46189</c:v>
                </c:pt>
                <c:pt idx="239">
                  <c:v>46190</c:v>
                </c:pt>
                <c:pt idx="240">
                  <c:v>46191</c:v>
                </c:pt>
                <c:pt idx="241">
                  <c:v>46192</c:v>
                </c:pt>
                <c:pt idx="242">
                  <c:v>46193</c:v>
                </c:pt>
                <c:pt idx="243">
                  <c:v>46194</c:v>
                </c:pt>
                <c:pt idx="244">
                  <c:v>46195</c:v>
                </c:pt>
                <c:pt idx="245">
                  <c:v>46196</c:v>
                </c:pt>
                <c:pt idx="246">
                  <c:v>46197</c:v>
                </c:pt>
                <c:pt idx="247">
                  <c:v>46198</c:v>
                </c:pt>
                <c:pt idx="248">
                  <c:v>46199</c:v>
                </c:pt>
                <c:pt idx="249">
                  <c:v>46200</c:v>
                </c:pt>
                <c:pt idx="250">
                  <c:v>46201</c:v>
                </c:pt>
                <c:pt idx="251">
                  <c:v>46202</c:v>
                </c:pt>
                <c:pt idx="252">
                  <c:v>46203</c:v>
                </c:pt>
                <c:pt idx="253">
                  <c:v>46204</c:v>
                </c:pt>
                <c:pt idx="254">
                  <c:v>46205</c:v>
                </c:pt>
                <c:pt idx="255">
                  <c:v>46206</c:v>
                </c:pt>
                <c:pt idx="256">
                  <c:v>46207</c:v>
                </c:pt>
                <c:pt idx="257">
                  <c:v>46208</c:v>
                </c:pt>
                <c:pt idx="258">
                  <c:v>46209</c:v>
                </c:pt>
                <c:pt idx="259">
                  <c:v>46210</c:v>
                </c:pt>
                <c:pt idx="260">
                  <c:v>46211</c:v>
                </c:pt>
                <c:pt idx="261">
                  <c:v>46212</c:v>
                </c:pt>
                <c:pt idx="262">
                  <c:v>46213</c:v>
                </c:pt>
                <c:pt idx="263">
                  <c:v>46214</c:v>
                </c:pt>
                <c:pt idx="264">
                  <c:v>46215</c:v>
                </c:pt>
                <c:pt idx="265">
                  <c:v>46216</c:v>
                </c:pt>
                <c:pt idx="266">
                  <c:v>46217</c:v>
                </c:pt>
                <c:pt idx="267">
                  <c:v>46218</c:v>
                </c:pt>
                <c:pt idx="268">
                  <c:v>46219</c:v>
                </c:pt>
                <c:pt idx="269">
                  <c:v>46220</c:v>
                </c:pt>
                <c:pt idx="270">
                  <c:v>46221</c:v>
                </c:pt>
                <c:pt idx="271">
                  <c:v>46222</c:v>
                </c:pt>
                <c:pt idx="272">
                  <c:v>46223</c:v>
                </c:pt>
                <c:pt idx="273">
                  <c:v>46224</c:v>
                </c:pt>
                <c:pt idx="274">
                  <c:v>46225</c:v>
                </c:pt>
                <c:pt idx="275">
                  <c:v>46226</c:v>
                </c:pt>
                <c:pt idx="276">
                  <c:v>46227</c:v>
                </c:pt>
                <c:pt idx="277">
                  <c:v>46228</c:v>
                </c:pt>
                <c:pt idx="278">
                  <c:v>46229</c:v>
                </c:pt>
                <c:pt idx="279">
                  <c:v>46230</c:v>
                </c:pt>
                <c:pt idx="280">
                  <c:v>46231</c:v>
                </c:pt>
                <c:pt idx="281">
                  <c:v>46232</c:v>
                </c:pt>
                <c:pt idx="282">
                  <c:v>46233</c:v>
                </c:pt>
                <c:pt idx="283">
                  <c:v>46234</c:v>
                </c:pt>
                <c:pt idx="284">
                  <c:v>46235</c:v>
                </c:pt>
                <c:pt idx="285">
                  <c:v>46236</c:v>
                </c:pt>
                <c:pt idx="286">
                  <c:v>46237</c:v>
                </c:pt>
                <c:pt idx="287">
                  <c:v>46238</c:v>
                </c:pt>
                <c:pt idx="288">
                  <c:v>46239</c:v>
                </c:pt>
                <c:pt idx="289">
                  <c:v>46240</c:v>
                </c:pt>
                <c:pt idx="290">
                  <c:v>46241</c:v>
                </c:pt>
                <c:pt idx="291">
                  <c:v>46242</c:v>
                </c:pt>
                <c:pt idx="292">
                  <c:v>46243</c:v>
                </c:pt>
                <c:pt idx="293">
                  <c:v>46244</c:v>
                </c:pt>
                <c:pt idx="294">
                  <c:v>46245</c:v>
                </c:pt>
                <c:pt idx="295">
                  <c:v>46246</c:v>
                </c:pt>
                <c:pt idx="296">
                  <c:v>46247</c:v>
                </c:pt>
                <c:pt idx="297">
                  <c:v>46248</c:v>
                </c:pt>
                <c:pt idx="298">
                  <c:v>46249</c:v>
                </c:pt>
                <c:pt idx="299">
                  <c:v>46250</c:v>
                </c:pt>
                <c:pt idx="300">
                  <c:v>46251</c:v>
                </c:pt>
                <c:pt idx="301">
                  <c:v>46252</c:v>
                </c:pt>
                <c:pt idx="302">
                  <c:v>46253</c:v>
                </c:pt>
                <c:pt idx="303">
                  <c:v>46254</c:v>
                </c:pt>
                <c:pt idx="304">
                  <c:v>46255</c:v>
                </c:pt>
                <c:pt idx="305">
                  <c:v>46256</c:v>
                </c:pt>
                <c:pt idx="306">
                  <c:v>46257</c:v>
                </c:pt>
                <c:pt idx="307">
                  <c:v>46258</c:v>
                </c:pt>
                <c:pt idx="308">
                  <c:v>46259</c:v>
                </c:pt>
                <c:pt idx="309">
                  <c:v>46260</c:v>
                </c:pt>
                <c:pt idx="310">
                  <c:v>46261</c:v>
                </c:pt>
                <c:pt idx="311">
                  <c:v>46262</c:v>
                </c:pt>
                <c:pt idx="312">
                  <c:v>46263</c:v>
                </c:pt>
                <c:pt idx="313">
                  <c:v>46264</c:v>
                </c:pt>
                <c:pt idx="314">
                  <c:v>46265</c:v>
                </c:pt>
                <c:pt idx="315">
                  <c:v>46266</c:v>
                </c:pt>
                <c:pt idx="316">
                  <c:v>46267</c:v>
                </c:pt>
                <c:pt idx="317">
                  <c:v>46268</c:v>
                </c:pt>
                <c:pt idx="318">
                  <c:v>46269</c:v>
                </c:pt>
                <c:pt idx="319">
                  <c:v>46270</c:v>
                </c:pt>
                <c:pt idx="320">
                  <c:v>46271</c:v>
                </c:pt>
                <c:pt idx="321">
                  <c:v>46272</c:v>
                </c:pt>
                <c:pt idx="322">
                  <c:v>46273</c:v>
                </c:pt>
                <c:pt idx="323">
                  <c:v>46274</c:v>
                </c:pt>
                <c:pt idx="324">
                  <c:v>46275</c:v>
                </c:pt>
                <c:pt idx="325">
                  <c:v>46276</c:v>
                </c:pt>
                <c:pt idx="326">
                  <c:v>46277</c:v>
                </c:pt>
                <c:pt idx="327">
                  <c:v>46278</c:v>
                </c:pt>
                <c:pt idx="328">
                  <c:v>46279</c:v>
                </c:pt>
                <c:pt idx="329">
                  <c:v>46280</c:v>
                </c:pt>
                <c:pt idx="330">
                  <c:v>46281</c:v>
                </c:pt>
                <c:pt idx="331">
                  <c:v>46282</c:v>
                </c:pt>
                <c:pt idx="332">
                  <c:v>46283</c:v>
                </c:pt>
                <c:pt idx="333">
                  <c:v>46284</c:v>
                </c:pt>
                <c:pt idx="334">
                  <c:v>46285</c:v>
                </c:pt>
                <c:pt idx="335">
                  <c:v>46286</c:v>
                </c:pt>
                <c:pt idx="336">
                  <c:v>46287</c:v>
                </c:pt>
                <c:pt idx="337">
                  <c:v>46288</c:v>
                </c:pt>
                <c:pt idx="338">
                  <c:v>46289</c:v>
                </c:pt>
                <c:pt idx="339">
                  <c:v>46290</c:v>
                </c:pt>
                <c:pt idx="340">
                  <c:v>46291</c:v>
                </c:pt>
                <c:pt idx="341">
                  <c:v>46292</c:v>
                </c:pt>
                <c:pt idx="342">
                  <c:v>46293</c:v>
                </c:pt>
                <c:pt idx="343">
                  <c:v>46294</c:v>
                </c:pt>
                <c:pt idx="344">
                  <c:v>46295</c:v>
                </c:pt>
                <c:pt idx="345">
                  <c:v>46296</c:v>
                </c:pt>
                <c:pt idx="346">
                  <c:v>46297</c:v>
                </c:pt>
                <c:pt idx="347">
                  <c:v>46298</c:v>
                </c:pt>
                <c:pt idx="348">
                  <c:v>46299</c:v>
                </c:pt>
                <c:pt idx="349">
                  <c:v>46300</c:v>
                </c:pt>
                <c:pt idx="350">
                  <c:v>46301</c:v>
                </c:pt>
                <c:pt idx="351">
                  <c:v>46302</c:v>
                </c:pt>
                <c:pt idx="352">
                  <c:v>46303</c:v>
                </c:pt>
                <c:pt idx="353">
                  <c:v>46304</c:v>
                </c:pt>
                <c:pt idx="354">
                  <c:v>46305</c:v>
                </c:pt>
                <c:pt idx="355">
                  <c:v>46306</c:v>
                </c:pt>
                <c:pt idx="356">
                  <c:v>46307</c:v>
                </c:pt>
                <c:pt idx="357">
                  <c:v>46308</c:v>
                </c:pt>
                <c:pt idx="358">
                  <c:v>46309</c:v>
                </c:pt>
                <c:pt idx="359">
                  <c:v>46310</c:v>
                </c:pt>
                <c:pt idx="360">
                  <c:v>46311</c:v>
                </c:pt>
                <c:pt idx="361">
                  <c:v>46312</c:v>
                </c:pt>
                <c:pt idx="362">
                  <c:v>46313</c:v>
                </c:pt>
                <c:pt idx="363">
                  <c:v>46314</c:v>
                </c:pt>
                <c:pt idx="364">
                  <c:v>46315</c:v>
                </c:pt>
                <c:pt idx="365">
                  <c:v>46316</c:v>
                </c:pt>
                <c:pt idx="366">
                  <c:v>46317</c:v>
                </c:pt>
              </c:numCache>
            </c:numRef>
          </c:cat>
          <c:val>
            <c:numRef>
              <c:f>Source!$AK$4:$AK$373</c:f>
              <c:numCache>
                <c:formatCode>General</c:formatCode>
                <c:ptCount val="370"/>
                <c:pt idx="0">
                  <c:v>26343</c:v>
                </c:pt>
                <c:pt idx="1">
                  <c:v>26348</c:v>
                </c:pt>
                <c:pt idx="2">
                  <c:v>26333</c:v>
                </c:pt>
                <c:pt idx="3">
                  <c:v>26309</c:v>
                </c:pt>
                <c:pt idx="4">
                  <c:v>26309</c:v>
                </c:pt>
                <c:pt idx="5">
                  <c:v>26309</c:v>
                </c:pt>
                <c:pt idx="6">
                  <c:v>26302</c:v>
                </c:pt>
                <c:pt idx="7">
                  <c:v>26320</c:v>
                </c:pt>
                <c:pt idx="8">
                  <c:v>26334</c:v>
                </c:pt>
                <c:pt idx="9">
                  <c:v>26331</c:v>
                </c:pt>
                <c:pt idx="10">
                  <c:v>26314</c:v>
                </c:pt>
                <c:pt idx="11">
                  <c:v>26314</c:v>
                </c:pt>
                <c:pt idx="12">
                  <c:v>26314</c:v>
                </c:pt>
                <c:pt idx="13">
                  <c:v>26310</c:v>
                </c:pt>
                <c:pt idx="14">
                  <c:v>26319</c:v>
                </c:pt>
                <c:pt idx="15">
                  <c:v>26322</c:v>
                </c:pt>
                <c:pt idx="16">
                  <c:v>26315</c:v>
                </c:pt>
                <c:pt idx="17">
                  <c:v>26310</c:v>
                </c:pt>
                <c:pt idx="18">
                  <c:v>26310</c:v>
                </c:pt>
                <c:pt idx="19">
                  <c:v>26310</c:v>
                </c:pt>
                <c:pt idx="20">
                  <c:v>26300</c:v>
                </c:pt>
                <c:pt idx="21">
                  <c:v>26312</c:v>
                </c:pt>
                <c:pt idx="22">
                  <c:v>26350</c:v>
                </c:pt>
                <c:pt idx="23">
                  <c:v>26345</c:v>
                </c:pt>
                <c:pt idx="24">
                  <c:v>26350</c:v>
                </c:pt>
                <c:pt idx="25">
                  <c:v>26350</c:v>
                </c:pt>
                <c:pt idx="26">
                  <c:v>26350</c:v>
                </c:pt>
                <c:pt idx="27">
                  <c:v>26353</c:v>
                </c:pt>
                <c:pt idx="28">
                  <c:v>26380</c:v>
                </c:pt>
                <c:pt idx="29">
                  <c:v>26377</c:v>
                </c:pt>
                <c:pt idx="30">
                  <c:v>26379</c:v>
                </c:pt>
                <c:pt idx="31">
                  <c:v>26362</c:v>
                </c:pt>
                <c:pt idx="32">
                  <c:v>26362</c:v>
                </c:pt>
                <c:pt idx="33">
                  <c:v>26362</c:v>
                </c:pt>
                <c:pt idx="34">
                  <c:v>26366</c:v>
                </c:pt>
                <c:pt idx="35">
                  <c:v>26371</c:v>
                </c:pt>
                <c:pt idx="36">
                  <c:v>26374</c:v>
                </c:pt>
                <c:pt idx="37">
                  <c:v>26375</c:v>
                </c:pt>
                <c:pt idx="38">
                  <c:v>26365</c:v>
                </c:pt>
                <c:pt idx="39">
                  <c:v>26365</c:v>
                </c:pt>
                <c:pt idx="40">
                  <c:v>26365</c:v>
                </c:pt>
                <c:pt idx="41">
                  <c:v>26369</c:v>
                </c:pt>
                <c:pt idx="42">
                  <c:v>26375</c:v>
                </c:pt>
                <c:pt idx="43">
                  <c:v>26373</c:v>
                </c:pt>
                <c:pt idx="44">
                  <c:v>26370</c:v>
                </c:pt>
                <c:pt idx="45">
                  <c:v>26363</c:v>
                </c:pt>
                <c:pt idx="46">
                  <c:v>26363</c:v>
                </c:pt>
                <c:pt idx="47">
                  <c:v>26363</c:v>
                </c:pt>
                <c:pt idx="48">
                  <c:v>26360</c:v>
                </c:pt>
                <c:pt idx="49">
                  <c:v>26370</c:v>
                </c:pt>
                <c:pt idx="50">
                  <c:v>26357</c:v>
                </c:pt>
                <c:pt idx="51">
                  <c:v>26326</c:v>
                </c:pt>
                <c:pt idx="52">
                  <c:v>26307</c:v>
                </c:pt>
                <c:pt idx="53">
                  <c:v>26307</c:v>
                </c:pt>
                <c:pt idx="54">
                  <c:v>26307</c:v>
                </c:pt>
                <c:pt idx="55">
                  <c:v>26316</c:v>
                </c:pt>
                <c:pt idx="56">
                  <c:v>26340</c:v>
                </c:pt>
                <c:pt idx="57">
                  <c:v>26334</c:v>
                </c:pt>
                <c:pt idx="58">
                  <c:v>26326</c:v>
                </c:pt>
                <c:pt idx="59">
                  <c:v>26315</c:v>
                </c:pt>
                <c:pt idx="60">
                  <c:v>26315</c:v>
                </c:pt>
                <c:pt idx="61">
                  <c:v>26315</c:v>
                </c:pt>
                <c:pt idx="62">
                  <c:v>26334</c:v>
                </c:pt>
                <c:pt idx="63">
                  <c:v>26331</c:v>
                </c:pt>
                <c:pt idx="64">
                  <c:v>26320</c:v>
                </c:pt>
                <c:pt idx="65">
                  <c:v>26282</c:v>
                </c:pt>
                <c:pt idx="66">
                  <c:v>26292</c:v>
                </c:pt>
                <c:pt idx="67">
                  <c:v>26292</c:v>
                </c:pt>
                <c:pt idx="68">
                  <c:v>26292</c:v>
                </c:pt>
                <c:pt idx="69">
                  <c:v>26285</c:v>
                </c:pt>
                <c:pt idx="70">
                  <c:v>26270</c:v>
                </c:pt>
                <c:pt idx="71">
                  <c:v>26298</c:v>
                </c:pt>
                <c:pt idx="72">
                  <c:v>26274</c:v>
                </c:pt>
                <c:pt idx="73">
                  <c:v>26288</c:v>
                </c:pt>
                <c:pt idx="74">
                  <c:v>26288</c:v>
                </c:pt>
                <c:pt idx="75">
                  <c:v>26288</c:v>
                </c:pt>
                <c:pt idx="76">
                  <c:v>26271</c:v>
                </c:pt>
                <c:pt idx="77">
                  <c:v>26276</c:v>
                </c:pt>
                <c:pt idx="78">
                  <c:v>26274</c:v>
                </c:pt>
                <c:pt idx="79">
                  <c:v>26270</c:v>
                </c:pt>
                <c:pt idx="80">
                  <c:v>26266</c:v>
                </c:pt>
                <c:pt idx="81">
                  <c:v>26266</c:v>
                </c:pt>
                <c:pt idx="82">
                  <c:v>26266</c:v>
                </c:pt>
                <c:pt idx="83">
                  <c:v>26272</c:v>
                </c:pt>
                <c:pt idx="84">
                  <c:v>26281</c:v>
                </c:pt>
                <c:pt idx="85">
                  <c:v>26277</c:v>
                </c:pt>
                <c:pt idx="86">
                  <c:v>26270</c:v>
                </c:pt>
                <c:pt idx="87">
                  <c:v>26272</c:v>
                </c:pt>
                <c:pt idx="88">
                  <c:v>26272</c:v>
                </c:pt>
                <c:pt idx="89">
                  <c:v>26272</c:v>
                </c:pt>
                <c:pt idx="90">
                  <c:v>26265</c:v>
                </c:pt>
                <c:pt idx="91">
                  <c:v>26265</c:v>
                </c:pt>
                <c:pt idx="92">
                  <c:v>26265</c:v>
                </c:pt>
                <c:pt idx="93">
                  <c:v>26271</c:v>
                </c:pt>
                <c:pt idx="94">
                  <c:v>26243</c:v>
                </c:pt>
                <c:pt idx="95">
                  <c:v>26243</c:v>
                </c:pt>
                <c:pt idx="96">
                  <c:v>26243</c:v>
                </c:pt>
                <c:pt idx="97">
                  <c:v>26194</c:v>
                </c:pt>
                <c:pt idx="98">
                  <c:v>26139</c:v>
                </c:pt>
                <c:pt idx="99">
                  <c:v>26076</c:v>
                </c:pt>
                <c:pt idx="100">
                  <c:v>26020</c:v>
                </c:pt>
                <c:pt idx="101">
                  <c:v>25949</c:v>
                </c:pt>
                <c:pt idx="102">
                  <c:v>25949</c:v>
                </c:pt>
                <c:pt idx="103">
                  <c:v>25949</c:v>
                </c:pt>
                <c:pt idx="104">
                  <c:v>26016</c:v>
                </c:pt>
                <c:pt idx="105">
                  <c:v>26002</c:v>
                </c:pt>
                <c:pt idx="106">
                  <c:v>25984</c:v>
                </c:pt>
                <c:pt idx="107">
                  <c:v>25965</c:v>
                </c:pt>
                <c:pt idx="108">
                  <c:v>25966</c:v>
                </c:pt>
                <c:pt idx="109">
                  <c:v>25966</c:v>
                </c:pt>
                <c:pt idx="110">
                  <c:v>25966</c:v>
                </c:pt>
                <c:pt idx="111">
                  <c:v>25914</c:v>
                </c:pt>
                <c:pt idx="112">
                  <c:v>25889</c:v>
                </c:pt>
                <c:pt idx="113">
                  <c:v>26000</c:v>
                </c:pt>
                <c:pt idx="114">
                  <c:v>25965</c:v>
                </c:pt>
                <c:pt idx="115">
                  <c:v>25970</c:v>
                </c:pt>
                <c:pt idx="116">
                  <c:v>25970</c:v>
                </c:pt>
                <c:pt idx="117">
                  <c:v>25970</c:v>
                </c:pt>
                <c:pt idx="118">
                  <c:v>25969</c:v>
                </c:pt>
                <c:pt idx="119">
                  <c:v>25970</c:v>
                </c:pt>
                <c:pt idx="120">
                  <c:v>25969</c:v>
                </c:pt>
                <c:pt idx="121">
                  <c:v>25965</c:v>
                </c:pt>
                <c:pt idx="122">
                  <c:v>25969</c:v>
                </c:pt>
                <c:pt idx="123">
                  <c:v>25969</c:v>
                </c:pt>
                <c:pt idx="124">
                  <c:v>25969</c:v>
                </c:pt>
                <c:pt idx="125">
                  <c:v>26068</c:v>
                </c:pt>
                <c:pt idx="126">
                  <c:v>26188</c:v>
                </c:pt>
                <c:pt idx="127">
                  <c:v>26108</c:v>
                </c:pt>
                <c:pt idx="128">
                  <c:v>26073</c:v>
                </c:pt>
                <c:pt idx="129">
                  <c:v>26058</c:v>
                </c:pt>
                <c:pt idx="130">
                  <c:v>26058</c:v>
                </c:pt>
                <c:pt idx="131">
                  <c:v>26058</c:v>
                </c:pt>
                <c:pt idx="132">
                  <c:v>26171</c:v>
                </c:pt>
                <c:pt idx="133">
                  <c:v>26183</c:v>
                </c:pt>
                <c:pt idx="134">
                  <c:v>26202</c:v>
                </c:pt>
                <c:pt idx="135">
                  <c:v>26189</c:v>
                </c:pt>
                <c:pt idx="136">
                  <c:v>26214</c:v>
                </c:pt>
                <c:pt idx="137">
                  <c:v>26214</c:v>
                </c:pt>
                <c:pt idx="138">
                  <c:v>26214</c:v>
                </c:pt>
                <c:pt idx="139">
                  <c:v>26275</c:v>
                </c:pt>
                <c:pt idx="140">
                  <c:v>26240</c:v>
                </c:pt>
                <c:pt idx="141">
                  <c:v>26251</c:v>
                </c:pt>
                <c:pt idx="142">
                  <c:v>26275</c:v>
                </c:pt>
                <c:pt idx="143">
                  <c:v>26286</c:v>
                </c:pt>
                <c:pt idx="144">
                  <c:v>26286</c:v>
                </c:pt>
                <c:pt idx="145">
                  <c:v>26286</c:v>
                </c:pt>
                <c:pt idx="146">
                  <c:v>26286</c:v>
                </c:pt>
                <c:pt idx="147">
                  <c:v>26288</c:v>
                </c:pt>
                <c:pt idx="148">
                  <c:v>26300</c:v>
                </c:pt>
                <c:pt idx="149">
                  <c:v>26290</c:v>
                </c:pt>
                <c:pt idx="150">
                  <c:v>26300</c:v>
                </c:pt>
                <c:pt idx="151">
                  <c:v>26300</c:v>
                </c:pt>
                <c:pt idx="152">
                  <c:v>26300</c:v>
                </c:pt>
                <c:pt idx="153">
                  <c:v>26331</c:v>
                </c:pt>
                <c:pt idx="154">
                  <c:v>26349</c:v>
                </c:pt>
                <c:pt idx="155">
                  <c:v>26346</c:v>
                </c:pt>
                <c:pt idx="156">
                  <c:v>26344</c:v>
                </c:pt>
                <c:pt idx="157">
                  <c:v>26336</c:v>
                </c:pt>
                <c:pt idx="158">
                  <c:v>26336</c:v>
                </c:pt>
                <c:pt idx="159">
                  <c:v>26336</c:v>
                </c:pt>
                <c:pt idx="160">
                  <c:v>26339</c:v>
                </c:pt>
                <c:pt idx="161">
                  <c:v>26340</c:v>
                </c:pt>
                <c:pt idx="162">
                  <c:v>26337</c:v>
                </c:pt>
                <c:pt idx="163">
                  <c:v>26337</c:v>
                </c:pt>
                <c:pt idx="164">
                  <c:v>26339</c:v>
                </c:pt>
                <c:pt idx="165">
                  <c:v>26339</c:v>
                </c:pt>
                <c:pt idx="166">
                  <c:v>26339</c:v>
                </c:pt>
                <c:pt idx="167">
                  <c:v>26337</c:v>
                </c:pt>
                <c:pt idx="168">
                  <c:v>26335</c:v>
                </c:pt>
                <c:pt idx="169">
                  <c:v>26335</c:v>
                </c:pt>
                <c:pt idx="170">
                  <c:v>26325</c:v>
                </c:pt>
                <c:pt idx="171">
                  <c:v>26331</c:v>
                </c:pt>
                <c:pt idx="172">
                  <c:v>26331</c:v>
                </c:pt>
                <c:pt idx="173">
                  <c:v>26331</c:v>
                </c:pt>
                <c:pt idx="174">
                  <c:v>26341</c:v>
                </c:pt>
                <c:pt idx="175">
                  <c:v>26338</c:v>
                </c:pt>
                <c:pt idx="176">
                  <c:v>26334</c:v>
                </c:pt>
                <c:pt idx="177">
                  <c:v>26334</c:v>
                </c:pt>
                <c:pt idx="178">
                  <c:v>26337</c:v>
                </c:pt>
                <c:pt idx="179">
                  <c:v>26337</c:v>
                </c:pt>
                <c:pt idx="180">
                  <c:v>26337</c:v>
                </c:pt>
                <c:pt idx="181">
                  <c:v>26332</c:v>
                </c:pt>
                <c:pt idx="182">
                  <c:v>26329</c:v>
                </c:pt>
                <c:pt idx="183">
                  <c:v>26328</c:v>
                </c:pt>
                <c:pt idx="184">
                  <c:v>26327</c:v>
                </c:pt>
                <c:pt idx="185">
                  <c:v>26344</c:v>
                </c:pt>
                <c:pt idx="186">
                  <c:v>26344</c:v>
                </c:pt>
                <c:pt idx="187">
                  <c:v>26344</c:v>
                </c:pt>
                <c:pt idx="188">
                  <c:v>26347</c:v>
                </c:pt>
                <c:pt idx="189">
                  <c:v>26346</c:v>
                </c:pt>
                <c:pt idx="190">
                  <c:v>26351</c:v>
                </c:pt>
                <c:pt idx="191">
                  <c:v>26348</c:v>
                </c:pt>
                <c:pt idx="192">
                  <c:v>26356</c:v>
                </c:pt>
                <c:pt idx="193">
                  <c:v>26356</c:v>
                </c:pt>
                <c:pt idx="194">
                  <c:v>26356</c:v>
                </c:pt>
                <c:pt idx="195">
                  <c:v>26341</c:v>
                </c:pt>
                <c:pt idx="196">
                  <c:v>26331</c:v>
                </c:pt>
                <c:pt idx="197">
                  <c:v>26326</c:v>
                </c:pt>
                <c:pt idx="198">
                  <c:v>26310</c:v>
                </c:pt>
                <c:pt idx="199">
                  <c:v>26309</c:v>
                </c:pt>
                <c:pt idx="200">
                  <c:v>26309</c:v>
                </c:pt>
                <c:pt idx="201">
                  <c:v>26309</c:v>
                </c:pt>
                <c:pt idx="202">
                  <c:v>26324</c:v>
                </c:pt>
                <c:pt idx="203">
                  <c:v>26334</c:v>
                </c:pt>
                <c:pt idx="204">
                  <c:v>26348</c:v>
                </c:pt>
                <c:pt idx="205">
                  <c:v>26345</c:v>
                </c:pt>
                <c:pt idx="206">
                  <c:v>26352</c:v>
                </c:pt>
                <c:pt idx="207">
                  <c:v>26352</c:v>
                </c:pt>
                <c:pt idx="208">
                  <c:v>26352</c:v>
                </c:pt>
                <c:pt idx="209">
                  <c:v>26357</c:v>
                </c:pt>
                <c:pt idx="210">
                  <c:v>26357</c:v>
                </c:pt>
                <c:pt idx="211">
                  <c:v>26368</c:v>
                </c:pt>
                <c:pt idx="212">
                  <c:v>26355</c:v>
                </c:pt>
                <c:pt idx="213">
                  <c:v>26356</c:v>
                </c:pt>
                <c:pt idx="214">
                  <c:v>26356</c:v>
                </c:pt>
                <c:pt idx="215">
                  <c:v>26356</c:v>
                </c:pt>
                <c:pt idx="216">
                  <c:v>26356</c:v>
                </c:pt>
                <c:pt idx="217">
                  <c:v>26344</c:v>
                </c:pt>
                <c:pt idx="218">
                  <c:v>26334</c:v>
                </c:pt>
                <c:pt idx="219">
                  <c:v>26328</c:v>
                </c:pt>
                <c:pt idx="220">
                  <c:v>26313</c:v>
                </c:pt>
                <c:pt idx="221">
                  <c:v>26313</c:v>
                </c:pt>
                <c:pt idx="222">
                  <c:v>26313</c:v>
                </c:pt>
                <c:pt idx="223">
                  <c:v>26319</c:v>
                </c:pt>
                <c:pt idx="224">
                  <c:v>26331</c:v>
                </c:pt>
                <c:pt idx="225">
                  <c:v>26343</c:v>
                </c:pt>
                <c:pt idx="226">
                  <c:v>26335</c:v>
                </c:pt>
                <c:pt idx="227">
                  <c:v>26329</c:v>
                </c:pt>
                <c:pt idx="228">
                  <c:v>26329</c:v>
                </c:pt>
                <c:pt idx="229">
                  <c:v>26329</c:v>
                </c:pt>
                <c:pt idx="230">
                  <c:v>26338</c:v>
                </c:pt>
                <c:pt idx="231">
                  <c:v>26330</c:v>
                </c:pt>
                <c:pt idx="232">
                  <c:v>26321</c:v>
                </c:pt>
                <c:pt idx="233">
                  <c:v>26325</c:v>
                </c:pt>
                <c:pt idx="234">
                  <c:v>26310</c:v>
                </c:pt>
                <c:pt idx="235">
                  <c:v>26310</c:v>
                </c:pt>
                <c:pt idx="236">
                  <c:v>26310</c:v>
                </c:pt>
                <c:pt idx="237">
                  <c:v>26290</c:v>
                </c:pt>
                <c:pt idx="238">
                  <c:v>26298</c:v>
                </c:pt>
                <c:pt idx="239">
                  <c:v>26323</c:v>
                </c:pt>
                <c:pt idx="240">
                  <c:v>26326</c:v>
                </c:pt>
                <c:pt idx="241">
                  <c:v>26318</c:v>
                </c:pt>
                <c:pt idx="242">
                  <c:v>26318</c:v>
                </c:pt>
                <c:pt idx="243">
                  <c:v>26318</c:v>
                </c:pt>
                <c:pt idx="244">
                  <c:v>26319</c:v>
                </c:pt>
                <c:pt idx="245">
                  <c:v>26323</c:v>
                </c:pt>
                <c:pt idx="246">
                  <c:v>26332</c:v>
                </c:pt>
                <c:pt idx="247">
                  <c:v>26320</c:v>
                </c:pt>
                <c:pt idx="248">
                  <c:v>26298</c:v>
                </c:pt>
                <c:pt idx="249">
                  <c:v>26298</c:v>
                </c:pt>
                <c:pt idx="250">
                  <c:v>26298</c:v>
                </c:pt>
                <c:pt idx="251">
                  <c:v>26290</c:v>
                </c:pt>
                <c:pt idx="252">
                  <c:v>26310</c:v>
                </c:pt>
                <c:pt idx="253">
                  <c:v>26302</c:v>
                </c:pt>
                <c:pt idx="254">
                  <c:v>26291</c:v>
                </c:pt>
                <c:pt idx="255">
                  <c:v>26297</c:v>
                </c:pt>
                <c:pt idx="256">
                  <c:v>26297</c:v>
                </c:pt>
                <c:pt idx="257">
                  <c:v>26297</c:v>
                </c:pt>
                <c:pt idx="258">
                  <c:v>26300</c:v>
                </c:pt>
                <c:pt idx="259">
                  <c:v>26294</c:v>
                </c:pt>
                <c:pt idx="260">
                  <c:v>26295</c:v>
                </c:pt>
                <c:pt idx="261">
                  <c:v>26294</c:v>
                </c:pt>
                <c:pt idx="262">
                  <c:v>26269</c:v>
                </c:pt>
                <c:pt idx="263">
                  <c:v>26269</c:v>
                </c:pt>
                <c:pt idx="264">
                  <c:v>26269</c:v>
                </c:pt>
                <c:pt idx="265">
                  <c:v>26256</c:v>
                </c:pt>
                <c:pt idx="266">
                  <c:v>26261</c:v>
                </c:pt>
                <c:pt idx="267">
                  <c:v>26256</c:v>
                </c:pt>
                <c:pt idx="268">
                  <c:v>26254</c:v>
                </c:pt>
                <c:pt idx="269">
                  <c:v>26290</c:v>
                </c:pt>
                <c:pt idx="270">
                  <c:v>26290</c:v>
                </c:pt>
                <c:pt idx="271">
                  <c:v>26290</c:v>
                </c:pt>
                <c:pt idx="272">
                  <c:v>26292</c:v>
                </c:pt>
                <c:pt idx="273">
                  <c:v>26315</c:v>
                </c:pt>
                <c:pt idx="274">
                  <c:v>26315</c:v>
                </c:pt>
                <c:pt idx="275">
                  <c:v>26314</c:v>
                </c:pt>
                <c:pt idx="276">
                  <c:v>26324</c:v>
                </c:pt>
                <c:pt idx="277">
                  <c:v>26324</c:v>
                </c:pt>
                <c:pt idx="278">
                  <c:v>26324</c:v>
                </c:pt>
                <c:pt idx="279">
                  <c:v>26315</c:v>
                </c:pt>
                <c:pt idx="280">
                  <c:v>26335</c:v>
                </c:pt>
                <c:pt idx="281">
                  <c:v>26323</c:v>
                </c:pt>
                <c:pt idx="282">
                  <c:v>26281</c:v>
                </c:pt>
                <c:pt idx="283">
                  <c:v>26296</c:v>
                </c:pt>
                <c:pt idx="284">
                  <c:v>26296</c:v>
                </c:pt>
                <c:pt idx="285">
                  <c:v>26296</c:v>
                </c:pt>
                <c:pt idx="286">
                  <c:v>26282</c:v>
                </c:pt>
                <c:pt idx="287">
                  <c:v>26278</c:v>
                </c:pt>
                <c:pt idx="288">
                  <c:v>26268</c:v>
                </c:pt>
                <c:pt idx="289">
                  <c:v>26250</c:v>
                </c:pt>
                <c:pt idx="290">
                  <c:v>26205</c:v>
                </c:pt>
                <c:pt idx="291">
                  <c:v>26205</c:v>
                </c:pt>
                <c:pt idx="292">
                  <c:v>26205</c:v>
                </c:pt>
                <c:pt idx="293">
                  <c:v>26161</c:v>
                </c:pt>
                <c:pt idx="294">
                  <c:v>26137</c:v>
                </c:pt>
                <c:pt idx="295">
                  <c:v>26125</c:v>
                </c:pt>
                <c:pt idx="296">
                  <c:v>26072</c:v>
                </c:pt>
                <c:pt idx="297">
                  <c:v>26144</c:v>
                </c:pt>
                <c:pt idx="298">
                  <c:v>26144</c:v>
                </c:pt>
                <c:pt idx="299">
                  <c:v>26144</c:v>
                </c:pt>
                <c:pt idx="300">
                  <c:v>26204</c:v>
                </c:pt>
                <c:pt idx="301">
                  <c:v>26177</c:v>
                </c:pt>
                <c:pt idx="302">
                  <c:v>26180</c:v>
                </c:pt>
                <c:pt idx="303">
                  <c:v>26107</c:v>
                </c:pt>
                <c:pt idx="304">
                  <c:v>26116</c:v>
                </c:pt>
                <c:pt idx="305">
                  <c:v>26116</c:v>
                </c:pt>
                <c:pt idx="306">
                  <c:v>26116</c:v>
                </c:pt>
                <c:pt idx="307">
                  <c:v>26168</c:v>
                </c:pt>
                <c:pt idx="308">
                  <c:v>26115</c:v>
                </c:pt>
                <c:pt idx="309">
                  <c:v>26099</c:v>
                </c:pt>
                <c:pt idx="310">
                  <c:v>26083</c:v>
                </c:pt>
                <c:pt idx="311">
                  <c:v>26078</c:v>
                </c:pt>
                <c:pt idx="312">
                  <c:v>26078</c:v>
                </c:pt>
                <c:pt idx="313">
                  <c:v>26078</c:v>
                </c:pt>
                <c:pt idx="314">
                  <c:v>26075</c:v>
                </c:pt>
                <c:pt idx="315">
                  <c:v>26074</c:v>
                </c:pt>
                <c:pt idx="316">
                  <c:v>26073</c:v>
                </c:pt>
                <c:pt idx="317">
                  <c:v>26098</c:v>
                </c:pt>
                <c:pt idx="318">
                  <c:v>26080</c:v>
                </c:pt>
                <c:pt idx="319">
                  <c:v>26080</c:v>
                </c:pt>
                <c:pt idx="320">
                  <c:v>26080</c:v>
                </c:pt>
                <c:pt idx="321">
                  <c:v>26044</c:v>
                </c:pt>
                <c:pt idx="322">
                  <c:v>25997</c:v>
                </c:pt>
                <c:pt idx="323">
                  <c:v>25918</c:v>
                </c:pt>
                <c:pt idx="324">
                  <c:v>25922</c:v>
                </c:pt>
                <c:pt idx="325">
                  <c:v>25920</c:v>
                </c:pt>
                <c:pt idx="326">
                  <c:v>25920</c:v>
                </c:pt>
                <c:pt idx="327">
                  <c:v>25920</c:v>
                </c:pt>
                <c:pt idx="328">
                  <c:v>25975</c:v>
                </c:pt>
                <c:pt idx="329">
                  <c:v>25988</c:v>
                </c:pt>
                <c:pt idx="330">
                  <c:v>25986</c:v>
                </c:pt>
                <c:pt idx="331">
                  <c:v>26003</c:v>
                </c:pt>
                <c:pt idx="332">
                  <c:v>26018</c:v>
                </c:pt>
                <c:pt idx="333">
                  <c:v>26018</c:v>
                </c:pt>
                <c:pt idx="334">
                  <c:v>26018</c:v>
                </c:pt>
                <c:pt idx="335">
                  <c:v>26021</c:v>
                </c:pt>
                <c:pt idx="336">
                  <c:v>26015</c:v>
                </c:pt>
                <c:pt idx="337">
                  <c:v>26000</c:v>
                </c:pt>
                <c:pt idx="338">
                  <c:v>25992</c:v>
                </c:pt>
                <c:pt idx="339">
                  <c:v>25974</c:v>
                </c:pt>
                <c:pt idx="340">
                  <c:v>25974</c:v>
                </c:pt>
                <c:pt idx="341">
                  <c:v>25974</c:v>
                </c:pt>
                <c:pt idx="342">
                  <c:v>25972</c:v>
                </c:pt>
                <c:pt idx="343">
                  <c:v>25971</c:v>
                </c:pt>
                <c:pt idx="344">
                  <c:v>25964</c:v>
                </c:pt>
                <c:pt idx="345">
                  <c:v>25974</c:v>
                </c:pt>
                <c:pt idx="346">
                  <c:v>25987</c:v>
                </c:pt>
                <c:pt idx="347">
                  <c:v>25987</c:v>
                </c:pt>
                <c:pt idx="348">
                  <c:v>25987</c:v>
                </c:pt>
                <c:pt idx="349">
                  <c:v>25994</c:v>
                </c:pt>
                <c:pt idx="350">
                  <c:v>25994</c:v>
                </c:pt>
                <c:pt idx="351">
                  <c:v>25981</c:v>
                </c:pt>
                <c:pt idx="352">
                  <c:v>25931</c:v>
                </c:pt>
                <c:pt idx="353">
                  <c:v>25872</c:v>
                </c:pt>
                <c:pt idx="354">
                  <c:v>25872</c:v>
                </c:pt>
                <c:pt idx="355">
                  <c:v>25872</c:v>
                </c:pt>
                <c:pt idx="356">
                  <c:v>25932</c:v>
                </c:pt>
                <c:pt idx="357">
                  <c:v>25916</c:v>
                </c:pt>
                <c:pt idx="358">
                  <c:v>25894</c:v>
                </c:pt>
                <c:pt idx="359">
                  <c:v>25873</c:v>
                </c:pt>
                <c:pt idx="360">
                  <c:v>25885</c:v>
                </c:pt>
                <c:pt idx="361">
                  <c:v>25885</c:v>
                </c:pt>
                <c:pt idx="362">
                  <c:v>25885</c:v>
                </c:pt>
                <c:pt idx="363">
                  <c:v>25896</c:v>
                </c:pt>
                <c:pt idx="364">
                  <c:v>25876</c:v>
                </c:pt>
                <c:pt idx="365">
                  <c:v>25859</c:v>
                </c:pt>
                <c:pt idx="366">
                  <c:v>25838</c:v>
                </c:pt>
              </c:numCache>
            </c:numRef>
          </c:val>
          <c:smooth val="1"/>
          <c:extLst>
            <c:ext xmlns:c16="http://schemas.microsoft.com/office/drawing/2014/chart" uri="{C3380CC4-5D6E-409C-BE32-E72D297353CC}">
              <c16:uniqueId val="{00000001-FCA6-468E-B209-C5E330CCD4E7}"/>
            </c:ext>
          </c:extLst>
        </c:ser>
        <c:dLbls>
          <c:showLegendKey val="0"/>
          <c:showVal val="0"/>
          <c:showCatName val="0"/>
          <c:showSerName val="0"/>
          <c:showPercent val="0"/>
          <c:showBubbleSize val="0"/>
        </c:dLbls>
        <c:marker val="1"/>
        <c:smooth val="0"/>
        <c:axId val="333760696"/>
        <c:axId val="333759912"/>
      </c:lineChart>
      <c:dateAx>
        <c:axId val="333750896"/>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round/>
          </a:ln>
          <a:effectLst/>
        </c:spPr>
        <c:txPr>
          <a:bodyPr rot="-60000000" vert="horz"/>
          <a:lstStyle/>
          <a:p>
            <a:pPr>
              <a:defRPr/>
            </a:pPr>
            <a:endParaRPr lang="en-US"/>
          </a:p>
        </c:txPr>
        <c:crossAx val="333758736"/>
        <c:crosses val="autoZero"/>
        <c:auto val="0"/>
        <c:lblOffset val="100"/>
        <c:baseTimeUnit val="days"/>
        <c:majorUnit val="3"/>
      </c:dateAx>
      <c:valAx>
        <c:axId val="333758736"/>
        <c:scaling>
          <c:orientation val="minMax"/>
          <c:min val="1150"/>
        </c:scaling>
        <c:delete val="0"/>
        <c:axPos val="l"/>
        <c:majorGridlines>
          <c:spPr>
            <a:ln w="9525" cap="flat" cmpd="sng" algn="ctr">
              <a:noFill/>
              <a:round/>
            </a:ln>
            <a:effectLst/>
          </c:spPr>
        </c:majorGridlines>
        <c:title>
          <c:tx>
            <c:rich>
              <a:bodyPr rot="0"/>
              <a:lstStyle/>
              <a:p>
                <a:pPr>
                  <a:defRPr/>
                </a:pPr>
                <a:r>
                  <a:rPr lang="en-US"/>
                  <a:t>(points)</a:t>
                </a:r>
              </a:p>
            </c:rich>
          </c:tx>
          <c:layout>
            <c:manualLayout>
              <c:xMode val="edge"/>
              <c:yMode val="edge"/>
              <c:x val="0"/>
              <c:y val="1.44480898221056E-2"/>
            </c:manualLayout>
          </c:layout>
          <c:overlay val="0"/>
          <c:spPr>
            <a:noFill/>
            <a:ln>
              <a:noFill/>
            </a:ln>
            <a:effectLst/>
          </c:spPr>
        </c:title>
        <c:numFmt formatCode="_(* #,##0_);_(* \(#,##0\);_(* &quot;-&quot;_);_(@_)"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50896"/>
        <c:crosses val="autoZero"/>
        <c:crossBetween val="between"/>
      </c:valAx>
      <c:valAx>
        <c:axId val="333759912"/>
        <c:scaling>
          <c:orientation val="minMax"/>
          <c:min val="23400"/>
        </c:scaling>
        <c:delete val="0"/>
        <c:axPos val="r"/>
        <c:numFmt formatCode="#,##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60696"/>
        <c:crosses val="max"/>
        <c:crossBetween val="between"/>
      </c:valAx>
      <c:dateAx>
        <c:axId val="333760696"/>
        <c:scaling>
          <c:orientation val="minMax"/>
        </c:scaling>
        <c:delete val="1"/>
        <c:axPos val="b"/>
        <c:numFmt formatCode="m/d/yyyy" sourceLinked="1"/>
        <c:majorTickMark val="out"/>
        <c:minorTickMark val="none"/>
        <c:tickLblPos val="nextTo"/>
        <c:crossAx val="333759912"/>
        <c:crosses val="autoZero"/>
        <c:auto val="1"/>
        <c:lblOffset val="100"/>
        <c:baseTimeUnit val="days"/>
      </c:dateAx>
      <c:spPr>
        <a:noFill/>
      </c:spPr>
    </c:plotArea>
    <c:legend>
      <c:legendPos val="r"/>
      <c:layout>
        <c:manualLayout>
          <c:xMode val="edge"/>
          <c:yMode val="edge"/>
          <c:x val="0.13128006011291637"/>
          <c:y val="8.1900699912510703E-3"/>
          <c:w val="0.74445227367750122"/>
          <c:h val="0.10202093311764761"/>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b="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6102049743782032E-2"/>
          <c:y val="0.10326058779689576"/>
          <c:w val="0.85912085083207368"/>
          <c:h val="0.80901623408185097"/>
        </c:manualLayout>
      </c:layout>
      <c:lineChart>
        <c:grouping val="standard"/>
        <c:varyColors val="0"/>
        <c:ser>
          <c:idx val="1"/>
          <c:order val="0"/>
          <c:tx>
            <c:strRef>
              <c:f>Source!$AN$2</c:f>
              <c:strCache>
                <c:ptCount val="1"/>
                <c:pt idx="0">
                  <c:v>2Y</c:v>
                </c:pt>
              </c:strCache>
            </c:strRef>
          </c:tx>
          <c:spPr>
            <a:ln w="19050" cap="rnd" cmpd="sng" algn="ctr">
              <a:solidFill>
                <a:schemeClr val="accent2"/>
              </a:solidFill>
              <a:prstDash val="solid"/>
              <a:round/>
            </a:ln>
            <a:effectLst/>
          </c:spPr>
          <c:marker>
            <c:symbol val="none"/>
          </c:marker>
          <c:cat>
            <c:numRef>
              <c:f>Source!$AH$4:$AH$373</c:f>
              <c:numCache>
                <c:formatCode>m/d/yyyy</c:formatCode>
                <c:ptCount val="370"/>
                <c:pt idx="0">
                  <c:v>45951</c:v>
                </c:pt>
                <c:pt idx="1">
                  <c:v>45952</c:v>
                </c:pt>
                <c:pt idx="2">
                  <c:v>45953</c:v>
                </c:pt>
                <c:pt idx="3">
                  <c:v>45954</c:v>
                </c:pt>
                <c:pt idx="4">
                  <c:v>45955</c:v>
                </c:pt>
                <c:pt idx="5">
                  <c:v>45956</c:v>
                </c:pt>
                <c:pt idx="6">
                  <c:v>45957</c:v>
                </c:pt>
                <c:pt idx="7">
                  <c:v>45958</c:v>
                </c:pt>
                <c:pt idx="8">
                  <c:v>45959</c:v>
                </c:pt>
                <c:pt idx="9">
                  <c:v>45960</c:v>
                </c:pt>
                <c:pt idx="10">
                  <c:v>45961</c:v>
                </c:pt>
                <c:pt idx="11">
                  <c:v>45962</c:v>
                </c:pt>
                <c:pt idx="12">
                  <c:v>45963</c:v>
                </c:pt>
                <c:pt idx="13">
                  <c:v>45964</c:v>
                </c:pt>
                <c:pt idx="14">
                  <c:v>45965</c:v>
                </c:pt>
                <c:pt idx="15">
                  <c:v>45966</c:v>
                </c:pt>
                <c:pt idx="16">
                  <c:v>45967</c:v>
                </c:pt>
                <c:pt idx="17">
                  <c:v>45968</c:v>
                </c:pt>
                <c:pt idx="18">
                  <c:v>45969</c:v>
                </c:pt>
                <c:pt idx="19">
                  <c:v>45970</c:v>
                </c:pt>
                <c:pt idx="20">
                  <c:v>45971</c:v>
                </c:pt>
                <c:pt idx="21">
                  <c:v>45972</c:v>
                </c:pt>
                <c:pt idx="22">
                  <c:v>45973</c:v>
                </c:pt>
                <c:pt idx="23">
                  <c:v>45974</c:v>
                </c:pt>
                <c:pt idx="24">
                  <c:v>45975</c:v>
                </c:pt>
                <c:pt idx="25">
                  <c:v>45976</c:v>
                </c:pt>
                <c:pt idx="26">
                  <c:v>45977</c:v>
                </c:pt>
                <c:pt idx="27">
                  <c:v>45978</c:v>
                </c:pt>
                <c:pt idx="28">
                  <c:v>45979</c:v>
                </c:pt>
                <c:pt idx="29">
                  <c:v>45980</c:v>
                </c:pt>
                <c:pt idx="30">
                  <c:v>45981</c:v>
                </c:pt>
                <c:pt idx="31">
                  <c:v>45982</c:v>
                </c:pt>
                <c:pt idx="32">
                  <c:v>45983</c:v>
                </c:pt>
                <c:pt idx="33">
                  <c:v>45984</c:v>
                </c:pt>
                <c:pt idx="34">
                  <c:v>45985</c:v>
                </c:pt>
                <c:pt idx="35">
                  <c:v>45986</c:v>
                </c:pt>
                <c:pt idx="36">
                  <c:v>45987</c:v>
                </c:pt>
                <c:pt idx="37">
                  <c:v>45988</c:v>
                </c:pt>
                <c:pt idx="38">
                  <c:v>45989</c:v>
                </c:pt>
                <c:pt idx="39">
                  <c:v>45990</c:v>
                </c:pt>
                <c:pt idx="40">
                  <c:v>45991</c:v>
                </c:pt>
                <c:pt idx="41">
                  <c:v>45992</c:v>
                </c:pt>
                <c:pt idx="42">
                  <c:v>45993</c:v>
                </c:pt>
                <c:pt idx="43">
                  <c:v>45994</c:v>
                </c:pt>
                <c:pt idx="44">
                  <c:v>45995</c:v>
                </c:pt>
                <c:pt idx="45">
                  <c:v>45996</c:v>
                </c:pt>
                <c:pt idx="46">
                  <c:v>45997</c:v>
                </c:pt>
                <c:pt idx="47">
                  <c:v>45998</c:v>
                </c:pt>
                <c:pt idx="48">
                  <c:v>45999</c:v>
                </c:pt>
                <c:pt idx="49">
                  <c:v>46000</c:v>
                </c:pt>
                <c:pt idx="50">
                  <c:v>46001</c:v>
                </c:pt>
                <c:pt idx="51">
                  <c:v>46002</c:v>
                </c:pt>
                <c:pt idx="52">
                  <c:v>46003</c:v>
                </c:pt>
                <c:pt idx="53">
                  <c:v>46004</c:v>
                </c:pt>
                <c:pt idx="54">
                  <c:v>46005</c:v>
                </c:pt>
                <c:pt idx="55">
                  <c:v>46006</c:v>
                </c:pt>
                <c:pt idx="56">
                  <c:v>46007</c:v>
                </c:pt>
                <c:pt idx="57">
                  <c:v>46008</c:v>
                </c:pt>
                <c:pt idx="58">
                  <c:v>46009</c:v>
                </c:pt>
                <c:pt idx="59">
                  <c:v>46010</c:v>
                </c:pt>
                <c:pt idx="60">
                  <c:v>46011</c:v>
                </c:pt>
                <c:pt idx="61">
                  <c:v>46012</c:v>
                </c:pt>
                <c:pt idx="62">
                  <c:v>46013</c:v>
                </c:pt>
                <c:pt idx="63">
                  <c:v>46014</c:v>
                </c:pt>
                <c:pt idx="64">
                  <c:v>46015</c:v>
                </c:pt>
                <c:pt idx="65">
                  <c:v>46016</c:v>
                </c:pt>
                <c:pt idx="66">
                  <c:v>46017</c:v>
                </c:pt>
                <c:pt idx="67">
                  <c:v>46018</c:v>
                </c:pt>
                <c:pt idx="68">
                  <c:v>46019</c:v>
                </c:pt>
                <c:pt idx="69">
                  <c:v>46020</c:v>
                </c:pt>
                <c:pt idx="70">
                  <c:v>46021</c:v>
                </c:pt>
                <c:pt idx="71">
                  <c:v>46022</c:v>
                </c:pt>
                <c:pt idx="72">
                  <c:v>46023</c:v>
                </c:pt>
                <c:pt idx="73">
                  <c:v>46024</c:v>
                </c:pt>
                <c:pt idx="74">
                  <c:v>46025</c:v>
                </c:pt>
                <c:pt idx="75">
                  <c:v>46026</c:v>
                </c:pt>
                <c:pt idx="76">
                  <c:v>46027</c:v>
                </c:pt>
                <c:pt idx="77">
                  <c:v>46028</c:v>
                </c:pt>
                <c:pt idx="78">
                  <c:v>46029</c:v>
                </c:pt>
                <c:pt idx="79">
                  <c:v>46030</c:v>
                </c:pt>
                <c:pt idx="80">
                  <c:v>46031</c:v>
                </c:pt>
                <c:pt idx="81">
                  <c:v>46032</c:v>
                </c:pt>
                <c:pt idx="82">
                  <c:v>46033</c:v>
                </c:pt>
                <c:pt idx="83">
                  <c:v>46034</c:v>
                </c:pt>
                <c:pt idx="84">
                  <c:v>46035</c:v>
                </c:pt>
                <c:pt idx="85">
                  <c:v>46036</c:v>
                </c:pt>
                <c:pt idx="86">
                  <c:v>46037</c:v>
                </c:pt>
                <c:pt idx="87">
                  <c:v>46038</c:v>
                </c:pt>
                <c:pt idx="88">
                  <c:v>46039</c:v>
                </c:pt>
                <c:pt idx="89">
                  <c:v>46040</c:v>
                </c:pt>
                <c:pt idx="90">
                  <c:v>46041</c:v>
                </c:pt>
                <c:pt idx="91">
                  <c:v>46042</c:v>
                </c:pt>
                <c:pt idx="92">
                  <c:v>46043</c:v>
                </c:pt>
                <c:pt idx="93">
                  <c:v>46044</c:v>
                </c:pt>
                <c:pt idx="94">
                  <c:v>46045</c:v>
                </c:pt>
                <c:pt idx="95">
                  <c:v>46046</c:v>
                </c:pt>
                <c:pt idx="96">
                  <c:v>46047</c:v>
                </c:pt>
                <c:pt idx="97">
                  <c:v>46048</c:v>
                </c:pt>
                <c:pt idx="98">
                  <c:v>46049</c:v>
                </c:pt>
                <c:pt idx="99">
                  <c:v>46050</c:v>
                </c:pt>
                <c:pt idx="100">
                  <c:v>46051</c:v>
                </c:pt>
                <c:pt idx="101">
                  <c:v>46052</c:v>
                </c:pt>
                <c:pt idx="102">
                  <c:v>46053</c:v>
                </c:pt>
                <c:pt idx="103">
                  <c:v>46054</c:v>
                </c:pt>
                <c:pt idx="104">
                  <c:v>46055</c:v>
                </c:pt>
                <c:pt idx="105">
                  <c:v>46056</c:v>
                </c:pt>
                <c:pt idx="106">
                  <c:v>46057</c:v>
                </c:pt>
                <c:pt idx="107">
                  <c:v>46058</c:v>
                </c:pt>
                <c:pt idx="108">
                  <c:v>46059</c:v>
                </c:pt>
                <c:pt idx="109">
                  <c:v>46060</c:v>
                </c:pt>
                <c:pt idx="110">
                  <c:v>46061</c:v>
                </c:pt>
                <c:pt idx="111">
                  <c:v>46062</c:v>
                </c:pt>
                <c:pt idx="112">
                  <c:v>46063</c:v>
                </c:pt>
                <c:pt idx="113">
                  <c:v>46064</c:v>
                </c:pt>
                <c:pt idx="114">
                  <c:v>46065</c:v>
                </c:pt>
                <c:pt idx="115">
                  <c:v>46066</c:v>
                </c:pt>
                <c:pt idx="116">
                  <c:v>46067</c:v>
                </c:pt>
                <c:pt idx="117">
                  <c:v>46068</c:v>
                </c:pt>
                <c:pt idx="118">
                  <c:v>46069</c:v>
                </c:pt>
                <c:pt idx="119">
                  <c:v>46070</c:v>
                </c:pt>
                <c:pt idx="120">
                  <c:v>46071</c:v>
                </c:pt>
                <c:pt idx="121">
                  <c:v>46072</c:v>
                </c:pt>
                <c:pt idx="122">
                  <c:v>46073</c:v>
                </c:pt>
                <c:pt idx="123">
                  <c:v>46074</c:v>
                </c:pt>
                <c:pt idx="124">
                  <c:v>46075</c:v>
                </c:pt>
                <c:pt idx="125">
                  <c:v>46076</c:v>
                </c:pt>
                <c:pt idx="126">
                  <c:v>46077</c:v>
                </c:pt>
                <c:pt idx="127">
                  <c:v>46078</c:v>
                </c:pt>
                <c:pt idx="128">
                  <c:v>46079</c:v>
                </c:pt>
                <c:pt idx="129">
                  <c:v>46080</c:v>
                </c:pt>
                <c:pt idx="130">
                  <c:v>46081</c:v>
                </c:pt>
                <c:pt idx="131">
                  <c:v>46082</c:v>
                </c:pt>
                <c:pt idx="132">
                  <c:v>46083</c:v>
                </c:pt>
                <c:pt idx="133">
                  <c:v>46084</c:v>
                </c:pt>
                <c:pt idx="134">
                  <c:v>46085</c:v>
                </c:pt>
                <c:pt idx="135">
                  <c:v>46086</c:v>
                </c:pt>
                <c:pt idx="136">
                  <c:v>46087</c:v>
                </c:pt>
                <c:pt idx="137">
                  <c:v>46088</c:v>
                </c:pt>
                <c:pt idx="138">
                  <c:v>46089</c:v>
                </c:pt>
                <c:pt idx="139">
                  <c:v>46090</c:v>
                </c:pt>
                <c:pt idx="140">
                  <c:v>46091</c:v>
                </c:pt>
                <c:pt idx="141">
                  <c:v>46092</c:v>
                </c:pt>
                <c:pt idx="142">
                  <c:v>46093</c:v>
                </c:pt>
                <c:pt idx="143">
                  <c:v>46094</c:v>
                </c:pt>
                <c:pt idx="144">
                  <c:v>46095</c:v>
                </c:pt>
                <c:pt idx="145">
                  <c:v>46096</c:v>
                </c:pt>
                <c:pt idx="146">
                  <c:v>46097</c:v>
                </c:pt>
                <c:pt idx="147">
                  <c:v>46098</c:v>
                </c:pt>
                <c:pt idx="148">
                  <c:v>46099</c:v>
                </c:pt>
                <c:pt idx="149">
                  <c:v>46100</c:v>
                </c:pt>
                <c:pt idx="150">
                  <c:v>46101</c:v>
                </c:pt>
                <c:pt idx="151">
                  <c:v>46102</c:v>
                </c:pt>
                <c:pt idx="152">
                  <c:v>46103</c:v>
                </c:pt>
                <c:pt idx="153">
                  <c:v>46104</c:v>
                </c:pt>
                <c:pt idx="154">
                  <c:v>46105</c:v>
                </c:pt>
                <c:pt idx="155">
                  <c:v>46106</c:v>
                </c:pt>
                <c:pt idx="156">
                  <c:v>46107</c:v>
                </c:pt>
                <c:pt idx="157">
                  <c:v>46108</c:v>
                </c:pt>
                <c:pt idx="158">
                  <c:v>46109</c:v>
                </c:pt>
                <c:pt idx="159">
                  <c:v>46110</c:v>
                </c:pt>
                <c:pt idx="160">
                  <c:v>46111</c:v>
                </c:pt>
                <c:pt idx="161">
                  <c:v>46112</c:v>
                </c:pt>
                <c:pt idx="162">
                  <c:v>46113</c:v>
                </c:pt>
                <c:pt idx="163">
                  <c:v>46114</c:v>
                </c:pt>
                <c:pt idx="164">
                  <c:v>46115</c:v>
                </c:pt>
                <c:pt idx="165">
                  <c:v>46116</c:v>
                </c:pt>
                <c:pt idx="166">
                  <c:v>46117</c:v>
                </c:pt>
                <c:pt idx="167">
                  <c:v>46118</c:v>
                </c:pt>
                <c:pt idx="168">
                  <c:v>46119</c:v>
                </c:pt>
                <c:pt idx="169">
                  <c:v>46120</c:v>
                </c:pt>
                <c:pt idx="170">
                  <c:v>46121</c:v>
                </c:pt>
                <c:pt idx="171">
                  <c:v>46122</c:v>
                </c:pt>
                <c:pt idx="172">
                  <c:v>46123</c:v>
                </c:pt>
                <c:pt idx="173">
                  <c:v>46124</c:v>
                </c:pt>
                <c:pt idx="174">
                  <c:v>46125</c:v>
                </c:pt>
                <c:pt idx="175">
                  <c:v>46126</c:v>
                </c:pt>
                <c:pt idx="176">
                  <c:v>46127</c:v>
                </c:pt>
                <c:pt idx="177">
                  <c:v>46128</c:v>
                </c:pt>
                <c:pt idx="178">
                  <c:v>46129</c:v>
                </c:pt>
                <c:pt idx="179">
                  <c:v>46130</c:v>
                </c:pt>
                <c:pt idx="180">
                  <c:v>46131</c:v>
                </c:pt>
                <c:pt idx="181">
                  <c:v>46132</c:v>
                </c:pt>
                <c:pt idx="182">
                  <c:v>46133</c:v>
                </c:pt>
                <c:pt idx="183">
                  <c:v>46134</c:v>
                </c:pt>
                <c:pt idx="184">
                  <c:v>46135</c:v>
                </c:pt>
                <c:pt idx="185">
                  <c:v>46136</c:v>
                </c:pt>
                <c:pt idx="186">
                  <c:v>46137</c:v>
                </c:pt>
                <c:pt idx="187">
                  <c:v>46138</c:v>
                </c:pt>
                <c:pt idx="188">
                  <c:v>46139</c:v>
                </c:pt>
                <c:pt idx="189">
                  <c:v>46140</c:v>
                </c:pt>
                <c:pt idx="190">
                  <c:v>46141</c:v>
                </c:pt>
                <c:pt idx="191">
                  <c:v>46142</c:v>
                </c:pt>
                <c:pt idx="192">
                  <c:v>46143</c:v>
                </c:pt>
                <c:pt idx="193">
                  <c:v>46144</c:v>
                </c:pt>
                <c:pt idx="194">
                  <c:v>46145</c:v>
                </c:pt>
                <c:pt idx="195">
                  <c:v>46146</c:v>
                </c:pt>
                <c:pt idx="196">
                  <c:v>46147</c:v>
                </c:pt>
                <c:pt idx="197">
                  <c:v>46148</c:v>
                </c:pt>
                <c:pt idx="198">
                  <c:v>46149</c:v>
                </c:pt>
                <c:pt idx="199">
                  <c:v>46150</c:v>
                </c:pt>
                <c:pt idx="200">
                  <c:v>46151</c:v>
                </c:pt>
                <c:pt idx="201">
                  <c:v>46152</c:v>
                </c:pt>
                <c:pt idx="202">
                  <c:v>46153</c:v>
                </c:pt>
                <c:pt idx="203">
                  <c:v>46154</c:v>
                </c:pt>
                <c:pt idx="204">
                  <c:v>46155</c:v>
                </c:pt>
                <c:pt idx="205">
                  <c:v>46156</c:v>
                </c:pt>
                <c:pt idx="206">
                  <c:v>46157</c:v>
                </c:pt>
                <c:pt idx="207">
                  <c:v>46158</c:v>
                </c:pt>
                <c:pt idx="208">
                  <c:v>46159</c:v>
                </c:pt>
                <c:pt idx="209">
                  <c:v>46160</c:v>
                </c:pt>
                <c:pt idx="210">
                  <c:v>46161</c:v>
                </c:pt>
                <c:pt idx="211">
                  <c:v>46162</c:v>
                </c:pt>
                <c:pt idx="212">
                  <c:v>46163</c:v>
                </c:pt>
                <c:pt idx="213">
                  <c:v>46164</c:v>
                </c:pt>
                <c:pt idx="214">
                  <c:v>46165</c:v>
                </c:pt>
                <c:pt idx="215">
                  <c:v>46166</c:v>
                </c:pt>
                <c:pt idx="216">
                  <c:v>46167</c:v>
                </c:pt>
                <c:pt idx="217">
                  <c:v>46168</c:v>
                </c:pt>
                <c:pt idx="218">
                  <c:v>46169</c:v>
                </c:pt>
                <c:pt idx="219">
                  <c:v>46170</c:v>
                </c:pt>
                <c:pt idx="220">
                  <c:v>46171</c:v>
                </c:pt>
                <c:pt idx="221">
                  <c:v>46172</c:v>
                </c:pt>
                <c:pt idx="222">
                  <c:v>46173</c:v>
                </c:pt>
                <c:pt idx="223">
                  <c:v>46174</c:v>
                </c:pt>
                <c:pt idx="224">
                  <c:v>46175</c:v>
                </c:pt>
                <c:pt idx="225">
                  <c:v>46176</c:v>
                </c:pt>
                <c:pt idx="226">
                  <c:v>46177</c:v>
                </c:pt>
                <c:pt idx="227">
                  <c:v>46178</c:v>
                </c:pt>
                <c:pt idx="228">
                  <c:v>46179</c:v>
                </c:pt>
                <c:pt idx="229">
                  <c:v>46180</c:v>
                </c:pt>
                <c:pt idx="230">
                  <c:v>46181</c:v>
                </c:pt>
                <c:pt idx="231">
                  <c:v>46182</c:v>
                </c:pt>
                <c:pt idx="232">
                  <c:v>46183</c:v>
                </c:pt>
                <c:pt idx="233">
                  <c:v>46184</c:v>
                </c:pt>
                <c:pt idx="234">
                  <c:v>46185</c:v>
                </c:pt>
                <c:pt idx="235">
                  <c:v>46186</c:v>
                </c:pt>
                <c:pt idx="236">
                  <c:v>46187</c:v>
                </c:pt>
                <c:pt idx="237">
                  <c:v>46188</c:v>
                </c:pt>
                <c:pt idx="238">
                  <c:v>46189</c:v>
                </c:pt>
                <c:pt idx="239">
                  <c:v>46190</c:v>
                </c:pt>
                <c:pt idx="240">
                  <c:v>46191</c:v>
                </c:pt>
                <c:pt idx="241">
                  <c:v>46192</c:v>
                </c:pt>
                <c:pt idx="242">
                  <c:v>46193</c:v>
                </c:pt>
                <c:pt idx="243">
                  <c:v>46194</c:v>
                </c:pt>
                <c:pt idx="244">
                  <c:v>46195</c:v>
                </c:pt>
                <c:pt idx="245">
                  <c:v>46196</c:v>
                </c:pt>
                <c:pt idx="246">
                  <c:v>46197</c:v>
                </c:pt>
                <c:pt idx="247">
                  <c:v>46198</c:v>
                </c:pt>
                <c:pt idx="248">
                  <c:v>46199</c:v>
                </c:pt>
                <c:pt idx="249">
                  <c:v>46200</c:v>
                </c:pt>
                <c:pt idx="250">
                  <c:v>46201</c:v>
                </c:pt>
                <c:pt idx="251">
                  <c:v>46202</c:v>
                </c:pt>
                <c:pt idx="252">
                  <c:v>46203</c:v>
                </c:pt>
                <c:pt idx="253">
                  <c:v>46204</c:v>
                </c:pt>
                <c:pt idx="254">
                  <c:v>46205</c:v>
                </c:pt>
                <c:pt idx="255">
                  <c:v>46206</c:v>
                </c:pt>
                <c:pt idx="256">
                  <c:v>46207</c:v>
                </c:pt>
                <c:pt idx="257">
                  <c:v>46208</c:v>
                </c:pt>
                <c:pt idx="258">
                  <c:v>46209</c:v>
                </c:pt>
                <c:pt idx="259">
                  <c:v>46210</c:v>
                </c:pt>
                <c:pt idx="260">
                  <c:v>46211</c:v>
                </c:pt>
                <c:pt idx="261">
                  <c:v>46212</c:v>
                </c:pt>
                <c:pt idx="262">
                  <c:v>46213</c:v>
                </c:pt>
                <c:pt idx="263">
                  <c:v>46214</c:v>
                </c:pt>
                <c:pt idx="264">
                  <c:v>46215</c:v>
                </c:pt>
                <c:pt idx="265">
                  <c:v>46216</c:v>
                </c:pt>
                <c:pt idx="266">
                  <c:v>46217</c:v>
                </c:pt>
                <c:pt idx="267">
                  <c:v>46218</c:v>
                </c:pt>
                <c:pt idx="268">
                  <c:v>46219</c:v>
                </c:pt>
                <c:pt idx="269">
                  <c:v>46220</c:v>
                </c:pt>
                <c:pt idx="270">
                  <c:v>46221</c:v>
                </c:pt>
                <c:pt idx="271">
                  <c:v>46222</c:v>
                </c:pt>
                <c:pt idx="272">
                  <c:v>46223</c:v>
                </c:pt>
                <c:pt idx="273">
                  <c:v>46224</c:v>
                </c:pt>
                <c:pt idx="274">
                  <c:v>46225</c:v>
                </c:pt>
                <c:pt idx="275">
                  <c:v>46226</c:v>
                </c:pt>
                <c:pt idx="276">
                  <c:v>46227</c:v>
                </c:pt>
                <c:pt idx="277">
                  <c:v>46228</c:v>
                </c:pt>
                <c:pt idx="278">
                  <c:v>46229</c:v>
                </c:pt>
                <c:pt idx="279">
                  <c:v>46230</c:v>
                </c:pt>
                <c:pt idx="280">
                  <c:v>46231</c:v>
                </c:pt>
                <c:pt idx="281">
                  <c:v>46232</c:v>
                </c:pt>
                <c:pt idx="282">
                  <c:v>46233</c:v>
                </c:pt>
                <c:pt idx="283">
                  <c:v>46234</c:v>
                </c:pt>
                <c:pt idx="284">
                  <c:v>46235</c:v>
                </c:pt>
                <c:pt idx="285">
                  <c:v>46236</c:v>
                </c:pt>
                <c:pt idx="286">
                  <c:v>46237</c:v>
                </c:pt>
                <c:pt idx="287">
                  <c:v>46238</c:v>
                </c:pt>
                <c:pt idx="288">
                  <c:v>46239</c:v>
                </c:pt>
                <c:pt idx="289">
                  <c:v>46240</c:v>
                </c:pt>
                <c:pt idx="290">
                  <c:v>46241</c:v>
                </c:pt>
                <c:pt idx="291">
                  <c:v>46242</c:v>
                </c:pt>
                <c:pt idx="292">
                  <c:v>46243</c:v>
                </c:pt>
                <c:pt idx="293">
                  <c:v>46244</c:v>
                </c:pt>
                <c:pt idx="294">
                  <c:v>46245</c:v>
                </c:pt>
                <c:pt idx="295">
                  <c:v>46246</c:v>
                </c:pt>
                <c:pt idx="296">
                  <c:v>46247</c:v>
                </c:pt>
                <c:pt idx="297">
                  <c:v>46248</c:v>
                </c:pt>
                <c:pt idx="298">
                  <c:v>46249</c:v>
                </c:pt>
                <c:pt idx="299">
                  <c:v>46250</c:v>
                </c:pt>
                <c:pt idx="300">
                  <c:v>46251</c:v>
                </c:pt>
                <c:pt idx="301">
                  <c:v>46252</c:v>
                </c:pt>
                <c:pt idx="302">
                  <c:v>46253</c:v>
                </c:pt>
                <c:pt idx="303">
                  <c:v>46254</c:v>
                </c:pt>
                <c:pt idx="304">
                  <c:v>46255</c:v>
                </c:pt>
                <c:pt idx="305">
                  <c:v>46256</c:v>
                </c:pt>
                <c:pt idx="306">
                  <c:v>46257</c:v>
                </c:pt>
                <c:pt idx="307">
                  <c:v>46258</c:v>
                </c:pt>
                <c:pt idx="308">
                  <c:v>46259</c:v>
                </c:pt>
                <c:pt idx="309">
                  <c:v>46260</c:v>
                </c:pt>
                <c:pt idx="310">
                  <c:v>46261</c:v>
                </c:pt>
                <c:pt idx="311">
                  <c:v>46262</c:v>
                </c:pt>
                <c:pt idx="312">
                  <c:v>46263</c:v>
                </c:pt>
                <c:pt idx="313">
                  <c:v>46264</c:v>
                </c:pt>
                <c:pt idx="314">
                  <c:v>46265</c:v>
                </c:pt>
                <c:pt idx="315">
                  <c:v>46266</c:v>
                </c:pt>
                <c:pt idx="316">
                  <c:v>46267</c:v>
                </c:pt>
                <c:pt idx="317">
                  <c:v>46268</c:v>
                </c:pt>
                <c:pt idx="318">
                  <c:v>46269</c:v>
                </c:pt>
                <c:pt idx="319">
                  <c:v>46270</c:v>
                </c:pt>
                <c:pt idx="320">
                  <c:v>46271</c:v>
                </c:pt>
                <c:pt idx="321">
                  <c:v>46272</c:v>
                </c:pt>
                <c:pt idx="322">
                  <c:v>46273</c:v>
                </c:pt>
                <c:pt idx="323">
                  <c:v>46274</c:v>
                </c:pt>
                <c:pt idx="324">
                  <c:v>46275</c:v>
                </c:pt>
                <c:pt idx="325">
                  <c:v>46276</c:v>
                </c:pt>
                <c:pt idx="326">
                  <c:v>46277</c:v>
                </c:pt>
                <c:pt idx="327">
                  <c:v>46278</c:v>
                </c:pt>
                <c:pt idx="328">
                  <c:v>46279</c:v>
                </c:pt>
                <c:pt idx="329">
                  <c:v>46280</c:v>
                </c:pt>
                <c:pt idx="330">
                  <c:v>46281</c:v>
                </c:pt>
                <c:pt idx="331">
                  <c:v>46282</c:v>
                </c:pt>
                <c:pt idx="332">
                  <c:v>46283</c:v>
                </c:pt>
                <c:pt idx="333">
                  <c:v>46284</c:v>
                </c:pt>
                <c:pt idx="334">
                  <c:v>46285</c:v>
                </c:pt>
                <c:pt idx="335">
                  <c:v>46286</c:v>
                </c:pt>
                <c:pt idx="336">
                  <c:v>46287</c:v>
                </c:pt>
                <c:pt idx="337">
                  <c:v>46288</c:v>
                </c:pt>
                <c:pt idx="338">
                  <c:v>46289</c:v>
                </c:pt>
                <c:pt idx="339">
                  <c:v>46290</c:v>
                </c:pt>
                <c:pt idx="340">
                  <c:v>46291</c:v>
                </c:pt>
                <c:pt idx="341">
                  <c:v>46292</c:v>
                </c:pt>
                <c:pt idx="342">
                  <c:v>46293</c:v>
                </c:pt>
                <c:pt idx="343">
                  <c:v>46294</c:v>
                </c:pt>
                <c:pt idx="344">
                  <c:v>46295</c:v>
                </c:pt>
                <c:pt idx="345">
                  <c:v>46296</c:v>
                </c:pt>
                <c:pt idx="346">
                  <c:v>46297</c:v>
                </c:pt>
                <c:pt idx="347">
                  <c:v>46298</c:v>
                </c:pt>
                <c:pt idx="348">
                  <c:v>46299</c:v>
                </c:pt>
                <c:pt idx="349">
                  <c:v>46300</c:v>
                </c:pt>
                <c:pt idx="350">
                  <c:v>46301</c:v>
                </c:pt>
                <c:pt idx="351">
                  <c:v>46302</c:v>
                </c:pt>
                <c:pt idx="352">
                  <c:v>46303</c:v>
                </c:pt>
                <c:pt idx="353">
                  <c:v>46304</c:v>
                </c:pt>
                <c:pt idx="354">
                  <c:v>46305</c:v>
                </c:pt>
                <c:pt idx="355">
                  <c:v>46306</c:v>
                </c:pt>
                <c:pt idx="356">
                  <c:v>46307</c:v>
                </c:pt>
                <c:pt idx="357">
                  <c:v>46308</c:v>
                </c:pt>
                <c:pt idx="358">
                  <c:v>46309</c:v>
                </c:pt>
                <c:pt idx="359">
                  <c:v>46310</c:v>
                </c:pt>
                <c:pt idx="360">
                  <c:v>46311</c:v>
                </c:pt>
                <c:pt idx="361">
                  <c:v>46312</c:v>
                </c:pt>
                <c:pt idx="362">
                  <c:v>46313</c:v>
                </c:pt>
                <c:pt idx="363">
                  <c:v>46314</c:v>
                </c:pt>
                <c:pt idx="364">
                  <c:v>46315</c:v>
                </c:pt>
                <c:pt idx="365">
                  <c:v>46316</c:v>
                </c:pt>
                <c:pt idx="366">
                  <c:v>46317</c:v>
                </c:pt>
              </c:numCache>
            </c:numRef>
          </c:cat>
          <c:val>
            <c:numRef>
              <c:f>Source!$AN$4:$AN$373</c:f>
              <c:numCache>
                <c:formatCode>General</c:formatCode>
                <c:ptCount val="370"/>
                <c:pt idx="0">
                  <c:v>2.8130000000000002</c:v>
                </c:pt>
                <c:pt idx="1">
                  <c:v>2.8290000000000002</c:v>
                </c:pt>
                <c:pt idx="2">
                  <c:v>2.8290000000000002</c:v>
                </c:pt>
                <c:pt idx="3">
                  <c:v>2.8380000000000001</c:v>
                </c:pt>
                <c:pt idx="4">
                  <c:v>2.8380000000000001</c:v>
                </c:pt>
                <c:pt idx="5">
                  <c:v>2.8380000000000001</c:v>
                </c:pt>
                <c:pt idx="6">
                  <c:v>2.8380000000000001</c:v>
                </c:pt>
                <c:pt idx="7">
                  <c:v>2.8380000000000001</c:v>
                </c:pt>
                <c:pt idx="8">
                  <c:v>2.8380000000000001</c:v>
                </c:pt>
                <c:pt idx="9">
                  <c:v>2.8380000000000001</c:v>
                </c:pt>
                <c:pt idx="10">
                  <c:v>2.8380000000000001</c:v>
                </c:pt>
                <c:pt idx="11">
                  <c:v>2.8380000000000001</c:v>
                </c:pt>
                <c:pt idx="12">
                  <c:v>2.8380000000000001</c:v>
                </c:pt>
                <c:pt idx="13">
                  <c:v>2.8380000000000001</c:v>
                </c:pt>
                <c:pt idx="14">
                  <c:v>2.8380000000000001</c:v>
                </c:pt>
                <c:pt idx="15">
                  <c:v>2.8380000000000001</c:v>
                </c:pt>
                <c:pt idx="16">
                  <c:v>2.8380000000000001</c:v>
                </c:pt>
                <c:pt idx="17">
                  <c:v>2.84</c:v>
                </c:pt>
                <c:pt idx="18">
                  <c:v>2.84</c:v>
                </c:pt>
                <c:pt idx="19">
                  <c:v>2.84</c:v>
                </c:pt>
                <c:pt idx="20">
                  <c:v>2.8730000000000002</c:v>
                </c:pt>
                <c:pt idx="21">
                  <c:v>2.8730000000000002</c:v>
                </c:pt>
                <c:pt idx="22">
                  <c:v>2.8730000000000002</c:v>
                </c:pt>
                <c:pt idx="23">
                  <c:v>2.8769999999999998</c:v>
                </c:pt>
                <c:pt idx="24">
                  <c:v>2.8769999999999998</c:v>
                </c:pt>
                <c:pt idx="25">
                  <c:v>2.8769999999999998</c:v>
                </c:pt>
                <c:pt idx="26">
                  <c:v>2.8769999999999998</c:v>
                </c:pt>
                <c:pt idx="27">
                  <c:v>2.8769999999999998</c:v>
                </c:pt>
                <c:pt idx="28">
                  <c:v>2.8769999999999998</c:v>
                </c:pt>
                <c:pt idx="29">
                  <c:v>2.8769999999999998</c:v>
                </c:pt>
                <c:pt idx="30">
                  <c:v>2.8940000000000001</c:v>
                </c:pt>
                <c:pt idx="31">
                  <c:v>2.8980000000000001</c:v>
                </c:pt>
                <c:pt idx="32">
                  <c:v>2.8980000000000001</c:v>
                </c:pt>
                <c:pt idx="33">
                  <c:v>2.8980000000000001</c:v>
                </c:pt>
                <c:pt idx="34">
                  <c:v>2.8980000000000001</c:v>
                </c:pt>
                <c:pt idx="35">
                  <c:v>2.8980000000000001</c:v>
                </c:pt>
                <c:pt idx="36">
                  <c:v>2.8980000000000001</c:v>
                </c:pt>
                <c:pt idx="37">
                  <c:v>2.8980000000000001</c:v>
                </c:pt>
                <c:pt idx="38">
                  <c:v>2.8980000000000001</c:v>
                </c:pt>
                <c:pt idx="39">
                  <c:v>2.8980000000000001</c:v>
                </c:pt>
                <c:pt idx="40">
                  <c:v>2.8980000000000001</c:v>
                </c:pt>
                <c:pt idx="41">
                  <c:v>2.9020000000000001</c:v>
                </c:pt>
                <c:pt idx="42">
                  <c:v>2.91</c:v>
                </c:pt>
                <c:pt idx="43">
                  <c:v>2.915</c:v>
                </c:pt>
                <c:pt idx="44">
                  <c:v>2.923</c:v>
                </c:pt>
                <c:pt idx="45">
                  <c:v>2.948</c:v>
                </c:pt>
                <c:pt idx="46">
                  <c:v>2.948</c:v>
                </c:pt>
                <c:pt idx="47">
                  <c:v>2.948</c:v>
                </c:pt>
                <c:pt idx="48">
                  <c:v>2.9580000000000002</c:v>
                </c:pt>
                <c:pt idx="49">
                  <c:v>2.9580000000000002</c:v>
                </c:pt>
                <c:pt idx="50">
                  <c:v>2.9580000000000002</c:v>
                </c:pt>
                <c:pt idx="51">
                  <c:v>2.9580000000000002</c:v>
                </c:pt>
                <c:pt idx="52">
                  <c:v>2.9580000000000002</c:v>
                </c:pt>
                <c:pt idx="53">
                  <c:v>2.9580000000000002</c:v>
                </c:pt>
                <c:pt idx="54">
                  <c:v>2.9580000000000002</c:v>
                </c:pt>
                <c:pt idx="55">
                  <c:v>2.95</c:v>
                </c:pt>
                <c:pt idx="56">
                  <c:v>2.9580000000000002</c:v>
                </c:pt>
                <c:pt idx="57">
                  <c:v>2.9580000000000002</c:v>
                </c:pt>
                <c:pt idx="58">
                  <c:v>2.9670000000000001</c:v>
                </c:pt>
                <c:pt idx="59">
                  <c:v>2.9710000000000001</c:v>
                </c:pt>
                <c:pt idx="60">
                  <c:v>2.9710000000000001</c:v>
                </c:pt>
                <c:pt idx="61">
                  <c:v>2.9710000000000001</c:v>
                </c:pt>
                <c:pt idx="62">
                  <c:v>2.9710000000000001</c:v>
                </c:pt>
                <c:pt idx="63">
                  <c:v>2.9710000000000001</c:v>
                </c:pt>
                <c:pt idx="64">
                  <c:v>2.9710000000000001</c:v>
                </c:pt>
                <c:pt idx="65">
                  <c:v>2.9710000000000001</c:v>
                </c:pt>
                <c:pt idx="66">
                  <c:v>2.9670000000000001</c:v>
                </c:pt>
                <c:pt idx="67">
                  <c:v>2.9670000000000001</c:v>
                </c:pt>
                <c:pt idx="68">
                  <c:v>2.9670000000000001</c:v>
                </c:pt>
                <c:pt idx="69">
                  <c:v>2.9710000000000001</c:v>
                </c:pt>
                <c:pt idx="70">
                  <c:v>2.9710000000000001</c:v>
                </c:pt>
                <c:pt idx="71">
                  <c:v>2.9710000000000001</c:v>
                </c:pt>
                <c:pt idx="72">
                  <c:v>2.9710000000000001</c:v>
                </c:pt>
                <c:pt idx="73">
                  <c:v>2.9710000000000001</c:v>
                </c:pt>
                <c:pt idx="74">
                  <c:v>2.9710000000000001</c:v>
                </c:pt>
                <c:pt idx="75">
                  <c:v>2.9710000000000001</c:v>
                </c:pt>
                <c:pt idx="76">
                  <c:v>2.996</c:v>
                </c:pt>
                <c:pt idx="77">
                  <c:v>2.996</c:v>
                </c:pt>
                <c:pt idx="78">
                  <c:v>2.996</c:v>
                </c:pt>
                <c:pt idx="79">
                  <c:v>3.0539999999999998</c:v>
                </c:pt>
                <c:pt idx="80">
                  <c:v>3.11</c:v>
                </c:pt>
                <c:pt idx="81">
                  <c:v>3.11</c:v>
                </c:pt>
                <c:pt idx="82">
                  <c:v>3.11</c:v>
                </c:pt>
                <c:pt idx="83">
                  <c:v>3.085</c:v>
                </c:pt>
                <c:pt idx="84">
                  <c:v>3.077</c:v>
                </c:pt>
                <c:pt idx="85">
                  <c:v>3.0960000000000001</c:v>
                </c:pt>
                <c:pt idx="86">
                  <c:v>3.129</c:v>
                </c:pt>
                <c:pt idx="87">
                  <c:v>3.1040000000000001</c:v>
                </c:pt>
                <c:pt idx="88">
                  <c:v>3.1040000000000001</c:v>
                </c:pt>
                <c:pt idx="89">
                  <c:v>3.1040000000000001</c:v>
                </c:pt>
                <c:pt idx="90">
                  <c:v>3.1040000000000001</c:v>
                </c:pt>
                <c:pt idx="91">
                  <c:v>3.11</c:v>
                </c:pt>
                <c:pt idx="92">
                  <c:v>3.11</c:v>
                </c:pt>
                <c:pt idx="93">
                  <c:v>3.11</c:v>
                </c:pt>
                <c:pt idx="94">
                  <c:v>3.11</c:v>
                </c:pt>
                <c:pt idx="95">
                  <c:v>3.11</c:v>
                </c:pt>
                <c:pt idx="96">
                  <c:v>3.11</c:v>
                </c:pt>
                <c:pt idx="97">
                  <c:v>3.11</c:v>
                </c:pt>
                <c:pt idx="98">
                  <c:v>3.11</c:v>
                </c:pt>
                <c:pt idx="99">
                  <c:v>3.1190000000000002</c:v>
                </c:pt>
                <c:pt idx="100">
                  <c:v>3.1190000000000002</c:v>
                </c:pt>
                <c:pt idx="101">
                  <c:v>3.1190000000000002</c:v>
                </c:pt>
                <c:pt idx="102">
                  <c:v>3.1190000000000002</c:v>
                </c:pt>
                <c:pt idx="103">
                  <c:v>3.1190000000000002</c:v>
                </c:pt>
                <c:pt idx="104">
                  <c:v>3.1339999999999999</c:v>
                </c:pt>
                <c:pt idx="105">
                  <c:v>3.1190000000000002</c:v>
                </c:pt>
                <c:pt idx="106">
                  <c:v>3.1269999999999998</c:v>
                </c:pt>
                <c:pt idx="107">
                  <c:v>3.1269999999999998</c:v>
                </c:pt>
                <c:pt idx="108">
                  <c:v>3.1269999999999998</c:v>
                </c:pt>
                <c:pt idx="109">
                  <c:v>3.1269999999999998</c:v>
                </c:pt>
                <c:pt idx="110">
                  <c:v>3.1269999999999998</c:v>
                </c:pt>
                <c:pt idx="111">
                  <c:v>3.1269999999999998</c:v>
                </c:pt>
                <c:pt idx="112">
                  <c:v>3.1480000000000001</c:v>
                </c:pt>
                <c:pt idx="113">
                  <c:v>3.1480000000000001</c:v>
                </c:pt>
                <c:pt idx="114">
                  <c:v>3.1480000000000001</c:v>
                </c:pt>
                <c:pt idx="115">
                  <c:v>3.1480000000000001</c:v>
                </c:pt>
                <c:pt idx="116">
                  <c:v>3.1480000000000001</c:v>
                </c:pt>
                <c:pt idx="117">
                  <c:v>3.1480000000000001</c:v>
                </c:pt>
                <c:pt idx="118">
                  <c:v>3.1480000000000001</c:v>
                </c:pt>
                <c:pt idx="119">
                  <c:v>3.1480000000000001</c:v>
                </c:pt>
                <c:pt idx="120">
                  <c:v>3.1480000000000001</c:v>
                </c:pt>
                <c:pt idx="121">
                  <c:v>3.1480000000000001</c:v>
                </c:pt>
                <c:pt idx="122">
                  <c:v>3.1480000000000001</c:v>
                </c:pt>
                <c:pt idx="123">
                  <c:v>3.1480000000000001</c:v>
                </c:pt>
                <c:pt idx="124">
                  <c:v>3.1480000000000001</c:v>
                </c:pt>
                <c:pt idx="125">
                  <c:v>3.1480000000000001</c:v>
                </c:pt>
                <c:pt idx="126">
                  <c:v>3.15</c:v>
                </c:pt>
                <c:pt idx="127">
                  <c:v>3.15</c:v>
                </c:pt>
                <c:pt idx="128">
                  <c:v>3.15</c:v>
                </c:pt>
                <c:pt idx="129">
                  <c:v>3.15</c:v>
                </c:pt>
                <c:pt idx="130">
                  <c:v>3.15</c:v>
                </c:pt>
                <c:pt idx="131">
                  <c:v>3.15</c:v>
                </c:pt>
                <c:pt idx="132">
                  <c:v>3.1579999999999999</c:v>
                </c:pt>
                <c:pt idx="133">
                  <c:v>3.1709999999999998</c:v>
                </c:pt>
                <c:pt idx="134">
                  <c:v>3.1709999999999998</c:v>
                </c:pt>
                <c:pt idx="135">
                  <c:v>3.1709999999999998</c:v>
                </c:pt>
                <c:pt idx="136">
                  <c:v>3.1709999999999998</c:v>
                </c:pt>
                <c:pt idx="137">
                  <c:v>3.1709999999999998</c:v>
                </c:pt>
                <c:pt idx="138">
                  <c:v>3.1709999999999998</c:v>
                </c:pt>
                <c:pt idx="139">
                  <c:v>3.1880000000000002</c:v>
                </c:pt>
                <c:pt idx="140">
                  <c:v>3.2</c:v>
                </c:pt>
                <c:pt idx="141">
                  <c:v>3.2</c:v>
                </c:pt>
                <c:pt idx="142">
                  <c:v>3.2210000000000001</c:v>
                </c:pt>
                <c:pt idx="143">
                  <c:v>3.242</c:v>
                </c:pt>
                <c:pt idx="144">
                  <c:v>3.242</c:v>
                </c:pt>
                <c:pt idx="145">
                  <c:v>3.242</c:v>
                </c:pt>
                <c:pt idx="146">
                  <c:v>3.242</c:v>
                </c:pt>
                <c:pt idx="147">
                  <c:v>3.2829999999999999</c:v>
                </c:pt>
                <c:pt idx="148">
                  <c:v>3.2829999999999999</c:v>
                </c:pt>
                <c:pt idx="149">
                  <c:v>3.2829999999999999</c:v>
                </c:pt>
                <c:pt idx="150">
                  <c:v>3.2829999999999999</c:v>
                </c:pt>
                <c:pt idx="151">
                  <c:v>3.2829999999999999</c:v>
                </c:pt>
                <c:pt idx="152">
                  <c:v>3.2829999999999999</c:v>
                </c:pt>
                <c:pt idx="153">
                  <c:v>3.2879999999999998</c:v>
                </c:pt>
                <c:pt idx="154">
                  <c:v>3.3</c:v>
                </c:pt>
                <c:pt idx="155">
                  <c:v>3.3</c:v>
                </c:pt>
                <c:pt idx="156">
                  <c:v>3.3</c:v>
                </c:pt>
                <c:pt idx="157">
                  <c:v>3.3</c:v>
                </c:pt>
                <c:pt idx="158">
                  <c:v>3.3</c:v>
                </c:pt>
                <c:pt idx="159">
                  <c:v>3.3</c:v>
                </c:pt>
                <c:pt idx="160">
                  <c:v>3.3</c:v>
                </c:pt>
                <c:pt idx="161">
                  <c:v>3.3</c:v>
                </c:pt>
                <c:pt idx="162">
                  <c:v>3.3</c:v>
                </c:pt>
                <c:pt idx="163">
                  <c:v>3.3</c:v>
                </c:pt>
                <c:pt idx="164">
                  <c:v>3.3</c:v>
                </c:pt>
                <c:pt idx="165">
                  <c:v>3.3</c:v>
                </c:pt>
                <c:pt idx="166">
                  <c:v>3.3</c:v>
                </c:pt>
                <c:pt idx="167">
                  <c:v>3.3079999999999998</c:v>
                </c:pt>
                <c:pt idx="168">
                  <c:v>3.3079999999999998</c:v>
                </c:pt>
                <c:pt idx="169">
                  <c:v>3.3079999999999998</c:v>
                </c:pt>
                <c:pt idx="170">
                  <c:v>3.3079999999999998</c:v>
                </c:pt>
                <c:pt idx="171">
                  <c:v>3.3079999999999998</c:v>
                </c:pt>
                <c:pt idx="172">
                  <c:v>3.3079999999999998</c:v>
                </c:pt>
                <c:pt idx="173">
                  <c:v>3.3079999999999998</c:v>
                </c:pt>
                <c:pt idx="174">
                  <c:v>3.3079999999999998</c:v>
                </c:pt>
                <c:pt idx="175">
                  <c:v>3.3079999999999998</c:v>
                </c:pt>
                <c:pt idx="176">
                  <c:v>3.3079999999999998</c:v>
                </c:pt>
                <c:pt idx="177">
                  <c:v>3.3130000000000002</c:v>
                </c:pt>
                <c:pt idx="178">
                  <c:v>3.3130000000000002</c:v>
                </c:pt>
                <c:pt idx="179">
                  <c:v>3.3130000000000002</c:v>
                </c:pt>
                <c:pt idx="180">
                  <c:v>3.3130000000000002</c:v>
                </c:pt>
                <c:pt idx="181">
                  <c:v>3.3540000000000001</c:v>
                </c:pt>
                <c:pt idx="182">
                  <c:v>3.3130000000000002</c:v>
                </c:pt>
                <c:pt idx="183">
                  <c:v>3.3540000000000001</c:v>
                </c:pt>
                <c:pt idx="184">
                  <c:v>3.3580000000000001</c:v>
                </c:pt>
                <c:pt idx="185">
                  <c:v>3.3580000000000001</c:v>
                </c:pt>
                <c:pt idx="186">
                  <c:v>3.3580000000000001</c:v>
                </c:pt>
                <c:pt idx="187">
                  <c:v>3.3580000000000001</c:v>
                </c:pt>
                <c:pt idx="188">
                  <c:v>3.3580000000000001</c:v>
                </c:pt>
                <c:pt idx="189">
                  <c:v>3.3580000000000001</c:v>
                </c:pt>
                <c:pt idx="190">
                  <c:v>3.3580000000000001</c:v>
                </c:pt>
                <c:pt idx="191">
                  <c:v>3.3580000000000001</c:v>
                </c:pt>
                <c:pt idx="192">
                  <c:v>3.3580000000000001</c:v>
                </c:pt>
                <c:pt idx="193">
                  <c:v>3.3580000000000001</c:v>
                </c:pt>
                <c:pt idx="194">
                  <c:v>3.3580000000000001</c:v>
                </c:pt>
                <c:pt idx="195">
                  <c:v>3.3580000000000001</c:v>
                </c:pt>
                <c:pt idx="196">
                  <c:v>3.367</c:v>
                </c:pt>
                <c:pt idx="197">
                  <c:v>3.367</c:v>
                </c:pt>
                <c:pt idx="198">
                  <c:v>3.367</c:v>
                </c:pt>
                <c:pt idx="199">
                  <c:v>3.3690000000000002</c:v>
                </c:pt>
                <c:pt idx="200">
                  <c:v>3.3690000000000002</c:v>
                </c:pt>
                <c:pt idx="201">
                  <c:v>3.3690000000000002</c:v>
                </c:pt>
                <c:pt idx="202">
                  <c:v>3.3690000000000002</c:v>
                </c:pt>
                <c:pt idx="203">
                  <c:v>3.3690000000000002</c:v>
                </c:pt>
                <c:pt idx="204">
                  <c:v>3.3690000000000002</c:v>
                </c:pt>
                <c:pt idx="205">
                  <c:v>3.3690000000000002</c:v>
                </c:pt>
                <c:pt idx="206">
                  <c:v>3.3690000000000002</c:v>
                </c:pt>
                <c:pt idx="207">
                  <c:v>3.3690000000000002</c:v>
                </c:pt>
                <c:pt idx="208">
                  <c:v>3.3690000000000002</c:v>
                </c:pt>
                <c:pt idx="209">
                  <c:v>3.3690000000000002</c:v>
                </c:pt>
                <c:pt idx="210">
                  <c:v>3.3690000000000002</c:v>
                </c:pt>
                <c:pt idx="211">
                  <c:v>3.3690000000000002</c:v>
                </c:pt>
                <c:pt idx="212">
                  <c:v>3.3690000000000002</c:v>
                </c:pt>
                <c:pt idx="213">
                  <c:v>3.3690000000000002</c:v>
                </c:pt>
                <c:pt idx="214">
                  <c:v>3.3690000000000002</c:v>
                </c:pt>
                <c:pt idx="215">
                  <c:v>3.3690000000000002</c:v>
                </c:pt>
                <c:pt idx="216">
                  <c:v>3.3690000000000002</c:v>
                </c:pt>
                <c:pt idx="217">
                  <c:v>3.3690000000000002</c:v>
                </c:pt>
                <c:pt idx="218">
                  <c:v>3.3690000000000002</c:v>
                </c:pt>
                <c:pt idx="219">
                  <c:v>3.3849999999999998</c:v>
                </c:pt>
                <c:pt idx="220">
                  <c:v>3.3980000000000001</c:v>
                </c:pt>
                <c:pt idx="221">
                  <c:v>3.3980000000000001</c:v>
                </c:pt>
                <c:pt idx="222">
                  <c:v>3.3980000000000001</c:v>
                </c:pt>
                <c:pt idx="223">
                  <c:v>3.3980000000000001</c:v>
                </c:pt>
                <c:pt idx="224">
                  <c:v>3.4060000000000001</c:v>
                </c:pt>
                <c:pt idx="225">
                  <c:v>3.423</c:v>
                </c:pt>
                <c:pt idx="226">
                  <c:v>3.431</c:v>
                </c:pt>
                <c:pt idx="227">
                  <c:v>3.4350000000000001</c:v>
                </c:pt>
                <c:pt idx="228">
                  <c:v>3.4350000000000001</c:v>
                </c:pt>
                <c:pt idx="229">
                  <c:v>3.4350000000000001</c:v>
                </c:pt>
                <c:pt idx="230">
                  <c:v>3.44</c:v>
                </c:pt>
                <c:pt idx="231">
                  <c:v>3.44</c:v>
                </c:pt>
                <c:pt idx="232">
                  <c:v>3.4420000000000002</c:v>
                </c:pt>
                <c:pt idx="233">
                  <c:v>3.4540000000000002</c:v>
                </c:pt>
                <c:pt idx="234">
                  <c:v>3.4580000000000002</c:v>
                </c:pt>
                <c:pt idx="235">
                  <c:v>3.4580000000000002</c:v>
                </c:pt>
                <c:pt idx="236">
                  <c:v>3.4580000000000002</c:v>
                </c:pt>
                <c:pt idx="237">
                  <c:v>3.4580000000000002</c:v>
                </c:pt>
                <c:pt idx="238">
                  <c:v>3.4580000000000002</c:v>
                </c:pt>
                <c:pt idx="239">
                  <c:v>3.4580000000000002</c:v>
                </c:pt>
                <c:pt idx="240">
                  <c:v>3.4670000000000001</c:v>
                </c:pt>
                <c:pt idx="241">
                  <c:v>3.4710000000000001</c:v>
                </c:pt>
                <c:pt idx="242">
                  <c:v>3.4710000000000001</c:v>
                </c:pt>
                <c:pt idx="243">
                  <c:v>3.4710000000000001</c:v>
                </c:pt>
                <c:pt idx="244">
                  <c:v>3.4710000000000001</c:v>
                </c:pt>
                <c:pt idx="245">
                  <c:v>3.4710000000000001</c:v>
                </c:pt>
                <c:pt idx="246">
                  <c:v>3.4710000000000001</c:v>
                </c:pt>
                <c:pt idx="247">
                  <c:v>3.4710000000000001</c:v>
                </c:pt>
                <c:pt idx="248">
                  <c:v>3.496</c:v>
                </c:pt>
                <c:pt idx="249">
                  <c:v>3.496</c:v>
                </c:pt>
                <c:pt idx="250">
                  <c:v>3.496</c:v>
                </c:pt>
                <c:pt idx="251">
                  <c:v>3.496</c:v>
                </c:pt>
                <c:pt idx="252">
                  <c:v>3.5</c:v>
                </c:pt>
                <c:pt idx="253">
                  <c:v>3.5</c:v>
                </c:pt>
                <c:pt idx="254">
                  <c:v>3.5</c:v>
                </c:pt>
                <c:pt idx="255">
                  <c:v>3.5</c:v>
                </c:pt>
                <c:pt idx="256">
                  <c:v>3.5</c:v>
                </c:pt>
                <c:pt idx="257">
                  <c:v>3.5</c:v>
                </c:pt>
                <c:pt idx="258">
                  <c:v>3.5</c:v>
                </c:pt>
                <c:pt idx="259">
                  <c:v>3.5</c:v>
                </c:pt>
                <c:pt idx="260">
                  <c:v>3.5</c:v>
                </c:pt>
                <c:pt idx="261">
                  <c:v>3.5</c:v>
                </c:pt>
                <c:pt idx="262">
                  <c:v>3.5</c:v>
                </c:pt>
                <c:pt idx="263">
                  <c:v>3.5</c:v>
                </c:pt>
                <c:pt idx="264">
                  <c:v>3.5</c:v>
                </c:pt>
                <c:pt idx="265">
                  <c:v>3.5</c:v>
                </c:pt>
                <c:pt idx="266">
                  <c:v>3.5</c:v>
                </c:pt>
                <c:pt idx="267">
                  <c:v>3.5</c:v>
                </c:pt>
                <c:pt idx="268">
                  <c:v>3.5</c:v>
                </c:pt>
                <c:pt idx="269">
                  <c:v>3.508</c:v>
                </c:pt>
                <c:pt idx="270">
                  <c:v>3.508</c:v>
                </c:pt>
                <c:pt idx="271">
                  <c:v>3.508</c:v>
                </c:pt>
                <c:pt idx="272">
                  <c:v>3.508</c:v>
                </c:pt>
                <c:pt idx="273">
                  <c:v>3.5379999999999998</c:v>
                </c:pt>
                <c:pt idx="274">
                  <c:v>3.5710000000000002</c:v>
                </c:pt>
                <c:pt idx="275">
                  <c:v>3.5710000000000002</c:v>
                </c:pt>
                <c:pt idx="276">
                  <c:v>3.5710000000000002</c:v>
                </c:pt>
                <c:pt idx="277">
                  <c:v>3.5710000000000002</c:v>
                </c:pt>
                <c:pt idx="278">
                  <c:v>3.5710000000000002</c:v>
                </c:pt>
                <c:pt idx="279">
                  <c:v>3.5710000000000002</c:v>
                </c:pt>
                <c:pt idx="280">
                  <c:v>3.5710000000000002</c:v>
                </c:pt>
                <c:pt idx="281">
                  <c:v>3.5710000000000002</c:v>
                </c:pt>
                <c:pt idx="282">
                  <c:v>3.5710000000000002</c:v>
                </c:pt>
                <c:pt idx="283">
                  <c:v>3.5710000000000002</c:v>
                </c:pt>
                <c:pt idx="284">
                  <c:v>3.5710000000000002</c:v>
                </c:pt>
                <c:pt idx="285">
                  <c:v>3.5710000000000002</c:v>
                </c:pt>
                <c:pt idx="286">
                  <c:v>3.613</c:v>
                </c:pt>
                <c:pt idx="287">
                  <c:v>3.613</c:v>
                </c:pt>
                <c:pt idx="288">
                  <c:v>3.613</c:v>
                </c:pt>
                <c:pt idx="289">
                  <c:v>3.621</c:v>
                </c:pt>
                <c:pt idx="290">
                  <c:v>3.621</c:v>
                </c:pt>
                <c:pt idx="291">
                  <c:v>3.621</c:v>
                </c:pt>
                <c:pt idx="292">
                  <c:v>3.621</c:v>
                </c:pt>
                <c:pt idx="293">
                  <c:v>3.621</c:v>
                </c:pt>
                <c:pt idx="294">
                  <c:v>3.621</c:v>
                </c:pt>
                <c:pt idx="295">
                  <c:v>3.633</c:v>
                </c:pt>
                <c:pt idx="296">
                  <c:v>3.633</c:v>
                </c:pt>
                <c:pt idx="297">
                  <c:v>3.633</c:v>
                </c:pt>
                <c:pt idx="298">
                  <c:v>3.633</c:v>
                </c:pt>
                <c:pt idx="299">
                  <c:v>3.633</c:v>
                </c:pt>
                <c:pt idx="300">
                  <c:v>3.633</c:v>
                </c:pt>
                <c:pt idx="301">
                  <c:v>3.633</c:v>
                </c:pt>
                <c:pt idx="302">
                  <c:v>3.633</c:v>
                </c:pt>
                <c:pt idx="303">
                  <c:v>3.633</c:v>
                </c:pt>
                <c:pt idx="304">
                  <c:v>3.633</c:v>
                </c:pt>
                <c:pt idx="305">
                  <c:v>3.633</c:v>
                </c:pt>
                <c:pt idx="306">
                  <c:v>3.633</c:v>
                </c:pt>
                <c:pt idx="307">
                  <c:v>3.633</c:v>
                </c:pt>
                <c:pt idx="308">
                  <c:v>3.6379999999999999</c:v>
                </c:pt>
                <c:pt idx="309">
                  <c:v>3.6379999999999999</c:v>
                </c:pt>
                <c:pt idx="310">
                  <c:v>3.6379999999999999</c:v>
                </c:pt>
                <c:pt idx="311">
                  <c:v>3.6379999999999999</c:v>
                </c:pt>
                <c:pt idx="312">
                  <c:v>3.6379999999999999</c:v>
                </c:pt>
                <c:pt idx="313">
                  <c:v>3.6379999999999999</c:v>
                </c:pt>
                <c:pt idx="314">
                  <c:v>3.6379999999999999</c:v>
                </c:pt>
                <c:pt idx="315">
                  <c:v>3.6379999999999999</c:v>
                </c:pt>
                <c:pt idx="316">
                  <c:v>3.6379999999999999</c:v>
                </c:pt>
                <c:pt idx="317">
                  <c:v>3.6379999999999999</c:v>
                </c:pt>
                <c:pt idx="318">
                  <c:v>3.6379999999999999</c:v>
                </c:pt>
                <c:pt idx="319">
                  <c:v>3.6379999999999999</c:v>
                </c:pt>
                <c:pt idx="320">
                  <c:v>3.6379999999999999</c:v>
                </c:pt>
                <c:pt idx="321">
                  <c:v>3.6379999999999999</c:v>
                </c:pt>
                <c:pt idx="322">
                  <c:v>3.6379999999999999</c:v>
                </c:pt>
                <c:pt idx="323">
                  <c:v>3.6379999999999999</c:v>
                </c:pt>
                <c:pt idx="324">
                  <c:v>3.6379999999999999</c:v>
                </c:pt>
                <c:pt idx="325">
                  <c:v>3.6379999999999999</c:v>
                </c:pt>
                <c:pt idx="326">
                  <c:v>3.6379999999999999</c:v>
                </c:pt>
                <c:pt idx="327">
                  <c:v>3.6379999999999999</c:v>
                </c:pt>
                <c:pt idx="328">
                  <c:v>3.6379999999999999</c:v>
                </c:pt>
                <c:pt idx="329">
                  <c:v>3.6379999999999999</c:v>
                </c:pt>
                <c:pt idx="330">
                  <c:v>3.6379999999999999</c:v>
                </c:pt>
                <c:pt idx="331">
                  <c:v>3.6379999999999999</c:v>
                </c:pt>
                <c:pt idx="332">
                  <c:v>3.6379999999999999</c:v>
                </c:pt>
                <c:pt idx="333">
                  <c:v>3.6379999999999999</c:v>
                </c:pt>
                <c:pt idx="334">
                  <c:v>3.6379999999999999</c:v>
                </c:pt>
                <c:pt idx="335">
                  <c:v>3.6379999999999999</c:v>
                </c:pt>
                <c:pt idx="336">
                  <c:v>3.6379999999999999</c:v>
                </c:pt>
                <c:pt idx="337">
                  <c:v>3.6379999999999999</c:v>
                </c:pt>
                <c:pt idx="338">
                  <c:v>3.6379999999999999</c:v>
                </c:pt>
                <c:pt idx="339">
                  <c:v>3.6379999999999999</c:v>
                </c:pt>
                <c:pt idx="340">
                  <c:v>3.6379999999999999</c:v>
                </c:pt>
                <c:pt idx="341">
                  <c:v>3.6379999999999999</c:v>
                </c:pt>
                <c:pt idx="342">
                  <c:v>3.6379999999999999</c:v>
                </c:pt>
                <c:pt idx="343">
                  <c:v>3.6379999999999999</c:v>
                </c:pt>
                <c:pt idx="344">
                  <c:v>3.6379999999999999</c:v>
                </c:pt>
                <c:pt idx="345">
                  <c:v>3.6379999999999999</c:v>
                </c:pt>
                <c:pt idx="346">
                  <c:v>3.6419999999999999</c:v>
                </c:pt>
                <c:pt idx="347">
                  <c:v>3.6419999999999999</c:v>
                </c:pt>
                <c:pt idx="348">
                  <c:v>3.6419999999999999</c:v>
                </c:pt>
                <c:pt idx="349">
                  <c:v>3.6419999999999999</c:v>
                </c:pt>
                <c:pt idx="350">
                  <c:v>3.6419999999999999</c:v>
                </c:pt>
                <c:pt idx="351">
                  <c:v>3.6419999999999999</c:v>
                </c:pt>
                <c:pt idx="352">
                  <c:v>3.6419999999999999</c:v>
                </c:pt>
                <c:pt idx="353">
                  <c:v>3.6419999999999999</c:v>
                </c:pt>
                <c:pt idx="354">
                  <c:v>3.6419999999999999</c:v>
                </c:pt>
                <c:pt idx="355">
                  <c:v>3.6419999999999999</c:v>
                </c:pt>
                <c:pt idx="356">
                  <c:v>3.6419999999999999</c:v>
                </c:pt>
                <c:pt idx="357">
                  <c:v>3.6419999999999999</c:v>
                </c:pt>
                <c:pt idx="358">
                  <c:v>3.6419999999999999</c:v>
                </c:pt>
                <c:pt idx="359">
                  <c:v>3.6419999999999999</c:v>
                </c:pt>
                <c:pt idx="360">
                  <c:v>3.6419999999999999</c:v>
                </c:pt>
                <c:pt idx="361">
                  <c:v>3.6419999999999999</c:v>
                </c:pt>
                <c:pt idx="362">
                  <c:v>3.6419999999999999</c:v>
                </c:pt>
                <c:pt idx="363">
                  <c:v>3.6419999999999999</c:v>
                </c:pt>
                <c:pt idx="364">
                  <c:v>3.6419999999999999</c:v>
                </c:pt>
                <c:pt idx="365">
                  <c:v>3.6419999999999999</c:v>
                </c:pt>
                <c:pt idx="366">
                  <c:v>3.6419999999999999</c:v>
                </c:pt>
              </c:numCache>
            </c:numRef>
          </c:val>
          <c:smooth val="1"/>
          <c:extLst>
            <c:ext xmlns:c16="http://schemas.microsoft.com/office/drawing/2014/chart" uri="{C3380CC4-5D6E-409C-BE32-E72D297353CC}">
              <c16:uniqueId val="{00000000-FB17-4A31-97F2-606CAB86D6DD}"/>
            </c:ext>
          </c:extLst>
        </c:ser>
        <c:ser>
          <c:idx val="3"/>
          <c:order val="1"/>
          <c:tx>
            <c:strRef>
              <c:f>Source!$AO$2</c:f>
              <c:strCache>
                <c:ptCount val="1"/>
                <c:pt idx="0">
                  <c:v>5Y</c:v>
                </c:pt>
              </c:strCache>
            </c:strRef>
          </c:tx>
          <c:spPr>
            <a:ln w="19050" cap="rnd" cmpd="sng" algn="ctr">
              <a:solidFill>
                <a:schemeClr val="accent1"/>
              </a:solidFill>
              <a:prstDash val="solid"/>
              <a:round/>
            </a:ln>
            <a:effectLst/>
          </c:spPr>
          <c:marker>
            <c:symbol val="none"/>
          </c:marker>
          <c:cat>
            <c:numRef>
              <c:f>Source!$AH$4:$AH$373</c:f>
              <c:numCache>
                <c:formatCode>m/d/yyyy</c:formatCode>
                <c:ptCount val="370"/>
                <c:pt idx="0">
                  <c:v>45951</c:v>
                </c:pt>
                <c:pt idx="1">
                  <c:v>45952</c:v>
                </c:pt>
                <c:pt idx="2">
                  <c:v>45953</c:v>
                </c:pt>
                <c:pt idx="3">
                  <c:v>45954</c:v>
                </c:pt>
                <c:pt idx="4">
                  <c:v>45955</c:v>
                </c:pt>
                <c:pt idx="5">
                  <c:v>45956</c:v>
                </c:pt>
                <c:pt idx="6">
                  <c:v>45957</c:v>
                </c:pt>
                <c:pt idx="7">
                  <c:v>45958</c:v>
                </c:pt>
                <c:pt idx="8">
                  <c:v>45959</c:v>
                </c:pt>
                <c:pt idx="9">
                  <c:v>45960</c:v>
                </c:pt>
                <c:pt idx="10">
                  <c:v>45961</c:v>
                </c:pt>
                <c:pt idx="11">
                  <c:v>45962</c:v>
                </c:pt>
                <c:pt idx="12">
                  <c:v>45963</c:v>
                </c:pt>
                <c:pt idx="13">
                  <c:v>45964</c:v>
                </c:pt>
                <c:pt idx="14">
                  <c:v>45965</c:v>
                </c:pt>
                <c:pt idx="15">
                  <c:v>45966</c:v>
                </c:pt>
                <c:pt idx="16">
                  <c:v>45967</c:v>
                </c:pt>
                <c:pt idx="17">
                  <c:v>45968</c:v>
                </c:pt>
                <c:pt idx="18">
                  <c:v>45969</c:v>
                </c:pt>
                <c:pt idx="19">
                  <c:v>45970</c:v>
                </c:pt>
                <c:pt idx="20">
                  <c:v>45971</c:v>
                </c:pt>
                <c:pt idx="21">
                  <c:v>45972</c:v>
                </c:pt>
                <c:pt idx="22">
                  <c:v>45973</c:v>
                </c:pt>
                <c:pt idx="23">
                  <c:v>45974</c:v>
                </c:pt>
                <c:pt idx="24">
                  <c:v>45975</c:v>
                </c:pt>
                <c:pt idx="25">
                  <c:v>45976</c:v>
                </c:pt>
                <c:pt idx="26">
                  <c:v>45977</c:v>
                </c:pt>
                <c:pt idx="27">
                  <c:v>45978</c:v>
                </c:pt>
                <c:pt idx="28">
                  <c:v>45979</c:v>
                </c:pt>
                <c:pt idx="29">
                  <c:v>45980</c:v>
                </c:pt>
                <c:pt idx="30">
                  <c:v>45981</c:v>
                </c:pt>
                <c:pt idx="31">
                  <c:v>45982</c:v>
                </c:pt>
                <c:pt idx="32">
                  <c:v>45983</c:v>
                </c:pt>
                <c:pt idx="33">
                  <c:v>45984</c:v>
                </c:pt>
                <c:pt idx="34">
                  <c:v>45985</c:v>
                </c:pt>
                <c:pt idx="35">
                  <c:v>45986</c:v>
                </c:pt>
                <c:pt idx="36">
                  <c:v>45987</c:v>
                </c:pt>
                <c:pt idx="37">
                  <c:v>45988</c:v>
                </c:pt>
                <c:pt idx="38">
                  <c:v>45989</c:v>
                </c:pt>
                <c:pt idx="39">
                  <c:v>45990</c:v>
                </c:pt>
                <c:pt idx="40">
                  <c:v>45991</c:v>
                </c:pt>
                <c:pt idx="41">
                  <c:v>45992</c:v>
                </c:pt>
                <c:pt idx="42">
                  <c:v>45993</c:v>
                </c:pt>
                <c:pt idx="43">
                  <c:v>45994</c:v>
                </c:pt>
                <c:pt idx="44">
                  <c:v>45995</c:v>
                </c:pt>
                <c:pt idx="45">
                  <c:v>45996</c:v>
                </c:pt>
                <c:pt idx="46">
                  <c:v>45997</c:v>
                </c:pt>
                <c:pt idx="47">
                  <c:v>45998</c:v>
                </c:pt>
                <c:pt idx="48">
                  <c:v>45999</c:v>
                </c:pt>
                <c:pt idx="49">
                  <c:v>46000</c:v>
                </c:pt>
                <c:pt idx="50">
                  <c:v>46001</c:v>
                </c:pt>
                <c:pt idx="51">
                  <c:v>46002</c:v>
                </c:pt>
                <c:pt idx="52">
                  <c:v>46003</c:v>
                </c:pt>
                <c:pt idx="53">
                  <c:v>46004</c:v>
                </c:pt>
                <c:pt idx="54">
                  <c:v>46005</c:v>
                </c:pt>
                <c:pt idx="55">
                  <c:v>46006</c:v>
                </c:pt>
                <c:pt idx="56">
                  <c:v>46007</c:v>
                </c:pt>
                <c:pt idx="57">
                  <c:v>46008</c:v>
                </c:pt>
                <c:pt idx="58">
                  <c:v>46009</c:v>
                </c:pt>
                <c:pt idx="59">
                  <c:v>46010</c:v>
                </c:pt>
                <c:pt idx="60">
                  <c:v>46011</c:v>
                </c:pt>
                <c:pt idx="61">
                  <c:v>46012</c:v>
                </c:pt>
                <c:pt idx="62">
                  <c:v>46013</c:v>
                </c:pt>
                <c:pt idx="63">
                  <c:v>46014</c:v>
                </c:pt>
                <c:pt idx="64">
                  <c:v>46015</c:v>
                </c:pt>
                <c:pt idx="65">
                  <c:v>46016</c:v>
                </c:pt>
                <c:pt idx="66">
                  <c:v>46017</c:v>
                </c:pt>
                <c:pt idx="67">
                  <c:v>46018</c:v>
                </c:pt>
                <c:pt idx="68">
                  <c:v>46019</c:v>
                </c:pt>
                <c:pt idx="69">
                  <c:v>46020</c:v>
                </c:pt>
                <c:pt idx="70">
                  <c:v>46021</c:v>
                </c:pt>
                <c:pt idx="71">
                  <c:v>46022</c:v>
                </c:pt>
                <c:pt idx="72">
                  <c:v>46023</c:v>
                </c:pt>
                <c:pt idx="73">
                  <c:v>46024</c:v>
                </c:pt>
                <c:pt idx="74">
                  <c:v>46025</c:v>
                </c:pt>
                <c:pt idx="75">
                  <c:v>46026</c:v>
                </c:pt>
                <c:pt idx="76">
                  <c:v>46027</c:v>
                </c:pt>
                <c:pt idx="77">
                  <c:v>46028</c:v>
                </c:pt>
                <c:pt idx="78">
                  <c:v>46029</c:v>
                </c:pt>
                <c:pt idx="79">
                  <c:v>46030</c:v>
                </c:pt>
                <c:pt idx="80">
                  <c:v>46031</c:v>
                </c:pt>
                <c:pt idx="81">
                  <c:v>46032</c:v>
                </c:pt>
                <c:pt idx="82">
                  <c:v>46033</c:v>
                </c:pt>
                <c:pt idx="83">
                  <c:v>46034</c:v>
                </c:pt>
                <c:pt idx="84">
                  <c:v>46035</c:v>
                </c:pt>
                <c:pt idx="85">
                  <c:v>46036</c:v>
                </c:pt>
                <c:pt idx="86">
                  <c:v>46037</c:v>
                </c:pt>
                <c:pt idx="87">
                  <c:v>46038</c:v>
                </c:pt>
                <c:pt idx="88">
                  <c:v>46039</c:v>
                </c:pt>
                <c:pt idx="89">
                  <c:v>46040</c:v>
                </c:pt>
                <c:pt idx="90">
                  <c:v>46041</c:v>
                </c:pt>
                <c:pt idx="91">
                  <c:v>46042</c:v>
                </c:pt>
                <c:pt idx="92">
                  <c:v>46043</c:v>
                </c:pt>
                <c:pt idx="93">
                  <c:v>46044</c:v>
                </c:pt>
                <c:pt idx="94">
                  <c:v>46045</c:v>
                </c:pt>
                <c:pt idx="95">
                  <c:v>46046</c:v>
                </c:pt>
                <c:pt idx="96">
                  <c:v>46047</c:v>
                </c:pt>
                <c:pt idx="97">
                  <c:v>46048</c:v>
                </c:pt>
                <c:pt idx="98">
                  <c:v>46049</c:v>
                </c:pt>
                <c:pt idx="99">
                  <c:v>46050</c:v>
                </c:pt>
                <c:pt idx="100">
                  <c:v>46051</c:v>
                </c:pt>
                <c:pt idx="101">
                  <c:v>46052</c:v>
                </c:pt>
                <c:pt idx="102">
                  <c:v>46053</c:v>
                </c:pt>
                <c:pt idx="103">
                  <c:v>46054</c:v>
                </c:pt>
                <c:pt idx="104">
                  <c:v>46055</c:v>
                </c:pt>
                <c:pt idx="105">
                  <c:v>46056</c:v>
                </c:pt>
                <c:pt idx="106">
                  <c:v>46057</c:v>
                </c:pt>
                <c:pt idx="107">
                  <c:v>46058</c:v>
                </c:pt>
                <c:pt idx="108">
                  <c:v>46059</c:v>
                </c:pt>
                <c:pt idx="109">
                  <c:v>46060</c:v>
                </c:pt>
                <c:pt idx="110">
                  <c:v>46061</c:v>
                </c:pt>
                <c:pt idx="111">
                  <c:v>46062</c:v>
                </c:pt>
                <c:pt idx="112">
                  <c:v>46063</c:v>
                </c:pt>
                <c:pt idx="113">
                  <c:v>46064</c:v>
                </c:pt>
                <c:pt idx="114">
                  <c:v>46065</c:v>
                </c:pt>
                <c:pt idx="115">
                  <c:v>46066</c:v>
                </c:pt>
                <c:pt idx="116">
                  <c:v>46067</c:v>
                </c:pt>
                <c:pt idx="117">
                  <c:v>46068</c:v>
                </c:pt>
                <c:pt idx="118">
                  <c:v>46069</c:v>
                </c:pt>
                <c:pt idx="119">
                  <c:v>46070</c:v>
                </c:pt>
                <c:pt idx="120">
                  <c:v>46071</c:v>
                </c:pt>
                <c:pt idx="121">
                  <c:v>46072</c:v>
                </c:pt>
                <c:pt idx="122">
                  <c:v>46073</c:v>
                </c:pt>
                <c:pt idx="123">
                  <c:v>46074</c:v>
                </c:pt>
                <c:pt idx="124">
                  <c:v>46075</c:v>
                </c:pt>
                <c:pt idx="125">
                  <c:v>46076</c:v>
                </c:pt>
                <c:pt idx="126">
                  <c:v>46077</c:v>
                </c:pt>
                <c:pt idx="127">
                  <c:v>46078</c:v>
                </c:pt>
                <c:pt idx="128">
                  <c:v>46079</c:v>
                </c:pt>
                <c:pt idx="129">
                  <c:v>46080</c:v>
                </c:pt>
                <c:pt idx="130">
                  <c:v>46081</c:v>
                </c:pt>
                <c:pt idx="131">
                  <c:v>46082</c:v>
                </c:pt>
                <c:pt idx="132">
                  <c:v>46083</c:v>
                </c:pt>
                <c:pt idx="133">
                  <c:v>46084</c:v>
                </c:pt>
                <c:pt idx="134">
                  <c:v>46085</c:v>
                </c:pt>
                <c:pt idx="135">
                  <c:v>46086</c:v>
                </c:pt>
                <c:pt idx="136">
                  <c:v>46087</c:v>
                </c:pt>
                <c:pt idx="137">
                  <c:v>46088</c:v>
                </c:pt>
                <c:pt idx="138">
                  <c:v>46089</c:v>
                </c:pt>
                <c:pt idx="139">
                  <c:v>46090</c:v>
                </c:pt>
                <c:pt idx="140">
                  <c:v>46091</c:v>
                </c:pt>
                <c:pt idx="141">
                  <c:v>46092</c:v>
                </c:pt>
                <c:pt idx="142">
                  <c:v>46093</c:v>
                </c:pt>
                <c:pt idx="143">
                  <c:v>46094</c:v>
                </c:pt>
                <c:pt idx="144">
                  <c:v>46095</c:v>
                </c:pt>
                <c:pt idx="145">
                  <c:v>46096</c:v>
                </c:pt>
                <c:pt idx="146">
                  <c:v>46097</c:v>
                </c:pt>
                <c:pt idx="147">
                  <c:v>46098</c:v>
                </c:pt>
                <c:pt idx="148">
                  <c:v>46099</c:v>
                </c:pt>
                <c:pt idx="149">
                  <c:v>46100</c:v>
                </c:pt>
                <c:pt idx="150">
                  <c:v>46101</c:v>
                </c:pt>
                <c:pt idx="151">
                  <c:v>46102</c:v>
                </c:pt>
                <c:pt idx="152">
                  <c:v>46103</c:v>
                </c:pt>
                <c:pt idx="153">
                  <c:v>46104</c:v>
                </c:pt>
                <c:pt idx="154">
                  <c:v>46105</c:v>
                </c:pt>
                <c:pt idx="155">
                  <c:v>46106</c:v>
                </c:pt>
                <c:pt idx="156">
                  <c:v>46107</c:v>
                </c:pt>
                <c:pt idx="157">
                  <c:v>46108</c:v>
                </c:pt>
                <c:pt idx="158">
                  <c:v>46109</c:v>
                </c:pt>
                <c:pt idx="159">
                  <c:v>46110</c:v>
                </c:pt>
                <c:pt idx="160">
                  <c:v>46111</c:v>
                </c:pt>
                <c:pt idx="161">
                  <c:v>46112</c:v>
                </c:pt>
                <c:pt idx="162">
                  <c:v>46113</c:v>
                </c:pt>
                <c:pt idx="163">
                  <c:v>46114</c:v>
                </c:pt>
                <c:pt idx="164">
                  <c:v>46115</c:v>
                </c:pt>
                <c:pt idx="165">
                  <c:v>46116</c:v>
                </c:pt>
                <c:pt idx="166">
                  <c:v>46117</c:v>
                </c:pt>
                <c:pt idx="167">
                  <c:v>46118</c:v>
                </c:pt>
                <c:pt idx="168">
                  <c:v>46119</c:v>
                </c:pt>
                <c:pt idx="169">
                  <c:v>46120</c:v>
                </c:pt>
                <c:pt idx="170">
                  <c:v>46121</c:v>
                </c:pt>
                <c:pt idx="171">
                  <c:v>46122</c:v>
                </c:pt>
                <c:pt idx="172">
                  <c:v>46123</c:v>
                </c:pt>
                <c:pt idx="173">
                  <c:v>46124</c:v>
                </c:pt>
                <c:pt idx="174">
                  <c:v>46125</c:v>
                </c:pt>
                <c:pt idx="175">
                  <c:v>46126</c:v>
                </c:pt>
                <c:pt idx="176">
                  <c:v>46127</c:v>
                </c:pt>
                <c:pt idx="177">
                  <c:v>46128</c:v>
                </c:pt>
                <c:pt idx="178">
                  <c:v>46129</c:v>
                </c:pt>
                <c:pt idx="179">
                  <c:v>46130</c:v>
                </c:pt>
                <c:pt idx="180">
                  <c:v>46131</c:v>
                </c:pt>
                <c:pt idx="181">
                  <c:v>46132</c:v>
                </c:pt>
                <c:pt idx="182">
                  <c:v>46133</c:v>
                </c:pt>
                <c:pt idx="183">
                  <c:v>46134</c:v>
                </c:pt>
                <c:pt idx="184">
                  <c:v>46135</c:v>
                </c:pt>
                <c:pt idx="185">
                  <c:v>46136</c:v>
                </c:pt>
                <c:pt idx="186">
                  <c:v>46137</c:v>
                </c:pt>
                <c:pt idx="187">
                  <c:v>46138</c:v>
                </c:pt>
                <c:pt idx="188">
                  <c:v>46139</c:v>
                </c:pt>
                <c:pt idx="189">
                  <c:v>46140</c:v>
                </c:pt>
                <c:pt idx="190">
                  <c:v>46141</c:v>
                </c:pt>
                <c:pt idx="191">
                  <c:v>46142</c:v>
                </c:pt>
                <c:pt idx="192">
                  <c:v>46143</c:v>
                </c:pt>
                <c:pt idx="193">
                  <c:v>46144</c:v>
                </c:pt>
                <c:pt idx="194">
                  <c:v>46145</c:v>
                </c:pt>
                <c:pt idx="195">
                  <c:v>46146</c:v>
                </c:pt>
                <c:pt idx="196">
                  <c:v>46147</c:v>
                </c:pt>
                <c:pt idx="197">
                  <c:v>46148</c:v>
                </c:pt>
                <c:pt idx="198">
                  <c:v>46149</c:v>
                </c:pt>
                <c:pt idx="199">
                  <c:v>46150</c:v>
                </c:pt>
                <c:pt idx="200">
                  <c:v>46151</c:v>
                </c:pt>
                <c:pt idx="201">
                  <c:v>46152</c:v>
                </c:pt>
                <c:pt idx="202">
                  <c:v>46153</c:v>
                </c:pt>
                <c:pt idx="203">
                  <c:v>46154</c:v>
                </c:pt>
                <c:pt idx="204">
                  <c:v>46155</c:v>
                </c:pt>
                <c:pt idx="205">
                  <c:v>46156</c:v>
                </c:pt>
                <c:pt idx="206">
                  <c:v>46157</c:v>
                </c:pt>
                <c:pt idx="207">
                  <c:v>46158</c:v>
                </c:pt>
                <c:pt idx="208">
                  <c:v>46159</c:v>
                </c:pt>
                <c:pt idx="209">
                  <c:v>46160</c:v>
                </c:pt>
                <c:pt idx="210">
                  <c:v>46161</c:v>
                </c:pt>
                <c:pt idx="211">
                  <c:v>46162</c:v>
                </c:pt>
                <c:pt idx="212">
                  <c:v>46163</c:v>
                </c:pt>
                <c:pt idx="213">
                  <c:v>46164</c:v>
                </c:pt>
                <c:pt idx="214">
                  <c:v>46165</c:v>
                </c:pt>
                <c:pt idx="215">
                  <c:v>46166</c:v>
                </c:pt>
                <c:pt idx="216">
                  <c:v>46167</c:v>
                </c:pt>
                <c:pt idx="217">
                  <c:v>46168</c:v>
                </c:pt>
                <c:pt idx="218">
                  <c:v>46169</c:v>
                </c:pt>
                <c:pt idx="219">
                  <c:v>46170</c:v>
                </c:pt>
                <c:pt idx="220">
                  <c:v>46171</c:v>
                </c:pt>
                <c:pt idx="221">
                  <c:v>46172</c:v>
                </c:pt>
                <c:pt idx="222">
                  <c:v>46173</c:v>
                </c:pt>
                <c:pt idx="223">
                  <c:v>46174</c:v>
                </c:pt>
                <c:pt idx="224">
                  <c:v>46175</c:v>
                </c:pt>
                <c:pt idx="225">
                  <c:v>46176</c:v>
                </c:pt>
                <c:pt idx="226">
                  <c:v>46177</c:v>
                </c:pt>
                <c:pt idx="227">
                  <c:v>46178</c:v>
                </c:pt>
                <c:pt idx="228">
                  <c:v>46179</c:v>
                </c:pt>
                <c:pt idx="229">
                  <c:v>46180</c:v>
                </c:pt>
                <c:pt idx="230">
                  <c:v>46181</c:v>
                </c:pt>
                <c:pt idx="231">
                  <c:v>46182</c:v>
                </c:pt>
                <c:pt idx="232">
                  <c:v>46183</c:v>
                </c:pt>
                <c:pt idx="233">
                  <c:v>46184</c:v>
                </c:pt>
                <c:pt idx="234">
                  <c:v>46185</c:v>
                </c:pt>
                <c:pt idx="235">
                  <c:v>46186</c:v>
                </c:pt>
                <c:pt idx="236">
                  <c:v>46187</c:v>
                </c:pt>
                <c:pt idx="237">
                  <c:v>46188</c:v>
                </c:pt>
                <c:pt idx="238">
                  <c:v>46189</c:v>
                </c:pt>
                <c:pt idx="239">
                  <c:v>46190</c:v>
                </c:pt>
                <c:pt idx="240">
                  <c:v>46191</c:v>
                </c:pt>
                <c:pt idx="241">
                  <c:v>46192</c:v>
                </c:pt>
                <c:pt idx="242">
                  <c:v>46193</c:v>
                </c:pt>
                <c:pt idx="243">
                  <c:v>46194</c:v>
                </c:pt>
                <c:pt idx="244">
                  <c:v>46195</c:v>
                </c:pt>
                <c:pt idx="245">
                  <c:v>46196</c:v>
                </c:pt>
                <c:pt idx="246">
                  <c:v>46197</c:v>
                </c:pt>
                <c:pt idx="247">
                  <c:v>46198</c:v>
                </c:pt>
                <c:pt idx="248">
                  <c:v>46199</c:v>
                </c:pt>
                <c:pt idx="249">
                  <c:v>46200</c:v>
                </c:pt>
                <c:pt idx="250">
                  <c:v>46201</c:v>
                </c:pt>
                <c:pt idx="251">
                  <c:v>46202</c:v>
                </c:pt>
                <c:pt idx="252">
                  <c:v>46203</c:v>
                </c:pt>
                <c:pt idx="253">
                  <c:v>46204</c:v>
                </c:pt>
                <c:pt idx="254">
                  <c:v>46205</c:v>
                </c:pt>
                <c:pt idx="255">
                  <c:v>46206</c:v>
                </c:pt>
                <c:pt idx="256">
                  <c:v>46207</c:v>
                </c:pt>
                <c:pt idx="257">
                  <c:v>46208</c:v>
                </c:pt>
                <c:pt idx="258">
                  <c:v>46209</c:v>
                </c:pt>
                <c:pt idx="259">
                  <c:v>46210</c:v>
                </c:pt>
                <c:pt idx="260">
                  <c:v>46211</c:v>
                </c:pt>
                <c:pt idx="261">
                  <c:v>46212</c:v>
                </c:pt>
                <c:pt idx="262">
                  <c:v>46213</c:v>
                </c:pt>
                <c:pt idx="263">
                  <c:v>46214</c:v>
                </c:pt>
                <c:pt idx="264">
                  <c:v>46215</c:v>
                </c:pt>
                <c:pt idx="265">
                  <c:v>46216</c:v>
                </c:pt>
                <c:pt idx="266">
                  <c:v>46217</c:v>
                </c:pt>
                <c:pt idx="267">
                  <c:v>46218</c:v>
                </c:pt>
                <c:pt idx="268">
                  <c:v>46219</c:v>
                </c:pt>
                <c:pt idx="269">
                  <c:v>46220</c:v>
                </c:pt>
                <c:pt idx="270">
                  <c:v>46221</c:v>
                </c:pt>
                <c:pt idx="271">
                  <c:v>46222</c:v>
                </c:pt>
                <c:pt idx="272">
                  <c:v>46223</c:v>
                </c:pt>
                <c:pt idx="273">
                  <c:v>46224</c:v>
                </c:pt>
                <c:pt idx="274">
                  <c:v>46225</c:v>
                </c:pt>
                <c:pt idx="275">
                  <c:v>46226</c:v>
                </c:pt>
                <c:pt idx="276">
                  <c:v>46227</c:v>
                </c:pt>
                <c:pt idx="277">
                  <c:v>46228</c:v>
                </c:pt>
                <c:pt idx="278">
                  <c:v>46229</c:v>
                </c:pt>
                <c:pt idx="279">
                  <c:v>46230</c:v>
                </c:pt>
                <c:pt idx="280">
                  <c:v>46231</c:v>
                </c:pt>
                <c:pt idx="281">
                  <c:v>46232</c:v>
                </c:pt>
                <c:pt idx="282">
                  <c:v>46233</c:v>
                </c:pt>
                <c:pt idx="283">
                  <c:v>46234</c:v>
                </c:pt>
                <c:pt idx="284">
                  <c:v>46235</c:v>
                </c:pt>
                <c:pt idx="285">
                  <c:v>46236</c:v>
                </c:pt>
                <c:pt idx="286">
                  <c:v>46237</c:v>
                </c:pt>
                <c:pt idx="287">
                  <c:v>46238</c:v>
                </c:pt>
                <c:pt idx="288">
                  <c:v>46239</c:v>
                </c:pt>
                <c:pt idx="289">
                  <c:v>46240</c:v>
                </c:pt>
                <c:pt idx="290">
                  <c:v>46241</c:v>
                </c:pt>
                <c:pt idx="291">
                  <c:v>46242</c:v>
                </c:pt>
                <c:pt idx="292">
                  <c:v>46243</c:v>
                </c:pt>
                <c:pt idx="293">
                  <c:v>46244</c:v>
                </c:pt>
                <c:pt idx="294">
                  <c:v>46245</c:v>
                </c:pt>
                <c:pt idx="295">
                  <c:v>46246</c:v>
                </c:pt>
                <c:pt idx="296">
                  <c:v>46247</c:v>
                </c:pt>
                <c:pt idx="297">
                  <c:v>46248</c:v>
                </c:pt>
                <c:pt idx="298">
                  <c:v>46249</c:v>
                </c:pt>
                <c:pt idx="299">
                  <c:v>46250</c:v>
                </c:pt>
                <c:pt idx="300">
                  <c:v>46251</c:v>
                </c:pt>
                <c:pt idx="301">
                  <c:v>46252</c:v>
                </c:pt>
                <c:pt idx="302">
                  <c:v>46253</c:v>
                </c:pt>
                <c:pt idx="303">
                  <c:v>46254</c:v>
                </c:pt>
                <c:pt idx="304">
                  <c:v>46255</c:v>
                </c:pt>
                <c:pt idx="305">
                  <c:v>46256</c:v>
                </c:pt>
                <c:pt idx="306">
                  <c:v>46257</c:v>
                </c:pt>
                <c:pt idx="307">
                  <c:v>46258</c:v>
                </c:pt>
                <c:pt idx="308">
                  <c:v>46259</c:v>
                </c:pt>
                <c:pt idx="309">
                  <c:v>46260</c:v>
                </c:pt>
                <c:pt idx="310">
                  <c:v>46261</c:v>
                </c:pt>
                <c:pt idx="311">
                  <c:v>46262</c:v>
                </c:pt>
                <c:pt idx="312">
                  <c:v>46263</c:v>
                </c:pt>
                <c:pt idx="313">
                  <c:v>46264</c:v>
                </c:pt>
                <c:pt idx="314">
                  <c:v>46265</c:v>
                </c:pt>
                <c:pt idx="315">
                  <c:v>46266</c:v>
                </c:pt>
                <c:pt idx="316">
                  <c:v>46267</c:v>
                </c:pt>
                <c:pt idx="317">
                  <c:v>46268</c:v>
                </c:pt>
                <c:pt idx="318">
                  <c:v>46269</c:v>
                </c:pt>
                <c:pt idx="319">
                  <c:v>46270</c:v>
                </c:pt>
                <c:pt idx="320">
                  <c:v>46271</c:v>
                </c:pt>
                <c:pt idx="321">
                  <c:v>46272</c:v>
                </c:pt>
                <c:pt idx="322">
                  <c:v>46273</c:v>
                </c:pt>
                <c:pt idx="323">
                  <c:v>46274</c:v>
                </c:pt>
                <c:pt idx="324">
                  <c:v>46275</c:v>
                </c:pt>
                <c:pt idx="325">
                  <c:v>46276</c:v>
                </c:pt>
                <c:pt idx="326">
                  <c:v>46277</c:v>
                </c:pt>
                <c:pt idx="327">
                  <c:v>46278</c:v>
                </c:pt>
                <c:pt idx="328">
                  <c:v>46279</c:v>
                </c:pt>
                <c:pt idx="329">
                  <c:v>46280</c:v>
                </c:pt>
                <c:pt idx="330">
                  <c:v>46281</c:v>
                </c:pt>
                <c:pt idx="331">
                  <c:v>46282</c:v>
                </c:pt>
                <c:pt idx="332">
                  <c:v>46283</c:v>
                </c:pt>
                <c:pt idx="333">
                  <c:v>46284</c:v>
                </c:pt>
                <c:pt idx="334">
                  <c:v>46285</c:v>
                </c:pt>
                <c:pt idx="335">
                  <c:v>46286</c:v>
                </c:pt>
                <c:pt idx="336">
                  <c:v>46287</c:v>
                </c:pt>
                <c:pt idx="337">
                  <c:v>46288</c:v>
                </c:pt>
                <c:pt idx="338">
                  <c:v>46289</c:v>
                </c:pt>
                <c:pt idx="339">
                  <c:v>46290</c:v>
                </c:pt>
                <c:pt idx="340">
                  <c:v>46291</c:v>
                </c:pt>
                <c:pt idx="341">
                  <c:v>46292</c:v>
                </c:pt>
                <c:pt idx="342">
                  <c:v>46293</c:v>
                </c:pt>
                <c:pt idx="343">
                  <c:v>46294</c:v>
                </c:pt>
                <c:pt idx="344">
                  <c:v>46295</c:v>
                </c:pt>
                <c:pt idx="345">
                  <c:v>46296</c:v>
                </c:pt>
                <c:pt idx="346">
                  <c:v>46297</c:v>
                </c:pt>
                <c:pt idx="347">
                  <c:v>46298</c:v>
                </c:pt>
                <c:pt idx="348">
                  <c:v>46299</c:v>
                </c:pt>
                <c:pt idx="349">
                  <c:v>46300</c:v>
                </c:pt>
                <c:pt idx="350">
                  <c:v>46301</c:v>
                </c:pt>
                <c:pt idx="351">
                  <c:v>46302</c:v>
                </c:pt>
                <c:pt idx="352">
                  <c:v>46303</c:v>
                </c:pt>
                <c:pt idx="353">
                  <c:v>46304</c:v>
                </c:pt>
                <c:pt idx="354">
                  <c:v>46305</c:v>
                </c:pt>
                <c:pt idx="355">
                  <c:v>46306</c:v>
                </c:pt>
                <c:pt idx="356">
                  <c:v>46307</c:v>
                </c:pt>
                <c:pt idx="357">
                  <c:v>46308</c:v>
                </c:pt>
                <c:pt idx="358">
                  <c:v>46309</c:v>
                </c:pt>
                <c:pt idx="359">
                  <c:v>46310</c:v>
                </c:pt>
                <c:pt idx="360">
                  <c:v>46311</c:v>
                </c:pt>
                <c:pt idx="361">
                  <c:v>46312</c:v>
                </c:pt>
                <c:pt idx="362">
                  <c:v>46313</c:v>
                </c:pt>
                <c:pt idx="363">
                  <c:v>46314</c:v>
                </c:pt>
                <c:pt idx="364">
                  <c:v>46315</c:v>
                </c:pt>
                <c:pt idx="365">
                  <c:v>46316</c:v>
                </c:pt>
                <c:pt idx="366">
                  <c:v>46317</c:v>
                </c:pt>
              </c:numCache>
            </c:numRef>
          </c:cat>
          <c:val>
            <c:numRef>
              <c:f>Source!$AO$4:$AO$373</c:f>
              <c:numCache>
                <c:formatCode>General</c:formatCode>
                <c:ptCount val="370"/>
                <c:pt idx="0">
                  <c:v>3.1509999999999998</c:v>
                </c:pt>
                <c:pt idx="1">
                  <c:v>3.16</c:v>
                </c:pt>
                <c:pt idx="2">
                  <c:v>3.16</c:v>
                </c:pt>
                <c:pt idx="3">
                  <c:v>3.1640000000000001</c:v>
                </c:pt>
                <c:pt idx="4">
                  <c:v>3.1640000000000001</c:v>
                </c:pt>
                <c:pt idx="5">
                  <c:v>3.1640000000000001</c:v>
                </c:pt>
                <c:pt idx="6">
                  <c:v>3.1640000000000001</c:v>
                </c:pt>
                <c:pt idx="7">
                  <c:v>3.1640000000000001</c:v>
                </c:pt>
                <c:pt idx="8">
                  <c:v>3.1640000000000001</c:v>
                </c:pt>
                <c:pt idx="9">
                  <c:v>3.1640000000000001</c:v>
                </c:pt>
                <c:pt idx="10">
                  <c:v>3.1640000000000001</c:v>
                </c:pt>
                <c:pt idx="11">
                  <c:v>3.1640000000000001</c:v>
                </c:pt>
                <c:pt idx="12">
                  <c:v>3.1640000000000001</c:v>
                </c:pt>
                <c:pt idx="13">
                  <c:v>3.1640000000000001</c:v>
                </c:pt>
                <c:pt idx="14">
                  <c:v>3.1640000000000001</c:v>
                </c:pt>
                <c:pt idx="15">
                  <c:v>3.1640000000000001</c:v>
                </c:pt>
                <c:pt idx="16">
                  <c:v>3.1680000000000001</c:v>
                </c:pt>
                <c:pt idx="17">
                  <c:v>3.1680000000000001</c:v>
                </c:pt>
                <c:pt idx="18">
                  <c:v>3.1680000000000001</c:v>
                </c:pt>
                <c:pt idx="19">
                  <c:v>3.1680000000000001</c:v>
                </c:pt>
                <c:pt idx="20">
                  <c:v>3.1720000000000002</c:v>
                </c:pt>
                <c:pt idx="21">
                  <c:v>3.1760000000000002</c:v>
                </c:pt>
                <c:pt idx="22">
                  <c:v>3.1760000000000002</c:v>
                </c:pt>
                <c:pt idx="23">
                  <c:v>3.18</c:v>
                </c:pt>
                <c:pt idx="24">
                  <c:v>3.18</c:v>
                </c:pt>
                <c:pt idx="25">
                  <c:v>3.18</c:v>
                </c:pt>
                <c:pt idx="26">
                  <c:v>3.18</c:v>
                </c:pt>
                <c:pt idx="27">
                  <c:v>3.1829999999999998</c:v>
                </c:pt>
                <c:pt idx="28">
                  <c:v>3.1829999999999998</c:v>
                </c:pt>
                <c:pt idx="29">
                  <c:v>3.1829999999999998</c:v>
                </c:pt>
                <c:pt idx="30">
                  <c:v>3.1859999999999999</c:v>
                </c:pt>
                <c:pt idx="31">
                  <c:v>3.1859999999999999</c:v>
                </c:pt>
                <c:pt idx="32">
                  <c:v>3.1859999999999999</c:v>
                </c:pt>
                <c:pt idx="33">
                  <c:v>3.1859999999999999</c:v>
                </c:pt>
                <c:pt idx="34">
                  <c:v>3.1859999999999999</c:v>
                </c:pt>
                <c:pt idx="35">
                  <c:v>3.1859999999999999</c:v>
                </c:pt>
                <c:pt idx="36">
                  <c:v>3.1859999999999999</c:v>
                </c:pt>
                <c:pt idx="37">
                  <c:v>3.1859999999999999</c:v>
                </c:pt>
                <c:pt idx="38">
                  <c:v>3.1859999999999999</c:v>
                </c:pt>
                <c:pt idx="39">
                  <c:v>3.1859999999999999</c:v>
                </c:pt>
                <c:pt idx="40">
                  <c:v>3.1859999999999999</c:v>
                </c:pt>
                <c:pt idx="41">
                  <c:v>3.1859999999999999</c:v>
                </c:pt>
                <c:pt idx="42">
                  <c:v>3.1930000000000001</c:v>
                </c:pt>
                <c:pt idx="43">
                  <c:v>3.1930000000000001</c:v>
                </c:pt>
                <c:pt idx="44">
                  <c:v>3.2</c:v>
                </c:pt>
                <c:pt idx="45">
                  <c:v>3.2</c:v>
                </c:pt>
                <c:pt idx="46">
                  <c:v>3.2</c:v>
                </c:pt>
                <c:pt idx="47">
                  <c:v>3.2</c:v>
                </c:pt>
                <c:pt idx="48">
                  <c:v>3.2040000000000002</c:v>
                </c:pt>
                <c:pt idx="49">
                  <c:v>3.2040000000000002</c:v>
                </c:pt>
                <c:pt idx="50">
                  <c:v>3.2040000000000002</c:v>
                </c:pt>
                <c:pt idx="51">
                  <c:v>3.214</c:v>
                </c:pt>
                <c:pt idx="52">
                  <c:v>3.214</c:v>
                </c:pt>
                <c:pt idx="53">
                  <c:v>3.214</c:v>
                </c:pt>
                <c:pt idx="54">
                  <c:v>3.214</c:v>
                </c:pt>
                <c:pt idx="55">
                  <c:v>3.214</c:v>
                </c:pt>
                <c:pt idx="56">
                  <c:v>3.2280000000000002</c:v>
                </c:pt>
                <c:pt idx="57">
                  <c:v>3.2210000000000001</c:v>
                </c:pt>
                <c:pt idx="58">
                  <c:v>3.2210000000000001</c:v>
                </c:pt>
                <c:pt idx="59">
                  <c:v>3.2280000000000002</c:v>
                </c:pt>
                <c:pt idx="60">
                  <c:v>3.2280000000000002</c:v>
                </c:pt>
                <c:pt idx="61">
                  <c:v>3.2280000000000002</c:v>
                </c:pt>
                <c:pt idx="62">
                  <c:v>3.2280000000000002</c:v>
                </c:pt>
                <c:pt idx="63">
                  <c:v>3.2349999999999999</c:v>
                </c:pt>
                <c:pt idx="64">
                  <c:v>3.2349999999999999</c:v>
                </c:pt>
                <c:pt idx="65">
                  <c:v>3.2349999999999999</c:v>
                </c:pt>
                <c:pt idx="66">
                  <c:v>3.2389999999999999</c:v>
                </c:pt>
                <c:pt idx="67">
                  <c:v>3.2389999999999999</c:v>
                </c:pt>
                <c:pt idx="68">
                  <c:v>3.2389999999999999</c:v>
                </c:pt>
                <c:pt idx="69">
                  <c:v>3.246</c:v>
                </c:pt>
                <c:pt idx="70">
                  <c:v>3.246</c:v>
                </c:pt>
                <c:pt idx="71">
                  <c:v>3.254</c:v>
                </c:pt>
                <c:pt idx="72">
                  <c:v>3.254</c:v>
                </c:pt>
                <c:pt idx="73">
                  <c:v>3.254</c:v>
                </c:pt>
                <c:pt idx="74">
                  <c:v>3.254</c:v>
                </c:pt>
                <c:pt idx="75">
                  <c:v>3.254</c:v>
                </c:pt>
                <c:pt idx="76">
                  <c:v>3.2509999999999999</c:v>
                </c:pt>
                <c:pt idx="77">
                  <c:v>3.2509999999999999</c:v>
                </c:pt>
                <c:pt idx="78">
                  <c:v>3.3260000000000001</c:v>
                </c:pt>
                <c:pt idx="79">
                  <c:v>3.468</c:v>
                </c:pt>
                <c:pt idx="80">
                  <c:v>3.536</c:v>
                </c:pt>
                <c:pt idx="81">
                  <c:v>3.536</c:v>
                </c:pt>
                <c:pt idx="82">
                  <c:v>3.536</c:v>
                </c:pt>
                <c:pt idx="83">
                  <c:v>3.5390000000000001</c:v>
                </c:pt>
                <c:pt idx="84">
                  <c:v>3.5470000000000002</c:v>
                </c:pt>
                <c:pt idx="85">
                  <c:v>3.6070000000000002</c:v>
                </c:pt>
                <c:pt idx="86">
                  <c:v>3.6040000000000001</c:v>
                </c:pt>
                <c:pt idx="87">
                  <c:v>3.6</c:v>
                </c:pt>
                <c:pt idx="88">
                  <c:v>3.6</c:v>
                </c:pt>
                <c:pt idx="89">
                  <c:v>3.6</c:v>
                </c:pt>
                <c:pt idx="90">
                  <c:v>3.6429999999999998</c:v>
                </c:pt>
                <c:pt idx="91">
                  <c:v>3.6179999999999999</c:v>
                </c:pt>
                <c:pt idx="92">
                  <c:v>3.6059999999999999</c:v>
                </c:pt>
                <c:pt idx="93">
                  <c:v>3.6110000000000002</c:v>
                </c:pt>
                <c:pt idx="94">
                  <c:v>3.6139999999999999</c:v>
                </c:pt>
                <c:pt idx="95">
                  <c:v>3.6139999999999999</c:v>
                </c:pt>
                <c:pt idx="96">
                  <c:v>3.6139999999999999</c:v>
                </c:pt>
                <c:pt idx="97">
                  <c:v>3.6190000000000002</c:v>
                </c:pt>
                <c:pt idx="98">
                  <c:v>3.6160000000000001</c:v>
                </c:pt>
                <c:pt idx="99">
                  <c:v>3.6179999999999999</c:v>
                </c:pt>
                <c:pt idx="100">
                  <c:v>3.6070000000000002</c:v>
                </c:pt>
                <c:pt idx="101">
                  <c:v>3.6110000000000002</c:v>
                </c:pt>
                <c:pt idx="102">
                  <c:v>3.6110000000000002</c:v>
                </c:pt>
                <c:pt idx="103">
                  <c:v>3.6110000000000002</c:v>
                </c:pt>
                <c:pt idx="104">
                  <c:v>3.641</c:v>
                </c:pt>
                <c:pt idx="105">
                  <c:v>3.6429999999999998</c:v>
                </c:pt>
                <c:pt idx="106">
                  <c:v>3.6680000000000001</c:v>
                </c:pt>
                <c:pt idx="107">
                  <c:v>3.665</c:v>
                </c:pt>
                <c:pt idx="108">
                  <c:v>3.669</c:v>
                </c:pt>
                <c:pt idx="109">
                  <c:v>3.669</c:v>
                </c:pt>
                <c:pt idx="110">
                  <c:v>3.669</c:v>
                </c:pt>
                <c:pt idx="111">
                  <c:v>3.718</c:v>
                </c:pt>
                <c:pt idx="112">
                  <c:v>3.7469999999999999</c:v>
                </c:pt>
                <c:pt idx="113">
                  <c:v>3.7509999999999999</c:v>
                </c:pt>
                <c:pt idx="114">
                  <c:v>3.758</c:v>
                </c:pt>
                <c:pt idx="115">
                  <c:v>3.754</c:v>
                </c:pt>
                <c:pt idx="116">
                  <c:v>3.754</c:v>
                </c:pt>
                <c:pt idx="117">
                  <c:v>3.754</c:v>
                </c:pt>
                <c:pt idx="118">
                  <c:v>3.754</c:v>
                </c:pt>
                <c:pt idx="119">
                  <c:v>3.754</c:v>
                </c:pt>
                <c:pt idx="120">
                  <c:v>3.754</c:v>
                </c:pt>
                <c:pt idx="121">
                  <c:v>3.754</c:v>
                </c:pt>
                <c:pt idx="122">
                  <c:v>3.754</c:v>
                </c:pt>
                <c:pt idx="123">
                  <c:v>3.754</c:v>
                </c:pt>
                <c:pt idx="124">
                  <c:v>3.754</c:v>
                </c:pt>
                <c:pt idx="125">
                  <c:v>3.754</c:v>
                </c:pt>
                <c:pt idx="126">
                  <c:v>3.75</c:v>
                </c:pt>
                <c:pt idx="127">
                  <c:v>3.746</c:v>
                </c:pt>
                <c:pt idx="128">
                  <c:v>3.754</c:v>
                </c:pt>
                <c:pt idx="129">
                  <c:v>3.754</c:v>
                </c:pt>
                <c:pt idx="130">
                  <c:v>3.754</c:v>
                </c:pt>
                <c:pt idx="131">
                  <c:v>3.754</c:v>
                </c:pt>
                <c:pt idx="132">
                  <c:v>3.8210000000000002</c:v>
                </c:pt>
                <c:pt idx="133">
                  <c:v>3.8109999999999999</c:v>
                </c:pt>
                <c:pt idx="134">
                  <c:v>3.8109999999999999</c:v>
                </c:pt>
                <c:pt idx="135">
                  <c:v>3.8220000000000001</c:v>
                </c:pt>
                <c:pt idx="136">
                  <c:v>3.8220000000000001</c:v>
                </c:pt>
                <c:pt idx="137">
                  <c:v>3.8220000000000001</c:v>
                </c:pt>
                <c:pt idx="138">
                  <c:v>3.8220000000000001</c:v>
                </c:pt>
                <c:pt idx="139">
                  <c:v>3.8319999999999999</c:v>
                </c:pt>
                <c:pt idx="140">
                  <c:v>3.85</c:v>
                </c:pt>
                <c:pt idx="141">
                  <c:v>3.8540000000000001</c:v>
                </c:pt>
                <c:pt idx="142">
                  <c:v>4.0039999999999996</c:v>
                </c:pt>
                <c:pt idx="143">
                  <c:v>4.0289999999999999</c:v>
                </c:pt>
                <c:pt idx="144">
                  <c:v>4.0289999999999999</c:v>
                </c:pt>
                <c:pt idx="145">
                  <c:v>4.0289999999999999</c:v>
                </c:pt>
                <c:pt idx="146">
                  <c:v>4.0430000000000001</c:v>
                </c:pt>
                <c:pt idx="147">
                  <c:v>4.05</c:v>
                </c:pt>
                <c:pt idx="148">
                  <c:v>4.0540000000000003</c:v>
                </c:pt>
                <c:pt idx="149">
                  <c:v>4.0460000000000003</c:v>
                </c:pt>
                <c:pt idx="150">
                  <c:v>4.0410000000000004</c:v>
                </c:pt>
                <c:pt idx="151">
                  <c:v>4.0410000000000004</c:v>
                </c:pt>
                <c:pt idx="152">
                  <c:v>4.0410000000000004</c:v>
                </c:pt>
                <c:pt idx="153">
                  <c:v>4.0460000000000003</c:v>
                </c:pt>
                <c:pt idx="154">
                  <c:v>4.0540000000000003</c:v>
                </c:pt>
                <c:pt idx="155">
                  <c:v>4.0609999999999999</c:v>
                </c:pt>
                <c:pt idx="156">
                  <c:v>4.0709999999999997</c:v>
                </c:pt>
                <c:pt idx="157">
                  <c:v>4.0640000000000001</c:v>
                </c:pt>
                <c:pt idx="158">
                  <c:v>4.0640000000000001</c:v>
                </c:pt>
                <c:pt idx="159">
                  <c:v>4.0640000000000001</c:v>
                </c:pt>
                <c:pt idx="160">
                  <c:v>4.0640000000000001</c:v>
                </c:pt>
                <c:pt idx="161">
                  <c:v>4.0609999999999999</c:v>
                </c:pt>
                <c:pt idx="162">
                  <c:v>4.0570000000000004</c:v>
                </c:pt>
                <c:pt idx="163">
                  <c:v>4.0640000000000001</c:v>
                </c:pt>
                <c:pt idx="164">
                  <c:v>4.0640000000000001</c:v>
                </c:pt>
                <c:pt idx="165">
                  <c:v>4.0640000000000001</c:v>
                </c:pt>
                <c:pt idx="166">
                  <c:v>4.0640000000000001</c:v>
                </c:pt>
                <c:pt idx="167">
                  <c:v>4.0640000000000001</c:v>
                </c:pt>
                <c:pt idx="168">
                  <c:v>4.0679999999999996</c:v>
                </c:pt>
                <c:pt idx="169">
                  <c:v>4.0640000000000001</c:v>
                </c:pt>
                <c:pt idx="170">
                  <c:v>4.0709999999999997</c:v>
                </c:pt>
                <c:pt idx="171">
                  <c:v>4.0750000000000002</c:v>
                </c:pt>
                <c:pt idx="172">
                  <c:v>4.0750000000000002</c:v>
                </c:pt>
                <c:pt idx="173">
                  <c:v>4.0750000000000002</c:v>
                </c:pt>
                <c:pt idx="174">
                  <c:v>4.0670000000000002</c:v>
                </c:pt>
                <c:pt idx="175">
                  <c:v>4.069</c:v>
                </c:pt>
                <c:pt idx="176">
                  <c:v>4.0670000000000002</c:v>
                </c:pt>
                <c:pt idx="177">
                  <c:v>4.0570000000000004</c:v>
                </c:pt>
                <c:pt idx="178">
                  <c:v>4.069</c:v>
                </c:pt>
                <c:pt idx="179">
                  <c:v>4.069</c:v>
                </c:pt>
                <c:pt idx="180">
                  <c:v>4.069</c:v>
                </c:pt>
                <c:pt idx="181">
                  <c:v>4.0709999999999997</c:v>
                </c:pt>
                <c:pt idx="182">
                  <c:v>4.0640000000000001</c:v>
                </c:pt>
                <c:pt idx="183">
                  <c:v>4.0590000000000002</c:v>
                </c:pt>
                <c:pt idx="184">
                  <c:v>4.0609999999999999</c:v>
                </c:pt>
                <c:pt idx="185">
                  <c:v>4.0570000000000004</c:v>
                </c:pt>
                <c:pt idx="186">
                  <c:v>4.0570000000000004</c:v>
                </c:pt>
                <c:pt idx="187">
                  <c:v>4.0570000000000004</c:v>
                </c:pt>
                <c:pt idx="188">
                  <c:v>4.0570000000000004</c:v>
                </c:pt>
                <c:pt idx="189">
                  <c:v>4.0570000000000004</c:v>
                </c:pt>
                <c:pt idx="190">
                  <c:v>4.0570000000000004</c:v>
                </c:pt>
                <c:pt idx="191">
                  <c:v>4.0570000000000004</c:v>
                </c:pt>
                <c:pt idx="192">
                  <c:v>4.0570000000000004</c:v>
                </c:pt>
                <c:pt idx="193">
                  <c:v>4.0570000000000004</c:v>
                </c:pt>
                <c:pt idx="194">
                  <c:v>4.0570000000000004</c:v>
                </c:pt>
                <c:pt idx="195">
                  <c:v>4.0540000000000003</c:v>
                </c:pt>
                <c:pt idx="196">
                  <c:v>4.05</c:v>
                </c:pt>
                <c:pt idx="197">
                  <c:v>4.0570000000000004</c:v>
                </c:pt>
                <c:pt idx="198">
                  <c:v>4.05</c:v>
                </c:pt>
                <c:pt idx="199">
                  <c:v>4.05</c:v>
                </c:pt>
                <c:pt idx="200">
                  <c:v>4.05</c:v>
                </c:pt>
                <c:pt idx="201">
                  <c:v>4.05</c:v>
                </c:pt>
                <c:pt idx="202">
                  <c:v>4.0460000000000003</c:v>
                </c:pt>
                <c:pt idx="203">
                  <c:v>4.05</c:v>
                </c:pt>
                <c:pt idx="204">
                  <c:v>4.0430000000000001</c:v>
                </c:pt>
                <c:pt idx="205">
                  <c:v>4.0439999999999996</c:v>
                </c:pt>
                <c:pt idx="206">
                  <c:v>4.05</c:v>
                </c:pt>
                <c:pt idx="207">
                  <c:v>4.05</c:v>
                </c:pt>
                <c:pt idx="208">
                  <c:v>4.05</c:v>
                </c:pt>
                <c:pt idx="209">
                  <c:v>4.0460000000000003</c:v>
                </c:pt>
                <c:pt idx="210">
                  <c:v>4.05</c:v>
                </c:pt>
                <c:pt idx="211">
                  <c:v>4.0590000000000002</c:v>
                </c:pt>
                <c:pt idx="212">
                  <c:v>4.0609999999999999</c:v>
                </c:pt>
                <c:pt idx="213">
                  <c:v>4.0609999999999999</c:v>
                </c:pt>
                <c:pt idx="214">
                  <c:v>4.0609999999999999</c:v>
                </c:pt>
                <c:pt idx="215">
                  <c:v>4.0609999999999999</c:v>
                </c:pt>
                <c:pt idx="216">
                  <c:v>4.0659999999999998</c:v>
                </c:pt>
                <c:pt idx="217">
                  <c:v>4.0659999999999998</c:v>
                </c:pt>
                <c:pt idx="218">
                  <c:v>4.07</c:v>
                </c:pt>
                <c:pt idx="219">
                  <c:v>4.1280000000000001</c:v>
                </c:pt>
                <c:pt idx="220">
                  <c:v>4.1219999999999999</c:v>
                </c:pt>
                <c:pt idx="221">
                  <c:v>4.1219999999999999</c:v>
                </c:pt>
                <c:pt idx="222">
                  <c:v>4.1219999999999999</c:v>
                </c:pt>
                <c:pt idx="223">
                  <c:v>4.1239999999999997</c:v>
                </c:pt>
                <c:pt idx="224">
                  <c:v>4.125</c:v>
                </c:pt>
                <c:pt idx="225">
                  <c:v>4.125</c:v>
                </c:pt>
                <c:pt idx="226">
                  <c:v>4.1280000000000001</c:v>
                </c:pt>
                <c:pt idx="227">
                  <c:v>4.1280000000000001</c:v>
                </c:pt>
                <c:pt idx="228">
                  <c:v>4.1280000000000001</c:v>
                </c:pt>
                <c:pt idx="229">
                  <c:v>4.1280000000000001</c:v>
                </c:pt>
                <c:pt idx="230">
                  <c:v>4.1289999999999996</c:v>
                </c:pt>
                <c:pt idx="231">
                  <c:v>4.1289999999999996</c:v>
                </c:pt>
                <c:pt idx="232">
                  <c:v>4.1289999999999996</c:v>
                </c:pt>
                <c:pt idx="233">
                  <c:v>4.1459999999999999</c:v>
                </c:pt>
                <c:pt idx="234">
                  <c:v>4.1459999999999999</c:v>
                </c:pt>
                <c:pt idx="235">
                  <c:v>4.1459999999999999</c:v>
                </c:pt>
                <c:pt idx="236">
                  <c:v>4.1459999999999999</c:v>
                </c:pt>
                <c:pt idx="237">
                  <c:v>4.1459999999999999</c:v>
                </c:pt>
                <c:pt idx="238">
                  <c:v>4.1539999999999999</c:v>
                </c:pt>
                <c:pt idx="239">
                  <c:v>4.1539999999999999</c:v>
                </c:pt>
                <c:pt idx="240">
                  <c:v>4.1820000000000004</c:v>
                </c:pt>
                <c:pt idx="241">
                  <c:v>4.1890000000000001</c:v>
                </c:pt>
                <c:pt idx="242">
                  <c:v>4.1890000000000001</c:v>
                </c:pt>
                <c:pt idx="243">
                  <c:v>4.1890000000000001</c:v>
                </c:pt>
                <c:pt idx="244">
                  <c:v>4.1779999999999999</c:v>
                </c:pt>
                <c:pt idx="245">
                  <c:v>4.1849999999999996</c:v>
                </c:pt>
                <c:pt idx="246">
                  <c:v>4.1849999999999996</c:v>
                </c:pt>
                <c:pt idx="247">
                  <c:v>4.1849999999999996</c:v>
                </c:pt>
                <c:pt idx="248">
                  <c:v>4.1920000000000002</c:v>
                </c:pt>
                <c:pt idx="249">
                  <c:v>4.1920000000000002</c:v>
                </c:pt>
                <c:pt idx="250">
                  <c:v>4.1920000000000002</c:v>
                </c:pt>
                <c:pt idx="251">
                  <c:v>4.1929999999999996</c:v>
                </c:pt>
                <c:pt idx="252">
                  <c:v>4.1980000000000004</c:v>
                </c:pt>
                <c:pt idx="253">
                  <c:v>4.2009999999999996</c:v>
                </c:pt>
                <c:pt idx="254">
                  <c:v>4.1970000000000001</c:v>
                </c:pt>
                <c:pt idx="255">
                  <c:v>4.1970000000000001</c:v>
                </c:pt>
                <c:pt idx="256">
                  <c:v>4.1970000000000001</c:v>
                </c:pt>
                <c:pt idx="257">
                  <c:v>4.1970000000000001</c:v>
                </c:pt>
                <c:pt idx="258">
                  <c:v>4.1970000000000001</c:v>
                </c:pt>
                <c:pt idx="259">
                  <c:v>4.1970000000000001</c:v>
                </c:pt>
                <c:pt idx="260">
                  <c:v>4.1989999999999998</c:v>
                </c:pt>
                <c:pt idx="261">
                  <c:v>4.2060000000000004</c:v>
                </c:pt>
                <c:pt idx="262">
                  <c:v>4.2060000000000004</c:v>
                </c:pt>
                <c:pt idx="263">
                  <c:v>4.2060000000000004</c:v>
                </c:pt>
                <c:pt idx="264">
                  <c:v>4.2060000000000004</c:v>
                </c:pt>
                <c:pt idx="265">
                  <c:v>4.2060000000000004</c:v>
                </c:pt>
                <c:pt idx="266">
                  <c:v>4.2060000000000004</c:v>
                </c:pt>
                <c:pt idx="267">
                  <c:v>4.2060000000000004</c:v>
                </c:pt>
                <c:pt idx="268">
                  <c:v>4.2149999999999999</c:v>
                </c:pt>
                <c:pt idx="269">
                  <c:v>4.2069999999999999</c:v>
                </c:pt>
                <c:pt idx="270">
                  <c:v>4.2069999999999999</c:v>
                </c:pt>
                <c:pt idx="271">
                  <c:v>4.2069999999999999</c:v>
                </c:pt>
                <c:pt idx="272">
                  <c:v>4.2089999999999996</c:v>
                </c:pt>
                <c:pt idx="273">
                  <c:v>4.2110000000000003</c:v>
                </c:pt>
                <c:pt idx="274">
                  <c:v>4.2140000000000004</c:v>
                </c:pt>
                <c:pt idx="275">
                  <c:v>4.2110000000000003</c:v>
                </c:pt>
                <c:pt idx="276">
                  <c:v>4.2089999999999996</c:v>
                </c:pt>
                <c:pt idx="277">
                  <c:v>4.2089999999999996</c:v>
                </c:pt>
                <c:pt idx="278">
                  <c:v>4.2089999999999996</c:v>
                </c:pt>
                <c:pt idx="279">
                  <c:v>4.2130000000000001</c:v>
                </c:pt>
                <c:pt idx="280">
                  <c:v>4.2110000000000003</c:v>
                </c:pt>
                <c:pt idx="281">
                  <c:v>4.2140000000000004</c:v>
                </c:pt>
                <c:pt idx="282">
                  <c:v>4.218</c:v>
                </c:pt>
                <c:pt idx="283">
                  <c:v>4.2140000000000004</c:v>
                </c:pt>
                <c:pt idx="284">
                  <c:v>4.2140000000000004</c:v>
                </c:pt>
                <c:pt idx="285">
                  <c:v>4.2140000000000004</c:v>
                </c:pt>
                <c:pt idx="286">
                  <c:v>4.2169999999999996</c:v>
                </c:pt>
                <c:pt idx="287">
                  <c:v>4.2220000000000004</c:v>
                </c:pt>
                <c:pt idx="288">
                  <c:v>4.218</c:v>
                </c:pt>
                <c:pt idx="289">
                  <c:v>4.22</c:v>
                </c:pt>
                <c:pt idx="290">
                  <c:v>4.2229999999999999</c:v>
                </c:pt>
                <c:pt idx="291">
                  <c:v>4.2229999999999999</c:v>
                </c:pt>
                <c:pt idx="292">
                  <c:v>4.2229999999999999</c:v>
                </c:pt>
                <c:pt idx="293">
                  <c:v>4.2329999999999997</c:v>
                </c:pt>
                <c:pt idx="294">
                  <c:v>4.2329999999999997</c:v>
                </c:pt>
                <c:pt idx="295">
                  <c:v>4.234</c:v>
                </c:pt>
                <c:pt idx="296">
                  <c:v>4.2480000000000002</c:v>
                </c:pt>
                <c:pt idx="297">
                  <c:v>4.2370000000000001</c:v>
                </c:pt>
                <c:pt idx="298">
                  <c:v>4.2370000000000001</c:v>
                </c:pt>
                <c:pt idx="299">
                  <c:v>4.2370000000000001</c:v>
                </c:pt>
                <c:pt idx="300">
                  <c:v>4.2480000000000002</c:v>
                </c:pt>
                <c:pt idx="301">
                  <c:v>4.2380000000000004</c:v>
                </c:pt>
                <c:pt idx="302">
                  <c:v>4.2539999999999996</c:v>
                </c:pt>
                <c:pt idx="303">
                  <c:v>4.2489999999999997</c:v>
                </c:pt>
                <c:pt idx="304">
                  <c:v>4.2489999999999997</c:v>
                </c:pt>
                <c:pt idx="305">
                  <c:v>4.2489999999999997</c:v>
                </c:pt>
                <c:pt idx="306">
                  <c:v>4.2489999999999997</c:v>
                </c:pt>
                <c:pt idx="307">
                  <c:v>4.2629999999999999</c:v>
                </c:pt>
                <c:pt idx="308">
                  <c:v>4.2640000000000002</c:v>
                </c:pt>
                <c:pt idx="309">
                  <c:v>4.2640000000000002</c:v>
                </c:pt>
                <c:pt idx="310">
                  <c:v>4.2679999999999998</c:v>
                </c:pt>
                <c:pt idx="311">
                  <c:v>4.3019999999999996</c:v>
                </c:pt>
                <c:pt idx="312">
                  <c:v>4.3019999999999996</c:v>
                </c:pt>
                <c:pt idx="313">
                  <c:v>4.3019999999999996</c:v>
                </c:pt>
                <c:pt idx="314">
                  <c:v>4.3019999999999996</c:v>
                </c:pt>
                <c:pt idx="315">
                  <c:v>4.3019999999999996</c:v>
                </c:pt>
                <c:pt idx="316">
                  <c:v>4.3019999999999996</c:v>
                </c:pt>
                <c:pt idx="317">
                  <c:v>4.2679999999999998</c:v>
                </c:pt>
                <c:pt idx="318">
                  <c:v>4.266</c:v>
                </c:pt>
                <c:pt idx="319">
                  <c:v>4.266</c:v>
                </c:pt>
                <c:pt idx="320">
                  <c:v>4.266</c:v>
                </c:pt>
                <c:pt idx="321">
                  <c:v>4.2640000000000002</c:v>
                </c:pt>
                <c:pt idx="322">
                  <c:v>4.2629999999999999</c:v>
                </c:pt>
                <c:pt idx="323">
                  <c:v>4.2510000000000003</c:v>
                </c:pt>
                <c:pt idx="324">
                  <c:v>4.2649999999999997</c:v>
                </c:pt>
                <c:pt idx="325">
                  <c:v>4.266</c:v>
                </c:pt>
                <c:pt idx="326">
                  <c:v>4.266</c:v>
                </c:pt>
                <c:pt idx="327">
                  <c:v>4.266</c:v>
                </c:pt>
                <c:pt idx="328">
                  <c:v>4.274</c:v>
                </c:pt>
                <c:pt idx="329">
                  <c:v>4.2779999999999996</c:v>
                </c:pt>
                <c:pt idx="330">
                  <c:v>4.28</c:v>
                </c:pt>
                <c:pt idx="331">
                  <c:v>4.2880000000000003</c:v>
                </c:pt>
                <c:pt idx="332">
                  <c:v>4.2990000000000004</c:v>
                </c:pt>
                <c:pt idx="333">
                  <c:v>4.2990000000000004</c:v>
                </c:pt>
                <c:pt idx="334">
                  <c:v>4.2990000000000004</c:v>
                </c:pt>
                <c:pt idx="335">
                  <c:v>4.2889999999999997</c:v>
                </c:pt>
                <c:pt idx="336">
                  <c:v>4.2960000000000003</c:v>
                </c:pt>
                <c:pt idx="337">
                  <c:v>4.2919999999999998</c:v>
                </c:pt>
                <c:pt idx="338">
                  <c:v>4.2919999999999998</c:v>
                </c:pt>
                <c:pt idx="339">
                  <c:v>4.2960000000000003</c:v>
                </c:pt>
                <c:pt idx="340">
                  <c:v>4.2960000000000003</c:v>
                </c:pt>
                <c:pt idx="341">
                  <c:v>4.2960000000000003</c:v>
                </c:pt>
                <c:pt idx="342">
                  <c:v>4.2919999999999998</c:v>
                </c:pt>
                <c:pt idx="343">
                  <c:v>4.2939999999999996</c:v>
                </c:pt>
                <c:pt idx="344">
                  <c:v>4.2939999999999996</c:v>
                </c:pt>
                <c:pt idx="345">
                  <c:v>4.2919999999999998</c:v>
                </c:pt>
                <c:pt idx="346">
                  <c:v>4.298</c:v>
                </c:pt>
                <c:pt idx="347">
                  <c:v>4.298</c:v>
                </c:pt>
                <c:pt idx="348">
                  <c:v>4.298</c:v>
                </c:pt>
                <c:pt idx="349">
                  <c:v>4.3029999999999999</c:v>
                </c:pt>
                <c:pt idx="350">
                  <c:v>4.3010000000000002</c:v>
                </c:pt>
                <c:pt idx="351">
                  <c:v>4.2889999999999997</c:v>
                </c:pt>
                <c:pt idx="352">
                  <c:v>4.2839999999999998</c:v>
                </c:pt>
                <c:pt idx="353">
                  <c:v>4.2850000000000001</c:v>
                </c:pt>
                <c:pt idx="354">
                  <c:v>4.2850000000000001</c:v>
                </c:pt>
                <c:pt idx="355">
                  <c:v>4.2850000000000001</c:v>
                </c:pt>
                <c:pt idx="356">
                  <c:v>4.2809999999999997</c:v>
                </c:pt>
                <c:pt idx="357">
                  <c:v>4.2859999999999996</c:v>
                </c:pt>
                <c:pt idx="358">
                  <c:v>4.2839999999999998</c:v>
                </c:pt>
                <c:pt idx="359">
                  <c:v>4.2859999999999996</c:v>
                </c:pt>
                <c:pt idx="360">
                  <c:v>4.2839999999999998</c:v>
                </c:pt>
                <c:pt idx="361">
                  <c:v>4.2839999999999998</c:v>
                </c:pt>
                <c:pt idx="362">
                  <c:v>4.2839999999999998</c:v>
                </c:pt>
                <c:pt idx="363">
                  <c:v>4.282</c:v>
                </c:pt>
                <c:pt idx="364">
                  <c:v>4.282</c:v>
                </c:pt>
                <c:pt idx="365">
                  <c:v>4.2809999999999997</c:v>
                </c:pt>
                <c:pt idx="366">
                  <c:v>4.282</c:v>
                </c:pt>
              </c:numCache>
            </c:numRef>
          </c:val>
          <c:smooth val="1"/>
          <c:extLst>
            <c:ext xmlns:c16="http://schemas.microsoft.com/office/drawing/2014/chart" uri="{C3380CC4-5D6E-409C-BE32-E72D297353CC}">
              <c16:uniqueId val="{00000001-FB17-4A31-97F2-606CAB86D6DD}"/>
            </c:ext>
          </c:extLst>
        </c:ser>
        <c:ser>
          <c:idx val="4"/>
          <c:order val="2"/>
          <c:tx>
            <c:strRef>
              <c:f>Source!$AP$2</c:f>
              <c:strCache>
                <c:ptCount val="1"/>
                <c:pt idx="0">
                  <c:v>7Y</c:v>
                </c:pt>
              </c:strCache>
            </c:strRef>
          </c:tx>
          <c:spPr>
            <a:ln w="19050" cap="rnd" cmpd="sng" algn="ctr">
              <a:solidFill>
                <a:schemeClr val="accent3"/>
              </a:solidFill>
              <a:prstDash val="solid"/>
              <a:round/>
            </a:ln>
            <a:effectLst/>
          </c:spPr>
          <c:marker>
            <c:symbol val="none"/>
          </c:marker>
          <c:cat>
            <c:numRef>
              <c:f>Source!$AH$4:$AH$373</c:f>
              <c:numCache>
                <c:formatCode>m/d/yyyy</c:formatCode>
                <c:ptCount val="370"/>
                <c:pt idx="0">
                  <c:v>45951</c:v>
                </c:pt>
                <c:pt idx="1">
                  <c:v>45952</c:v>
                </c:pt>
                <c:pt idx="2">
                  <c:v>45953</c:v>
                </c:pt>
                <c:pt idx="3">
                  <c:v>45954</c:v>
                </c:pt>
                <c:pt idx="4">
                  <c:v>45955</c:v>
                </c:pt>
                <c:pt idx="5">
                  <c:v>45956</c:v>
                </c:pt>
                <c:pt idx="6">
                  <c:v>45957</c:v>
                </c:pt>
                <c:pt idx="7">
                  <c:v>45958</c:v>
                </c:pt>
                <c:pt idx="8">
                  <c:v>45959</c:v>
                </c:pt>
                <c:pt idx="9">
                  <c:v>45960</c:v>
                </c:pt>
                <c:pt idx="10">
                  <c:v>45961</c:v>
                </c:pt>
                <c:pt idx="11">
                  <c:v>45962</c:v>
                </c:pt>
                <c:pt idx="12">
                  <c:v>45963</c:v>
                </c:pt>
                <c:pt idx="13">
                  <c:v>45964</c:v>
                </c:pt>
                <c:pt idx="14">
                  <c:v>45965</c:v>
                </c:pt>
                <c:pt idx="15">
                  <c:v>45966</c:v>
                </c:pt>
                <c:pt idx="16">
                  <c:v>45967</c:v>
                </c:pt>
                <c:pt idx="17">
                  <c:v>45968</c:v>
                </c:pt>
                <c:pt idx="18">
                  <c:v>45969</c:v>
                </c:pt>
                <c:pt idx="19">
                  <c:v>45970</c:v>
                </c:pt>
                <c:pt idx="20">
                  <c:v>45971</c:v>
                </c:pt>
                <c:pt idx="21">
                  <c:v>45972</c:v>
                </c:pt>
                <c:pt idx="22">
                  <c:v>45973</c:v>
                </c:pt>
                <c:pt idx="23">
                  <c:v>45974</c:v>
                </c:pt>
                <c:pt idx="24">
                  <c:v>45975</c:v>
                </c:pt>
                <c:pt idx="25">
                  <c:v>45976</c:v>
                </c:pt>
                <c:pt idx="26">
                  <c:v>45977</c:v>
                </c:pt>
                <c:pt idx="27">
                  <c:v>45978</c:v>
                </c:pt>
                <c:pt idx="28">
                  <c:v>45979</c:v>
                </c:pt>
                <c:pt idx="29">
                  <c:v>45980</c:v>
                </c:pt>
                <c:pt idx="30">
                  <c:v>45981</c:v>
                </c:pt>
                <c:pt idx="31">
                  <c:v>45982</c:v>
                </c:pt>
                <c:pt idx="32">
                  <c:v>45983</c:v>
                </c:pt>
                <c:pt idx="33">
                  <c:v>45984</c:v>
                </c:pt>
                <c:pt idx="34">
                  <c:v>45985</c:v>
                </c:pt>
                <c:pt idx="35">
                  <c:v>45986</c:v>
                </c:pt>
                <c:pt idx="36">
                  <c:v>45987</c:v>
                </c:pt>
                <c:pt idx="37">
                  <c:v>45988</c:v>
                </c:pt>
                <c:pt idx="38">
                  <c:v>45989</c:v>
                </c:pt>
                <c:pt idx="39">
                  <c:v>45990</c:v>
                </c:pt>
                <c:pt idx="40">
                  <c:v>45991</c:v>
                </c:pt>
                <c:pt idx="41">
                  <c:v>45992</c:v>
                </c:pt>
                <c:pt idx="42">
                  <c:v>45993</c:v>
                </c:pt>
                <c:pt idx="43">
                  <c:v>45994</c:v>
                </c:pt>
                <c:pt idx="44">
                  <c:v>45995</c:v>
                </c:pt>
                <c:pt idx="45">
                  <c:v>45996</c:v>
                </c:pt>
                <c:pt idx="46">
                  <c:v>45997</c:v>
                </c:pt>
                <c:pt idx="47">
                  <c:v>45998</c:v>
                </c:pt>
                <c:pt idx="48">
                  <c:v>45999</c:v>
                </c:pt>
                <c:pt idx="49">
                  <c:v>46000</c:v>
                </c:pt>
                <c:pt idx="50">
                  <c:v>46001</c:v>
                </c:pt>
                <c:pt idx="51">
                  <c:v>46002</c:v>
                </c:pt>
                <c:pt idx="52">
                  <c:v>46003</c:v>
                </c:pt>
                <c:pt idx="53">
                  <c:v>46004</c:v>
                </c:pt>
                <c:pt idx="54">
                  <c:v>46005</c:v>
                </c:pt>
                <c:pt idx="55">
                  <c:v>46006</c:v>
                </c:pt>
                <c:pt idx="56">
                  <c:v>46007</c:v>
                </c:pt>
                <c:pt idx="57">
                  <c:v>46008</c:v>
                </c:pt>
                <c:pt idx="58">
                  <c:v>46009</c:v>
                </c:pt>
                <c:pt idx="59">
                  <c:v>46010</c:v>
                </c:pt>
                <c:pt idx="60">
                  <c:v>46011</c:v>
                </c:pt>
                <c:pt idx="61">
                  <c:v>46012</c:v>
                </c:pt>
                <c:pt idx="62">
                  <c:v>46013</c:v>
                </c:pt>
                <c:pt idx="63">
                  <c:v>46014</c:v>
                </c:pt>
                <c:pt idx="64">
                  <c:v>46015</c:v>
                </c:pt>
                <c:pt idx="65">
                  <c:v>46016</c:v>
                </c:pt>
                <c:pt idx="66">
                  <c:v>46017</c:v>
                </c:pt>
                <c:pt idx="67">
                  <c:v>46018</c:v>
                </c:pt>
                <c:pt idx="68">
                  <c:v>46019</c:v>
                </c:pt>
                <c:pt idx="69">
                  <c:v>46020</c:v>
                </c:pt>
                <c:pt idx="70">
                  <c:v>46021</c:v>
                </c:pt>
                <c:pt idx="71">
                  <c:v>46022</c:v>
                </c:pt>
                <c:pt idx="72">
                  <c:v>46023</c:v>
                </c:pt>
                <c:pt idx="73">
                  <c:v>46024</c:v>
                </c:pt>
                <c:pt idx="74">
                  <c:v>46025</c:v>
                </c:pt>
                <c:pt idx="75">
                  <c:v>46026</c:v>
                </c:pt>
                <c:pt idx="76">
                  <c:v>46027</c:v>
                </c:pt>
                <c:pt idx="77">
                  <c:v>46028</c:v>
                </c:pt>
                <c:pt idx="78">
                  <c:v>46029</c:v>
                </c:pt>
                <c:pt idx="79">
                  <c:v>46030</c:v>
                </c:pt>
                <c:pt idx="80">
                  <c:v>46031</c:v>
                </c:pt>
                <c:pt idx="81">
                  <c:v>46032</c:v>
                </c:pt>
                <c:pt idx="82">
                  <c:v>46033</c:v>
                </c:pt>
                <c:pt idx="83">
                  <c:v>46034</c:v>
                </c:pt>
                <c:pt idx="84">
                  <c:v>46035</c:v>
                </c:pt>
                <c:pt idx="85">
                  <c:v>46036</c:v>
                </c:pt>
                <c:pt idx="86">
                  <c:v>46037</c:v>
                </c:pt>
                <c:pt idx="87">
                  <c:v>46038</c:v>
                </c:pt>
                <c:pt idx="88">
                  <c:v>46039</c:v>
                </c:pt>
                <c:pt idx="89">
                  <c:v>46040</c:v>
                </c:pt>
                <c:pt idx="90">
                  <c:v>46041</c:v>
                </c:pt>
                <c:pt idx="91">
                  <c:v>46042</c:v>
                </c:pt>
                <c:pt idx="92">
                  <c:v>46043</c:v>
                </c:pt>
                <c:pt idx="93">
                  <c:v>46044</c:v>
                </c:pt>
                <c:pt idx="94">
                  <c:v>46045</c:v>
                </c:pt>
                <c:pt idx="95">
                  <c:v>46046</c:v>
                </c:pt>
                <c:pt idx="96">
                  <c:v>46047</c:v>
                </c:pt>
                <c:pt idx="97">
                  <c:v>46048</c:v>
                </c:pt>
                <c:pt idx="98">
                  <c:v>46049</c:v>
                </c:pt>
                <c:pt idx="99">
                  <c:v>46050</c:v>
                </c:pt>
                <c:pt idx="100">
                  <c:v>46051</c:v>
                </c:pt>
                <c:pt idx="101">
                  <c:v>46052</c:v>
                </c:pt>
                <c:pt idx="102">
                  <c:v>46053</c:v>
                </c:pt>
                <c:pt idx="103">
                  <c:v>46054</c:v>
                </c:pt>
                <c:pt idx="104">
                  <c:v>46055</c:v>
                </c:pt>
                <c:pt idx="105">
                  <c:v>46056</c:v>
                </c:pt>
                <c:pt idx="106">
                  <c:v>46057</c:v>
                </c:pt>
                <c:pt idx="107">
                  <c:v>46058</c:v>
                </c:pt>
                <c:pt idx="108">
                  <c:v>46059</c:v>
                </c:pt>
                <c:pt idx="109">
                  <c:v>46060</c:v>
                </c:pt>
                <c:pt idx="110">
                  <c:v>46061</c:v>
                </c:pt>
                <c:pt idx="111">
                  <c:v>46062</c:v>
                </c:pt>
                <c:pt idx="112">
                  <c:v>46063</c:v>
                </c:pt>
                <c:pt idx="113">
                  <c:v>46064</c:v>
                </c:pt>
                <c:pt idx="114">
                  <c:v>46065</c:v>
                </c:pt>
                <c:pt idx="115">
                  <c:v>46066</c:v>
                </c:pt>
                <c:pt idx="116">
                  <c:v>46067</c:v>
                </c:pt>
                <c:pt idx="117">
                  <c:v>46068</c:v>
                </c:pt>
                <c:pt idx="118">
                  <c:v>46069</c:v>
                </c:pt>
                <c:pt idx="119">
                  <c:v>46070</c:v>
                </c:pt>
                <c:pt idx="120">
                  <c:v>46071</c:v>
                </c:pt>
                <c:pt idx="121">
                  <c:v>46072</c:v>
                </c:pt>
                <c:pt idx="122">
                  <c:v>46073</c:v>
                </c:pt>
                <c:pt idx="123">
                  <c:v>46074</c:v>
                </c:pt>
                <c:pt idx="124">
                  <c:v>46075</c:v>
                </c:pt>
                <c:pt idx="125">
                  <c:v>46076</c:v>
                </c:pt>
                <c:pt idx="126">
                  <c:v>46077</c:v>
                </c:pt>
                <c:pt idx="127">
                  <c:v>46078</c:v>
                </c:pt>
                <c:pt idx="128">
                  <c:v>46079</c:v>
                </c:pt>
                <c:pt idx="129">
                  <c:v>46080</c:v>
                </c:pt>
                <c:pt idx="130">
                  <c:v>46081</c:v>
                </c:pt>
                <c:pt idx="131">
                  <c:v>46082</c:v>
                </c:pt>
                <c:pt idx="132">
                  <c:v>46083</c:v>
                </c:pt>
                <c:pt idx="133">
                  <c:v>46084</c:v>
                </c:pt>
                <c:pt idx="134">
                  <c:v>46085</c:v>
                </c:pt>
                <c:pt idx="135">
                  <c:v>46086</c:v>
                </c:pt>
                <c:pt idx="136">
                  <c:v>46087</c:v>
                </c:pt>
                <c:pt idx="137">
                  <c:v>46088</c:v>
                </c:pt>
                <c:pt idx="138">
                  <c:v>46089</c:v>
                </c:pt>
                <c:pt idx="139">
                  <c:v>46090</c:v>
                </c:pt>
                <c:pt idx="140">
                  <c:v>46091</c:v>
                </c:pt>
                <c:pt idx="141">
                  <c:v>46092</c:v>
                </c:pt>
                <c:pt idx="142">
                  <c:v>46093</c:v>
                </c:pt>
                <c:pt idx="143">
                  <c:v>46094</c:v>
                </c:pt>
                <c:pt idx="144">
                  <c:v>46095</c:v>
                </c:pt>
                <c:pt idx="145">
                  <c:v>46096</c:v>
                </c:pt>
                <c:pt idx="146">
                  <c:v>46097</c:v>
                </c:pt>
                <c:pt idx="147">
                  <c:v>46098</c:v>
                </c:pt>
                <c:pt idx="148">
                  <c:v>46099</c:v>
                </c:pt>
                <c:pt idx="149">
                  <c:v>46100</c:v>
                </c:pt>
                <c:pt idx="150">
                  <c:v>46101</c:v>
                </c:pt>
                <c:pt idx="151">
                  <c:v>46102</c:v>
                </c:pt>
                <c:pt idx="152">
                  <c:v>46103</c:v>
                </c:pt>
                <c:pt idx="153">
                  <c:v>46104</c:v>
                </c:pt>
                <c:pt idx="154">
                  <c:v>46105</c:v>
                </c:pt>
                <c:pt idx="155">
                  <c:v>46106</c:v>
                </c:pt>
                <c:pt idx="156">
                  <c:v>46107</c:v>
                </c:pt>
                <c:pt idx="157">
                  <c:v>46108</c:v>
                </c:pt>
                <c:pt idx="158">
                  <c:v>46109</c:v>
                </c:pt>
                <c:pt idx="159">
                  <c:v>46110</c:v>
                </c:pt>
                <c:pt idx="160">
                  <c:v>46111</c:v>
                </c:pt>
                <c:pt idx="161">
                  <c:v>46112</c:v>
                </c:pt>
                <c:pt idx="162">
                  <c:v>46113</c:v>
                </c:pt>
                <c:pt idx="163">
                  <c:v>46114</c:v>
                </c:pt>
                <c:pt idx="164">
                  <c:v>46115</c:v>
                </c:pt>
                <c:pt idx="165">
                  <c:v>46116</c:v>
                </c:pt>
                <c:pt idx="166">
                  <c:v>46117</c:v>
                </c:pt>
                <c:pt idx="167">
                  <c:v>46118</c:v>
                </c:pt>
                <c:pt idx="168">
                  <c:v>46119</c:v>
                </c:pt>
                <c:pt idx="169">
                  <c:v>46120</c:v>
                </c:pt>
                <c:pt idx="170">
                  <c:v>46121</c:v>
                </c:pt>
                <c:pt idx="171">
                  <c:v>46122</c:v>
                </c:pt>
                <c:pt idx="172">
                  <c:v>46123</c:v>
                </c:pt>
                <c:pt idx="173">
                  <c:v>46124</c:v>
                </c:pt>
                <c:pt idx="174">
                  <c:v>46125</c:v>
                </c:pt>
                <c:pt idx="175">
                  <c:v>46126</c:v>
                </c:pt>
                <c:pt idx="176">
                  <c:v>46127</c:v>
                </c:pt>
                <c:pt idx="177">
                  <c:v>46128</c:v>
                </c:pt>
                <c:pt idx="178">
                  <c:v>46129</c:v>
                </c:pt>
                <c:pt idx="179">
                  <c:v>46130</c:v>
                </c:pt>
                <c:pt idx="180">
                  <c:v>46131</c:v>
                </c:pt>
                <c:pt idx="181">
                  <c:v>46132</c:v>
                </c:pt>
                <c:pt idx="182">
                  <c:v>46133</c:v>
                </c:pt>
                <c:pt idx="183">
                  <c:v>46134</c:v>
                </c:pt>
                <c:pt idx="184">
                  <c:v>46135</c:v>
                </c:pt>
                <c:pt idx="185">
                  <c:v>46136</c:v>
                </c:pt>
                <c:pt idx="186">
                  <c:v>46137</c:v>
                </c:pt>
                <c:pt idx="187">
                  <c:v>46138</c:v>
                </c:pt>
                <c:pt idx="188">
                  <c:v>46139</c:v>
                </c:pt>
                <c:pt idx="189">
                  <c:v>46140</c:v>
                </c:pt>
                <c:pt idx="190">
                  <c:v>46141</c:v>
                </c:pt>
                <c:pt idx="191">
                  <c:v>46142</c:v>
                </c:pt>
                <c:pt idx="192">
                  <c:v>46143</c:v>
                </c:pt>
                <c:pt idx="193">
                  <c:v>46144</c:v>
                </c:pt>
                <c:pt idx="194">
                  <c:v>46145</c:v>
                </c:pt>
                <c:pt idx="195">
                  <c:v>46146</c:v>
                </c:pt>
                <c:pt idx="196">
                  <c:v>46147</c:v>
                </c:pt>
                <c:pt idx="197">
                  <c:v>46148</c:v>
                </c:pt>
                <c:pt idx="198">
                  <c:v>46149</c:v>
                </c:pt>
                <c:pt idx="199">
                  <c:v>46150</c:v>
                </c:pt>
                <c:pt idx="200">
                  <c:v>46151</c:v>
                </c:pt>
                <c:pt idx="201">
                  <c:v>46152</c:v>
                </c:pt>
                <c:pt idx="202">
                  <c:v>46153</c:v>
                </c:pt>
                <c:pt idx="203">
                  <c:v>46154</c:v>
                </c:pt>
                <c:pt idx="204">
                  <c:v>46155</c:v>
                </c:pt>
                <c:pt idx="205">
                  <c:v>46156</c:v>
                </c:pt>
                <c:pt idx="206">
                  <c:v>46157</c:v>
                </c:pt>
                <c:pt idx="207">
                  <c:v>46158</c:v>
                </c:pt>
                <c:pt idx="208">
                  <c:v>46159</c:v>
                </c:pt>
                <c:pt idx="209">
                  <c:v>46160</c:v>
                </c:pt>
                <c:pt idx="210">
                  <c:v>46161</c:v>
                </c:pt>
                <c:pt idx="211">
                  <c:v>46162</c:v>
                </c:pt>
                <c:pt idx="212">
                  <c:v>46163</c:v>
                </c:pt>
                <c:pt idx="213">
                  <c:v>46164</c:v>
                </c:pt>
                <c:pt idx="214">
                  <c:v>46165</c:v>
                </c:pt>
                <c:pt idx="215">
                  <c:v>46166</c:v>
                </c:pt>
                <c:pt idx="216">
                  <c:v>46167</c:v>
                </c:pt>
                <c:pt idx="217">
                  <c:v>46168</c:v>
                </c:pt>
                <c:pt idx="218">
                  <c:v>46169</c:v>
                </c:pt>
                <c:pt idx="219">
                  <c:v>46170</c:v>
                </c:pt>
                <c:pt idx="220">
                  <c:v>46171</c:v>
                </c:pt>
                <c:pt idx="221">
                  <c:v>46172</c:v>
                </c:pt>
                <c:pt idx="222">
                  <c:v>46173</c:v>
                </c:pt>
                <c:pt idx="223">
                  <c:v>46174</c:v>
                </c:pt>
                <c:pt idx="224">
                  <c:v>46175</c:v>
                </c:pt>
                <c:pt idx="225">
                  <c:v>46176</c:v>
                </c:pt>
                <c:pt idx="226">
                  <c:v>46177</c:v>
                </c:pt>
                <c:pt idx="227">
                  <c:v>46178</c:v>
                </c:pt>
                <c:pt idx="228">
                  <c:v>46179</c:v>
                </c:pt>
                <c:pt idx="229">
                  <c:v>46180</c:v>
                </c:pt>
                <c:pt idx="230">
                  <c:v>46181</c:v>
                </c:pt>
                <c:pt idx="231">
                  <c:v>46182</c:v>
                </c:pt>
                <c:pt idx="232">
                  <c:v>46183</c:v>
                </c:pt>
                <c:pt idx="233">
                  <c:v>46184</c:v>
                </c:pt>
                <c:pt idx="234">
                  <c:v>46185</c:v>
                </c:pt>
                <c:pt idx="235">
                  <c:v>46186</c:v>
                </c:pt>
                <c:pt idx="236">
                  <c:v>46187</c:v>
                </c:pt>
                <c:pt idx="237">
                  <c:v>46188</c:v>
                </c:pt>
                <c:pt idx="238">
                  <c:v>46189</c:v>
                </c:pt>
                <c:pt idx="239">
                  <c:v>46190</c:v>
                </c:pt>
                <c:pt idx="240">
                  <c:v>46191</c:v>
                </c:pt>
                <c:pt idx="241">
                  <c:v>46192</c:v>
                </c:pt>
                <c:pt idx="242">
                  <c:v>46193</c:v>
                </c:pt>
                <c:pt idx="243">
                  <c:v>46194</c:v>
                </c:pt>
                <c:pt idx="244">
                  <c:v>46195</c:v>
                </c:pt>
                <c:pt idx="245">
                  <c:v>46196</c:v>
                </c:pt>
                <c:pt idx="246">
                  <c:v>46197</c:v>
                </c:pt>
                <c:pt idx="247">
                  <c:v>46198</c:v>
                </c:pt>
                <c:pt idx="248">
                  <c:v>46199</c:v>
                </c:pt>
                <c:pt idx="249">
                  <c:v>46200</c:v>
                </c:pt>
                <c:pt idx="250">
                  <c:v>46201</c:v>
                </c:pt>
                <c:pt idx="251">
                  <c:v>46202</c:v>
                </c:pt>
                <c:pt idx="252">
                  <c:v>46203</c:v>
                </c:pt>
                <c:pt idx="253">
                  <c:v>46204</c:v>
                </c:pt>
                <c:pt idx="254">
                  <c:v>46205</c:v>
                </c:pt>
                <c:pt idx="255">
                  <c:v>46206</c:v>
                </c:pt>
                <c:pt idx="256">
                  <c:v>46207</c:v>
                </c:pt>
                <c:pt idx="257">
                  <c:v>46208</c:v>
                </c:pt>
                <c:pt idx="258">
                  <c:v>46209</c:v>
                </c:pt>
                <c:pt idx="259">
                  <c:v>46210</c:v>
                </c:pt>
                <c:pt idx="260">
                  <c:v>46211</c:v>
                </c:pt>
                <c:pt idx="261">
                  <c:v>46212</c:v>
                </c:pt>
                <c:pt idx="262">
                  <c:v>46213</c:v>
                </c:pt>
                <c:pt idx="263">
                  <c:v>46214</c:v>
                </c:pt>
                <c:pt idx="264">
                  <c:v>46215</c:v>
                </c:pt>
                <c:pt idx="265">
                  <c:v>46216</c:v>
                </c:pt>
                <c:pt idx="266">
                  <c:v>46217</c:v>
                </c:pt>
                <c:pt idx="267">
                  <c:v>46218</c:v>
                </c:pt>
                <c:pt idx="268">
                  <c:v>46219</c:v>
                </c:pt>
                <c:pt idx="269">
                  <c:v>46220</c:v>
                </c:pt>
                <c:pt idx="270">
                  <c:v>46221</c:v>
                </c:pt>
                <c:pt idx="271">
                  <c:v>46222</c:v>
                </c:pt>
                <c:pt idx="272">
                  <c:v>46223</c:v>
                </c:pt>
                <c:pt idx="273">
                  <c:v>46224</c:v>
                </c:pt>
                <c:pt idx="274">
                  <c:v>46225</c:v>
                </c:pt>
                <c:pt idx="275">
                  <c:v>46226</c:v>
                </c:pt>
                <c:pt idx="276">
                  <c:v>46227</c:v>
                </c:pt>
                <c:pt idx="277">
                  <c:v>46228</c:v>
                </c:pt>
                <c:pt idx="278">
                  <c:v>46229</c:v>
                </c:pt>
                <c:pt idx="279">
                  <c:v>46230</c:v>
                </c:pt>
                <c:pt idx="280">
                  <c:v>46231</c:v>
                </c:pt>
                <c:pt idx="281">
                  <c:v>46232</c:v>
                </c:pt>
                <c:pt idx="282">
                  <c:v>46233</c:v>
                </c:pt>
                <c:pt idx="283">
                  <c:v>46234</c:v>
                </c:pt>
                <c:pt idx="284">
                  <c:v>46235</c:v>
                </c:pt>
                <c:pt idx="285">
                  <c:v>46236</c:v>
                </c:pt>
                <c:pt idx="286">
                  <c:v>46237</c:v>
                </c:pt>
                <c:pt idx="287">
                  <c:v>46238</c:v>
                </c:pt>
                <c:pt idx="288">
                  <c:v>46239</c:v>
                </c:pt>
                <c:pt idx="289">
                  <c:v>46240</c:v>
                </c:pt>
                <c:pt idx="290">
                  <c:v>46241</c:v>
                </c:pt>
                <c:pt idx="291">
                  <c:v>46242</c:v>
                </c:pt>
                <c:pt idx="292">
                  <c:v>46243</c:v>
                </c:pt>
                <c:pt idx="293">
                  <c:v>46244</c:v>
                </c:pt>
                <c:pt idx="294">
                  <c:v>46245</c:v>
                </c:pt>
                <c:pt idx="295">
                  <c:v>46246</c:v>
                </c:pt>
                <c:pt idx="296">
                  <c:v>46247</c:v>
                </c:pt>
                <c:pt idx="297">
                  <c:v>46248</c:v>
                </c:pt>
                <c:pt idx="298">
                  <c:v>46249</c:v>
                </c:pt>
                <c:pt idx="299">
                  <c:v>46250</c:v>
                </c:pt>
                <c:pt idx="300">
                  <c:v>46251</c:v>
                </c:pt>
                <c:pt idx="301">
                  <c:v>46252</c:v>
                </c:pt>
                <c:pt idx="302">
                  <c:v>46253</c:v>
                </c:pt>
                <c:pt idx="303">
                  <c:v>46254</c:v>
                </c:pt>
                <c:pt idx="304">
                  <c:v>46255</c:v>
                </c:pt>
                <c:pt idx="305">
                  <c:v>46256</c:v>
                </c:pt>
                <c:pt idx="306">
                  <c:v>46257</c:v>
                </c:pt>
                <c:pt idx="307">
                  <c:v>46258</c:v>
                </c:pt>
                <c:pt idx="308">
                  <c:v>46259</c:v>
                </c:pt>
                <c:pt idx="309">
                  <c:v>46260</c:v>
                </c:pt>
                <c:pt idx="310">
                  <c:v>46261</c:v>
                </c:pt>
                <c:pt idx="311">
                  <c:v>46262</c:v>
                </c:pt>
                <c:pt idx="312">
                  <c:v>46263</c:v>
                </c:pt>
                <c:pt idx="313">
                  <c:v>46264</c:v>
                </c:pt>
                <c:pt idx="314">
                  <c:v>46265</c:v>
                </c:pt>
                <c:pt idx="315">
                  <c:v>46266</c:v>
                </c:pt>
                <c:pt idx="316">
                  <c:v>46267</c:v>
                </c:pt>
                <c:pt idx="317">
                  <c:v>46268</c:v>
                </c:pt>
                <c:pt idx="318">
                  <c:v>46269</c:v>
                </c:pt>
                <c:pt idx="319">
                  <c:v>46270</c:v>
                </c:pt>
                <c:pt idx="320">
                  <c:v>46271</c:v>
                </c:pt>
                <c:pt idx="321">
                  <c:v>46272</c:v>
                </c:pt>
                <c:pt idx="322">
                  <c:v>46273</c:v>
                </c:pt>
                <c:pt idx="323">
                  <c:v>46274</c:v>
                </c:pt>
                <c:pt idx="324">
                  <c:v>46275</c:v>
                </c:pt>
                <c:pt idx="325">
                  <c:v>46276</c:v>
                </c:pt>
                <c:pt idx="326">
                  <c:v>46277</c:v>
                </c:pt>
                <c:pt idx="327">
                  <c:v>46278</c:v>
                </c:pt>
                <c:pt idx="328">
                  <c:v>46279</c:v>
                </c:pt>
                <c:pt idx="329">
                  <c:v>46280</c:v>
                </c:pt>
                <c:pt idx="330">
                  <c:v>46281</c:v>
                </c:pt>
                <c:pt idx="331">
                  <c:v>46282</c:v>
                </c:pt>
                <c:pt idx="332">
                  <c:v>46283</c:v>
                </c:pt>
                <c:pt idx="333">
                  <c:v>46284</c:v>
                </c:pt>
                <c:pt idx="334">
                  <c:v>46285</c:v>
                </c:pt>
                <c:pt idx="335">
                  <c:v>46286</c:v>
                </c:pt>
                <c:pt idx="336">
                  <c:v>46287</c:v>
                </c:pt>
                <c:pt idx="337">
                  <c:v>46288</c:v>
                </c:pt>
                <c:pt idx="338">
                  <c:v>46289</c:v>
                </c:pt>
                <c:pt idx="339">
                  <c:v>46290</c:v>
                </c:pt>
                <c:pt idx="340">
                  <c:v>46291</c:v>
                </c:pt>
                <c:pt idx="341">
                  <c:v>46292</c:v>
                </c:pt>
                <c:pt idx="342">
                  <c:v>46293</c:v>
                </c:pt>
                <c:pt idx="343">
                  <c:v>46294</c:v>
                </c:pt>
                <c:pt idx="344">
                  <c:v>46295</c:v>
                </c:pt>
                <c:pt idx="345">
                  <c:v>46296</c:v>
                </c:pt>
                <c:pt idx="346">
                  <c:v>46297</c:v>
                </c:pt>
                <c:pt idx="347">
                  <c:v>46298</c:v>
                </c:pt>
                <c:pt idx="348">
                  <c:v>46299</c:v>
                </c:pt>
                <c:pt idx="349">
                  <c:v>46300</c:v>
                </c:pt>
                <c:pt idx="350">
                  <c:v>46301</c:v>
                </c:pt>
                <c:pt idx="351">
                  <c:v>46302</c:v>
                </c:pt>
                <c:pt idx="352">
                  <c:v>46303</c:v>
                </c:pt>
                <c:pt idx="353">
                  <c:v>46304</c:v>
                </c:pt>
                <c:pt idx="354">
                  <c:v>46305</c:v>
                </c:pt>
                <c:pt idx="355">
                  <c:v>46306</c:v>
                </c:pt>
                <c:pt idx="356">
                  <c:v>46307</c:v>
                </c:pt>
                <c:pt idx="357">
                  <c:v>46308</c:v>
                </c:pt>
                <c:pt idx="358">
                  <c:v>46309</c:v>
                </c:pt>
                <c:pt idx="359">
                  <c:v>46310</c:v>
                </c:pt>
                <c:pt idx="360">
                  <c:v>46311</c:v>
                </c:pt>
                <c:pt idx="361">
                  <c:v>46312</c:v>
                </c:pt>
                <c:pt idx="362">
                  <c:v>46313</c:v>
                </c:pt>
                <c:pt idx="363">
                  <c:v>46314</c:v>
                </c:pt>
                <c:pt idx="364">
                  <c:v>46315</c:v>
                </c:pt>
                <c:pt idx="365">
                  <c:v>46316</c:v>
                </c:pt>
                <c:pt idx="366">
                  <c:v>46317</c:v>
                </c:pt>
              </c:numCache>
            </c:numRef>
          </c:cat>
          <c:val>
            <c:numRef>
              <c:f>Source!$AP$4:$AP$373</c:f>
              <c:numCache>
                <c:formatCode>General</c:formatCode>
                <c:ptCount val="370"/>
                <c:pt idx="0">
                  <c:v>3.4249999999999998</c:v>
                </c:pt>
                <c:pt idx="1">
                  <c:v>3.4260000000000002</c:v>
                </c:pt>
                <c:pt idx="2">
                  <c:v>3.4239999999999999</c:v>
                </c:pt>
                <c:pt idx="3">
                  <c:v>3.4220000000000002</c:v>
                </c:pt>
                <c:pt idx="4">
                  <c:v>3.4220000000000002</c:v>
                </c:pt>
                <c:pt idx="5">
                  <c:v>3.4220000000000002</c:v>
                </c:pt>
                <c:pt idx="6">
                  <c:v>3.4249999999999998</c:v>
                </c:pt>
                <c:pt idx="7">
                  <c:v>3.423</c:v>
                </c:pt>
                <c:pt idx="8">
                  <c:v>3.423</c:v>
                </c:pt>
                <c:pt idx="9">
                  <c:v>3.423</c:v>
                </c:pt>
                <c:pt idx="10">
                  <c:v>3.423</c:v>
                </c:pt>
                <c:pt idx="11">
                  <c:v>3.423</c:v>
                </c:pt>
                <c:pt idx="12">
                  <c:v>3.423</c:v>
                </c:pt>
                <c:pt idx="13">
                  <c:v>3.423</c:v>
                </c:pt>
                <c:pt idx="14">
                  <c:v>3.423</c:v>
                </c:pt>
                <c:pt idx="15">
                  <c:v>3.423</c:v>
                </c:pt>
                <c:pt idx="16">
                  <c:v>3.4279999999999999</c:v>
                </c:pt>
                <c:pt idx="17">
                  <c:v>3.4340000000000002</c:v>
                </c:pt>
                <c:pt idx="18">
                  <c:v>3.4340000000000002</c:v>
                </c:pt>
                <c:pt idx="19">
                  <c:v>3.4340000000000002</c:v>
                </c:pt>
                <c:pt idx="20">
                  <c:v>3.4390000000000001</c:v>
                </c:pt>
                <c:pt idx="21">
                  <c:v>3.4390000000000001</c:v>
                </c:pt>
                <c:pt idx="22">
                  <c:v>3.4390000000000001</c:v>
                </c:pt>
                <c:pt idx="23">
                  <c:v>3.4390000000000001</c:v>
                </c:pt>
                <c:pt idx="24">
                  <c:v>3.4390000000000001</c:v>
                </c:pt>
                <c:pt idx="25">
                  <c:v>3.4390000000000001</c:v>
                </c:pt>
                <c:pt idx="26">
                  <c:v>3.4390000000000001</c:v>
                </c:pt>
                <c:pt idx="27">
                  <c:v>3.4390000000000001</c:v>
                </c:pt>
                <c:pt idx="28">
                  <c:v>3.4390000000000001</c:v>
                </c:pt>
                <c:pt idx="29">
                  <c:v>3.4390000000000001</c:v>
                </c:pt>
                <c:pt idx="30">
                  <c:v>3.4359999999999999</c:v>
                </c:pt>
                <c:pt idx="31">
                  <c:v>3.4359999999999999</c:v>
                </c:pt>
                <c:pt idx="32">
                  <c:v>3.4359999999999999</c:v>
                </c:pt>
                <c:pt idx="33">
                  <c:v>3.4359999999999999</c:v>
                </c:pt>
                <c:pt idx="34">
                  <c:v>3.4359999999999999</c:v>
                </c:pt>
                <c:pt idx="35">
                  <c:v>3.4359999999999999</c:v>
                </c:pt>
                <c:pt idx="36">
                  <c:v>3.4359999999999999</c:v>
                </c:pt>
                <c:pt idx="37">
                  <c:v>3.4359999999999999</c:v>
                </c:pt>
                <c:pt idx="38">
                  <c:v>3.4359999999999999</c:v>
                </c:pt>
                <c:pt idx="39">
                  <c:v>3.4359999999999999</c:v>
                </c:pt>
                <c:pt idx="40">
                  <c:v>3.4359999999999999</c:v>
                </c:pt>
                <c:pt idx="41">
                  <c:v>3.4420000000000002</c:v>
                </c:pt>
                <c:pt idx="42">
                  <c:v>3.4420000000000002</c:v>
                </c:pt>
                <c:pt idx="43">
                  <c:v>3.4449999999999998</c:v>
                </c:pt>
                <c:pt idx="44">
                  <c:v>3.4449999999999998</c:v>
                </c:pt>
                <c:pt idx="45">
                  <c:v>3.464</c:v>
                </c:pt>
                <c:pt idx="46">
                  <c:v>3.464</c:v>
                </c:pt>
                <c:pt idx="47">
                  <c:v>3.464</c:v>
                </c:pt>
                <c:pt idx="48">
                  <c:v>3.4660000000000002</c:v>
                </c:pt>
                <c:pt idx="49">
                  <c:v>3.4660000000000002</c:v>
                </c:pt>
                <c:pt idx="50">
                  <c:v>3.4660000000000002</c:v>
                </c:pt>
                <c:pt idx="51">
                  <c:v>3.472</c:v>
                </c:pt>
                <c:pt idx="52">
                  <c:v>3.4740000000000002</c:v>
                </c:pt>
                <c:pt idx="53">
                  <c:v>3.4740000000000002</c:v>
                </c:pt>
                <c:pt idx="54">
                  <c:v>3.4740000000000002</c:v>
                </c:pt>
                <c:pt idx="55">
                  <c:v>3.4790000000000001</c:v>
                </c:pt>
                <c:pt idx="56">
                  <c:v>3.4849999999999999</c:v>
                </c:pt>
                <c:pt idx="57">
                  <c:v>3.4809999999999999</c:v>
                </c:pt>
                <c:pt idx="58">
                  <c:v>3.4860000000000002</c:v>
                </c:pt>
                <c:pt idx="59">
                  <c:v>3.492</c:v>
                </c:pt>
                <c:pt idx="60">
                  <c:v>3.492</c:v>
                </c:pt>
                <c:pt idx="61">
                  <c:v>3.492</c:v>
                </c:pt>
                <c:pt idx="62">
                  <c:v>3.492</c:v>
                </c:pt>
                <c:pt idx="63">
                  <c:v>3.492</c:v>
                </c:pt>
                <c:pt idx="64">
                  <c:v>3.492</c:v>
                </c:pt>
                <c:pt idx="65">
                  <c:v>3.4950000000000001</c:v>
                </c:pt>
                <c:pt idx="66">
                  <c:v>3.4950000000000001</c:v>
                </c:pt>
                <c:pt idx="67">
                  <c:v>3.4950000000000001</c:v>
                </c:pt>
                <c:pt idx="68">
                  <c:v>3.4950000000000001</c:v>
                </c:pt>
                <c:pt idx="69">
                  <c:v>3.4950000000000001</c:v>
                </c:pt>
                <c:pt idx="70">
                  <c:v>3.4950000000000001</c:v>
                </c:pt>
                <c:pt idx="71">
                  <c:v>3.4950000000000001</c:v>
                </c:pt>
                <c:pt idx="72">
                  <c:v>3.4950000000000001</c:v>
                </c:pt>
                <c:pt idx="73">
                  <c:v>3.4950000000000001</c:v>
                </c:pt>
                <c:pt idx="74">
                  <c:v>3.4950000000000001</c:v>
                </c:pt>
                <c:pt idx="75">
                  <c:v>3.4950000000000001</c:v>
                </c:pt>
                <c:pt idx="76">
                  <c:v>3.492</c:v>
                </c:pt>
                <c:pt idx="77">
                  <c:v>3.492</c:v>
                </c:pt>
                <c:pt idx="78">
                  <c:v>3.5310000000000001</c:v>
                </c:pt>
                <c:pt idx="79">
                  <c:v>3.6030000000000002</c:v>
                </c:pt>
                <c:pt idx="80">
                  <c:v>3.6219999999999999</c:v>
                </c:pt>
                <c:pt idx="81">
                  <c:v>3.6219999999999999</c:v>
                </c:pt>
                <c:pt idx="82">
                  <c:v>3.6219999999999999</c:v>
                </c:pt>
                <c:pt idx="83">
                  <c:v>3.6280000000000001</c:v>
                </c:pt>
                <c:pt idx="84">
                  <c:v>3.6280000000000001</c:v>
                </c:pt>
                <c:pt idx="85">
                  <c:v>3.65</c:v>
                </c:pt>
                <c:pt idx="86">
                  <c:v>3.6669999999999998</c:v>
                </c:pt>
                <c:pt idx="87">
                  <c:v>3.6749999999999998</c:v>
                </c:pt>
                <c:pt idx="88">
                  <c:v>3.6749999999999998</c:v>
                </c:pt>
                <c:pt idx="89">
                  <c:v>3.6749999999999998</c:v>
                </c:pt>
                <c:pt idx="90">
                  <c:v>3.75</c:v>
                </c:pt>
                <c:pt idx="91">
                  <c:v>3.669</c:v>
                </c:pt>
                <c:pt idx="92">
                  <c:v>3.6920000000000002</c:v>
                </c:pt>
                <c:pt idx="93">
                  <c:v>3.6970000000000001</c:v>
                </c:pt>
                <c:pt idx="94">
                  <c:v>3.7080000000000002</c:v>
                </c:pt>
                <c:pt idx="95">
                  <c:v>3.7080000000000002</c:v>
                </c:pt>
                <c:pt idx="96">
                  <c:v>3.7080000000000002</c:v>
                </c:pt>
                <c:pt idx="97">
                  <c:v>3.7029999999999998</c:v>
                </c:pt>
                <c:pt idx="98">
                  <c:v>3.7029999999999998</c:v>
                </c:pt>
                <c:pt idx="99">
                  <c:v>3.7029999999999998</c:v>
                </c:pt>
                <c:pt idx="100">
                  <c:v>3.7029999999999998</c:v>
                </c:pt>
                <c:pt idx="101">
                  <c:v>3.7029999999999998</c:v>
                </c:pt>
                <c:pt idx="102">
                  <c:v>3.7029999999999998</c:v>
                </c:pt>
                <c:pt idx="103">
                  <c:v>3.7029999999999998</c:v>
                </c:pt>
                <c:pt idx="104">
                  <c:v>3.7469999999999999</c:v>
                </c:pt>
                <c:pt idx="105">
                  <c:v>3.75</c:v>
                </c:pt>
                <c:pt idx="106">
                  <c:v>3.75</c:v>
                </c:pt>
                <c:pt idx="107">
                  <c:v>3.75</c:v>
                </c:pt>
                <c:pt idx="108">
                  <c:v>3.75</c:v>
                </c:pt>
                <c:pt idx="109">
                  <c:v>3.75</c:v>
                </c:pt>
                <c:pt idx="110">
                  <c:v>3.75</c:v>
                </c:pt>
                <c:pt idx="111">
                  <c:v>3.794</c:v>
                </c:pt>
                <c:pt idx="112">
                  <c:v>3.7970000000000002</c:v>
                </c:pt>
                <c:pt idx="113">
                  <c:v>3.8079999999999998</c:v>
                </c:pt>
                <c:pt idx="114">
                  <c:v>3.8079999999999998</c:v>
                </c:pt>
                <c:pt idx="115">
                  <c:v>3.8079999999999998</c:v>
                </c:pt>
                <c:pt idx="116">
                  <c:v>3.8079999999999998</c:v>
                </c:pt>
                <c:pt idx="117">
                  <c:v>3.8079999999999998</c:v>
                </c:pt>
                <c:pt idx="118">
                  <c:v>3.8079999999999998</c:v>
                </c:pt>
                <c:pt idx="119">
                  <c:v>3.8079999999999998</c:v>
                </c:pt>
                <c:pt idx="120">
                  <c:v>3.8079999999999998</c:v>
                </c:pt>
                <c:pt idx="121">
                  <c:v>3.8079999999999998</c:v>
                </c:pt>
                <c:pt idx="122">
                  <c:v>3.8079999999999998</c:v>
                </c:pt>
                <c:pt idx="123">
                  <c:v>3.8079999999999998</c:v>
                </c:pt>
                <c:pt idx="124">
                  <c:v>3.8079999999999998</c:v>
                </c:pt>
                <c:pt idx="125">
                  <c:v>3.8079999999999998</c:v>
                </c:pt>
                <c:pt idx="126">
                  <c:v>3.8079999999999998</c:v>
                </c:pt>
                <c:pt idx="127">
                  <c:v>3.8079999999999998</c:v>
                </c:pt>
                <c:pt idx="128">
                  <c:v>3.8119999999999998</c:v>
                </c:pt>
                <c:pt idx="129">
                  <c:v>3.8149999999999999</c:v>
                </c:pt>
                <c:pt idx="130">
                  <c:v>3.8149999999999999</c:v>
                </c:pt>
                <c:pt idx="131">
                  <c:v>3.8149999999999999</c:v>
                </c:pt>
                <c:pt idx="132">
                  <c:v>3.8450000000000002</c:v>
                </c:pt>
                <c:pt idx="133">
                  <c:v>3.8450000000000002</c:v>
                </c:pt>
                <c:pt idx="134">
                  <c:v>3.8450000000000002</c:v>
                </c:pt>
                <c:pt idx="135">
                  <c:v>3.847</c:v>
                </c:pt>
                <c:pt idx="136">
                  <c:v>3.847</c:v>
                </c:pt>
                <c:pt idx="137">
                  <c:v>3.847</c:v>
                </c:pt>
                <c:pt idx="138">
                  <c:v>3.847</c:v>
                </c:pt>
                <c:pt idx="139">
                  <c:v>3.8690000000000002</c:v>
                </c:pt>
                <c:pt idx="140">
                  <c:v>3.8690000000000002</c:v>
                </c:pt>
                <c:pt idx="141">
                  <c:v>3.9390000000000001</c:v>
                </c:pt>
                <c:pt idx="142">
                  <c:v>4.0609999999999999</c:v>
                </c:pt>
                <c:pt idx="143">
                  <c:v>4.0750000000000002</c:v>
                </c:pt>
                <c:pt idx="144">
                  <c:v>4.0750000000000002</c:v>
                </c:pt>
                <c:pt idx="145">
                  <c:v>4.0750000000000002</c:v>
                </c:pt>
                <c:pt idx="146">
                  <c:v>4.0730000000000004</c:v>
                </c:pt>
                <c:pt idx="147">
                  <c:v>4.0730000000000004</c:v>
                </c:pt>
                <c:pt idx="148">
                  <c:v>4.0730000000000004</c:v>
                </c:pt>
                <c:pt idx="149">
                  <c:v>4.0730000000000004</c:v>
                </c:pt>
                <c:pt idx="150">
                  <c:v>4.0780000000000003</c:v>
                </c:pt>
                <c:pt idx="151">
                  <c:v>4.0780000000000003</c:v>
                </c:pt>
                <c:pt idx="152">
                  <c:v>4.0780000000000003</c:v>
                </c:pt>
                <c:pt idx="153">
                  <c:v>4.0890000000000004</c:v>
                </c:pt>
                <c:pt idx="154">
                  <c:v>4.0919999999999996</c:v>
                </c:pt>
                <c:pt idx="155">
                  <c:v>4.0919999999999996</c:v>
                </c:pt>
                <c:pt idx="156">
                  <c:v>4.117</c:v>
                </c:pt>
                <c:pt idx="157">
                  <c:v>4.117</c:v>
                </c:pt>
                <c:pt idx="158">
                  <c:v>4.117</c:v>
                </c:pt>
                <c:pt idx="159">
                  <c:v>4.117</c:v>
                </c:pt>
                <c:pt idx="160">
                  <c:v>4.117</c:v>
                </c:pt>
                <c:pt idx="161">
                  <c:v>4.117</c:v>
                </c:pt>
                <c:pt idx="162">
                  <c:v>4.117</c:v>
                </c:pt>
                <c:pt idx="163">
                  <c:v>4.117</c:v>
                </c:pt>
                <c:pt idx="164">
                  <c:v>4.1219999999999999</c:v>
                </c:pt>
                <c:pt idx="165">
                  <c:v>4.1219999999999999</c:v>
                </c:pt>
                <c:pt idx="166">
                  <c:v>4.1219999999999999</c:v>
                </c:pt>
                <c:pt idx="167">
                  <c:v>4.1219999999999999</c:v>
                </c:pt>
                <c:pt idx="168">
                  <c:v>4.1219999999999999</c:v>
                </c:pt>
                <c:pt idx="169">
                  <c:v>4.1260000000000003</c:v>
                </c:pt>
                <c:pt idx="170">
                  <c:v>4.1289999999999996</c:v>
                </c:pt>
                <c:pt idx="171">
                  <c:v>4.1280000000000001</c:v>
                </c:pt>
                <c:pt idx="172">
                  <c:v>4.1280000000000001</c:v>
                </c:pt>
                <c:pt idx="173">
                  <c:v>4.1280000000000001</c:v>
                </c:pt>
                <c:pt idx="174">
                  <c:v>4.1280000000000001</c:v>
                </c:pt>
                <c:pt idx="175">
                  <c:v>4.125</c:v>
                </c:pt>
                <c:pt idx="176">
                  <c:v>4.1219999999999999</c:v>
                </c:pt>
                <c:pt idx="177">
                  <c:v>4.125</c:v>
                </c:pt>
                <c:pt idx="178">
                  <c:v>4.125</c:v>
                </c:pt>
                <c:pt idx="179">
                  <c:v>4.125</c:v>
                </c:pt>
                <c:pt idx="180">
                  <c:v>4.125</c:v>
                </c:pt>
                <c:pt idx="181">
                  <c:v>4.1310000000000002</c:v>
                </c:pt>
                <c:pt idx="182">
                  <c:v>4.133</c:v>
                </c:pt>
                <c:pt idx="183">
                  <c:v>4.133</c:v>
                </c:pt>
                <c:pt idx="184">
                  <c:v>4.13</c:v>
                </c:pt>
                <c:pt idx="185">
                  <c:v>4.13</c:v>
                </c:pt>
                <c:pt idx="186">
                  <c:v>4.13</c:v>
                </c:pt>
                <c:pt idx="187">
                  <c:v>4.13</c:v>
                </c:pt>
                <c:pt idx="188">
                  <c:v>4.13</c:v>
                </c:pt>
                <c:pt idx="189">
                  <c:v>4.13</c:v>
                </c:pt>
                <c:pt idx="190">
                  <c:v>4.13</c:v>
                </c:pt>
                <c:pt idx="191">
                  <c:v>4.13</c:v>
                </c:pt>
                <c:pt idx="192">
                  <c:v>4.13</c:v>
                </c:pt>
                <c:pt idx="193">
                  <c:v>4.13</c:v>
                </c:pt>
                <c:pt idx="194">
                  <c:v>4.13</c:v>
                </c:pt>
                <c:pt idx="195">
                  <c:v>4.13</c:v>
                </c:pt>
                <c:pt idx="196">
                  <c:v>4.1289999999999996</c:v>
                </c:pt>
                <c:pt idx="197">
                  <c:v>4.1289999999999996</c:v>
                </c:pt>
                <c:pt idx="198">
                  <c:v>4.1289999999999996</c:v>
                </c:pt>
                <c:pt idx="199">
                  <c:v>4.1289999999999996</c:v>
                </c:pt>
                <c:pt idx="200">
                  <c:v>4.1289999999999996</c:v>
                </c:pt>
                <c:pt idx="201">
                  <c:v>4.1289999999999996</c:v>
                </c:pt>
                <c:pt idx="202">
                  <c:v>4.1289999999999996</c:v>
                </c:pt>
                <c:pt idx="203">
                  <c:v>4.1289999999999996</c:v>
                </c:pt>
                <c:pt idx="204">
                  <c:v>4.1289999999999996</c:v>
                </c:pt>
                <c:pt idx="205">
                  <c:v>4.1319999999999997</c:v>
                </c:pt>
                <c:pt idx="206">
                  <c:v>4.1319999999999997</c:v>
                </c:pt>
                <c:pt idx="207">
                  <c:v>4.1319999999999997</c:v>
                </c:pt>
                <c:pt idx="208">
                  <c:v>4.1319999999999997</c:v>
                </c:pt>
                <c:pt idx="209">
                  <c:v>4.1319999999999997</c:v>
                </c:pt>
                <c:pt idx="210">
                  <c:v>4.1319999999999997</c:v>
                </c:pt>
                <c:pt idx="211">
                  <c:v>4.133</c:v>
                </c:pt>
                <c:pt idx="212">
                  <c:v>4.133</c:v>
                </c:pt>
                <c:pt idx="213">
                  <c:v>4.133</c:v>
                </c:pt>
                <c:pt idx="214">
                  <c:v>4.133</c:v>
                </c:pt>
                <c:pt idx="215">
                  <c:v>4.133</c:v>
                </c:pt>
                <c:pt idx="216">
                  <c:v>4.133</c:v>
                </c:pt>
                <c:pt idx="217">
                  <c:v>4.133</c:v>
                </c:pt>
                <c:pt idx="218">
                  <c:v>4.1360000000000001</c:v>
                </c:pt>
                <c:pt idx="219">
                  <c:v>4.1580000000000004</c:v>
                </c:pt>
                <c:pt idx="220">
                  <c:v>4.1719999999999997</c:v>
                </c:pt>
                <c:pt idx="221">
                  <c:v>4.1719999999999997</c:v>
                </c:pt>
                <c:pt idx="222">
                  <c:v>4.1719999999999997</c:v>
                </c:pt>
                <c:pt idx="223">
                  <c:v>4.1719999999999997</c:v>
                </c:pt>
                <c:pt idx="224">
                  <c:v>4.1719999999999997</c:v>
                </c:pt>
                <c:pt idx="225">
                  <c:v>4.1719999999999997</c:v>
                </c:pt>
                <c:pt idx="226">
                  <c:v>4.1740000000000004</c:v>
                </c:pt>
                <c:pt idx="227">
                  <c:v>4.1740000000000004</c:v>
                </c:pt>
                <c:pt idx="228">
                  <c:v>4.1740000000000004</c:v>
                </c:pt>
                <c:pt idx="229">
                  <c:v>4.1740000000000004</c:v>
                </c:pt>
                <c:pt idx="230">
                  <c:v>4.1740000000000004</c:v>
                </c:pt>
                <c:pt idx="231">
                  <c:v>4.1740000000000004</c:v>
                </c:pt>
                <c:pt idx="232">
                  <c:v>4.1790000000000003</c:v>
                </c:pt>
                <c:pt idx="233">
                  <c:v>4.1929999999999996</c:v>
                </c:pt>
                <c:pt idx="234">
                  <c:v>4.1929999999999996</c:v>
                </c:pt>
                <c:pt idx="235">
                  <c:v>4.1929999999999996</c:v>
                </c:pt>
                <c:pt idx="236">
                  <c:v>4.1929999999999996</c:v>
                </c:pt>
                <c:pt idx="237">
                  <c:v>4.1929999999999996</c:v>
                </c:pt>
                <c:pt idx="238">
                  <c:v>4.1989999999999998</c:v>
                </c:pt>
                <c:pt idx="239">
                  <c:v>4.1989999999999998</c:v>
                </c:pt>
                <c:pt idx="240">
                  <c:v>4.2350000000000003</c:v>
                </c:pt>
                <c:pt idx="241">
                  <c:v>4.2460000000000004</c:v>
                </c:pt>
                <c:pt idx="242">
                  <c:v>4.2460000000000004</c:v>
                </c:pt>
                <c:pt idx="243">
                  <c:v>4.2460000000000004</c:v>
                </c:pt>
                <c:pt idx="244">
                  <c:v>4.2460000000000004</c:v>
                </c:pt>
                <c:pt idx="245">
                  <c:v>4.2460000000000004</c:v>
                </c:pt>
                <c:pt idx="246">
                  <c:v>4.2460000000000004</c:v>
                </c:pt>
                <c:pt idx="247">
                  <c:v>4.2460000000000004</c:v>
                </c:pt>
                <c:pt idx="248">
                  <c:v>4.2469999999999999</c:v>
                </c:pt>
                <c:pt idx="249">
                  <c:v>4.2469999999999999</c:v>
                </c:pt>
                <c:pt idx="250">
                  <c:v>4.2469999999999999</c:v>
                </c:pt>
                <c:pt idx="251">
                  <c:v>4.2469999999999999</c:v>
                </c:pt>
                <c:pt idx="252">
                  <c:v>4.2560000000000002</c:v>
                </c:pt>
                <c:pt idx="253">
                  <c:v>4.2610000000000001</c:v>
                </c:pt>
                <c:pt idx="254">
                  <c:v>4.258</c:v>
                </c:pt>
                <c:pt idx="255">
                  <c:v>4.258</c:v>
                </c:pt>
                <c:pt idx="256">
                  <c:v>4.258</c:v>
                </c:pt>
                <c:pt idx="257">
                  <c:v>4.258</c:v>
                </c:pt>
                <c:pt idx="258">
                  <c:v>4.258</c:v>
                </c:pt>
                <c:pt idx="259">
                  <c:v>4.258</c:v>
                </c:pt>
                <c:pt idx="260">
                  <c:v>4.2590000000000003</c:v>
                </c:pt>
                <c:pt idx="261">
                  <c:v>4.2640000000000002</c:v>
                </c:pt>
                <c:pt idx="262">
                  <c:v>4.2640000000000002</c:v>
                </c:pt>
                <c:pt idx="263">
                  <c:v>4.2640000000000002</c:v>
                </c:pt>
                <c:pt idx="264">
                  <c:v>4.2640000000000002</c:v>
                </c:pt>
                <c:pt idx="265">
                  <c:v>4.266</c:v>
                </c:pt>
                <c:pt idx="266">
                  <c:v>4.266</c:v>
                </c:pt>
                <c:pt idx="267">
                  <c:v>4.266</c:v>
                </c:pt>
                <c:pt idx="268">
                  <c:v>4.2679999999999998</c:v>
                </c:pt>
                <c:pt idx="269">
                  <c:v>4.2670000000000003</c:v>
                </c:pt>
                <c:pt idx="270">
                  <c:v>4.2670000000000003</c:v>
                </c:pt>
                <c:pt idx="271">
                  <c:v>4.2670000000000003</c:v>
                </c:pt>
                <c:pt idx="272">
                  <c:v>4.266</c:v>
                </c:pt>
                <c:pt idx="273">
                  <c:v>4.2690000000000001</c:v>
                </c:pt>
                <c:pt idx="274">
                  <c:v>4.2699999999999996</c:v>
                </c:pt>
                <c:pt idx="275">
                  <c:v>4.2690000000000001</c:v>
                </c:pt>
                <c:pt idx="276">
                  <c:v>4.2699999999999996</c:v>
                </c:pt>
                <c:pt idx="277">
                  <c:v>4.2699999999999996</c:v>
                </c:pt>
                <c:pt idx="278">
                  <c:v>4.2699999999999996</c:v>
                </c:pt>
                <c:pt idx="279">
                  <c:v>4.2690000000000001</c:v>
                </c:pt>
                <c:pt idx="280">
                  <c:v>4.2690000000000001</c:v>
                </c:pt>
                <c:pt idx="281">
                  <c:v>4.2720000000000002</c:v>
                </c:pt>
                <c:pt idx="282">
                  <c:v>4.2690000000000001</c:v>
                </c:pt>
                <c:pt idx="283">
                  <c:v>4.2690000000000001</c:v>
                </c:pt>
                <c:pt idx="284">
                  <c:v>4.2690000000000001</c:v>
                </c:pt>
                <c:pt idx="285">
                  <c:v>4.2690000000000001</c:v>
                </c:pt>
                <c:pt idx="286">
                  <c:v>4.2709999999999999</c:v>
                </c:pt>
                <c:pt idx="287">
                  <c:v>4.2789999999999999</c:v>
                </c:pt>
                <c:pt idx="288">
                  <c:v>4.2789999999999999</c:v>
                </c:pt>
                <c:pt idx="289">
                  <c:v>4.2859999999999996</c:v>
                </c:pt>
                <c:pt idx="290">
                  <c:v>4.2930000000000001</c:v>
                </c:pt>
                <c:pt idx="291">
                  <c:v>4.2930000000000001</c:v>
                </c:pt>
                <c:pt idx="292">
                  <c:v>4.2930000000000001</c:v>
                </c:pt>
                <c:pt idx="293">
                  <c:v>4.2949999999999999</c:v>
                </c:pt>
                <c:pt idx="294">
                  <c:v>4.298</c:v>
                </c:pt>
                <c:pt idx="295">
                  <c:v>4.298</c:v>
                </c:pt>
                <c:pt idx="296">
                  <c:v>4.306</c:v>
                </c:pt>
                <c:pt idx="297">
                  <c:v>4.3029999999999999</c:v>
                </c:pt>
                <c:pt idx="298">
                  <c:v>4.3029999999999999</c:v>
                </c:pt>
                <c:pt idx="299">
                  <c:v>4.3029999999999999</c:v>
                </c:pt>
                <c:pt idx="300">
                  <c:v>4.3109999999999999</c:v>
                </c:pt>
                <c:pt idx="301">
                  <c:v>4.3090000000000002</c:v>
                </c:pt>
                <c:pt idx="302">
                  <c:v>4.3099999999999996</c:v>
                </c:pt>
                <c:pt idx="303">
                  <c:v>4.3090000000000002</c:v>
                </c:pt>
                <c:pt idx="304">
                  <c:v>4.3090000000000002</c:v>
                </c:pt>
                <c:pt idx="305">
                  <c:v>4.3090000000000002</c:v>
                </c:pt>
                <c:pt idx="306">
                  <c:v>4.3090000000000002</c:v>
                </c:pt>
                <c:pt idx="307">
                  <c:v>4.3140000000000001</c:v>
                </c:pt>
                <c:pt idx="308">
                  <c:v>4.3170000000000002</c:v>
                </c:pt>
                <c:pt idx="309">
                  <c:v>4.3170000000000002</c:v>
                </c:pt>
                <c:pt idx="310">
                  <c:v>4.3170000000000002</c:v>
                </c:pt>
                <c:pt idx="311">
                  <c:v>4.319</c:v>
                </c:pt>
                <c:pt idx="312">
                  <c:v>4.319</c:v>
                </c:pt>
                <c:pt idx="313">
                  <c:v>4.319</c:v>
                </c:pt>
                <c:pt idx="314">
                  <c:v>4.319</c:v>
                </c:pt>
                <c:pt idx="315">
                  <c:v>4.319</c:v>
                </c:pt>
                <c:pt idx="316">
                  <c:v>4.319</c:v>
                </c:pt>
                <c:pt idx="317">
                  <c:v>4.319</c:v>
                </c:pt>
                <c:pt idx="318">
                  <c:v>4.3259999999999996</c:v>
                </c:pt>
                <c:pt idx="319">
                  <c:v>4.3259999999999996</c:v>
                </c:pt>
                <c:pt idx="320">
                  <c:v>4.3259999999999996</c:v>
                </c:pt>
                <c:pt idx="321">
                  <c:v>4.3239999999999998</c:v>
                </c:pt>
                <c:pt idx="322">
                  <c:v>4.3259999999999996</c:v>
                </c:pt>
                <c:pt idx="323">
                  <c:v>4.3239999999999998</c:v>
                </c:pt>
                <c:pt idx="324">
                  <c:v>4.3289999999999997</c:v>
                </c:pt>
                <c:pt idx="325">
                  <c:v>4.3319999999999999</c:v>
                </c:pt>
                <c:pt idx="326">
                  <c:v>4.3319999999999999</c:v>
                </c:pt>
                <c:pt idx="327">
                  <c:v>4.3319999999999999</c:v>
                </c:pt>
                <c:pt idx="328">
                  <c:v>4.3360000000000003</c:v>
                </c:pt>
                <c:pt idx="329">
                  <c:v>4.335</c:v>
                </c:pt>
                <c:pt idx="330">
                  <c:v>4.3339999999999996</c:v>
                </c:pt>
                <c:pt idx="331">
                  <c:v>4.3360000000000003</c:v>
                </c:pt>
                <c:pt idx="332">
                  <c:v>4.3339999999999996</c:v>
                </c:pt>
                <c:pt idx="333">
                  <c:v>4.3339999999999996</c:v>
                </c:pt>
                <c:pt idx="334">
                  <c:v>4.3339999999999996</c:v>
                </c:pt>
                <c:pt idx="335">
                  <c:v>4.3360000000000003</c:v>
                </c:pt>
                <c:pt idx="336">
                  <c:v>4.3360000000000003</c:v>
                </c:pt>
                <c:pt idx="337">
                  <c:v>4.3339999999999996</c:v>
                </c:pt>
                <c:pt idx="338">
                  <c:v>4.3339999999999996</c:v>
                </c:pt>
                <c:pt idx="339">
                  <c:v>4.3339999999999996</c:v>
                </c:pt>
                <c:pt idx="340">
                  <c:v>4.3339999999999996</c:v>
                </c:pt>
                <c:pt idx="341">
                  <c:v>4.3339999999999996</c:v>
                </c:pt>
                <c:pt idx="342">
                  <c:v>4.3339999999999996</c:v>
                </c:pt>
                <c:pt idx="343">
                  <c:v>4.3339999999999996</c:v>
                </c:pt>
                <c:pt idx="344">
                  <c:v>4.3339999999999996</c:v>
                </c:pt>
                <c:pt idx="345">
                  <c:v>4.3339999999999996</c:v>
                </c:pt>
                <c:pt idx="346">
                  <c:v>4.3390000000000004</c:v>
                </c:pt>
                <c:pt idx="347">
                  <c:v>4.3390000000000004</c:v>
                </c:pt>
                <c:pt idx="348">
                  <c:v>4.3390000000000004</c:v>
                </c:pt>
                <c:pt idx="349">
                  <c:v>4.3380000000000001</c:v>
                </c:pt>
                <c:pt idx="350">
                  <c:v>4.3360000000000003</c:v>
                </c:pt>
                <c:pt idx="351">
                  <c:v>4.3380000000000001</c:v>
                </c:pt>
                <c:pt idx="352">
                  <c:v>4.3380000000000001</c:v>
                </c:pt>
                <c:pt idx="353">
                  <c:v>4.3380000000000001</c:v>
                </c:pt>
                <c:pt idx="354">
                  <c:v>4.3380000000000001</c:v>
                </c:pt>
                <c:pt idx="355">
                  <c:v>4.3380000000000001</c:v>
                </c:pt>
                <c:pt idx="356">
                  <c:v>4.3390000000000004</c:v>
                </c:pt>
                <c:pt idx="357">
                  <c:v>4.3380000000000001</c:v>
                </c:pt>
                <c:pt idx="358">
                  <c:v>4.3390000000000004</c:v>
                </c:pt>
                <c:pt idx="359">
                  <c:v>4.3380000000000001</c:v>
                </c:pt>
                <c:pt idx="360">
                  <c:v>4.3380000000000001</c:v>
                </c:pt>
                <c:pt idx="361">
                  <c:v>4.3380000000000001</c:v>
                </c:pt>
                <c:pt idx="362">
                  <c:v>4.3380000000000001</c:v>
                </c:pt>
                <c:pt idx="363">
                  <c:v>4.3390000000000004</c:v>
                </c:pt>
                <c:pt idx="364">
                  <c:v>4.3380000000000001</c:v>
                </c:pt>
                <c:pt idx="365">
                  <c:v>4.3390000000000004</c:v>
                </c:pt>
                <c:pt idx="366">
                  <c:v>4.3380000000000001</c:v>
                </c:pt>
              </c:numCache>
            </c:numRef>
          </c:val>
          <c:smooth val="1"/>
          <c:extLst>
            <c:ext xmlns:c16="http://schemas.microsoft.com/office/drawing/2014/chart" uri="{C3380CC4-5D6E-409C-BE32-E72D297353CC}">
              <c16:uniqueId val="{00000002-FB17-4A31-97F2-606CAB86D6DD}"/>
            </c:ext>
          </c:extLst>
        </c:ser>
        <c:ser>
          <c:idx val="5"/>
          <c:order val="3"/>
          <c:tx>
            <c:strRef>
              <c:f>Source!$AQ$2</c:f>
              <c:strCache>
                <c:ptCount val="1"/>
                <c:pt idx="0">
                  <c:v>10Y</c:v>
                </c:pt>
              </c:strCache>
            </c:strRef>
          </c:tx>
          <c:spPr>
            <a:ln w="28575" cap="rnd" cmpd="sng" algn="ctr">
              <a:solidFill>
                <a:schemeClr val="tx2"/>
              </a:solidFill>
              <a:prstDash val="solid"/>
              <a:round/>
            </a:ln>
            <a:effectLst/>
          </c:spPr>
          <c:marker>
            <c:symbol val="none"/>
          </c:marker>
          <c:cat>
            <c:numRef>
              <c:f>Source!$AH$4:$AH$373</c:f>
              <c:numCache>
                <c:formatCode>m/d/yyyy</c:formatCode>
                <c:ptCount val="370"/>
                <c:pt idx="0">
                  <c:v>45951</c:v>
                </c:pt>
                <c:pt idx="1">
                  <c:v>45952</c:v>
                </c:pt>
                <c:pt idx="2">
                  <c:v>45953</c:v>
                </c:pt>
                <c:pt idx="3">
                  <c:v>45954</c:v>
                </c:pt>
                <c:pt idx="4">
                  <c:v>45955</c:v>
                </c:pt>
                <c:pt idx="5">
                  <c:v>45956</c:v>
                </c:pt>
                <c:pt idx="6">
                  <c:v>45957</c:v>
                </c:pt>
                <c:pt idx="7">
                  <c:v>45958</c:v>
                </c:pt>
                <c:pt idx="8">
                  <c:v>45959</c:v>
                </c:pt>
                <c:pt idx="9">
                  <c:v>45960</c:v>
                </c:pt>
                <c:pt idx="10">
                  <c:v>45961</c:v>
                </c:pt>
                <c:pt idx="11">
                  <c:v>45962</c:v>
                </c:pt>
                <c:pt idx="12">
                  <c:v>45963</c:v>
                </c:pt>
                <c:pt idx="13">
                  <c:v>45964</c:v>
                </c:pt>
                <c:pt idx="14">
                  <c:v>45965</c:v>
                </c:pt>
                <c:pt idx="15">
                  <c:v>45966</c:v>
                </c:pt>
                <c:pt idx="16">
                  <c:v>45967</c:v>
                </c:pt>
                <c:pt idx="17">
                  <c:v>45968</c:v>
                </c:pt>
                <c:pt idx="18">
                  <c:v>45969</c:v>
                </c:pt>
                <c:pt idx="19">
                  <c:v>45970</c:v>
                </c:pt>
                <c:pt idx="20">
                  <c:v>45971</c:v>
                </c:pt>
                <c:pt idx="21">
                  <c:v>45972</c:v>
                </c:pt>
                <c:pt idx="22">
                  <c:v>45973</c:v>
                </c:pt>
                <c:pt idx="23">
                  <c:v>45974</c:v>
                </c:pt>
                <c:pt idx="24">
                  <c:v>45975</c:v>
                </c:pt>
                <c:pt idx="25">
                  <c:v>45976</c:v>
                </c:pt>
                <c:pt idx="26">
                  <c:v>45977</c:v>
                </c:pt>
                <c:pt idx="27">
                  <c:v>45978</c:v>
                </c:pt>
                <c:pt idx="28">
                  <c:v>45979</c:v>
                </c:pt>
                <c:pt idx="29">
                  <c:v>45980</c:v>
                </c:pt>
                <c:pt idx="30">
                  <c:v>45981</c:v>
                </c:pt>
                <c:pt idx="31">
                  <c:v>45982</c:v>
                </c:pt>
                <c:pt idx="32">
                  <c:v>45983</c:v>
                </c:pt>
                <c:pt idx="33">
                  <c:v>45984</c:v>
                </c:pt>
                <c:pt idx="34">
                  <c:v>45985</c:v>
                </c:pt>
                <c:pt idx="35">
                  <c:v>45986</c:v>
                </c:pt>
                <c:pt idx="36">
                  <c:v>45987</c:v>
                </c:pt>
                <c:pt idx="37">
                  <c:v>45988</c:v>
                </c:pt>
                <c:pt idx="38">
                  <c:v>45989</c:v>
                </c:pt>
                <c:pt idx="39">
                  <c:v>45990</c:v>
                </c:pt>
                <c:pt idx="40">
                  <c:v>45991</c:v>
                </c:pt>
                <c:pt idx="41">
                  <c:v>45992</c:v>
                </c:pt>
                <c:pt idx="42">
                  <c:v>45993</c:v>
                </c:pt>
                <c:pt idx="43">
                  <c:v>45994</c:v>
                </c:pt>
                <c:pt idx="44">
                  <c:v>45995</c:v>
                </c:pt>
                <c:pt idx="45">
                  <c:v>45996</c:v>
                </c:pt>
                <c:pt idx="46">
                  <c:v>45997</c:v>
                </c:pt>
                <c:pt idx="47">
                  <c:v>45998</c:v>
                </c:pt>
                <c:pt idx="48">
                  <c:v>45999</c:v>
                </c:pt>
                <c:pt idx="49">
                  <c:v>46000</c:v>
                </c:pt>
                <c:pt idx="50">
                  <c:v>46001</c:v>
                </c:pt>
                <c:pt idx="51">
                  <c:v>46002</c:v>
                </c:pt>
                <c:pt idx="52">
                  <c:v>46003</c:v>
                </c:pt>
                <c:pt idx="53">
                  <c:v>46004</c:v>
                </c:pt>
                <c:pt idx="54">
                  <c:v>46005</c:v>
                </c:pt>
                <c:pt idx="55">
                  <c:v>46006</c:v>
                </c:pt>
                <c:pt idx="56">
                  <c:v>46007</c:v>
                </c:pt>
                <c:pt idx="57">
                  <c:v>46008</c:v>
                </c:pt>
                <c:pt idx="58">
                  <c:v>46009</c:v>
                </c:pt>
                <c:pt idx="59">
                  <c:v>46010</c:v>
                </c:pt>
                <c:pt idx="60">
                  <c:v>46011</c:v>
                </c:pt>
                <c:pt idx="61">
                  <c:v>46012</c:v>
                </c:pt>
                <c:pt idx="62">
                  <c:v>46013</c:v>
                </c:pt>
                <c:pt idx="63">
                  <c:v>46014</c:v>
                </c:pt>
                <c:pt idx="64">
                  <c:v>46015</c:v>
                </c:pt>
                <c:pt idx="65">
                  <c:v>46016</c:v>
                </c:pt>
                <c:pt idx="66">
                  <c:v>46017</c:v>
                </c:pt>
                <c:pt idx="67">
                  <c:v>46018</c:v>
                </c:pt>
                <c:pt idx="68">
                  <c:v>46019</c:v>
                </c:pt>
                <c:pt idx="69">
                  <c:v>46020</c:v>
                </c:pt>
                <c:pt idx="70">
                  <c:v>46021</c:v>
                </c:pt>
                <c:pt idx="71">
                  <c:v>46022</c:v>
                </c:pt>
                <c:pt idx="72">
                  <c:v>46023</c:v>
                </c:pt>
                <c:pt idx="73">
                  <c:v>46024</c:v>
                </c:pt>
                <c:pt idx="74">
                  <c:v>46025</c:v>
                </c:pt>
                <c:pt idx="75">
                  <c:v>46026</c:v>
                </c:pt>
                <c:pt idx="76">
                  <c:v>46027</c:v>
                </c:pt>
                <c:pt idx="77">
                  <c:v>46028</c:v>
                </c:pt>
                <c:pt idx="78">
                  <c:v>46029</c:v>
                </c:pt>
                <c:pt idx="79">
                  <c:v>46030</c:v>
                </c:pt>
                <c:pt idx="80">
                  <c:v>46031</c:v>
                </c:pt>
                <c:pt idx="81">
                  <c:v>46032</c:v>
                </c:pt>
                <c:pt idx="82">
                  <c:v>46033</c:v>
                </c:pt>
                <c:pt idx="83">
                  <c:v>46034</c:v>
                </c:pt>
                <c:pt idx="84">
                  <c:v>46035</c:v>
                </c:pt>
                <c:pt idx="85">
                  <c:v>46036</c:v>
                </c:pt>
                <c:pt idx="86">
                  <c:v>46037</c:v>
                </c:pt>
                <c:pt idx="87">
                  <c:v>46038</c:v>
                </c:pt>
                <c:pt idx="88">
                  <c:v>46039</c:v>
                </c:pt>
                <c:pt idx="89">
                  <c:v>46040</c:v>
                </c:pt>
                <c:pt idx="90">
                  <c:v>46041</c:v>
                </c:pt>
                <c:pt idx="91">
                  <c:v>46042</c:v>
                </c:pt>
                <c:pt idx="92">
                  <c:v>46043</c:v>
                </c:pt>
                <c:pt idx="93">
                  <c:v>46044</c:v>
                </c:pt>
                <c:pt idx="94">
                  <c:v>46045</c:v>
                </c:pt>
                <c:pt idx="95">
                  <c:v>46046</c:v>
                </c:pt>
                <c:pt idx="96">
                  <c:v>46047</c:v>
                </c:pt>
                <c:pt idx="97">
                  <c:v>46048</c:v>
                </c:pt>
                <c:pt idx="98">
                  <c:v>46049</c:v>
                </c:pt>
                <c:pt idx="99">
                  <c:v>46050</c:v>
                </c:pt>
                <c:pt idx="100">
                  <c:v>46051</c:v>
                </c:pt>
                <c:pt idx="101">
                  <c:v>46052</c:v>
                </c:pt>
                <c:pt idx="102">
                  <c:v>46053</c:v>
                </c:pt>
                <c:pt idx="103">
                  <c:v>46054</c:v>
                </c:pt>
                <c:pt idx="104">
                  <c:v>46055</c:v>
                </c:pt>
                <c:pt idx="105">
                  <c:v>46056</c:v>
                </c:pt>
                <c:pt idx="106">
                  <c:v>46057</c:v>
                </c:pt>
                <c:pt idx="107">
                  <c:v>46058</c:v>
                </c:pt>
                <c:pt idx="108">
                  <c:v>46059</c:v>
                </c:pt>
                <c:pt idx="109">
                  <c:v>46060</c:v>
                </c:pt>
                <c:pt idx="110">
                  <c:v>46061</c:v>
                </c:pt>
                <c:pt idx="111">
                  <c:v>46062</c:v>
                </c:pt>
                <c:pt idx="112">
                  <c:v>46063</c:v>
                </c:pt>
                <c:pt idx="113">
                  <c:v>46064</c:v>
                </c:pt>
                <c:pt idx="114">
                  <c:v>46065</c:v>
                </c:pt>
                <c:pt idx="115">
                  <c:v>46066</c:v>
                </c:pt>
                <c:pt idx="116">
                  <c:v>46067</c:v>
                </c:pt>
                <c:pt idx="117">
                  <c:v>46068</c:v>
                </c:pt>
                <c:pt idx="118">
                  <c:v>46069</c:v>
                </c:pt>
                <c:pt idx="119">
                  <c:v>46070</c:v>
                </c:pt>
                <c:pt idx="120">
                  <c:v>46071</c:v>
                </c:pt>
                <c:pt idx="121">
                  <c:v>46072</c:v>
                </c:pt>
                <c:pt idx="122">
                  <c:v>46073</c:v>
                </c:pt>
                <c:pt idx="123">
                  <c:v>46074</c:v>
                </c:pt>
                <c:pt idx="124">
                  <c:v>46075</c:v>
                </c:pt>
                <c:pt idx="125">
                  <c:v>46076</c:v>
                </c:pt>
                <c:pt idx="126">
                  <c:v>46077</c:v>
                </c:pt>
                <c:pt idx="127">
                  <c:v>46078</c:v>
                </c:pt>
                <c:pt idx="128">
                  <c:v>46079</c:v>
                </c:pt>
                <c:pt idx="129">
                  <c:v>46080</c:v>
                </c:pt>
                <c:pt idx="130">
                  <c:v>46081</c:v>
                </c:pt>
                <c:pt idx="131">
                  <c:v>46082</c:v>
                </c:pt>
                <c:pt idx="132">
                  <c:v>46083</c:v>
                </c:pt>
                <c:pt idx="133">
                  <c:v>46084</c:v>
                </c:pt>
                <c:pt idx="134">
                  <c:v>46085</c:v>
                </c:pt>
                <c:pt idx="135">
                  <c:v>46086</c:v>
                </c:pt>
                <c:pt idx="136">
                  <c:v>46087</c:v>
                </c:pt>
                <c:pt idx="137">
                  <c:v>46088</c:v>
                </c:pt>
                <c:pt idx="138">
                  <c:v>46089</c:v>
                </c:pt>
                <c:pt idx="139">
                  <c:v>46090</c:v>
                </c:pt>
                <c:pt idx="140">
                  <c:v>46091</c:v>
                </c:pt>
                <c:pt idx="141">
                  <c:v>46092</c:v>
                </c:pt>
                <c:pt idx="142">
                  <c:v>46093</c:v>
                </c:pt>
                <c:pt idx="143">
                  <c:v>46094</c:v>
                </c:pt>
                <c:pt idx="144">
                  <c:v>46095</c:v>
                </c:pt>
                <c:pt idx="145">
                  <c:v>46096</c:v>
                </c:pt>
                <c:pt idx="146">
                  <c:v>46097</c:v>
                </c:pt>
                <c:pt idx="147">
                  <c:v>46098</c:v>
                </c:pt>
                <c:pt idx="148">
                  <c:v>46099</c:v>
                </c:pt>
                <c:pt idx="149">
                  <c:v>46100</c:v>
                </c:pt>
                <c:pt idx="150">
                  <c:v>46101</c:v>
                </c:pt>
                <c:pt idx="151">
                  <c:v>46102</c:v>
                </c:pt>
                <c:pt idx="152">
                  <c:v>46103</c:v>
                </c:pt>
                <c:pt idx="153">
                  <c:v>46104</c:v>
                </c:pt>
                <c:pt idx="154">
                  <c:v>46105</c:v>
                </c:pt>
                <c:pt idx="155">
                  <c:v>46106</c:v>
                </c:pt>
                <c:pt idx="156">
                  <c:v>46107</c:v>
                </c:pt>
                <c:pt idx="157">
                  <c:v>46108</c:v>
                </c:pt>
                <c:pt idx="158">
                  <c:v>46109</c:v>
                </c:pt>
                <c:pt idx="159">
                  <c:v>46110</c:v>
                </c:pt>
                <c:pt idx="160">
                  <c:v>46111</c:v>
                </c:pt>
                <c:pt idx="161">
                  <c:v>46112</c:v>
                </c:pt>
                <c:pt idx="162">
                  <c:v>46113</c:v>
                </c:pt>
                <c:pt idx="163">
                  <c:v>46114</c:v>
                </c:pt>
                <c:pt idx="164">
                  <c:v>46115</c:v>
                </c:pt>
                <c:pt idx="165">
                  <c:v>46116</c:v>
                </c:pt>
                <c:pt idx="166">
                  <c:v>46117</c:v>
                </c:pt>
                <c:pt idx="167">
                  <c:v>46118</c:v>
                </c:pt>
                <c:pt idx="168">
                  <c:v>46119</c:v>
                </c:pt>
                <c:pt idx="169">
                  <c:v>46120</c:v>
                </c:pt>
                <c:pt idx="170">
                  <c:v>46121</c:v>
                </c:pt>
                <c:pt idx="171">
                  <c:v>46122</c:v>
                </c:pt>
                <c:pt idx="172">
                  <c:v>46123</c:v>
                </c:pt>
                <c:pt idx="173">
                  <c:v>46124</c:v>
                </c:pt>
                <c:pt idx="174">
                  <c:v>46125</c:v>
                </c:pt>
                <c:pt idx="175">
                  <c:v>46126</c:v>
                </c:pt>
                <c:pt idx="176">
                  <c:v>46127</c:v>
                </c:pt>
                <c:pt idx="177">
                  <c:v>46128</c:v>
                </c:pt>
                <c:pt idx="178">
                  <c:v>46129</c:v>
                </c:pt>
                <c:pt idx="179">
                  <c:v>46130</c:v>
                </c:pt>
                <c:pt idx="180">
                  <c:v>46131</c:v>
                </c:pt>
                <c:pt idx="181">
                  <c:v>46132</c:v>
                </c:pt>
                <c:pt idx="182">
                  <c:v>46133</c:v>
                </c:pt>
                <c:pt idx="183">
                  <c:v>46134</c:v>
                </c:pt>
                <c:pt idx="184">
                  <c:v>46135</c:v>
                </c:pt>
                <c:pt idx="185">
                  <c:v>46136</c:v>
                </c:pt>
                <c:pt idx="186">
                  <c:v>46137</c:v>
                </c:pt>
                <c:pt idx="187">
                  <c:v>46138</c:v>
                </c:pt>
                <c:pt idx="188">
                  <c:v>46139</c:v>
                </c:pt>
                <c:pt idx="189">
                  <c:v>46140</c:v>
                </c:pt>
                <c:pt idx="190">
                  <c:v>46141</c:v>
                </c:pt>
                <c:pt idx="191">
                  <c:v>46142</c:v>
                </c:pt>
                <c:pt idx="192">
                  <c:v>46143</c:v>
                </c:pt>
                <c:pt idx="193">
                  <c:v>46144</c:v>
                </c:pt>
                <c:pt idx="194">
                  <c:v>46145</c:v>
                </c:pt>
                <c:pt idx="195">
                  <c:v>46146</c:v>
                </c:pt>
                <c:pt idx="196">
                  <c:v>46147</c:v>
                </c:pt>
                <c:pt idx="197">
                  <c:v>46148</c:v>
                </c:pt>
                <c:pt idx="198">
                  <c:v>46149</c:v>
                </c:pt>
                <c:pt idx="199">
                  <c:v>46150</c:v>
                </c:pt>
                <c:pt idx="200">
                  <c:v>46151</c:v>
                </c:pt>
                <c:pt idx="201">
                  <c:v>46152</c:v>
                </c:pt>
                <c:pt idx="202">
                  <c:v>46153</c:v>
                </c:pt>
                <c:pt idx="203">
                  <c:v>46154</c:v>
                </c:pt>
                <c:pt idx="204">
                  <c:v>46155</c:v>
                </c:pt>
                <c:pt idx="205">
                  <c:v>46156</c:v>
                </c:pt>
                <c:pt idx="206">
                  <c:v>46157</c:v>
                </c:pt>
                <c:pt idx="207">
                  <c:v>46158</c:v>
                </c:pt>
                <c:pt idx="208">
                  <c:v>46159</c:v>
                </c:pt>
                <c:pt idx="209">
                  <c:v>46160</c:v>
                </c:pt>
                <c:pt idx="210">
                  <c:v>46161</c:v>
                </c:pt>
                <c:pt idx="211">
                  <c:v>46162</c:v>
                </c:pt>
                <c:pt idx="212">
                  <c:v>46163</c:v>
                </c:pt>
                <c:pt idx="213">
                  <c:v>46164</c:v>
                </c:pt>
                <c:pt idx="214">
                  <c:v>46165</c:v>
                </c:pt>
                <c:pt idx="215">
                  <c:v>46166</c:v>
                </c:pt>
                <c:pt idx="216">
                  <c:v>46167</c:v>
                </c:pt>
                <c:pt idx="217">
                  <c:v>46168</c:v>
                </c:pt>
                <c:pt idx="218">
                  <c:v>46169</c:v>
                </c:pt>
                <c:pt idx="219">
                  <c:v>46170</c:v>
                </c:pt>
                <c:pt idx="220">
                  <c:v>46171</c:v>
                </c:pt>
                <c:pt idx="221">
                  <c:v>46172</c:v>
                </c:pt>
                <c:pt idx="222">
                  <c:v>46173</c:v>
                </c:pt>
                <c:pt idx="223">
                  <c:v>46174</c:v>
                </c:pt>
                <c:pt idx="224">
                  <c:v>46175</c:v>
                </c:pt>
                <c:pt idx="225">
                  <c:v>46176</c:v>
                </c:pt>
                <c:pt idx="226">
                  <c:v>46177</c:v>
                </c:pt>
                <c:pt idx="227">
                  <c:v>46178</c:v>
                </c:pt>
                <c:pt idx="228">
                  <c:v>46179</c:v>
                </c:pt>
                <c:pt idx="229">
                  <c:v>46180</c:v>
                </c:pt>
                <c:pt idx="230">
                  <c:v>46181</c:v>
                </c:pt>
                <c:pt idx="231">
                  <c:v>46182</c:v>
                </c:pt>
                <c:pt idx="232">
                  <c:v>46183</c:v>
                </c:pt>
                <c:pt idx="233">
                  <c:v>46184</c:v>
                </c:pt>
                <c:pt idx="234">
                  <c:v>46185</c:v>
                </c:pt>
                <c:pt idx="235">
                  <c:v>46186</c:v>
                </c:pt>
                <c:pt idx="236">
                  <c:v>46187</c:v>
                </c:pt>
                <c:pt idx="237">
                  <c:v>46188</c:v>
                </c:pt>
                <c:pt idx="238">
                  <c:v>46189</c:v>
                </c:pt>
                <c:pt idx="239">
                  <c:v>46190</c:v>
                </c:pt>
                <c:pt idx="240">
                  <c:v>46191</c:v>
                </c:pt>
                <c:pt idx="241">
                  <c:v>46192</c:v>
                </c:pt>
                <c:pt idx="242">
                  <c:v>46193</c:v>
                </c:pt>
                <c:pt idx="243">
                  <c:v>46194</c:v>
                </c:pt>
                <c:pt idx="244">
                  <c:v>46195</c:v>
                </c:pt>
                <c:pt idx="245">
                  <c:v>46196</c:v>
                </c:pt>
                <c:pt idx="246">
                  <c:v>46197</c:v>
                </c:pt>
                <c:pt idx="247">
                  <c:v>46198</c:v>
                </c:pt>
                <c:pt idx="248">
                  <c:v>46199</c:v>
                </c:pt>
                <c:pt idx="249">
                  <c:v>46200</c:v>
                </c:pt>
                <c:pt idx="250">
                  <c:v>46201</c:v>
                </c:pt>
                <c:pt idx="251">
                  <c:v>46202</c:v>
                </c:pt>
                <c:pt idx="252">
                  <c:v>46203</c:v>
                </c:pt>
                <c:pt idx="253">
                  <c:v>46204</c:v>
                </c:pt>
                <c:pt idx="254">
                  <c:v>46205</c:v>
                </c:pt>
                <c:pt idx="255">
                  <c:v>46206</c:v>
                </c:pt>
                <c:pt idx="256">
                  <c:v>46207</c:v>
                </c:pt>
                <c:pt idx="257">
                  <c:v>46208</c:v>
                </c:pt>
                <c:pt idx="258">
                  <c:v>46209</c:v>
                </c:pt>
                <c:pt idx="259">
                  <c:v>46210</c:v>
                </c:pt>
                <c:pt idx="260">
                  <c:v>46211</c:v>
                </c:pt>
                <c:pt idx="261">
                  <c:v>46212</c:v>
                </c:pt>
                <c:pt idx="262">
                  <c:v>46213</c:v>
                </c:pt>
                <c:pt idx="263">
                  <c:v>46214</c:v>
                </c:pt>
                <c:pt idx="264">
                  <c:v>46215</c:v>
                </c:pt>
                <c:pt idx="265">
                  <c:v>46216</c:v>
                </c:pt>
                <c:pt idx="266">
                  <c:v>46217</c:v>
                </c:pt>
                <c:pt idx="267">
                  <c:v>46218</c:v>
                </c:pt>
                <c:pt idx="268">
                  <c:v>46219</c:v>
                </c:pt>
                <c:pt idx="269">
                  <c:v>46220</c:v>
                </c:pt>
                <c:pt idx="270">
                  <c:v>46221</c:v>
                </c:pt>
                <c:pt idx="271">
                  <c:v>46222</c:v>
                </c:pt>
                <c:pt idx="272">
                  <c:v>46223</c:v>
                </c:pt>
                <c:pt idx="273">
                  <c:v>46224</c:v>
                </c:pt>
                <c:pt idx="274">
                  <c:v>46225</c:v>
                </c:pt>
                <c:pt idx="275">
                  <c:v>46226</c:v>
                </c:pt>
                <c:pt idx="276">
                  <c:v>46227</c:v>
                </c:pt>
                <c:pt idx="277">
                  <c:v>46228</c:v>
                </c:pt>
                <c:pt idx="278">
                  <c:v>46229</c:v>
                </c:pt>
                <c:pt idx="279">
                  <c:v>46230</c:v>
                </c:pt>
                <c:pt idx="280">
                  <c:v>46231</c:v>
                </c:pt>
                <c:pt idx="281">
                  <c:v>46232</c:v>
                </c:pt>
                <c:pt idx="282">
                  <c:v>46233</c:v>
                </c:pt>
                <c:pt idx="283">
                  <c:v>46234</c:v>
                </c:pt>
                <c:pt idx="284">
                  <c:v>46235</c:v>
                </c:pt>
                <c:pt idx="285">
                  <c:v>46236</c:v>
                </c:pt>
                <c:pt idx="286">
                  <c:v>46237</c:v>
                </c:pt>
                <c:pt idx="287">
                  <c:v>46238</c:v>
                </c:pt>
                <c:pt idx="288">
                  <c:v>46239</c:v>
                </c:pt>
                <c:pt idx="289">
                  <c:v>46240</c:v>
                </c:pt>
                <c:pt idx="290">
                  <c:v>46241</c:v>
                </c:pt>
                <c:pt idx="291">
                  <c:v>46242</c:v>
                </c:pt>
                <c:pt idx="292">
                  <c:v>46243</c:v>
                </c:pt>
                <c:pt idx="293">
                  <c:v>46244</c:v>
                </c:pt>
                <c:pt idx="294">
                  <c:v>46245</c:v>
                </c:pt>
                <c:pt idx="295">
                  <c:v>46246</c:v>
                </c:pt>
                <c:pt idx="296">
                  <c:v>46247</c:v>
                </c:pt>
                <c:pt idx="297">
                  <c:v>46248</c:v>
                </c:pt>
                <c:pt idx="298">
                  <c:v>46249</c:v>
                </c:pt>
                <c:pt idx="299">
                  <c:v>46250</c:v>
                </c:pt>
                <c:pt idx="300">
                  <c:v>46251</c:v>
                </c:pt>
                <c:pt idx="301">
                  <c:v>46252</c:v>
                </c:pt>
                <c:pt idx="302">
                  <c:v>46253</c:v>
                </c:pt>
                <c:pt idx="303">
                  <c:v>46254</c:v>
                </c:pt>
                <c:pt idx="304">
                  <c:v>46255</c:v>
                </c:pt>
                <c:pt idx="305">
                  <c:v>46256</c:v>
                </c:pt>
                <c:pt idx="306">
                  <c:v>46257</c:v>
                </c:pt>
                <c:pt idx="307">
                  <c:v>46258</c:v>
                </c:pt>
                <c:pt idx="308">
                  <c:v>46259</c:v>
                </c:pt>
                <c:pt idx="309">
                  <c:v>46260</c:v>
                </c:pt>
                <c:pt idx="310">
                  <c:v>46261</c:v>
                </c:pt>
                <c:pt idx="311">
                  <c:v>46262</c:v>
                </c:pt>
                <c:pt idx="312">
                  <c:v>46263</c:v>
                </c:pt>
                <c:pt idx="313">
                  <c:v>46264</c:v>
                </c:pt>
                <c:pt idx="314">
                  <c:v>46265</c:v>
                </c:pt>
                <c:pt idx="315">
                  <c:v>46266</c:v>
                </c:pt>
                <c:pt idx="316">
                  <c:v>46267</c:v>
                </c:pt>
                <c:pt idx="317">
                  <c:v>46268</c:v>
                </c:pt>
                <c:pt idx="318">
                  <c:v>46269</c:v>
                </c:pt>
                <c:pt idx="319">
                  <c:v>46270</c:v>
                </c:pt>
                <c:pt idx="320">
                  <c:v>46271</c:v>
                </c:pt>
                <c:pt idx="321">
                  <c:v>46272</c:v>
                </c:pt>
                <c:pt idx="322">
                  <c:v>46273</c:v>
                </c:pt>
                <c:pt idx="323">
                  <c:v>46274</c:v>
                </c:pt>
                <c:pt idx="324">
                  <c:v>46275</c:v>
                </c:pt>
                <c:pt idx="325">
                  <c:v>46276</c:v>
                </c:pt>
                <c:pt idx="326">
                  <c:v>46277</c:v>
                </c:pt>
                <c:pt idx="327">
                  <c:v>46278</c:v>
                </c:pt>
                <c:pt idx="328">
                  <c:v>46279</c:v>
                </c:pt>
                <c:pt idx="329">
                  <c:v>46280</c:v>
                </c:pt>
                <c:pt idx="330">
                  <c:v>46281</c:v>
                </c:pt>
                <c:pt idx="331">
                  <c:v>46282</c:v>
                </c:pt>
                <c:pt idx="332">
                  <c:v>46283</c:v>
                </c:pt>
                <c:pt idx="333">
                  <c:v>46284</c:v>
                </c:pt>
                <c:pt idx="334">
                  <c:v>46285</c:v>
                </c:pt>
                <c:pt idx="335">
                  <c:v>46286</c:v>
                </c:pt>
                <c:pt idx="336">
                  <c:v>46287</c:v>
                </c:pt>
                <c:pt idx="337">
                  <c:v>46288</c:v>
                </c:pt>
                <c:pt idx="338">
                  <c:v>46289</c:v>
                </c:pt>
                <c:pt idx="339">
                  <c:v>46290</c:v>
                </c:pt>
                <c:pt idx="340">
                  <c:v>46291</c:v>
                </c:pt>
                <c:pt idx="341">
                  <c:v>46292</c:v>
                </c:pt>
                <c:pt idx="342">
                  <c:v>46293</c:v>
                </c:pt>
                <c:pt idx="343">
                  <c:v>46294</c:v>
                </c:pt>
                <c:pt idx="344">
                  <c:v>46295</c:v>
                </c:pt>
                <c:pt idx="345">
                  <c:v>46296</c:v>
                </c:pt>
                <c:pt idx="346">
                  <c:v>46297</c:v>
                </c:pt>
                <c:pt idx="347">
                  <c:v>46298</c:v>
                </c:pt>
                <c:pt idx="348">
                  <c:v>46299</c:v>
                </c:pt>
                <c:pt idx="349">
                  <c:v>46300</c:v>
                </c:pt>
                <c:pt idx="350">
                  <c:v>46301</c:v>
                </c:pt>
                <c:pt idx="351">
                  <c:v>46302</c:v>
                </c:pt>
                <c:pt idx="352">
                  <c:v>46303</c:v>
                </c:pt>
                <c:pt idx="353">
                  <c:v>46304</c:v>
                </c:pt>
                <c:pt idx="354">
                  <c:v>46305</c:v>
                </c:pt>
                <c:pt idx="355">
                  <c:v>46306</c:v>
                </c:pt>
                <c:pt idx="356">
                  <c:v>46307</c:v>
                </c:pt>
                <c:pt idx="357">
                  <c:v>46308</c:v>
                </c:pt>
                <c:pt idx="358">
                  <c:v>46309</c:v>
                </c:pt>
                <c:pt idx="359">
                  <c:v>46310</c:v>
                </c:pt>
                <c:pt idx="360">
                  <c:v>46311</c:v>
                </c:pt>
                <c:pt idx="361">
                  <c:v>46312</c:v>
                </c:pt>
                <c:pt idx="362">
                  <c:v>46313</c:v>
                </c:pt>
                <c:pt idx="363">
                  <c:v>46314</c:v>
                </c:pt>
                <c:pt idx="364">
                  <c:v>46315</c:v>
                </c:pt>
                <c:pt idx="365">
                  <c:v>46316</c:v>
                </c:pt>
                <c:pt idx="366">
                  <c:v>46317</c:v>
                </c:pt>
              </c:numCache>
            </c:numRef>
          </c:cat>
          <c:val>
            <c:numRef>
              <c:f>Source!$AQ$4:$AQ$373</c:f>
              <c:numCache>
                <c:formatCode>General</c:formatCode>
                <c:ptCount val="370"/>
                <c:pt idx="0">
                  <c:v>3.762</c:v>
                </c:pt>
                <c:pt idx="1">
                  <c:v>3.77</c:v>
                </c:pt>
                <c:pt idx="2">
                  <c:v>3.7970000000000002</c:v>
                </c:pt>
                <c:pt idx="3">
                  <c:v>3.7930000000000001</c:v>
                </c:pt>
                <c:pt idx="4">
                  <c:v>3.7930000000000001</c:v>
                </c:pt>
                <c:pt idx="5">
                  <c:v>3.7930000000000001</c:v>
                </c:pt>
                <c:pt idx="6">
                  <c:v>3.7869999999999999</c:v>
                </c:pt>
                <c:pt idx="7">
                  <c:v>3.7850000000000001</c:v>
                </c:pt>
                <c:pt idx="8">
                  <c:v>3.7879999999999998</c:v>
                </c:pt>
                <c:pt idx="9">
                  <c:v>3.81</c:v>
                </c:pt>
                <c:pt idx="10">
                  <c:v>3.82</c:v>
                </c:pt>
                <c:pt idx="11">
                  <c:v>3.82</c:v>
                </c:pt>
                <c:pt idx="12">
                  <c:v>3.82</c:v>
                </c:pt>
                <c:pt idx="13">
                  <c:v>3.8220000000000001</c:v>
                </c:pt>
                <c:pt idx="14">
                  <c:v>3.827</c:v>
                </c:pt>
                <c:pt idx="15">
                  <c:v>3.831</c:v>
                </c:pt>
                <c:pt idx="16">
                  <c:v>3.8380000000000001</c:v>
                </c:pt>
                <c:pt idx="17">
                  <c:v>3.839</c:v>
                </c:pt>
                <c:pt idx="18">
                  <c:v>3.839</c:v>
                </c:pt>
                <c:pt idx="19">
                  <c:v>3.839</c:v>
                </c:pt>
                <c:pt idx="20">
                  <c:v>3.8479999999999999</c:v>
                </c:pt>
                <c:pt idx="21">
                  <c:v>3.8420000000000001</c:v>
                </c:pt>
                <c:pt idx="22">
                  <c:v>3.8530000000000002</c:v>
                </c:pt>
                <c:pt idx="23">
                  <c:v>3.8580000000000001</c:v>
                </c:pt>
                <c:pt idx="24">
                  <c:v>3.8580000000000001</c:v>
                </c:pt>
                <c:pt idx="25">
                  <c:v>3.8580000000000001</c:v>
                </c:pt>
                <c:pt idx="26">
                  <c:v>3.8580000000000001</c:v>
                </c:pt>
                <c:pt idx="27">
                  <c:v>3.86</c:v>
                </c:pt>
                <c:pt idx="28">
                  <c:v>3.86</c:v>
                </c:pt>
                <c:pt idx="29">
                  <c:v>3.86</c:v>
                </c:pt>
                <c:pt idx="30">
                  <c:v>3.8780000000000001</c:v>
                </c:pt>
                <c:pt idx="31">
                  <c:v>3.86</c:v>
                </c:pt>
                <c:pt idx="32">
                  <c:v>3.86</c:v>
                </c:pt>
                <c:pt idx="33">
                  <c:v>3.86</c:v>
                </c:pt>
                <c:pt idx="34">
                  <c:v>3.8780000000000001</c:v>
                </c:pt>
                <c:pt idx="35">
                  <c:v>3.8759999999999999</c:v>
                </c:pt>
                <c:pt idx="36">
                  <c:v>3.8650000000000002</c:v>
                </c:pt>
                <c:pt idx="37">
                  <c:v>3.8959999999999999</c:v>
                </c:pt>
                <c:pt idx="38">
                  <c:v>3.8919999999999999</c:v>
                </c:pt>
                <c:pt idx="39">
                  <c:v>3.8919999999999999</c:v>
                </c:pt>
                <c:pt idx="40">
                  <c:v>3.8919999999999999</c:v>
                </c:pt>
                <c:pt idx="41">
                  <c:v>3.911</c:v>
                </c:pt>
                <c:pt idx="42">
                  <c:v>3.9260000000000002</c:v>
                </c:pt>
                <c:pt idx="43">
                  <c:v>3.9449999999999998</c:v>
                </c:pt>
                <c:pt idx="44">
                  <c:v>3.9369999999999998</c:v>
                </c:pt>
                <c:pt idx="45">
                  <c:v>3.9540000000000002</c:v>
                </c:pt>
                <c:pt idx="46">
                  <c:v>3.9540000000000002</c:v>
                </c:pt>
                <c:pt idx="47">
                  <c:v>3.9540000000000002</c:v>
                </c:pt>
                <c:pt idx="48">
                  <c:v>3.956</c:v>
                </c:pt>
                <c:pt idx="49">
                  <c:v>3.956</c:v>
                </c:pt>
                <c:pt idx="50">
                  <c:v>3.956</c:v>
                </c:pt>
                <c:pt idx="51">
                  <c:v>3.9830000000000001</c:v>
                </c:pt>
                <c:pt idx="52">
                  <c:v>3.98</c:v>
                </c:pt>
                <c:pt idx="53">
                  <c:v>3.98</c:v>
                </c:pt>
                <c:pt idx="54">
                  <c:v>3.98</c:v>
                </c:pt>
                <c:pt idx="55">
                  <c:v>3.9830000000000001</c:v>
                </c:pt>
                <c:pt idx="56">
                  <c:v>3.9870000000000001</c:v>
                </c:pt>
                <c:pt idx="57">
                  <c:v>3.9849999999999999</c:v>
                </c:pt>
                <c:pt idx="58">
                  <c:v>4.0019999999999998</c:v>
                </c:pt>
                <c:pt idx="59">
                  <c:v>4.008</c:v>
                </c:pt>
                <c:pt idx="60">
                  <c:v>4.008</c:v>
                </c:pt>
                <c:pt idx="61">
                  <c:v>4.008</c:v>
                </c:pt>
                <c:pt idx="62">
                  <c:v>4.0119999999999996</c:v>
                </c:pt>
                <c:pt idx="63">
                  <c:v>4.0129999999999999</c:v>
                </c:pt>
                <c:pt idx="64">
                  <c:v>4.0129999999999999</c:v>
                </c:pt>
                <c:pt idx="65">
                  <c:v>4.032</c:v>
                </c:pt>
                <c:pt idx="66">
                  <c:v>4.032</c:v>
                </c:pt>
                <c:pt idx="67">
                  <c:v>4.032</c:v>
                </c:pt>
                <c:pt idx="68">
                  <c:v>4.032</c:v>
                </c:pt>
                <c:pt idx="69">
                  <c:v>4.0359999999999996</c:v>
                </c:pt>
                <c:pt idx="70">
                  <c:v>4.0359999999999996</c:v>
                </c:pt>
                <c:pt idx="71">
                  <c:v>4.04</c:v>
                </c:pt>
                <c:pt idx="72">
                  <c:v>4.04</c:v>
                </c:pt>
                <c:pt idx="73">
                  <c:v>4.04</c:v>
                </c:pt>
                <c:pt idx="74">
                  <c:v>4.04</c:v>
                </c:pt>
                <c:pt idx="75">
                  <c:v>4.04</c:v>
                </c:pt>
                <c:pt idx="76">
                  <c:v>4.0439999999999996</c:v>
                </c:pt>
                <c:pt idx="77">
                  <c:v>4.05</c:v>
                </c:pt>
                <c:pt idx="78">
                  <c:v>4.09</c:v>
                </c:pt>
                <c:pt idx="79">
                  <c:v>4.1689999999999996</c:v>
                </c:pt>
                <c:pt idx="80">
                  <c:v>4.1520000000000001</c:v>
                </c:pt>
                <c:pt idx="81">
                  <c:v>4.1520000000000001</c:v>
                </c:pt>
                <c:pt idx="82">
                  <c:v>4.1520000000000001</c:v>
                </c:pt>
                <c:pt idx="83">
                  <c:v>4.1509999999999998</c:v>
                </c:pt>
                <c:pt idx="84">
                  <c:v>4.1399999999999997</c:v>
                </c:pt>
                <c:pt idx="85">
                  <c:v>4.1399999999999997</c:v>
                </c:pt>
                <c:pt idx="86">
                  <c:v>4.141</c:v>
                </c:pt>
                <c:pt idx="87">
                  <c:v>4.1399999999999997</c:v>
                </c:pt>
                <c:pt idx="88">
                  <c:v>4.1399999999999997</c:v>
                </c:pt>
                <c:pt idx="89">
                  <c:v>4.1399999999999997</c:v>
                </c:pt>
                <c:pt idx="90">
                  <c:v>4.1399999999999997</c:v>
                </c:pt>
                <c:pt idx="91">
                  <c:v>4.056</c:v>
                </c:pt>
                <c:pt idx="92">
                  <c:v>4.04</c:v>
                </c:pt>
                <c:pt idx="93">
                  <c:v>4.0609999999999999</c:v>
                </c:pt>
                <c:pt idx="94">
                  <c:v>4.0579999999999998</c:v>
                </c:pt>
                <c:pt idx="95">
                  <c:v>4.0579999999999998</c:v>
                </c:pt>
                <c:pt idx="96">
                  <c:v>4.0579999999999998</c:v>
                </c:pt>
                <c:pt idx="97">
                  <c:v>4.0629999999999997</c:v>
                </c:pt>
                <c:pt idx="98">
                  <c:v>4.0629999999999997</c:v>
                </c:pt>
                <c:pt idx="99">
                  <c:v>4.0599999999999996</c:v>
                </c:pt>
                <c:pt idx="100">
                  <c:v>4.0650000000000004</c:v>
                </c:pt>
                <c:pt idx="101">
                  <c:v>4.0609999999999999</c:v>
                </c:pt>
                <c:pt idx="102">
                  <c:v>4.0609999999999999</c:v>
                </c:pt>
                <c:pt idx="103">
                  <c:v>4.0609999999999999</c:v>
                </c:pt>
                <c:pt idx="104">
                  <c:v>4.0730000000000004</c:v>
                </c:pt>
                <c:pt idx="105">
                  <c:v>4.0730000000000004</c:v>
                </c:pt>
                <c:pt idx="106">
                  <c:v>4.0880000000000001</c:v>
                </c:pt>
                <c:pt idx="107">
                  <c:v>4.0880000000000001</c:v>
                </c:pt>
                <c:pt idx="108">
                  <c:v>4.0910000000000002</c:v>
                </c:pt>
                <c:pt idx="109">
                  <c:v>4.0910000000000002</c:v>
                </c:pt>
                <c:pt idx="110">
                  <c:v>4.0910000000000002</c:v>
                </c:pt>
                <c:pt idx="111">
                  <c:v>4.1100000000000003</c:v>
                </c:pt>
                <c:pt idx="112">
                  <c:v>4.1100000000000003</c:v>
                </c:pt>
                <c:pt idx="113">
                  <c:v>4.1130000000000004</c:v>
                </c:pt>
                <c:pt idx="114">
                  <c:v>4.1130000000000004</c:v>
                </c:pt>
                <c:pt idx="115">
                  <c:v>4.1130000000000004</c:v>
                </c:pt>
                <c:pt idx="116">
                  <c:v>4.1130000000000004</c:v>
                </c:pt>
                <c:pt idx="117">
                  <c:v>4.1130000000000004</c:v>
                </c:pt>
                <c:pt idx="118">
                  <c:v>4.1130000000000004</c:v>
                </c:pt>
                <c:pt idx="119">
                  <c:v>4.1130000000000004</c:v>
                </c:pt>
                <c:pt idx="120">
                  <c:v>4.1130000000000004</c:v>
                </c:pt>
                <c:pt idx="121">
                  <c:v>4.1130000000000004</c:v>
                </c:pt>
                <c:pt idx="122">
                  <c:v>4.1130000000000004</c:v>
                </c:pt>
                <c:pt idx="123">
                  <c:v>4.1130000000000004</c:v>
                </c:pt>
                <c:pt idx="124">
                  <c:v>4.1130000000000004</c:v>
                </c:pt>
                <c:pt idx="125">
                  <c:v>4.1139999999999999</c:v>
                </c:pt>
                <c:pt idx="126">
                  <c:v>4.1159999999999997</c:v>
                </c:pt>
                <c:pt idx="127">
                  <c:v>4.1159999999999997</c:v>
                </c:pt>
                <c:pt idx="128">
                  <c:v>4.1189999999999998</c:v>
                </c:pt>
                <c:pt idx="129">
                  <c:v>4.1189999999999998</c:v>
                </c:pt>
                <c:pt idx="130">
                  <c:v>4.1189999999999998</c:v>
                </c:pt>
                <c:pt idx="131">
                  <c:v>4.1189999999999998</c:v>
                </c:pt>
                <c:pt idx="132">
                  <c:v>4.157</c:v>
                </c:pt>
                <c:pt idx="133">
                  <c:v>4.1619999999999999</c:v>
                </c:pt>
                <c:pt idx="134">
                  <c:v>4.1660000000000004</c:v>
                </c:pt>
                <c:pt idx="135">
                  <c:v>4.165</c:v>
                </c:pt>
                <c:pt idx="136">
                  <c:v>4.1669999999999998</c:v>
                </c:pt>
                <c:pt idx="137">
                  <c:v>4.1669999999999998</c:v>
                </c:pt>
                <c:pt idx="138">
                  <c:v>4.1669999999999998</c:v>
                </c:pt>
                <c:pt idx="139">
                  <c:v>4.1779999999999999</c:v>
                </c:pt>
                <c:pt idx="140">
                  <c:v>4.1870000000000003</c:v>
                </c:pt>
                <c:pt idx="141">
                  <c:v>4.1890000000000001</c:v>
                </c:pt>
                <c:pt idx="142">
                  <c:v>4.2</c:v>
                </c:pt>
                <c:pt idx="143">
                  <c:v>4.1929999999999996</c:v>
                </c:pt>
                <c:pt idx="144">
                  <c:v>4.1929999999999996</c:v>
                </c:pt>
                <c:pt idx="145">
                  <c:v>4.1929999999999996</c:v>
                </c:pt>
                <c:pt idx="146">
                  <c:v>4.1980000000000004</c:v>
                </c:pt>
                <c:pt idx="147">
                  <c:v>4.1950000000000003</c:v>
                </c:pt>
                <c:pt idx="148">
                  <c:v>4.1980000000000004</c:v>
                </c:pt>
                <c:pt idx="149">
                  <c:v>4.1950000000000003</c:v>
                </c:pt>
                <c:pt idx="150">
                  <c:v>4.2039999999999997</c:v>
                </c:pt>
                <c:pt idx="151">
                  <c:v>4.2039999999999997</c:v>
                </c:pt>
                <c:pt idx="152">
                  <c:v>4.2039999999999997</c:v>
                </c:pt>
                <c:pt idx="153">
                  <c:v>4.1980000000000004</c:v>
                </c:pt>
                <c:pt idx="154">
                  <c:v>4.2060000000000004</c:v>
                </c:pt>
                <c:pt idx="155">
                  <c:v>4.2</c:v>
                </c:pt>
                <c:pt idx="156">
                  <c:v>4.2009999999999996</c:v>
                </c:pt>
                <c:pt idx="157">
                  <c:v>4.2130000000000001</c:v>
                </c:pt>
                <c:pt idx="158">
                  <c:v>4.2130000000000001</c:v>
                </c:pt>
                <c:pt idx="159">
                  <c:v>4.2130000000000001</c:v>
                </c:pt>
                <c:pt idx="160">
                  <c:v>4.2080000000000002</c:v>
                </c:pt>
                <c:pt idx="161">
                  <c:v>4.2130000000000001</c:v>
                </c:pt>
                <c:pt idx="162">
                  <c:v>4.2160000000000002</c:v>
                </c:pt>
                <c:pt idx="163">
                  <c:v>4.2130000000000001</c:v>
                </c:pt>
                <c:pt idx="164">
                  <c:v>4.218</c:v>
                </c:pt>
                <c:pt idx="165">
                  <c:v>4.218</c:v>
                </c:pt>
                <c:pt idx="166">
                  <c:v>4.218</c:v>
                </c:pt>
                <c:pt idx="167">
                  <c:v>4.2249999999999996</c:v>
                </c:pt>
                <c:pt idx="168">
                  <c:v>4.2240000000000002</c:v>
                </c:pt>
                <c:pt idx="169">
                  <c:v>4.2249999999999996</c:v>
                </c:pt>
                <c:pt idx="170">
                  <c:v>4.226</c:v>
                </c:pt>
                <c:pt idx="171">
                  <c:v>4.2329999999999997</c:v>
                </c:pt>
                <c:pt idx="172">
                  <c:v>4.2329999999999997</c:v>
                </c:pt>
                <c:pt idx="173">
                  <c:v>4.2329999999999997</c:v>
                </c:pt>
                <c:pt idx="174">
                  <c:v>4.2300000000000004</c:v>
                </c:pt>
                <c:pt idx="175">
                  <c:v>4.2279999999999998</c:v>
                </c:pt>
                <c:pt idx="176">
                  <c:v>4.2210000000000001</c:v>
                </c:pt>
                <c:pt idx="177">
                  <c:v>4.2240000000000002</c:v>
                </c:pt>
                <c:pt idx="178">
                  <c:v>4.2249999999999996</c:v>
                </c:pt>
                <c:pt idx="179">
                  <c:v>4.2249999999999996</c:v>
                </c:pt>
                <c:pt idx="180">
                  <c:v>4.2249999999999996</c:v>
                </c:pt>
                <c:pt idx="181">
                  <c:v>4.2350000000000003</c:v>
                </c:pt>
                <c:pt idx="182">
                  <c:v>4.2350000000000003</c:v>
                </c:pt>
                <c:pt idx="183">
                  <c:v>4.2300000000000004</c:v>
                </c:pt>
                <c:pt idx="184">
                  <c:v>4.2329999999999997</c:v>
                </c:pt>
                <c:pt idx="185">
                  <c:v>4.2329999999999997</c:v>
                </c:pt>
                <c:pt idx="186">
                  <c:v>4.2329999999999997</c:v>
                </c:pt>
                <c:pt idx="187">
                  <c:v>4.2329999999999997</c:v>
                </c:pt>
                <c:pt idx="188">
                  <c:v>4.2329999999999997</c:v>
                </c:pt>
                <c:pt idx="189">
                  <c:v>4.2329999999999997</c:v>
                </c:pt>
                <c:pt idx="190">
                  <c:v>4.2359999999999998</c:v>
                </c:pt>
                <c:pt idx="191">
                  <c:v>4.2359999999999998</c:v>
                </c:pt>
                <c:pt idx="192">
                  <c:v>4.2359999999999998</c:v>
                </c:pt>
                <c:pt idx="193">
                  <c:v>4.2359999999999998</c:v>
                </c:pt>
                <c:pt idx="194">
                  <c:v>4.2359999999999998</c:v>
                </c:pt>
                <c:pt idx="195">
                  <c:v>4.226</c:v>
                </c:pt>
                <c:pt idx="196">
                  <c:v>4.2320000000000002</c:v>
                </c:pt>
                <c:pt idx="197">
                  <c:v>4.2350000000000003</c:v>
                </c:pt>
                <c:pt idx="198">
                  <c:v>4.2350000000000003</c:v>
                </c:pt>
                <c:pt idx="199">
                  <c:v>4.2350000000000003</c:v>
                </c:pt>
                <c:pt idx="200">
                  <c:v>4.2350000000000003</c:v>
                </c:pt>
                <c:pt idx="201">
                  <c:v>4.2350000000000003</c:v>
                </c:pt>
                <c:pt idx="202">
                  <c:v>4.2350000000000003</c:v>
                </c:pt>
                <c:pt idx="203">
                  <c:v>4.2359999999999998</c:v>
                </c:pt>
                <c:pt idx="204">
                  <c:v>4.2380000000000004</c:v>
                </c:pt>
                <c:pt idx="205">
                  <c:v>4.2430000000000003</c:v>
                </c:pt>
                <c:pt idx="206">
                  <c:v>4.24</c:v>
                </c:pt>
                <c:pt idx="207">
                  <c:v>4.24</c:v>
                </c:pt>
                <c:pt idx="208">
                  <c:v>4.24</c:v>
                </c:pt>
                <c:pt idx="209">
                  <c:v>4.2439999999999998</c:v>
                </c:pt>
                <c:pt idx="210">
                  <c:v>4.24</c:v>
                </c:pt>
                <c:pt idx="211">
                  <c:v>4.2439999999999998</c:v>
                </c:pt>
                <c:pt idx="212">
                  <c:v>4.2510000000000003</c:v>
                </c:pt>
                <c:pt idx="213">
                  <c:v>4.2530000000000001</c:v>
                </c:pt>
                <c:pt idx="214">
                  <c:v>4.2530000000000001</c:v>
                </c:pt>
                <c:pt idx="215">
                  <c:v>4.2530000000000001</c:v>
                </c:pt>
                <c:pt idx="216">
                  <c:v>4.25</c:v>
                </c:pt>
                <c:pt idx="217">
                  <c:v>4.25</c:v>
                </c:pt>
                <c:pt idx="218">
                  <c:v>4.2519999999999998</c:v>
                </c:pt>
                <c:pt idx="219">
                  <c:v>4.3259999999999996</c:v>
                </c:pt>
                <c:pt idx="220">
                  <c:v>4.3209999999999997</c:v>
                </c:pt>
                <c:pt idx="221">
                  <c:v>4.3209999999999997</c:v>
                </c:pt>
                <c:pt idx="222">
                  <c:v>4.3209999999999997</c:v>
                </c:pt>
                <c:pt idx="223">
                  <c:v>4.33</c:v>
                </c:pt>
                <c:pt idx="224">
                  <c:v>4.3280000000000003</c:v>
                </c:pt>
                <c:pt idx="225">
                  <c:v>4.3289999999999997</c:v>
                </c:pt>
                <c:pt idx="226">
                  <c:v>4.3339999999999996</c:v>
                </c:pt>
                <c:pt idx="227">
                  <c:v>4.3339999999999996</c:v>
                </c:pt>
                <c:pt idx="228">
                  <c:v>4.3339999999999996</c:v>
                </c:pt>
                <c:pt idx="229">
                  <c:v>4.3339999999999996</c:v>
                </c:pt>
                <c:pt idx="230">
                  <c:v>4.335</c:v>
                </c:pt>
                <c:pt idx="231">
                  <c:v>4.3390000000000004</c:v>
                </c:pt>
                <c:pt idx="232">
                  <c:v>4.34</c:v>
                </c:pt>
                <c:pt idx="233">
                  <c:v>4.3470000000000004</c:v>
                </c:pt>
                <c:pt idx="234">
                  <c:v>4.3470000000000004</c:v>
                </c:pt>
                <c:pt idx="235">
                  <c:v>4.3470000000000004</c:v>
                </c:pt>
                <c:pt idx="236">
                  <c:v>4.3470000000000004</c:v>
                </c:pt>
                <c:pt idx="237">
                  <c:v>4.3499999999999996</c:v>
                </c:pt>
                <c:pt idx="238">
                  <c:v>4.3499999999999996</c:v>
                </c:pt>
                <c:pt idx="239">
                  <c:v>4.3520000000000003</c:v>
                </c:pt>
                <c:pt idx="240">
                  <c:v>4.3849999999999998</c:v>
                </c:pt>
                <c:pt idx="241">
                  <c:v>4.3899999999999997</c:v>
                </c:pt>
                <c:pt idx="242">
                  <c:v>4.3899999999999997</c:v>
                </c:pt>
                <c:pt idx="243">
                  <c:v>4.3899999999999997</c:v>
                </c:pt>
                <c:pt idx="244">
                  <c:v>4.3970000000000002</c:v>
                </c:pt>
                <c:pt idx="245">
                  <c:v>4.3940000000000001</c:v>
                </c:pt>
                <c:pt idx="246">
                  <c:v>4.3959999999999999</c:v>
                </c:pt>
                <c:pt idx="247">
                  <c:v>4.3970000000000002</c:v>
                </c:pt>
                <c:pt idx="248">
                  <c:v>4.3959999999999999</c:v>
                </c:pt>
                <c:pt idx="249">
                  <c:v>4.3959999999999999</c:v>
                </c:pt>
                <c:pt idx="250">
                  <c:v>4.3959999999999999</c:v>
                </c:pt>
                <c:pt idx="251">
                  <c:v>4.399</c:v>
                </c:pt>
                <c:pt idx="252">
                  <c:v>4.3949999999999996</c:v>
                </c:pt>
                <c:pt idx="253">
                  <c:v>4.3979999999999997</c:v>
                </c:pt>
                <c:pt idx="254">
                  <c:v>4.399</c:v>
                </c:pt>
                <c:pt idx="255">
                  <c:v>4.3959999999999999</c:v>
                </c:pt>
                <c:pt idx="256">
                  <c:v>4.3959999999999999</c:v>
                </c:pt>
                <c:pt idx="257">
                  <c:v>4.3959999999999999</c:v>
                </c:pt>
                <c:pt idx="258">
                  <c:v>4.3970000000000002</c:v>
                </c:pt>
                <c:pt idx="259">
                  <c:v>4.399</c:v>
                </c:pt>
                <c:pt idx="260">
                  <c:v>4.399</c:v>
                </c:pt>
                <c:pt idx="261">
                  <c:v>4.3970000000000002</c:v>
                </c:pt>
                <c:pt idx="262">
                  <c:v>4.3979999999999997</c:v>
                </c:pt>
                <c:pt idx="263">
                  <c:v>4.3979999999999997</c:v>
                </c:pt>
                <c:pt idx="264">
                  <c:v>4.3979999999999997</c:v>
                </c:pt>
                <c:pt idx="265">
                  <c:v>4.3979999999999997</c:v>
                </c:pt>
                <c:pt idx="266">
                  <c:v>4.3979999999999997</c:v>
                </c:pt>
                <c:pt idx="267">
                  <c:v>4.4000000000000004</c:v>
                </c:pt>
                <c:pt idx="268">
                  <c:v>4.4020000000000001</c:v>
                </c:pt>
                <c:pt idx="269">
                  <c:v>4.4050000000000002</c:v>
                </c:pt>
                <c:pt idx="270">
                  <c:v>4.4050000000000002</c:v>
                </c:pt>
                <c:pt idx="271">
                  <c:v>4.4050000000000002</c:v>
                </c:pt>
                <c:pt idx="272">
                  <c:v>4.4020000000000001</c:v>
                </c:pt>
                <c:pt idx="273">
                  <c:v>4.4080000000000004</c:v>
                </c:pt>
                <c:pt idx="274">
                  <c:v>4.407</c:v>
                </c:pt>
                <c:pt idx="275">
                  <c:v>4.4089999999999998</c:v>
                </c:pt>
                <c:pt idx="276">
                  <c:v>4.4050000000000002</c:v>
                </c:pt>
                <c:pt idx="277">
                  <c:v>4.4050000000000002</c:v>
                </c:pt>
                <c:pt idx="278">
                  <c:v>4.4050000000000002</c:v>
                </c:pt>
                <c:pt idx="279">
                  <c:v>4.4080000000000004</c:v>
                </c:pt>
                <c:pt idx="280">
                  <c:v>4.4080000000000004</c:v>
                </c:pt>
                <c:pt idx="281">
                  <c:v>4.4089999999999998</c:v>
                </c:pt>
                <c:pt idx="282">
                  <c:v>4.4119999999999999</c:v>
                </c:pt>
                <c:pt idx="283">
                  <c:v>4.41</c:v>
                </c:pt>
                <c:pt idx="284">
                  <c:v>4.41</c:v>
                </c:pt>
                <c:pt idx="285">
                  <c:v>4.41</c:v>
                </c:pt>
                <c:pt idx="286">
                  <c:v>4.41</c:v>
                </c:pt>
                <c:pt idx="287">
                  <c:v>4.4119999999999999</c:v>
                </c:pt>
                <c:pt idx="288">
                  <c:v>4.4080000000000004</c:v>
                </c:pt>
                <c:pt idx="289">
                  <c:v>4.4119999999999999</c:v>
                </c:pt>
                <c:pt idx="290">
                  <c:v>4.415</c:v>
                </c:pt>
                <c:pt idx="291">
                  <c:v>4.415</c:v>
                </c:pt>
                <c:pt idx="292">
                  <c:v>4.415</c:v>
                </c:pt>
                <c:pt idx="293">
                  <c:v>4.4160000000000004</c:v>
                </c:pt>
                <c:pt idx="294">
                  <c:v>4.4180000000000001</c:v>
                </c:pt>
                <c:pt idx="295">
                  <c:v>4.423</c:v>
                </c:pt>
                <c:pt idx="296">
                  <c:v>4.423</c:v>
                </c:pt>
                <c:pt idx="297">
                  <c:v>4.4240000000000004</c:v>
                </c:pt>
                <c:pt idx="298">
                  <c:v>4.4240000000000004</c:v>
                </c:pt>
                <c:pt idx="299">
                  <c:v>4.4240000000000004</c:v>
                </c:pt>
                <c:pt idx="300">
                  <c:v>4.4530000000000003</c:v>
                </c:pt>
                <c:pt idx="301">
                  <c:v>4.4480000000000004</c:v>
                </c:pt>
                <c:pt idx="302">
                  <c:v>4.45</c:v>
                </c:pt>
                <c:pt idx="303">
                  <c:v>4.4480000000000004</c:v>
                </c:pt>
                <c:pt idx="304">
                  <c:v>4.4450000000000003</c:v>
                </c:pt>
                <c:pt idx="305">
                  <c:v>4.4450000000000003</c:v>
                </c:pt>
                <c:pt idx="306">
                  <c:v>4.4450000000000003</c:v>
                </c:pt>
                <c:pt idx="307">
                  <c:v>4.4459999999999997</c:v>
                </c:pt>
                <c:pt idx="308">
                  <c:v>4.4530000000000003</c:v>
                </c:pt>
                <c:pt idx="309">
                  <c:v>4.4480000000000004</c:v>
                </c:pt>
                <c:pt idx="310">
                  <c:v>4.4509999999999996</c:v>
                </c:pt>
                <c:pt idx="311">
                  <c:v>4.4489999999999998</c:v>
                </c:pt>
                <c:pt idx="312">
                  <c:v>4.4489999999999998</c:v>
                </c:pt>
                <c:pt idx="313">
                  <c:v>4.4489999999999998</c:v>
                </c:pt>
                <c:pt idx="314">
                  <c:v>4.4489999999999998</c:v>
                </c:pt>
                <c:pt idx="315">
                  <c:v>4.4489999999999998</c:v>
                </c:pt>
                <c:pt idx="316">
                  <c:v>4.4489999999999998</c:v>
                </c:pt>
                <c:pt idx="317">
                  <c:v>4.4539999999999997</c:v>
                </c:pt>
                <c:pt idx="318">
                  <c:v>4.4550000000000001</c:v>
                </c:pt>
                <c:pt idx="319">
                  <c:v>4.4550000000000001</c:v>
                </c:pt>
                <c:pt idx="320">
                  <c:v>4.4550000000000001</c:v>
                </c:pt>
                <c:pt idx="321">
                  <c:v>4.4580000000000002</c:v>
                </c:pt>
                <c:pt idx="322">
                  <c:v>4.4550000000000001</c:v>
                </c:pt>
                <c:pt idx="323">
                  <c:v>4.452</c:v>
                </c:pt>
                <c:pt idx="324">
                  <c:v>4.4550000000000001</c:v>
                </c:pt>
                <c:pt idx="325">
                  <c:v>4.4640000000000004</c:v>
                </c:pt>
                <c:pt idx="326">
                  <c:v>4.4640000000000004</c:v>
                </c:pt>
                <c:pt idx="327">
                  <c:v>4.4640000000000004</c:v>
                </c:pt>
                <c:pt idx="328">
                  <c:v>4.4569999999999999</c:v>
                </c:pt>
                <c:pt idx="329">
                  <c:v>4.46</c:v>
                </c:pt>
                <c:pt idx="330">
                  <c:v>4.4589999999999996</c:v>
                </c:pt>
                <c:pt idx="331">
                  <c:v>4.46</c:v>
                </c:pt>
                <c:pt idx="332">
                  <c:v>4.4619999999999997</c:v>
                </c:pt>
                <c:pt idx="333">
                  <c:v>4.4619999999999997</c:v>
                </c:pt>
                <c:pt idx="334">
                  <c:v>4.4619999999999997</c:v>
                </c:pt>
                <c:pt idx="335">
                  <c:v>4.4660000000000002</c:v>
                </c:pt>
                <c:pt idx="336">
                  <c:v>4.468</c:v>
                </c:pt>
                <c:pt idx="337">
                  <c:v>4.4669999999999996</c:v>
                </c:pt>
                <c:pt idx="338">
                  <c:v>4.4669999999999996</c:v>
                </c:pt>
                <c:pt idx="339">
                  <c:v>4.4669999999999996</c:v>
                </c:pt>
                <c:pt idx="340">
                  <c:v>4.4669999999999996</c:v>
                </c:pt>
                <c:pt idx="341">
                  <c:v>4.4669999999999996</c:v>
                </c:pt>
                <c:pt idx="342">
                  <c:v>4.4669999999999996</c:v>
                </c:pt>
                <c:pt idx="343">
                  <c:v>4.4669999999999996</c:v>
                </c:pt>
                <c:pt idx="344">
                  <c:v>4.4669999999999996</c:v>
                </c:pt>
                <c:pt idx="345">
                  <c:v>4.4649999999999999</c:v>
                </c:pt>
                <c:pt idx="346">
                  <c:v>4.468</c:v>
                </c:pt>
                <c:pt idx="347">
                  <c:v>4.468</c:v>
                </c:pt>
                <c:pt idx="348">
                  <c:v>4.468</c:v>
                </c:pt>
                <c:pt idx="349">
                  <c:v>4.468</c:v>
                </c:pt>
                <c:pt idx="350">
                  <c:v>4.4669999999999996</c:v>
                </c:pt>
                <c:pt idx="351">
                  <c:v>4.4649999999999999</c:v>
                </c:pt>
                <c:pt idx="352">
                  <c:v>4.4539999999999997</c:v>
                </c:pt>
                <c:pt idx="353">
                  <c:v>4.4649999999999999</c:v>
                </c:pt>
                <c:pt idx="354">
                  <c:v>4.4649999999999999</c:v>
                </c:pt>
                <c:pt idx="355">
                  <c:v>4.4649999999999999</c:v>
                </c:pt>
                <c:pt idx="356">
                  <c:v>4.4580000000000002</c:v>
                </c:pt>
                <c:pt idx="357">
                  <c:v>4.4649999999999999</c:v>
                </c:pt>
                <c:pt idx="358">
                  <c:v>4.4649999999999999</c:v>
                </c:pt>
                <c:pt idx="359">
                  <c:v>4.4550000000000001</c:v>
                </c:pt>
                <c:pt idx="360">
                  <c:v>4.4649999999999999</c:v>
                </c:pt>
                <c:pt idx="361">
                  <c:v>4.4649999999999999</c:v>
                </c:pt>
                <c:pt idx="362">
                  <c:v>4.4649999999999999</c:v>
                </c:pt>
                <c:pt idx="363">
                  <c:v>4.4660000000000002</c:v>
                </c:pt>
                <c:pt idx="364">
                  <c:v>4.4649999999999999</c:v>
                </c:pt>
                <c:pt idx="365">
                  <c:v>4.4669999999999996</c:v>
                </c:pt>
                <c:pt idx="366">
                  <c:v>4.4660000000000002</c:v>
                </c:pt>
              </c:numCache>
            </c:numRef>
          </c:val>
          <c:smooth val="1"/>
          <c:extLst>
            <c:ext xmlns:c16="http://schemas.microsoft.com/office/drawing/2014/chart" uri="{C3380CC4-5D6E-409C-BE32-E72D297353CC}">
              <c16:uniqueId val="{00000003-FB17-4A31-97F2-606CAB86D6DD}"/>
            </c:ext>
          </c:extLst>
        </c:ser>
        <c:dLbls>
          <c:showLegendKey val="0"/>
          <c:showVal val="0"/>
          <c:showCatName val="0"/>
          <c:showSerName val="0"/>
          <c:showPercent val="0"/>
          <c:showBubbleSize val="0"/>
        </c:dLbls>
        <c:smooth val="0"/>
        <c:axId val="331295144"/>
        <c:axId val="331301024"/>
      </c:lineChart>
      <c:dateAx>
        <c:axId val="331295144"/>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301024"/>
        <c:crosses val="autoZero"/>
        <c:auto val="0"/>
        <c:lblOffset val="100"/>
        <c:baseTimeUnit val="days"/>
        <c:majorUnit val="3"/>
      </c:dateAx>
      <c:valAx>
        <c:axId val="331301024"/>
        <c:scaling>
          <c:orientation val="minMax"/>
          <c:min val="1"/>
        </c:scaling>
        <c:delete val="0"/>
        <c:axPos val="l"/>
        <c:majorGridlines>
          <c:spPr>
            <a:ln w="9525" cap="flat" cmpd="sng" algn="ctr">
              <a:noFill/>
              <a:prstDash val="solid"/>
              <a:round/>
            </a:ln>
            <a:effectLst/>
          </c:spPr>
        </c:majorGridlines>
        <c:numFmt formatCode="#,##0.0" sourceLinked="0"/>
        <c:majorTickMark val="out"/>
        <c:minorTickMark val="none"/>
        <c:tickLblPos val="nextTo"/>
        <c:spPr>
          <a:noFill/>
          <a:ln w="6350"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295144"/>
        <c:crosses val="autoZero"/>
        <c:crossBetween val="between"/>
      </c:valAx>
      <c:spPr>
        <a:noFill/>
        <a:ln>
          <a:noFill/>
        </a:ln>
        <a:effectLst/>
      </c:spPr>
    </c:plotArea>
    <c:legend>
      <c:legendPos val="b"/>
      <c:layout>
        <c:manualLayout>
          <c:xMode val="edge"/>
          <c:yMode val="edge"/>
          <c:x val="7.2010742589062093E-2"/>
          <c:y val="1.1303661639569666E-2"/>
          <c:w val="0.92798925741093796"/>
          <c:h val="7.8075659896451072E-2"/>
        </c:manualLayout>
      </c:layout>
      <c:overlay val="0"/>
      <c:spPr>
        <a:noFill/>
        <a:ln>
          <a:noFill/>
        </a:ln>
        <a:effectLst/>
      </c:spPr>
      <c:txPr>
        <a:bodyPr rot="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legend>
    <c:plotVisOnly val="1"/>
    <c:dispBlanksAs val="gap"/>
    <c:showDLblsOverMax val="0"/>
  </c:chart>
  <c:spPr>
    <a:noFill/>
    <a:ln w="9525" cap="flat" cmpd="sng" algn="ctr">
      <a:noFill/>
      <a:prstDash val="solid"/>
      <a:round/>
    </a:ln>
    <a:effectLst/>
  </c:spPr>
  <c:txPr>
    <a:bodyPr/>
    <a:lstStyle/>
    <a:p>
      <a:pPr>
        <a:defRPr sz="210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4">
    <c:autoUpdate val="0"/>
  </c:externalData>
  <c:userShapes r:id="rId5"/>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984929689179473E-2"/>
          <c:y val="0.1343"/>
          <c:w val="0.85739199998095295"/>
          <c:h val="0.77689600142574777"/>
        </c:manualLayout>
      </c:layout>
      <c:lineChart>
        <c:grouping val="standard"/>
        <c:varyColors val="0"/>
        <c:ser>
          <c:idx val="10"/>
          <c:order val="0"/>
          <c:tx>
            <c:strRef>
              <c:f>Source!$AL$2</c:f>
              <c:strCache>
                <c:ptCount val="1"/>
                <c:pt idx="0">
                  <c:v>O/N</c:v>
                </c:pt>
              </c:strCache>
            </c:strRef>
          </c:tx>
          <c:spPr>
            <a:ln w="28575" cap="rnd">
              <a:solidFill>
                <a:srgbClr val="002060"/>
              </a:solidFill>
              <a:round/>
            </a:ln>
            <a:effectLst/>
          </c:spPr>
          <c:marker>
            <c:symbol val="none"/>
          </c:marker>
          <c:cat>
            <c:numRef>
              <c:f>Source!$AH$4:$AH$373</c:f>
              <c:numCache>
                <c:formatCode>m/d/yyyy</c:formatCode>
                <c:ptCount val="370"/>
                <c:pt idx="0">
                  <c:v>45951</c:v>
                </c:pt>
                <c:pt idx="1">
                  <c:v>45952</c:v>
                </c:pt>
                <c:pt idx="2">
                  <c:v>45953</c:v>
                </c:pt>
                <c:pt idx="3">
                  <c:v>45954</c:v>
                </c:pt>
                <c:pt idx="4">
                  <c:v>45955</c:v>
                </c:pt>
                <c:pt idx="5">
                  <c:v>45956</c:v>
                </c:pt>
                <c:pt idx="6">
                  <c:v>45957</c:v>
                </c:pt>
                <c:pt idx="7">
                  <c:v>45958</c:v>
                </c:pt>
                <c:pt idx="8">
                  <c:v>45959</c:v>
                </c:pt>
                <c:pt idx="9">
                  <c:v>45960</c:v>
                </c:pt>
                <c:pt idx="10">
                  <c:v>45961</c:v>
                </c:pt>
                <c:pt idx="11">
                  <c:v>45962</c:v>
                </c:pt>
                <c:pt idx="12">
                  <c:v>45963</c:v>
                </c:pt>
                <c:pt idx="13">
                  <c:v>45964</c:v>
                </c:pt>
                <c:pt idx="14">
                  <c:v>45965</c:v>
                </c:pt>
                <c:pt idx="15">
                  <c:v>45966</c:v>
                </c:pt>
                <c:pt idx="16">
                  <c:v>45967</c:v>
                </c:pt>
                <c:pt idx="17">
                  <c:v>45968</c:v>
                </c:pt>
                <c:pt idx="18">
                  <c:v>45969</c:v>
                </c:pt>
                <c:pt idx="19">
                  <c:v>45970</c:v>
                </c:pt>
                <c:pt idx="20">
                  <c:v>45971</c:v>
                </c:pt>
                <c:pt idx="21">
                  <c:v>45972</c:v>
                </c:pt>
                <c:pt idx="22">
                  <c:v>45973</c:v>
                </c:pt>
                <c:pt idx="23">
                  <c:v>45974</c:v>
                </c:pt>
                <c:pt idx="24">
                  <c:v>45975</c:v>
                </c:pt>
                <c:pt idx="25">
                  <c:v>45976</c:v>
                </c:pt>
                <c:pt idx="26">
                  <c:v>45977</c:v>
                </c:pt>
                <c:pt idx="27">
                  <c:v>45978</c:v>
                </c:pt>
                <c:pt idx="28">
                  <c:v>45979</c:v>
                </c:pt>
                <c:pt idx="29">
                  <c:v>45980</c:v>
                </c:pt>
                <c:pt idx="30">
                  <c:v>45981</c:v>
                </c:pt>
                <c:pt idx="31">
                  <c:v>45982</c:v>
                </c:pt>
                <c:pt idx="32">
                  <c:v>45983</c:v>
                </c:pt>
                <c:pt idx="33">
                  <c:v>45984</c:v>
                </c:pt>
                <c:pt idx="34">
                  <c:v>45985</c:v>
                </c:pt>
                <c:pt idx="35">
                  <c:v>45986</c:v>
                </c:pt>
                <c:pt idx="36">
                  <c:v>45987</c:v>
                </c:pt>
                <c:pt idx="37">
                  <c:v>45988</c:v>
                </c:pt>
                <c:pt idx="38">
                  <c:v>45989</c:v>
                </c:pt>
                <c:pt idx="39">
                  <c:v>45990</c:v>
                </c:pt>
                <c:pt idx="40">
                  <c:v>45991</c:v>
                </c:pt>
                <c:pt idx="41">
                  <c:v>45992</c:v>
                </c:pt>
                <c:pt idx="42">
                  <c:v>45993</c:v>
                </c:pt>
                <c:pt idx="43">
                  <c:v>45994</c:v>
                </c:pt>
                <c:pt idx="44">
                  <c:v>45995</c:v>
                </c:pt>
                <c:pt idx="45">
                  <c:v>45996</c:v>
                </c:pt>
                <c:pt idx="46">
                  <c:v>45997</c:v>
                </c:pt>
                <c:pt idx="47">
                  <c:v>45998</c:v>
                </c:pt>
                <c:pt idx="48">
                  <c:v>45999</c:v>
                </c:pt>
                <c:pt idx="49">
                  <c:v>46000</c:v>
                </c:pt>
                <c:pt idx="50">
                  <c:v>46001</c:v>
                </c:pt>
                <c:pt idx="51">
                  <c:v>46002</c:v>
                </c:pt>
                <c:pt idx="52">
                  <c:v>46003</c:v>
                </c:pt>
                <c:pt idx="53">
                  <c:v>46004</c:v>
                </c:pt>
                <c:pt idx="54">
                  <c:v>46005</c:v>
                </c:pt>
                <c:pt idx="55">
                  <c:v>46006</c:v>
                </c:pt>
                <c:pt idx="56">
                  <c:v>46007</c:v>
                </c:pt>
                <c:pt idx="57">
                  <c:v>46008</c:v>
                </c:pt>
                <c:pt idx="58">
                  <c:v>46009</c:v>
                </c:pt>
                <c:pt idx="59">
                  <c:v>46010</c:v>
                </c:pt>
                <c:pt idx="60">
                  <c:v>46011</c:v>
                </c:pt>
                <c:pt idx="61">
                  <c:v>46012</c:v>
                </c:pt>
                <c:pt idx="62">
                  <c:v>46013</c:v>
                </c:pt>
                <c:pt idx="63">
                  <c:v>46014</c:v>
                </c:pt>
                <c:pt idx="64">
                  <c:v>46015</c:v>
                </c:pt>
                <c:pt idx="65">
                  <c:v>46016</c:v>
                </c:pt>
                <c:pt idx="66">
                  <c:v>46017</c:v>
                </c:pt>
                <c:pt idx="67">
                  <c:v>46018</c:v>
                </c:pt>
                <c:pt idx="68">
                  <c:v>46019</c:v>
                </c:pt>
                <c:pt idx="69">
                  <c:v>46020</c:v>
                </c:pt>
                <c:pt idx="70">
                  <c:v>46021</c:v>
                </c:pt>
                <c:pt idx="71">
                  <c:v>46022</c:v>
                </c:pt>
                <c:pt idx="72">
                  <c:v>46023</c:v>
                </c:pt>
                <c:pt idx="73">
                  <c:v>46024</c:v>
                </c:pt>
                <c:pt idx="74">
                  <c:v>46025</c:v>
                </c:pt>
                <c:pt idx="75">
                  <c:v>46026</c:v>
                </c:pt>
                <c:pt idx="76">
                  <c:v>46027</c:v>
                </c:pt>
                <c:pt idx="77">
                  <c:v>46028</c:v>
                </c:pt>
                <c:pt idx="78">
                  <c:v>46029</c:v>
                </c:pt>
                <c:pt idx="79">
                  <c:v>46030</c:v>
                </c:pt>
                <c:pt idx="80">
                  <c:v>46031</c:v>
                </c:pt>
                <c:pt idx="81">
                  <c:v>46032</c:v>
                </c:pt>
                <c:pt idx="82">
                  <c:v>46033</c:v>
                </c:pt>
                <c:pt idx="83">
                  <c:v>46034</c:v>
                </c:pt>
                <c:pt idx="84">
                  <c:v>46035</c:v>
                </c:pt>
                <c:pt idx="85">
                  <c:v>46036</c:v>
                </c:pt>
                <c:pt idx="86">
                  <c:v>46037</c:v>
                </c:pt>
                <c:pt idx="87">
                  <c:v>46038</c:v>
                </c:pt>
                <c:pt idx="88">
                  <c:v>46039</c:v>
                </c:pt>
                <c:pt idx="89">
                  <c:v>46040</c:v>
                </c:pt>
                <c:pt idx="90">
                  <c:v>46041</c:v>
                </c:pt>
                <c:pt idx="91">
                  <c:v>46042</c:v>
                </c:pt>
                <c:pt idx="92">
                  <c:v>46043</c:v>
                </c:pt>
                <c:pt idx="93">
                  <c:v>46044</c:v>
                </c:pt>
                <c:pt idx="94">
                  <c:v>46045</c:v>
                </c:pt>
                <c:pt idx="95">
                  <c:v>46046</c:v>
                </c:pt>
                <c:pt idx="96">
                  <c:v>46047</c:v>
                </c:pt>
                <c:pt idx="97">
                  <c:v>46048</c:v>
                </c:pt>
                <c:pt idx="98">
                  <c:v>46049</c:v>
                </c:pt>
                <c:pt idx="99">
                  <c:v>46050</c:v>
                </c:pt>
                <c:pt idx="100">
                  <c:v>46051</c:v>
                </c:pt>
                <c:pt idx="101">
                  <c:v>46052</c:v>
                </c:pt>
                <c:pt idx="102">
                  <c:v>46053</c:v>
                </c:pt>
                <c:pt idx="103">
                  <c:v>46054</c:v>
                </c:pt>
                <c:pt idx="104">
                  <c:v>46055</c:v>
                </c:pt>
                <c:pt idx="105">
                  <c:v>46056</c:v>
                </c:pt>
                <c:pt idx="106">
                  <c:v>46057</c:v>
                </c:pt>
                <c:pt idx="107">
                  <c:v>46058</c:v>
                </c:pt>
                <c:pt idx="108">
                  <c:v>46059</c:v>
                </c:pt>
                <c:pt idx="109">
                  <c:v>46060</c:v>
                </c:pt>
                <c:pt idx="110">
                  <c:v>46061</c:v>
                </c:pt>
                <c:pt idx="111">
                  <c:v>46062</c:v>
                </c:pt>
                <c:pt idx="112">
                  <c:v>46063</c:v>
                </c:pt>
                <c:pt idx="113">
                  <c:v>46064</c:v>
                </c:pt>
                <c:pt idx="114">
                  <c:v>46065</c:v>
                </c:pt>
                <c:pt idx="115">
                  <c:v>46066</c:v>
                </c:pt>
                <c:pt idx="116">
                  <c:v>46067</c:v>
                </c:pt>
                <c:pt idx="117">
                  <c:v>46068</c:v>
                </c:pt>
                <c:pt idx="118">
                  <c:v>46069</c:v>
                </c:pt>
                <c:pt idx="119">
                  <c:v>46070</c:v>
                </c:pt>
                <c:pt idx="120">
                  <c:v>46071</c:v>
                </c:pt>
                <c:pt idx="121">
                  <c:v>46072</c:v>
                </c:pt>
                <c:pt idx="122">
                  <c:v>46073</c:v>
                </c:pt>
                <c:pt idx="123">
                  <c:v>46074</c:v>
                </c:pt>
                <c:pt idx="124">
                  <c:v>46075</c:v>
                </c:pt>
                <c:pt idx="125">
                  <c:v>46076</c:v>
                </c:pt>
                <c:pt idx="126">
                  <c:v>46077</c:v>
                </c:pt>
                <c:pt idx="127">
                  <c:v>46078</c:v>
                </c:pt>
                <c:pt idx="128">
                  <c:v>46079</c:v>
                </c:pt>
                <c:pt idx="129">
                  <c:v>46080</c:v>
                </c:pt>
                <c:pt idx="130">
                  <c:v>46081</c:v>
                </c:pt>
                <c:pt idx="131">
                  <c:v>46082</c:v>
                </c:pt>
                <c:pt idx="132">
                  <c:v>46083</c:v>
                </c:pt>
                <c:pt idx="133">
                  <c:v>46084</c:v>
                </c:pt>
                <c:pt idx="134">
                  <c:v>46085</c:v>
                </c:pt>
                <c:pt idx="135">
                  <c:v>46086</c:v>
                </c:pt>
                <c:pt idx="136">
                  <c:v>46087</c:v>
                </c:pt>
                <c:pt idx="137">
                  <c:v>46088</c:v>
                </c:pt>
                <c:pt idx="138">
                  <c:v>46089</c:v>
                </c:pt>
                <c:pt idx="139">
                  <c:v>46090</c:v>
                </c:pt>
                <c:pt idx="140">
                  <c:v>46091</c:v>
                </c:pt>
                <c:pt idx="141">
                  <c:v>46092</c:v>
                </c:pt>
                <c:pt idx="142">
                  <c:v>46093</c:v>
                </c:pt>
                <c:pt idx="143">
                  <c:v>46094</c:v>
                </c:pt>
                <c:pt idx="144">
                  <c:v>46095</c:v>
                </c:pt>
                <c:pt idx="145">
                  <c:v>46096</c:v>
                </c:pt>
                <c:pt idx="146">
                  <c:v>46097</c:v>
                </c:pt>
                <c:pt idx="147">
                  <c:v>46098</c:v>
                </c:pt>
                <c:pt idx="148">
                  <c:v>46099</c:v>
                </c:pt>
                <c:pt idx="149">
                  <c:v>46100</c:v>
                </c:pt>
                <c:pt idx="150">
                  <c:v>46101</c:v>
                </c:pt>
                <c:pt idx="151">
                  <c:v>46102</c:v>
                </c:pt>
                <c:pt idx="152">
                  <c:v>46103</c:v>
                </c:pt>
                <c:pt idx="153">
                  <c:v>46104</c:v>
                </c:pt>
                <c:pt idx="154">
                  <c:v>46105</c:v>
                </c:pt>
                <c:pt idx="155">
                  <c:v>46106</c:v>
                </c:pt>
                <c:pt idx="156">
                  <c:v>46107</c:v>
                </c:pt>
                <c:pt idx="157">
                  <c:v>46108</c:v>
                </c:pt>
                <c:pt idx="158">
                  <c:v>46109</c:v>
                </c:pt>
                <c:pt idx="159">
                  <c:v>46110</c:v>
                </c:pt>
                <c:pt idx="160">
                  <c:v>46111</c:v>
                </c:pt>
                <c:pt idx="161">
                  <c:v>46112</c:v>
                </c:pt>
                <c:pt idx="162">
                  <c:v>46113</c:v>
                </c:pt>
                <c:pt idx="163">
                  <c:v>46114</c:v>
                </c:pt>
                <c:pt idx="164">
                  <c:v>46115</c:v>
                </c:pt>
                <c:pt idx="165">
                  <c:v>46116</c:v>
                </c:pt>
                <c:pt idx="166">
                  <c:v>46117</c:v>
                </c:pt>
                <c:pt idx="167">
                  <c:v>46118</c:v>
                </c:pt>
                <c:pt idx="168">
                  <c:v>46119</c:v>
                </c:pt>
                <c:pt idx="169">
                  <c:v>46120</c:v>
                </c:pt>
                <c:pt idx="170">
                  <c:v>46121</c:v>
                </c:pt>
                <c:pt idx="171">
                  <c:v>46122</c:v>
                </c:pt>
                <c:pt idx="172">
                  <c:v>46123</c:v>
                </c:pt>
                <c:pt idx="173">
                  <c:v>46124</c:v>
                </c:pt>
                <c:pt idx="174">
                  <c:v>46125</c:v>
                </c:pt>
                <c:pt idx="175">
                  <c:v>46126</c:v>
                </c:pt>
                <c:pt idx="176">
                  <c:v>46127</c:v>
                </c:pt>
                <c:pt idx="177">
                  <c:v>46128</c:v>
                </c:pt>
                <c:pt idx="178">
                  <c:v>46129</c:v>
                </c:pt>
                <c:pt idx="179">
                  <c:v>46130</c:v>
                </c:pt>
                <c:pt idx="180">
                  <c:v>46131</c:v>
                </c:pt>
                <c:pt idx="181">
                  <c:v>46132</c:v>
                </c:pt>
                <c:pt idx="182">
                  <c:v>46133</c:v>
                </c:pt>
                <c:pt idx="183">
                  <c:v>46134</c:v>
                </c:pt>
                <c:pt idx="184">
                  <c:v>46135</c:v>
                </c:pt>
                <c:pt idx="185">
                  <c:v>46136</c:v>
                </c:pt>
                <c:pt idx="186">
                  <c:v>46137</c:v>
                </c:pt>
                <c:pt idx="187">
                  <c:v>46138</c:v>
                </c:pt>
                <c:pt idx="188">
                  <c:v>46139</c:v>
                </c:pt>
                <c:pt idx="189">
                  <c:v>46140</c:v>
                </c:pt>
                <c:pt idx="190">
                  <c:v>46141</c:v>
                </c:pt>
                <c:pt idx="191">
                  <c:v>46142</c:v>
                </c:pt>
                <c:pt idx="192">
                  <c:v>46143</c:v>
                </c:pt>
                <c:pt idx="193">
                  <c:v>46144</c:v>
                </c:pt>
                <c:pt idx="194">
                  <c:v>46145</c:v>
                </c:pt>
                <c:pt idx="195">
                  <c:v>46146</c:v>
                </c:pt>
                <c:pt idx="196">
                  <c:v>46147</c:v>
                </c:pt>
                <c:pt idx="197">
                  <c:v>46148</c:v>
                </c:pt>
                <c:pt idx="198">
                  <c:v>46149</c:v>
                </c:pt>
                <c:pt idx="199">
                  <c:v>46150</c:v>
                </c:pt>
                <c:pt idx="200">
                  <c:v>46151</c:v>
                </c:pt>
                <c:pt idx="201">
                  <c:v>46152</c:v>
                </c:pt>
                <c:pt idx="202">
                  <c:v>46153</c:v>
                </c:pt>
                <c:pt idx="203">
                  <c:v>46154</c:v>
                </c:pt>
                <c:pt idx="204">
                  <c:v>46155</c:v>
                </c:pt>
                <c:pt idx="205">
                  <c:v>46156</c:v>
                </c:pt>
                <c:pt idx="206">
                  <c:v>46157</c:v>
                </c:pt>
                <c:pt idx="207">
                  <c:v>46158</c:v>
                </c:pt>
                <c:pt idx="208">
                  <c:v>46159</c:v>
                </c:pt>
                <c:pt idx="209">
                  <c:v>46160</c:v>
                </c:pt>
                <c:pt idx="210">
                  <c:v>46161</c:v>
                </c:pt>
                <c:pt idx="211">
                  <c:v>46162</c:v>
                </c:pt>
                <c:pt idx="212">
                  <c:v>46163</c:v>
                </c:pt>
                <c:pt idx="213">
                  <c:v>46164</c:v>
                </c:pt>
                <c:pt idx="214">
                  <c:v>46165</c:v>
                </c:pt>
                <c:pt idx="215">
                  <c:v>46166</c:v>
                </c:pt>
                <c:pt idx="216">
                  <c:v>46167</c:v>
                </c:pt>
                <c:pt idx="217">
                  <c:v>46168</c:v>
                </c:pt>
                <c:pt idx="218">
                  <c:v>46169</c:v>
                </c:pt>
                <c:pt idx="219">
                  <c:v>46170</c:v>
                </c:pt>
                <c:pt idx="220">
                  <c:v>46171</c:v>
                </c:pt>
                <c:pt idx="221">
                  <c:v>46172</c:v>
                </c:pt>
                <c:pt idx="222">
                  <c:v>46173</c:v>
                </c:pt>
                <c:pt idx="223">
                  <c:v>46174</c:v>
                </c:pt>
                <c:pt idx="224">
                  <c:v>46175</c:v>
                </c:pt>
                <c:pt idx="225">
                  <c:v>46176</c:v>
                </c:pt>
                <c:pt idx="226">
                  <c:v>46177</c:v>
                </c:pt>
                <c:pt idx="227">
                  <c:v>46178</c:v>
                </c:pt>
                <c:pt idx="228">
                  <c:v>46179</c:v>
                </c:pt>
                <c:pt idx="229">
                  <c:v>46180</c:v>
                </c:pt>
                <c:pt idx="230">
                  <c:v>46181</c:v>
                </c:pt>
                <c:pt idx="231">
                  <c:v>46182</c:v>
                </c:pt>
                <c:pt idx="232">
                  <c:v>46183</c:v>
                </c:pt>
                <c:pt idx="233">
                  <c:v>46184</c:v>
                </c:pt>
                <c:pt idx="234">
                  <c:v>46185</c:v>
                </c:pt>
                <c:pt idx="235">
                  <c:v>46186</c:v>
                </c:pt>
                <c:pt idx="236">
                  <c:v>46187</c:v>
                </c:pt>
                <c:pt idx="237">
                  <c:v>46188</c:v>
                </c:pt>
                <c:pt idx="238">
                  <c:v>46189</c:v>
                </c:pt>
                <c:pt idx="239">
                  <c:v>46190</c:v>
                </c:pt>
                <c:pt idx="240">
                  <c:v>46191</c:v>
                </c:pt>
                <c:pt idx="241">
                  <c:v>46192</c:v>
                </c:pt>
                <c:pt idx="242">
                  <c:v>46193</c:v>
                </c:pt>
                <c:pt idx="243">
                  <c:v>46194</c:v>
                </c:pt>
                <c:pt idx="244">
                  <c:v>46195</c:v>
                </c:pt>
                <c:pt idx="245">
                  <c:v>46196</c:v>
                </c:pt>
                <c:pt idx="246">
                  <c:v>46197</c:v>
                </c:pt>
                <c:pt idx="247">
                  <c:v>46198</c:v>
                </c:pt>
                <c:pt idx="248">
                  <c:v>46199</c:v>
                </c:pt>
                <c:pt idx="249">
                  <c:v>46200</c:v>
                </c:pt>
                <c:pt idx="250">
                  <c:v>46201</c:v>
                </c:pt>
                <c:pt idx="251">
                  <c:v>46202</c:v>
                </c:pt>
                <c:pt idx="252">
                  <c:v>46203</c:v>
                </c:pt>
                <c:pt idx="253">
                  <c:v>46204</c:v>
                </c:pt>
                <c:pt idx="254">
                  <c:v>46205</c:v>
                </c:pt>
                <c:pt idx="255">
                  <c:v>46206</c:v>
                </c:pt>
                <c:pt idx="256">
                  <c:v>46207</c:v>
                </c:pt>
                <c:pt idx="257">
                  <c:v>46208</c:v>
                </c:pt>
                <c:pt idx="258">
                  <c:v>46209</c:v>
                </c:pt>
                <c:pt idx="259">
                  <c:v>46210</c:v>
                </c:pt>
                <c:pt idx="260">
                  <c:v>46211</c:v>
                </c:pt>
                <c:pt idx="261">
                  <c:v>46212</c:v>
                </c:pt>
                <c:pt idx="262">
                  <c:v>46213</c:v>
                </c:pt>
                <c:pt idx="263">
                  <c:v>46214</c:v>
                </c:pt>
                <c:pt idx="264">
                  <c:v>46215</c:v>
                </c:pt>
                <c:pt idx="265">
                  <c:v>46216</c:v>
                </c:pt>
                <c:pt idx="266">
                  <c:v>46217</c:v>
                </c:pt>
                <c:pt idx="267">
                  <c:v>46218</c:v>
                </c:pt>
                <c:pt idx="268">
                  <c:v>46219</c:v>
                </c:pt>
                <c:pt idx="269">
                  <c:v>46220</c:v>
                </c:pt>
                <c:pt idx="270">
                  <c:v>46221</c:v>
                </c:pt>
                <c:pt idx="271">
                  <c:v>46222</c:v>
                </c:pt>
                <c:pt idx="272">
                  <c:v>46223</c:v>
                </c:pt>
                <c:pt idx="273">
                  <c:v>46224</c:v>
                </c:pt>
                <c:pt idx="274">
                  <c:v>46225</c:v>
                </c:pt>
                <c:pt idx="275">
                  <c:v>46226</c:v>
                </c:pt>
                <c:pt idx="276">
                  <c:v>46227</c:v>
                </c:pt>
                <c:pt idx="277">
                  <c:v>46228</c:v>
                </c:pt>
                <c:pt idx="278">
                  <c:v>46229</c:v>
                </c:pt>
                <c:pt idx="279">
                  <c:v>46230</c:v>
                </c:pt>
                <c:pt idx="280">
                  <c:v>46231</c:v>
                </c:pt>
                <c:pt idx="281">
                  <c:v>46232</c:v>
                </c:pt>
                <c:pt idx="282">
                  <c:v>46233</c:v>
                </c:pt>
                <c:pt idx="283">
                  <c:v>46234</c:v>
                </c:pt>
                <c:pt idx="284">
                  <c:v>46235</c:v>
                </c:pt>
                <c:pt idx="285">
                  <c:v>46236</c:v>
                </c:pt>
                <c:pt idx="286">
                  <c:v>46237</c:v>
                </c:pt>
                <c:pt idx="287">
                  <c:v>46238</c:v>
                </c:pt>
                <c:pt idx="288">
                  <c:v>46239</c:v>
                </c:pt>
                <c:pt idx="289">
                  <c:v>46240</c:v>
                </c:pt>
                <c:pt idx="290">
                  <c:v>46241</c:v>
                </c:pt>
                <c:pt idx="291">
                  <c:v>46242</c:v>
                </c:pt>
                <c:pt idx="292">
                  <c:v>46243</c:v>
                </c:pt>
                <c:pt idx="293">
                  <c:v>46244</c:v>
                </c:pt>
                <c:pt idx="294">
                  <c:v>46245</c:v>
                </c:pt>
                <c:pt idx="295">
                  <c:v>46246</c:v>
                </c:pt>
                <c:pt idx="296">
                  <c:v>46247</c:v>
                </c:pt>
                <c:pt idx="297">
                  <c:v>46248</c:v>
                </c:pt>
                <c:pt idx="298">
                  <c:v>46249</c:v>
                </c:pt>
                <c:pt idx="299">
                  <c:v>46250</c:v>
                </c:pt>
                <c:pt idx="300">
                  <c:v>46251</c:v>
                </c:pt>
                <c:pt idx="301">
                  <c:v>46252</c:v>
                </c:pt>
                <c:pt idx="302">
                  <c:v>46253</c:v>
                </c:pt>
                <c:pt idx="303">
                  <c:v>46254</c:v>
                </c:pt>
                <c:pt idx="304">
                  <c:v>46255</c:v>
                </c:pt>
                <c:pt idx="305">
                  <c:v>46256</c:v>
                </c:pt>
                <c:pt idx="306">
                  <c:v>46257</c:v>
                </c:pt>
                <c:pt idx="307">
                  <c:v>46258</c:v>
                </c:pt>
                <c:pt idx="308">
                  <c:v>46259</c:v>
                </c:pt>
                <c:pt idx="309">
                  <c:v>46260</c:v>
                </c:pt>
                <c:pt idx="310">
                  <c:v>46261</c:v>
                </c:pt>
                <c:pt idx="311">
                  <c:v>46262</c:v>
                </c:pt>
                <c:pt idx="312">
                  <c:v>46263</c:v>
                </c:pt>
                <c:pt idx="313">
                  <c:v>46264</c:v>
                </c:pt>
                <c:pt idx="314">
                  <c:v>46265</c:v>
                </c:pt>
                <c:pt idx="315">
                  <c:v>46266</c:v>
                </c:pt>
                <c:pt idx="316">
                  <c:v>46267</c:v>
                </c:pt>
                <c:pt idx="317">
                  <c:v>46268</c:v>
                </c:pt>
                <c:pt idx="318">
                  <c:v>46269</c:v>
                </c:pt>
                <c:pt idx="319">
                  <c:v>46270</c:v>
                </c:pt>
                <c:pt idx="320">
                  <c:v>46271</c:v>
                </c:pt>
                <c:pt idx="321">
                  <c:v>46272</c:v>
                </c:pt>
                <c:pt idx="322">
                  <c:v>46273</c:v>
                </c:pt>
                <c:pt idx="323">
                  <c:v>46274</c:v>
                </c:pt>
                <c:pt idx="324">
                  <c:v>46275</c:v>
                </c:pt>
                <c:pt idx="325">
                  <c:v>46276</c:v>
                </c:pt>
                <c:pt idx="326">
                  <c:v>46277</c:v>
                </c:pt>
                <c:pt idx="327">
                  <c:v>46278</c:v>
                </c:pt>
                <c:pt idx="328">
                  <c:v>46279</c:v>
                </c:pt>
                <c:pt idx="329">
                  <c:v>46280</c:v>
                </c:pt>
                <c:pt idx="330">
                  <c:v>46281</c:v>
                </c:pt>
                <c:pt idx="331">
                  <c:v>46282</c:v>
                </c:pt>
                <c:pt idx="332">
                  <c:v>46283</c:v>
                </c:pt>
                <c:pt idx="333">
                  <c:v>46284</c:v>
                </c:pt>
                <c:pt idx="334">
                  <c:v>46285</c:v>
                </c:pt>
                <c:pt idx="335">
                  <c:v>46286</c:v>
                </c:pt>
                <c:pt idx="336">
                  <c:v>46287</c:v>
                </c:pt>
                <c:pt idx="337">
                  <c:v>46288</c:v>
                </c:pt>
                <c:pt idx="338">
                  <c:v>46289</c:v>
                </c:pt>
                <c:pt idx="339">
                  <c:v>46290</c:v>
                </c:pt>
                <c:pt idx="340">
                  <c:v>46291</c:v>
                </c:pt>
                <c:pt idx="341">
                  <c:v>46292</c:v>
                </c:pt>
                <c:pt idx="342">
                  <c:v>46293</c:v>
                </c:pt>
                <c:pt idx="343">
                  <c:v>46294</c:v>
                </c:pt>
                <c:pt idx="344">
                  <c:v>46295</c:v>
                </c:pt>
                <c:pt idx="345">
                  <c:v>46296</c:v>
                </c:pt>
                <c:pt idx="346">
                  <c:v>46297</c:v>
                </c:pt>
                <c:pt idx="347">
                  <c:v>46298</c:v>
                </c:pt>
                <c:pt idx="348">
                  <c:v>46299</c:v>
                </c:pt>
                <c:pt idx="349">
                  <c:v>46300</c:v>
                </c:pt>
                <c:pt idx="350">
                  <c:v>46301</c:v>
                </c:pt>
                <c:pt idx="351">
                  <c:v>46302</c:v>
                </c:pt>
                <c:pt idx="352">
                  <c:v>46303</c:v>
                </c:pt>
                <c:pt idx="353">
                  <c:v>46304</c:v>
                </c:pt>
                <c:pt idx="354">
                  <c:v>46305</c:v>
                </c:pt>
                <c:pt idx="355">
                  <c:v>46306</c:v>
                </c:pt>
                <c:pt idx="356">
                  <c:v>46307</c:v>
                </c:pt>
                <c:pt idx="357">
                  <c:v>46308</c:v>
                </c:pt>
                <c:pt idx="358">
                  <c:v>46309</c:v>
                </c:pt>
                <c:pt idx="359">
                  <c:v>46310</c:v>
                </c:pt>
                <c:pt idx="360">
                  <c:v>46311</c:v>
                </c:pt>
                <c:pt idx="361">
                  <c:v>46312</c:v>
                </c:pt>
                <c:pt idx="362">
                  <c:v>46313</c:v>
                </c:pt>
                <c:pt idx="363">
                  <c:v>46314</c:v>
                </c:pt>
                <c:pt idx="364">
                  <c:v>46315</c:v>
                </c:pt>
                <c:pt idx="365">
                  <c:v>46316</c:v>
                </c:pt>
                <c:pt idx="366">
                  <c:v>46317</c:v>
                </c:pt>
              </c:numCache>
            </c:numRef>
          </c:cat>
          <c:val>
            <c:numRef>
              <c:f>Source!$AL$4:$AL$373</c:f>
              <c:numCache>
                <c:formatCode>General</c:formatCode>
                <c:ptCount val="370"/>
                <c:pt idx="0">
                  <c:v>5.15</c:v>
                </c:pt>
                <c:pt idx="1">
                  <c:v>6.23</c:v>
                </c:pt>
                <c:pt idx="2">
                  <c:v>5.75</c:v>
                </c:pt>
                <c:pt idx="3">
                  <c:v>5.9</c:v>
                </c:pt>
                <c:pt idx="4">
                  <c:v>5.9</c:v>
                </c:pt>
                <c:pt idx="5">
                  <c:v>5.9</c:v>
                </c:pt>
                <c:pt idx="6">
                  <c:v>5.9</c:v>
                </c:pt>
                <c:pt idx="7">
                  <c:v>5.38</c:v>
                </c:pt>
                <c:pt idx="8">
                  <c:v>4.1500000000000004</c:v>
                </c:pt>
                <c:pt idx="9">
                  <c:v>4.1500000000000004</c:v>
                </c:pt>
                <c:pt idx="10">
                  <c:v>4.1500000000000004</c:v>
                </c:pt>
                <c:pt idx="11">
                  <c:v>4.1500000000000004</c:v>
                </c:pt>
                <c:pt idx="12">
                  <c:v>4.1500000000000004</c:v>
                </c:pt>
                <c:pt idx="13">
                  <c:v>5.5</c:v>
                </c:pt>
                <c:pt idx="14">
                  <c:v>5.68</c:v>
                </c:pt>
                <c:pt idx="15">
                  <c:v>6</c:v>
                </c:pt>
                <c:pt idx="16">
                  <c:v>6</c:v>
                </c:pt>
                <c:pt idx="17">
                  <c:v>6</c:v>
                </c:pt>
                <c:pt idx="18">
                  <c:v>6</c:v>
                </c:pt>
                <c:pt idx="19">
                  <c:v>6</c:v>
                </c:pt>
                <c:pt idx="20">
                  <c:v>6</c:v>
                </c:pt>
                <c:pt idx="21">
                  <c:v>6.1</c:v>
                </c:pt>
                <c:pt idx="22">
                  <c:v>6.1</c:v>
                </c:pt>
                <c:pt idx="23">
                  <c:v>6.1</c:v>
                </c:pt>
                <c:pt idx="24">
                  <c:v>4.5</c:v>
                </c:pt>
                <c:pt idx="25">
                  <c:v>4.5</c:v>
                </c:pt>
                <c:pt idx="26">
                  <c:v>4.5</c:v>
                </c:pt>
                <c:pt idx="27">
                  <c:v>4.5</c:v>
                </c:pt>
                <c:pt idx="28">
                  <c:v>4.5</c:v>
                </c:pt>
                <c:pt idx="29">
                  <c:v>4.13</c:v>
                </c:pt>
                <c:pt idx="30">
                  <c:v>4.2300000000000004</c:v>
                </c:pt>
                <c:pt idx="31">
                  <c:v>4.5</c:v>
                </c:pt>
                <c:pt idx="32">
                  <c:v>4.5</c:v>
                </c:pt>
                <c:pt idx="33">
                  <c:v>4.5</c:v>
                </c:pt>
                <c:pt idx="34">
                  <c:v>5.88</c:v>
                </c:pt>
                <c:pt idx="35">
                  <c:v>5.88</c:v>
                </c:pt>
                <c:pt idx="36">
                  <c:v>5.88</c:v>
                </c:pt>
                <c:pt idx="37">
                  <c:v>5.43</c:v>
                </c:pt>
                <c:pt idx="38">
                  <c:v>5.4</c:v>
                </c:pt>
                <c:pt idx="39">
                  <c:v>5.4</c:v>
                </c:pt>
                <c:pt idx="40">
                  <c:v>5.4</c:v>
                </c:pt>
                <c:pt idx="41">
                  <c:v>7.18</c:v>
                </c:pt>
                <c:pt idx="42">
                  <c:v>7.3</c:v>
                </c:pt>
                <c:pt idx="43">
                  <c:v>7.3</c:v>
                </c:pt>
                <c:pt idx="44">
                  <c:v>6.95</c:v>
                </c:pt>
                <c:pt idx="45">
                  <c:v>6.95</c:v>
                </c:pt>
                <c:pt idx="46">
                  <c:v>6.95</c:v>
                </c:pt>
                <c:pt idx="47">
                  <c:v>6.95</c:v>
                </c:pt>
                <c:pt idx="48">
                  <c:v>7.45</c:v>
                </c:pt>
                <c:pt idx="49">
                  <c:v>7.45</c:v>
                </c:pt>
                <c:pt idx="50">
                  <c:v>7.25</c:v>
                </c:pt>
                <c:pt idx="51">
                  <c:v>7.4</c:v>
                </c:pt>
                <c:pt idx="52">
                  <c:v>7.4</c:v>
                </c:pt>
                <c:pt idx="53">
                  <c:v>7.4</c:v>
                </c:pt>
                <c:pt idx="54">
                  <c:v>7.4</c:v>
                </c:pt>
                <c:pt idx="55">
                  <c:v>7.4</c:v>
                </c:pt>
                <c:pt idx="56">
                  <c:v>5.35</c:v>
                </c:pt>
                <c:pt idx="57">
                  <c:v>4.45</c:v>
                </c:pt>
                <c:pt idx="58">
                  <c:v>4.45</c:v>
                </c:pt>
                <c:pt idx="59">
                  <c:v>4.45</c:v>
                </c:pt>
                <c:pt idx="60">
                  <c:v>4.45</c:v>
                </c:pt>
                <c:pt idx="61">
                  <c:v>4.45</c:v>
                </c:pt>
                <c:pt idx="62">
                  <c:v>6.7</c:v>
                </c:pt>
                <c:pt idx="63">
                  <c:v>6.7</c:v>
                </c:pt>
                <c:pt idx="64">
                  <c:v>6.7</c:v>
                </c:pt>
                <c:pt idx="65">
                  <c:v>6.7</c:v>
                </c:pt>
                <c:pt idx="66">
                  <c:v>4.2</c:v>
                </c:pt>
                <c:pt idx="67">
                  <c:v>4.2</c:v>
                </c:pt>
                <c:pt idx="68">
                  <c:v>4.2</c:v>
                </c:pt>
                <c:pt idx="69">
                  <c:v>3.33</c:v>
                </c:pt>
                <c:pt idx="70">
                  <c:v>1.65</c:v>
                </c:pt>
                <c:pt idx="71">
                  <c:v>1.65</c:v>
                </c:pt>
                <c:pt idx="72">
                  <c:v>1.65</c:v>
                </c:pt>
                <c:pt idx="73">
                  <c:v>1.65</c:v>
                </c:pt>
                <c:pt idx="74">
                  <c:v>1.65</c:v>
                </c:pt>
                <c:pt idx="75">
                  <c:v>1.65</c:v>
                </c:pt>
                <c:pt idx="76">
                  <c:v>6.83</c:v>
                </c:pt>
                <c:pt idx="77">
                  <c:v>5.58</c:v>
                </c:pt>
                <c:pt idx="78">
                  <c:v>4.68</c:v>
                </c:pt>
                <c:pt idx="79">
                  <c:v>3.65</c:v>
                </c:pt>
                <c:pt idx="80">
                  <c:v>3.65</c:v>
                </c:pt>
                <c:pt idx="81">
                  <c:v>3.65</c:v>
                </c:pt>
                <c:pt idx="82">
                  <c:v>3.65</c:v>
                </c:pt>
                <c:pt idx="83">
                  <c:v>3.65</c:v>
                </c:pt>
                <c:pt idx="84">
                  <c:v>3.93</c:v>
                </c:pt>
                <c:pt idx="85">
                  <c:v>4.25</c:v>
                </c:pt>
                <c:pt idx="86">
                  <c:v>4.25</c:v>
                </c:pt>
                <c:pt idx="87">
                  <c:v>3.9</c:v>
                </c:pt>
                <c:pt idx="88">
                  <c:v>3.9</c:v>
                </c:pt>
                <c:pt idx="89">
                  <c:v>3.9</c:v>
                </c:pt>
                <c:pt idx="90">
                  <c:v>3.35</c:v>
                </c:pt>
                <c:pt idx="91">
                  <c:v>3.35</c:v>
                </c:pt>
                <c:pt idx="92">
                  <c:v>2.73</c:v>
                </c:pt>
                <c:pt idx="93">
                  <c:v>2.73</c:v>
                </c:pt>
                <c:pt idx="94">
                  <c:v>2.73</c:v>
                </c:pt>
                <c:pt idx="95">
                  <c:v>2.73</c:v>
                </c:pt>
                <c:pt idx="96">
                  <c:v>2.73</c:v>
                </c:pt>
                <c:pt idx="97">
                  <c:v>5.58</c:v>
                </c:pt>
                <c:pt idx="98">
                  <c:v>5.58</c:v>
                </c:pt>
                <c:pt idx="99">
                  <c:v>5.58</c:v>
                </c:pt>
                <c:pt idx="100">
                  <c:v>5.58</c:v>
                </c:pt>
                <c:pt idx="101">
                  <c:v>5.58</c:v>
                </c:pt>
                <c:pt idx="102">
                  <c:v>5.58</c:v>
                </c:pt>
                <c:pt idx="103">
                  <c:v>5.58</c:v>
                </c:pt>
                <c:pt idx="104">
                  <c:v>9.65</c:v>
                </c:pt>
                <c:pt idx="105">
                  <c:v>9.65</c:v>
                </c:pt>
                <c:pt idx="106">
                  <c:v>9.65</c:v>
                </c:pt>
                <c:pt idx="107">
                  <c:v>9.65</c:v>
                </c:pt>
                <c:pt idx="108">
                  <c:v>9.65</c:v>
                </c:pt>
                <c:pt idx="109">
                  <c:v>9.65</c:v>
                </c:pt>
                <c:pt idx="110">
                  <c:v>9.65</c:v>
                </c:pt>
                <c:pt idx="111">
                  <c:v>9.74</c:v>
                </c:pt>
                <c:pt idx="112">
                  <c:v>8.4499999999999993</c:v>
                </c:pt>
                <c:pt idx="113">
                  <c:v>8.4499999999999993</c:v>
                </c:pt>
                <c:pt idx="114">
                  <c:v>8.4499999999999993</c:v>
                </c:pt>
                <c:pt idx="115">
                  <c:v>8.4499999999999993</c:v>
                </c:pt>
                <c:pt idx="116">
                  <c:v>8.4499999999999993</c:v>
                </c:pt>
                <c:pt idx="117">
                  <c:v>8.4499999999999993</c:v>
                </c:pt>
                <c:pt idx="118">
                  <c:v>8.4499999999999993</c:v>
                </c:pt>
                <c:pt idx="119">
                  <c:v>8.4499999999999993</c:v>
                </c:pt>
                <c:pt idx="120">
                  <c:v>8.4499999999999993</c:v>
                </c:pt>
                <c:pt idx="121">
                  <c:v>8.4499999999999993</c:v>
                </c:pt>
                <c:pt idx="122">
                  <c:v>8.4499999999999993</c:v>
                </c:pt>
                <c:pt idx="123">
                  <c:v>8.4499999999999993</c:v>
                </c:pt>
                <c:pt idx="124">
                  <c:v>8.4499999999999993</c:v>
                </c:pt>
                <c:pt idx="125">
                  <c:v>8.4499999999999993</c:v>
                </c:pt>
                <c:pt idx="126">
                  <c:v>8.4499999999999993</c:v>
                </c:pt>
                <c:pt idx="127">
                  <c:v>3.65</c:v>
                </c:pt>
                <c:pt idx="128">
                  <c:v>2.73</c:v>
                </c:pt>
                <c:pt idx="129">
                  <c:v>2.73</c:v>
                </c:pt>
                <c:pt idx="130">
                  <c:v>2.73</c:v>
                </c:pt>
                <c:pt idx="131">
                  <c:v>2.73</c:v>
                </c:pt>
                <c:pt idx="132">
                  <c:v>11.25</c:v>
                </c:pt>
                <c:pt idx="133">
                  <c:v>10.38</c:v>
                </c:pt>
                <c:pt idx="134">
                  <c:v>10.38</c:v>
                </c:pt>
                <c:pt idx="135">
                  <c:v>5.5</c:v>
                </c:pt>
                <c:pt idx="136">
                  <c:v>4.83</c:v>
                </c:pt>
                <c:pt idx="137">
                  <c:v>4.83</c:v>
                </c:pt>
                <c:pt idx="138">
                  <c:v>4.83</c:v>
                </c:pt>
                <c:pt idx="139">
                  <c:v>4.83</c:v>
                </c:pt>
                <c:pt idx="140">
                  <c:v>5.75</c:v>
                </c:pt>
                <c:pt idx="141">
                  <c:v>5.75</c:v>
                </c:pt>
                <c:pt idx="142">
                  <c:v>4.25</c:v>
                </c:pt>
                <c:pt idx="143">
                  <c:v>4.25</c:v>
                </c:pt>
                <c:pt idx="144">
                  <c:v>4.25</c:v>
                </c:pt>
                <c:pt idx="145">
                  <c:v>4.25</c:v>
                </c:pt>
                <c:pt idx="146">
                  <c:v>4.25</c:v>
                </c:pt>
                <c:pt idx="147">
                  <c:v>4.25</c:v>
                </c:pt>
                <c:pt idx="148">
                  <c:v>4.25</c:v>
                </c:pt>
                <c:pt idx="149">
                  <c:v>4.25</c:v>
                </c:pt>
                <c:pt idx="150">
                  <c:v>4.25</c:v>
                </c:pt>
                <c:pt idx="151">
                  <c:v>4.25</c:v>
                </c:pt>
                <c:pt idx="152">
                  <c:v>4.25</c:v>
                </c:pt>
                <c:pt idx="153">
                  <c:v>5.55</c:v>
                </c:pt>
                <c:pt idx="154">
                  <c:v>5.55</c:v>
                </c:pt>
                <c:pt idx="155">
                  <c:v>5.55</c:v>
                </c:pt>
                <c:pt idx="156">
                  <c:v>5.55</c:v>
                </c:pt>
                <c:pt idx="157">
                  <c:v>5.55</c:v>
                </c:pt>
                <c:pt idx="158">
                  <c:v>5.55</c:v>
                </c:pt>
                <c:pt idx="159">
                  <c:v>5.55</c:v>
                </c:pt>
                <c:pt idx="160">
                  <c:v>5.55</c:v>
                </c:pt>
                <c:pt idx="161">
                  <c:v>9.1</c:v>
                </c:pt>
                <c:pt idx="162">
                  <c:v>8.6</c:v>
                </c:pt>
                <c:pt idx="163">
                  <c:v>8.1</c:v>
                </c:pt>
                <c:pt idx="164">
                  <c:v>8.1</c:v>
                </c:pt>
                <c:pt idx="165">
                  <c:v>8.1</c:v>
                </c:pt>
                <c:pt idx="166">
                  <c:v>8.1</c:v>
                </c:pt>
                <c:pt idx="167">
                  <c:v>8.1</c:v>
                </c:pt>
                <c:pt idx="168">
                  <c:v>8.1</c:v>
                </c:pt>
                <c:pt idx="169">
                  <c:v>4.6500000000000004</c:v>
                </c:pt>
                <c:pt idx="170">
                  <c:v>4.6500000000000004</c:v>
                </c:pt>
                <c:pt idx="171">
                  <c:v>4.6500000000000004</c:v>
                </c:pt>
                <c:pt idx="172">
                  <c:v>4.6500000000000004</c:v>
                </c:pt>
                <c:pt idx="173">
                  <c:v>4.6500000000000004</c:v>
                </c:pt>
                <c:pt idx="174">
                  <c:v>4.6500000000000004</c:v>
                </c:pt>
                <c:pt idx="175">
                  <c:v>4.6500000000000004</c:v>
                </c:pt>
                <c:pt idx="176">
                  <c:v>3.88</c:v>
                </c:pt>
                <c:pt idx="177">
                  <c:v>3.88</c:v>
                </c:pt>
                <c:pt idx="178">
                  <c:v>3.88</c:v>
                </c:pt>
                <c:pt idx="179">
                  <c:v>3.88</c:v>
                </c:pt>
                <c:pt idx="180">
                  <c:v>3.88</c:v>
                </c:pt>
                <c:pt idx="181">
                  <c:v>4.0999999999999996</c:v>
                </c:pt>
                <c:pt idx="182">
                  <c:v>4.0999999999999996</c:v>
                </c:pt>
                <c:pt idx="183">
                  <c:v>5.83</c:v>
                </c:pt>
                <c:pt idx="184">
                  <c:v>4.43</c:v>
                </c:pt>
                <c:pt idx="185">
                  <c:v>3.9</c:v>
                </c:pt>
                <c:pt idx="186">
                  <c:v>3.9</c:v>
                </c:pt>
                <c:pt idx="187">
                  <c:v>3.9</c:v>
                </c:pt>
                <c:pt idx="188">
                  <c:v>3.9</c:v>
                </c:pt>
                <c:pt idx="189">
                  <c:v>3.9</c:v>
                </c:pt>
                <c:pt idx="190">
                  <c:v>6.38</c:v>
                </c:pt>
                <c:pt idx="191">
                  <c:v>6.38</c:v>
                </c:pt>
                <c:pt idx="192">
                  <c:v>6.38</c:v>
                </c:pt>
                <c:pt idx="193">
                  <c:v>6.38</c:v>
                </c:pt>
                <c:pt idx="194">
                  <c:v>6.38</c:v>
                </c:pt>
                <c:pt idx="195">
                  <c:v>6.65</c:v>
                </c:pt>
                <c:pt idx="196">
                  <c:v>6.65</c:v>
                </c:pt>
                <c:pt idx="197">
                  <c:v>6.65</c:v>
                </c:pt>
                <c:pt idx="198">
                  <c:v>6.65</c:v>
                </c:pt>
                <c:pt idx="199">
                  <c:v>6.65</c:v>
                </c:pt>
                <c:pt idx="200">
                  <c:v>6.65</c:v>
                </c:pt>
                <c:pt idx="201">
                  <c:v>6.65</c:v>
                </c:pt>
                <c:pt idx="202">
                  <c:v>6.65</c:v>
                </c:pt>
                <c:pt idx="203">
                  <c:v>6.35</c:v>
                </c:pt>
                <c:pt idx="204">
                  <c:v>6.35</c:v>
                </c:pt>
                <c:pt idx="205">
                  <c:v>6.15</c:v>
                </c:pt>
                <c:pt idx="206">
                  <c:v>5.2</c:v>
                </c:pt>
                <c:pt idx="207">
                  <c:v>5.2</c:v>
                </c:pt>
                <c:pt idx="208">
                  <c:v>5.2</c:v>
                </c:pt>
                <c:pt idx="209">
                  <c:v>5.78</c:v>
                </c:pt>
                <c:pt idx="210">
                  <c:v>5.78</c:v>
                </c:pt>
                <c:pt idx="211">
                  <c:v>6.15</c:v>
                </c:pt>
                <c:pt idx="212">
                  <c:v>5.63</c:v>
                </c:pt>
                <c:pt idx="213">
                  <c:v>5.63</c:v>
                </c:pt>
                <c:pt idx="214">
                  <c:v>5.63</c:v>
                </c:pt>
                <c:pt idx="215">
                  <c:v>5.63</c:v>
                </c:pt>
                <c:pt idx="216">
                  <c:v>5.63</c:v>
                </c:pt>
                <c:pt idx="217">
                  <c:v>5.63</c:v>
                </c:pt>
                <c:pt idx="218">
                  <c:v>7.78</c:v>
                </c:pt>
                <c:pt idx="219">
                  <c:v>6.85</c:v>
                </c:pt>
                <c:pt idx="220">
                  <c:v>7.15</c:v>
                </c:pt>
                <c:pt idx="221">
                  <c:v>7.15</c:v>
                </c:pt>
                <c:pt idx="222">
                  <c:v>7.15</c:v>
                </c:pt>
                <c:pt idx="223">
                  <c:v>7.15</c:v>
                </c:pt>
                <c:pt idx="224">
                  <c:v>6.35</c:v>
                </c:pt>
                <c:pt idx="225">
                  <c:v>5.4</c:v>
                </c:pt>
                <c:pt idx="226">
                  <c:v>5.4</c:v>
                </c:pt>
                <c:pt idx="227">
                  <c:v>5.4</c:v>
                </c:pt>
                <c:pt idx="228">
                  <c:v>5.4</c:v>
                </c:pt>
                <c:pt idx="229">
                  <c:v>5.4</c:v>
                </c:pt>
                <c:pt idx="230">
                  <c:v>5.4</c:v>
                </c:pt>
                <c:pt idx="231">
                  <c:v>5.63</c:v>
                </c:pt>
                <c:pt idx="232">
                  <c:v>5.63</c:v>
                </c:pt>
                <c:pt idx="233">
                  <c:v>4.3</c:v>
                </c:pt>
                <c:pt idx="234">
                  <c:v>3.48</c:v>
                </c:pt>
                <c:pt idx="235">
                  <c:v>3.48</c:v>
                </c:pt>
                <c:pt idx="236">
                  <c:v>3.48</c:v>
                </c:pt>
                <c:pt idx="237">
                  <c:v>3.48</c:v>
                </c:pt>
                <c:pt idx="238">
                  <c:v>3.8</c:v>
                </c:pt>
                <c:pt idx="239">
                  <c:v>3.8</c:v>
                </c:pt>
                <c:pt idx="240">
                  <c:v>3.8</c:v>
                </c:pt>
                <c:pt idx="241">
                  <c:v>4.43</c:v>
                </c:pt>
                <c:pt idx="242">
                  <c:v>4.43</c:v>
                </c:pt>
                <c:pt idx="243">
                  <c:v>4.43</c:v>
                </c:pt>
                <c:pt idx="244">
                  <c:v>4.43</c:v>
                </c:pt>
                <c:pt idx="245">
                  <c:v>5.25</c:v>
                </c:pt>
                <c:pt idx="246">
                  <c:v>3.78</c:v>
                </c:pt>
                <c:pt idx="247">
                  <c:v>3.78</c:v>
                </c:pt>
                <c:pt idx="248">
                  <c:v>3.78</c:v>
                </c:pt>
                <c:pt idx="249">
                  <c:v>3.78</c:v>
                </c:pt>
                <c:pt idx="250">
                  <c:v>3.78</c:v>
                </c:pt>
                <c:pt idx="251">
                  <c:v>3.55</c:v>
                </c:pt>
                <c:pt idx="252">
                  <c:v>3.55</c:v>
                </c:pt>
                <c:pt idx="253">
                  <c:v>6.2</c:v>
                </c:pt>
                <c:pt idx="254">
                  <c:v>6.2</c:v>
                </c:pt>
                <c:pt idx="255">
                  <c:v>5.8</c:v>
                </c:pt>
                <c:pt idx="256">
                  <c:v>5.8</c:v>
                </c:pt>
                <c:pt idx="257">
                  <c:v>5.8</c:v>
                </c:pt>
                <c:pt idx="258">
                  <c:v>6</c:v>
                </c:pt>
                <c:pt idx="259">
                  <c:v>6</c:v>
                </c:pt>
                <c:pt idx="260">
                  <c:v>5.25</c:v>
                </c:pt>
                <c:pt idx="261">
                  <c:v>4.63</c:v>
                </c:pt>
                <c:pt idx="262">
                  <c:v>4.25</c:v>
                </c:pt>
                <c:pt idx="263">
                  <c:v>4.25</c:v>
                </c:pt>
                <c:pt idx="264">
                  <c:v>4.25</c:v>
                </c:pt>
                <c:pt idx="265">
                  <c:v>4.33</c:v>
                </c:pt>
                <c:pt idx="266">
                  <c:v>4.25</c:v>
                </c:pt>
                <c:pt idx="267">
                  <c:v>4.18</c:v>
                </c:pt>
                <c:pt idx="268">
                  <c:v>4.08</c:v>
                </c:pt>
                <c:pt idx="269">
                  <c:v>3.9</c:v>
                </c:pt>
                <c:pt idx="270">
                  <c:v>3.9</c:v>
                </c:pt>
                <c:pt idx="271">
                  <c:v>3.9</c:v>
                </c:pt>
                <c:pt idx="272">
                  <c:v>3.65</c:v>
                </c:pt>
                <c:pt idx="273">
                  <c:v>3.58</c:v>
                </c:pt>
                <c:pt idx="274">
                  <c:v>3.58</c:v>
                </c:pt>
                <c:pt idx="275">
                  <c:v>2.98</c:v>
                </c:pt>
                <c:pt idx="276">
                  <c:v>2.4</c:v>
                </c:pt>
                <c:pt idx="277">
                  <c:v>2.4</c:v>
                </c:pt>
                <c:pt idx="278">
                  <c:v>2.4</c:v>
                </c:pt>
                <c:pt idx="279">
                  <c:v>2.4</c:v>
                </c:pt>
                <c:pt idx="280">
                  <c:v>2.4</c:v>
                </c:pt>
                <c:pt idx="281">
                  <c:v>2.4</c:v>
                </c:pt>
                <c:pt idx="282">
                  <c:v>0.65</c:v>
                </c:pt>
                <c:pt idx="283">
                  <c:v>0.65</c:v>
                </c:pt>
                <c:pt idx="284">
                  <c:v>0.65</c:v>
                </c:pt>
                <c:pt idx="285">
                  <c:v>0.65</c:v>
                </c:pt>
                <c:pt idx="286">
                  <c:v>6.33</c:v>
                </c:pt>
                <c:pt idx="287">
                  <c:v>6.35</c:v>
                </c:pt>
                <c:pt idx="288">
                  <c:v>5.0999999999999996</c:v>
                </c:pt>
                <c:pt idx="289">
                  <c:v>4.63</c:v>
                </c:pt>
                <c:pt idx="290">
                  <c:v>5.88</c:v>
                </c:pt>
                <c:pt idx="291">
                  <c:v>5.88</c:v>
                </c:pt>
                <c:pt idx="292">
                  <c:v>5.88</c:v>
                </c:pt>
                <c:pt idx="293">
                  <c:v>5.88</c:v>
                </c:pt>
                <c:pt idx="294">
                  <c:v>5.38</c:v>
                </c:pt>
                <c:pt idx="295">
                  <c:v>4.55</c:v>
                </c:pt>
                <c:pt idx="296">
                  <c:v>4.55</c:v>
                </c:pt>
                <c:pt idx="297">
                  <c:v>4.8499999999999996</c:v>
                </c:pt>
                <c:pt idx="298">
                  <c:v>4.8499999999999996</c:v>
                </c:pt>
                <c:pt idx="299">
                  <c:v>4.8499999999999996</c:v>
                </c:pt>
                <c:pt idx="300">
                  <c:v>5.8</c:v>
                </c:pt>
                <c:pt idx="301">
                  <c:v>4.7300000000000004</c:v>
                </c:pt>
                <c:pt idx="302">
                  <c:v>4.05</c:v>
                </c:pt>
                <c:pt idx="303">
                  <c:v>2.9</c:v>
                </c:pt>
                <c:pt idx="304">
                  <c:v>3.55</c:v>
                </c:pt>
                <c:pt idx="305">
                  <c:v>3.55</c:v>
                </c:pt>
                <c:pt idx="306">
                  <c:v>3.55</c:v>
                </c:pt>
                <c:pt idx="307">
                  <c:v>3.75</c:v>
                </c:pt>
                <c:pt idx="308">
                  <c:v>2.6</c:v>
                </c:pt>
                <c:pt idx="309">
                  <c:v>1.85</c:v>
                </c:pt>
                <c:pt idx="310">
                  <c:v>1.85</c:v>
                </c:pt>
                <c:pt idx="311">
                  <c:v>7.3</c:v>
                </c:pt>
                <c:pt idx="312">
                  <c:v>7.3</c:v>
                </c:pt>
                <c:pt idx="313">
                  <c:v>7.3</c:v>
                </c:pt>
                <c:pt idx="314">
                  <c:v>7.3</c:v>
                </c:pt>
                <c:pt idx="315">
                  <c:v>7.3</c:v>
                </c:pt>
                <c:pt idx="316">
                  <c:v>7.3</c:v>
                </c:pt>
                <c:pt idx="317">
                  <c:v>5.9</c:v>
                </c:pt>
                <c:pt idx="318">
                  <c:v>4.45</c:v>
                </c:pt>
                <c:pt idx="319">
                  <c:v>4.45</c:v>
                </c:pt>
                <c:pt idx="320">
                  <c:v>4.45</c:v>
                </c:pt>
                <c:pt idx="321">
                  <c:v>3.45</c:v>
                </c:pt>
                <c:pt idx="322">
                  <c:v>2.5</c:v>
                </c:pt>
                <c:pt idx="323">
                  <c:v>1.55</c:v>
                </c:pt>
                <c:pt idx="324">
                  <c:v>1.55</c:v>
                </c:pt>
                <c:pt idx="325">
                  <c:v>3.43</c:v>
                </c:pt>
                <c:pt idx="326">
                  <c:v>3.43</c:v>
                </c:pt>
                <c:pt idx="327">
                  <c:v>3.43</c:v>
                </c:pt>
                <c:pt idx="328">
                  <c:v>5.0999999999999996</c:v>
                </c:pt>
                <c:pt idx="329">
                  <c:v>4.45</c:v>
                </c:pt>
                <c:pt idx="330">
                  <c:v>3.5</c:v>
                </c:pt>
                <c:pt idx="331">
                  <c:v>3.5</c:v>
                </c:pt>
                <c:pt idx="332">
                  <c:v>3.5</c:v>
                </c:pt>
                <c:pt idx="333">
                  <c:v>3.5</c:v>
                </c:pt>
                <c:pt idx="334">
                  <c:v>3.5</c:v>
                </c:pt>
                <c:pt idx="335">
                  <c:v>7.15</c:v>
                </c:pt>
                <c:pt idx="336">
                  <c:v>4.0999999999999996</c:v>
                </c:pt>
                <c:pt idx="337">
                  <c:v>2.4500000000000002</c:v>
                </c:pt>
                <c:pt idx="338">
                  <c:v>0.95</c:v>
                </c:pt>
                <c:pt idx="339">
                  <c:v>0.95</c:v>
                </c:pt>
                <c:pt idx="340">
                  <c:v>0.95</c:v>
                </c:pt>
                <c:pt idx="341">
                  <c:v>0.95</c:v>
                </c:pt>
                <c:pt idx="342">
                  <c:v>0.63</c:v>
                </c:pt>
                <c:pt idx="343">
                  <c:v>0.63</c:v>
                </c:pt>
                <c:pt idx="344">
                  <c:v>7.43</c:v>
                </c:pt>
                <c:pt idx="345">
                  <c:v>4.08</c:v>
                </c:pt>
                <c:pt idx="346">
                  <c:v>2.8</c:v>
                </c:pt>
                <c:pt idx="347">
                  <c:v>2.8</c:v>
                </c:pt>
                <c:pt idx="348">
                  <c:v>2.8</c:v>
                </c:pt>
                <c:pt idx="349">
                  <c:v>1.95</c:v>
                </c:pt>
                <c:pt idx="350">
                  <c:v>1.1000000000000001</c:v>
                </c:pt>
                <c:pt idx="351">
                  <c:v>0.63</c:v>
                </c:pt>
                <c:pt idx="352">
                  <c:v>0.9</c:v>
                </c:pt>
                <c:pt idx="353">
                  <c:v>4.6500000000000004</c:v>
                </c:pt>
                <c:pt idx="354">
                  <c:v>4.6500000000000004</c:v>
                </c:pt>
                <c:pt idx="355">
                  <c:v>4.6500000000000004</c:v>
                </c:pt>
                <c:pt idx="356">
                  <c:v>4.6500000000000004</c:v>
                </c:pt>
                <c:pt idx="357">
                  <c:v>4.6500000000000004</c:v>
                </c:pt>
                <c:pt idx="358">
                  <c:v>3.63</c:v>
                </c:pt>
                <c:pt idx="359">
                  <c:v>3.05</c:v>
                </c:pt>
                <c:pt idx="360">
                  <c:v>4.4000000000000004</c:v>
                </c:pt>
                <c:pt idx="361">
                  <c:v>4.4000000000000004</c:v>
                </c:pt>
                <c:pt idx="362">
                  <c:v>4.4000000000000004</c:v>
                </c:pt>
                <c:pt idx="363">
                  <c:v>4.1500000000000004</c:v>
                </c:pt>
                <c:pt idx="364">
                  <c:v>3.65</c:v>
                </c:pt>
                <c:pt idx="365">
                  <c:v>3.35</c:v>
                </c:pt>
                <c:pt idx="366">
                  <c:v>4.28</c:v>
                </c:pt>
              </c:numCache>
            </c:numRef>
          </c:val>
          <c:smooth val="1"/>
          <c:extLst>
            <c:ext xmlns:c16="http://schemas.microsoft.com/office/drawing/2014/chart" uri="{C3380CC4-5D6E-409C-BE32-E72D297353CC}">
              <c16:uniqueId val="{00000000-AF70-41B3-99FD-DAACC109ECFB}"/>
            </c:ext>
          </c:extLst>
        </c:ser>
        <c:ser>
          <c:idx val="11"/>
          <c:order val="1"/>
          <c:tx>
            <c:strRef>
              <c:f>Source!$AM$2</c:f>
              <c:strCache>
                <c:ptCount val="1"/>
                <c:pt idx="0">
                  <c:v>1-week rate</c:v>
                </c:pt>
              </c:strCache>
            </c:strRef>
          </c:tx>
          <c:spPr>
            <a:ln w="19050" cap="rnd">
              <a:solidFill>
                <a:schemeClr val="accent3"/>
              </a:solidFill>
              <a:round/>
            </a:ln>
            <a:effectLst/>
          </c:spPr>
          <c:marker>
            <c:symbol val="none"/>
          </c:marker>
          <c:cat>
            <c:numRef>
              <c:f>Source!$AH$4:$AH$373</c:f>
              <c:numCache>
                <c:formatCode>m/d/yyyy</c:formatCode>
                <c:ptCount val="370"/>
                <c:pt idx="0">
                  <c:v>45951</c:v>
                </c:pt>
                <c:pt idx="1">
                  <c:v>45952</c:v>
                </c:pt>
                <c:pt idx="2">
                  <c:v>45953</c:v>
                </c:pt>
                <c:pt idx="3">
                  <c:v>45954</c:v>
                </c:pt>
                <c:pt idx="4">
                  <c:v>45955</c:v>
                </c:pt>
                <c:pt idx="5">
                  <c:v>45956</c:v>
                </c:pt>
                <c:pt idx="6">
                  <c:v>45957</c:v>
                </c:pt>
                <c:pt idx="7">
                  <c:v>45958</c:v>
                </c:pt>
                <c:pt idx="8">
                  <c:v>45959</c:v>
                </c:pt>
                <c:pt idx="9">
                  <c:v>45960</c:v>
                </c:pt>
                <c:pt idx="10">
                  <c:v>45961</c:v>
                </c:pt>
                <c:pt idx="11">
                  <c:v>45962</c:v>
                </c:pt>
                <c:pt idx="12">
                  <c:v>45963</c:v>
                </c:pt>
                <c:pt idx="13">
                  <c:v>45964</c:v>
                </c:pt>
                <c:pt idx="14">
                  <c:v>45965</c:v>
                </c:pt>
                <c:pt idx="15">
                  <c:v>45966</c:v>
                </c:pt>
                <c:pt idx="16">
                  <c:v>45967</c:v>
                </c:pt>
                <c:pt idx="17">
                  <c:v>45968</c:v>
                </c:pt>
                <c:pt idx="18">
                  <c:v>45969</c:v>
                </c:pt>
                <c:pt idx="19">
                  <c:v>45970</c:v>
                </c:pt>
                <c:pt idx="20">
                  <c:v>45971</c:v>
                </c:pt>
                <c:pt idx="21">
                  <c:v>45972</c:v>
                </c:pt>
                <c:pt idx="22">
                  <c:v>45973</c:v>
                </c:pt>
                <c:pt idx="23">
                  <c:v>45974</c:v>
                </c:pt>
                <c:pt idx="24">
                  <c:v>45975</c:v>
                </c:pt>
                <c:pt idx="25">
                  <c:v>45976</c:v>
                </c:pt>
                <c:pt idx="26">
                  <c:v>45977</c:v>
                </c:pt>
                <c:pt idx="27">
                  <c:v>45978</c:v>
                </c:pt>
                <c:pt idx="28">
                  <c:v>45979</c:v>
                </c:pt>
                <c:pt idx="29">
                  <c:v>45980</c:v>
                </c:pt>
                <c:pt idx="30">
                  <c:v>45981</c:v>
                </c:pt>
                <c:pt idx="31">
                  <c:v>45982</c:v>
                </c:pt>
                <c:pt idx="32">
                  <c:v>45983</c:v>
                </c:pt>
                <c:pt idx="33">
                  <c:v>45984</c:v>
                </c:pt>
                <c:pt idx="34">
                  <c:v>45985</c:v>
                </c:pt>
                <c:pt idx="35">
                  <c:v>45986</c:v>
                </c:pt>
                <c:pt idx="36">
                  <c:v>45987</c:v>
                </c:pt>
                <c:pt idx="37">
                  <c:v>45988</c:v>
                </c:pt>
                <c:pt idx="38">
                  <c:v>45989</c:v>
                </c:pt>
                <c:pt idx="39">
                  <c:v>45990</c:v>
                </c:pt>
                <c:pt idx="40">
                  <c:v>45991</c:v>
                </c:pt>
                <c:pt idx="41">
                  <c:v>45992</c:v>
                </c:pt>
                <c:pt idx="42">
                  <c:v>45993</c:v>
                </c:pt>
                <c:pt idx="43">
                  <c:v>45994</c:v>
                </c:pt>
                <c:pt idx="44">
                  <c:v>45995</c:v>
                </c:pt>
                <c:pt idx="45">
                  <c:v>45996</c:v>
                </c:pt>
                <c:pt idx="46">
                  <c:v>45997</c:v>
                </c:pt>
                <c:pt idx="47">
                  <c:v>45998</c:v>
                </c:pt>
                <c:pt idx="48">
                  <c:v>45999</c:v>
                </c:pt>
                <c:pt idx="49">
                  <c:v>46000</c:v>
                </c:pt>
                <c:pt idx="50">
                  <c:v>46001</c:v>
                </c:pt>
                <c:pt idx="51">
                  <c:v>46002</c:v>
                </c:pt>
                <c:pt idx="52">
                  <c:v>46003</c:v>
                </c:pt>
                <c:pt idx="53">
                  <c:v>46004</c:v>
                </c:pt>
                <c:pt idx="54">
                  <c:v>46005</c:v>
                </c:pt>
                <c:pt idx="55">
                  <c:v>46006</c:v>
                </c:pt>
                <c:pt idx="56">
                  <c:v>46007</c:v>
                </c:pt>
                <c:pt idx="57">
                  <c:v>46008</c:v>
                </c:pt>
                <c:pt idx="58">
                  <c:v>46009</c:v>
                </c:pt>
                <c:pt idx="59">
                  <c:v>46010</c:v>
                </c:pt>
                <c:pt idx="60">
                  <c:v>46011</c:v>
                </c:pt>
                <c:pt idx="61">
                  <c:v>46012</c:v>
                </c:pt>
                <c:pt idx="62">
                  <c:v>46013</c:v>
                </c:pt>
                <c:pt idx="63">
                  <c:v>46014</c:v>
                </c:pt>
                <c:pt idx="64">
                  <c:v>46015</c:v>
                </c:pt>
                <c:pt idx="65">
                  <c:v>46016</c:v>
                </c:pt>
                <c:pt idx="66">
                  <c:v>46017</c:v>
                </c:pt>
                <c:pt idx="67">
                  <c:v>46018</c:v>
                </c:pt>
                <c:pt idx="68">
                  <c:v>46019</c:v>
                </c:pt>
                <c:pt idx="69">
                  <c:v>46020</c:v>
                </c:pt>
                <c:pt idx="70">
                  <c:v>46021</c:v>
                </c:pt>
                <c:pt idx="71">
                  <c:v>46022</c:v>
                </c:pt>
                <c:pt idx="72">
                  <c:v>46023</c:v>
                </c:pt>
                <c:pt idx="73">
                  <c:v>46024</c:v>
                </c:pt>
                <c:pt idx="74">
                  <c:v>46025</c:v>
                </c:pt>
                <c:pt idx="75">
                  <c:v>46026</c:v>
                </c:pt>
                <c:pt idx="76">
                  <c:v>46027</c:v>
                </c:pt>
                <c:pt idx="77">
                  <c:v>46028</c:v>
                </c:pt>
                <c:pt idx="78">
                  <c:v>46029</c:v>
                </c:pt>
                <c:pt idx="79">
                  <c:v>46030</c:v>
                </c:pt>
                <c:pt idx="80">
                  <c:v>46031</c:v>
                </c:pt>
                <c:pt idx="81">
                  <c:v>46032</c:v>
                </c:pt>
                <c:pt idx="82">
                  <c:v>46033</c:v>
                </c:pt>
                <c:pt idx="83">
                  <c:v>46034</c:v>
                </c:pt>
                <c:pt idx="84">
                  <c:v>46035</c:v>
                </c:pt>
                <c:pt idx="85">
                  <c:v>46036</c:v>
                </c:pt>
                <c:pt idx="86">
                  <c:v>46037</c:v>
                </c:pt>
                <c:pt idx="87">
                  <c:v>46038</c:v>
                </c:pt>
                <c:pt idx="88">
                  <c:v>46039</c:v>
                </c:pt>
                <c:pt idx="89">
                  <c:v>46040</c:v>
                </c:pt>
                <c:pt idx="90">
                  <c:v>46041</c:v>
                </c:pt>
                <c:pt idx="91">
                  <c:v>46042</c:v>
                </c:pt>
                <c:pt idx="92">
                  <c:v>46043</c:v>
                </c:pt>
                <c:pt idx="93">
                  <c:v>46044</c:v>
                </c:pt>
                <c:pt idx="94">
                  <c:v>46045</c:v>
                </c:pt>
                <c:pt idx="95">
                  <c:v>46046</c:v>
                </c:pt>
                <c:pt idx="96">
                  <c:v>46047</c:v>
                </c:pt>
                <c:pt idx="97">
                  <c:v>46048</c:v>
                </c:pt>
                <c:pt idx="98">
                  <c:v>46049</c:v>
                </c:pt>
                <c:pt idx="99">
                  <c:v>46050</c:v>
                </c:pt>
                <c:pt idx="100">
                  <c:v>46051</c:v>
                </c:pt>
                <c:pt idx="101">
                  <c:v>46052</c:v>
                </c:pt>
                <c:pt idx="102">
                  <c:v>46053</c:v>
                </c:pt>
                <c:pt idx="103">
                  <c:v>46054</c:v>
                </c:pt>
                <c:pt idx="104">
                  <c:v>46055</c:v>
                </c:pt>
                <c:pt idx="105">
                  <c:v>46056</c:v>
                </c:pt>
                <c:pt idx="106">
                  <c:v>46057</c:v>
                </c:pt>
                <c:pt idx="107">
                  <c:v>46058</c:v>
                </c:pt>
                <c:pt idx="108">
                  <c:v>46059</c:v>
                </c:pt>
                <c:pt idx="109">
                  <c:v>46060</c:v>
                </c:pt>
                <c:pt idx="110">
                  <c:v>46061</c:v>
                </c:pt>
                <c:pt idx="111">
                  <c:v>46062</c:v>
                </c:pt>
                <c:pt idx="112">
                  <c:v>46063</c:v>
                </c:pt>
                <c:pt idx="113">
                  <c:v>46064</c:v>
                </c:pt>
                <c:pt idx="114">
                  <c:v>46065</c:v>
                </c:pt>
                <c:pt idx="115">
                  <c:v>46066</c:v>
                </c:pt>
                <c:pt idx="116">
                  <c:v>46067</c:v>
                </c:pt>
                <c:pt idx="117">
                  <c:v>46068</c:v>
                </c:pt>
                <c:pt idx="118">
                  <c:v>46069</c:v>
                </c:pt>
                <c:pt idx="119">
                  <c:v>46070</c:v>
                </c:pt>
                <c:pt idx="120">
                  <c:v>46071</c:v>
                </c:pt>
                <c:pt idx="121">
                  <c:v>46072</c:v>
                </c:pt>
                <c:pt idx="122">
                  <c:v>46073</c:v>
                </c:pt>
                <c:pt idx="123">
                  <c:v>46074</c:v>
                </c:pt>
                <c:pt idx="124">
                  <c:v>46075</c:v>
                </c:pt>
                <c:pt idx="125">
                  <c:v>46076</c:v>
                </c:pt>
                <c:pt idx="126">
                  <c:v>46077</c:v>
                </c:pt>
                <c:pt idx="127">
                  <c:v>46078</c:v>
                </c:pt>
                <c:pt idx="128">
                  <c:v>46079</c:v>
                </c:pt>
                <c:pt idx="129">
                  <c:v>46080</c:v>
                </c:pt>
                <c:pt idx="130">
                  <c:v>46081</c:v>
                </c:pt>
                <c:pt idx="131">
                  <c:v>46082</c:v>
                </c:pt>
                <c:pt idx="132">
                  <c:v>46083</c:v>
                </c:pt>
                <c:pt idx="133">
                  <c:v>46084</c:v>
                </c:pt>
                <c:pt idx="134">
                  <c:v>46085</c:v>
                </c:pt>
                <c:pt idx="135">
                  <c:v>46086</c:v>
                </c:pt>
                <c:pt idx="136">
                  <c:v>46087</c:v>
                </c:pt>
                <c:pt idx="137">
                  <c:v>46088</c:v>
                </c:pt>
                <c:pt idx="138">
                  <c:v>46089</c:v>
                </c:pt>
                <c:pt idx="139">
                  <c:v>46090</c:v>
                </c:pt>
                <c:pt idx="140">
                  <c:v>46091</c:v>
                </c:pt>
                <c:pt idx="141">
                  <c:v>46092</c:v>
                </c:pt>
                <c:pt idx="142">
                  <c:v>46093</c:v>
                </c:pt>
                <c:pt idx="143">
                  <c:v>46094</c:v>
                </c:pt>
                <c:pt idx="144">
                  <c:v>46095</c:v>
                </c:pt>
                <c:pt idx="145">
                  <c:v>46096</c:v>
                </c:pt>
                <c:pt idx="146">
                  <c:v>46097</c:v>
                </c:pt>
                <c:pt idx="147">
                  <c:v>46098</c:v>
                </c:pt>
                <c:pt idx="148">
                  <c:v>46099</c:v>
                </c:pt>
                <c:pt idx="149">
                  <c:v>46100</c:v>
                </c:pt>
                <c:pt idx="150">
                  <c:v>46101</c:v>
                </c:pt>
                <c:pt idx="151">
                  <c:v>46102</c:v>
                </c:pt>
                <c:pt idx="152">
                  <c:v>46103</c:v>
                </c:pt>
                <c:pt idx="153">
                  <c:v>46104</c:v>
                </c:pt>
                <c:pt idx="154">
                  <c:v>46105</c:v>
                </c:pt>
                <c:pt idx="155">
                  <c:v>46106</c:v>
                </c:pt>
                <c:pt idx="156">
                  <c:v>46107</c:v>
                </c:pt>
                <c:pt idx="157">
                  <c:v>46108</c:v>
                </c:pt>
                <c:pt idx="158">
                  <c:v>46109</c:v>
                </c:pt>
                <c:pt idx="159">
                  <c:v>46110</c:v>
                </c:pt>
                <c:pt idx="160">
                  <c:v>46111</c:v>
                </c:pt>
                <c:pt idx="161">
                  <c:v>46112</c:v>
                </c:pt>
                <c:pt idx="162">
                  <c:v>46113</c:v>
                </c:pt>
                <c:pt idx="163">
                  <c:v>46114</c:v>
                </c:pt>
                <c:pt idx="164">
                  <c:v>46115</c:v>
                </c:pt>
                <c:pt idx="165">
                  <c:v>46116</c:v>
                </c:pt>
                <c:pt idx="166">
                  <c:v>46117</c:v>
                </c:pt>
                <c:pt idx="167">
                  <c:v>46118</c:v>
                </c:pt>
                <c:pt idx="168">
                  <c:v>46119</c:v>
                </c:pt>
                <c:pt idx="169">
                  <c:v>46120</c:v>
                </c:pt>
                <c:pt idx="170">
                  <c:v>46121</c:v>
                </c:pt>
                <c:pt idx="171">
                  <c:v>46122</c:v>
                </c:pt>
                <c:pt idx="172">
                  <c:v>46123</c:v>
                </c:pt>
                <c:pt idx="173">
                  <c:v>46124</c:v>
                </c:pt>
                <c:pt idx="174">
                  <c:v>46125</c:v>
                </c:pt>
                <c:pt idx="175">
                  <c:v>46126</c:v>
                </c:pt>
                <c:pt idx="176">
                  <c:v>46127</c:v>
                </c:pt>
                <c:pt idx="177">
                  <c:v>46128</c:v>
                </c:pt>
                <c:pt idx="178">
                  <c:v>46129</c:v>
                </c:pt>
                <c:pt idx="179">
                  <c:v>46130</c:v>
                </c:pt>
                <c:pt idx="180">
                  <c:v>46131</c:v>
                </c:pt>
                <c:pt idx="181">
                  <c:v>46132</c:v>
                </c:pt>
                <c:pt idx="182">
                  <c:v>46133</c:v>
                </c:pt>
                <c:pt idx="183">
                  <c:v>46134</c:v>
                </c:pt>
                <c:pt idx="184">
                  <c:v>46135</c:v>
                </c:pt>
                <c:pt idx="185">
                  <c:v>46136</c:v>
                </c:pt>
                <c:pt idx="186">
                  <c:v>46137</c:v>
                </c:pt>
                <c:pt idx="187">
                  <c:v>46138</c:v>
                </c:pt>
                <c:pt idx="188">
                  <c:v>46139</c:v>
                </c:pt>
                <c:pt idx="189">
                  <c:v>46140</c:v>
                </c:pt>
                <c:pt idx="190">
                  <c:v>46141</c:v>
                </c:pt>
                <c:pt idx="191">
                  <c:v>46142</c:v>
                </c:pt>
                <c:pt idx="192">
                  <c:v>46143</c:v>
                </c:pt>
                <c:pt idx="193">
                  <c:v>46144</c:v>
                </c:pt>
                <c:pt idx="194">
                  <c:v>46145</c:v>
                </c:pt>
                <c:pt idx="195">
                  <c:v>46146</c:v>
                </c:pt>
                <c:pt idx="196">
                  <c:v>46147</c:v>
                </c:pt>
                <c:pt idx="197">
                  <c:v>46148</c:v>
                </c:pt>
                <c:pt idx="198">
                  <c:v>46149</c:v>
                </c:pt>
                <c:pt idx="199">
                  <c:v>46150</c:v>
                </c:pt>
                <c:pt idx="200">
                  <c:v>46151</c:v>
                </c:pt>
                <c:pt idx="201">
                  <c:v>46152</c:v>
                </c:pt>
                <c:pt idx="202">
                  <c:v>46153</c:v>
                </c:pt>
                <c:pt idx="203">
                  <c:v>46154</c:v>
                </c:pt>
                <c:pt idx="204">
                  <c:v>46155</c:v>
                </c:pt>
                <c:pt idx="205">
                  <c:v>46156</c:v>
                </c:pt>
                <c:pt idx="206">
                  <c:v>46157</c:v>
                </c:pt>
                <c:pt idx="207">
                  <c:v>46158</c:v>
                </c:pt>
                <c:pt idx="208">
                  <c:v>46159</c:v>
                </c:pt>
                <c:pt idx="209">
                  <c:v>46160</c:v>
                </c:pt>
                <c:pt idx="210">
                  <c:v>46161</c:v>
                </c:pt>
                <c:pt idx="211">
                  <c:v>46162</c:v>
                </c:pt>
                <c:pt idx="212">
                  <c:v>46163</c:v>
                </c:pt>
                <c:pt idx="213">
                  <c:v>46164</c:v>
                </c:pt>
                <c:pt idx="214">
                  <c:v>46165</c:v>
                </c:pt>
                <c:pt idx="215">
                  <c:v>46166</c:v>
                </c:pt>
                <c:pt idx="216">
                  <c:v>46167</c:v>
                </c:pt>
                <c:pt idx="217">
                  <c:v>46168</c:v>
                </c:pt>
                <c:pt idx="218">
                  <c:v>46169</c:v>
                </c:pt>
                <c:pt idx="219">
                  <c:v>46170</c:v>
                </c:pt>
                <c:pt idx="220">
                  <c:v>46171</c:v>
                </c:pt>
                <c:pt idx="221">
                  <c:v>46172</c:v>
                </c:pt>
                <c:pt idx="222">
                  <c:v>46173</c:v>
                </c:pt>
                <c:pt idx="223">
                  <c:v>46174</c:v>
                </c:pt>
                <c:pt idx="224">
                  <c:v>46175</c:v>
                </c:pt>
                <c:pt idx="225">
                  <c:v>46176</c:v>
                </c:pt>
                <c:pt idx="226">
                  <c:v>46177</c:v>
                </c:pt>
                <c:pt idx="227">
                  <c:v>46178</c:v>
                </c:pt>
                <c:pt idx="228">
                  <c:v>46179</c:v>
                </c:pt>
                <c:pt idx="229">
                  <c:v>46180</c:v>
                </c:pt>
                <c:pt idx="230">
                  <c:v>46181</c:v>
                </c:pt>
                <c:pt idx="231">
                  <c:v>46182</c:v>
                </c:pt>
                <c:pt idx="232">
                  <c:v>46183</c:v>
                </c:pt>
                <c:pt idx="233">
                  <c:v>46184</c:v>
                </c:pt>
                <c:pt idx="234">
                  <c:v>46185</c:v>
                </c:pt>
                <c:pt idx="235">
                  <c:v>46186</c:v>
                </c:pt>
                <c:pt idx="236">
                  <c:v>46187</c:v>
                </c:pt>
                <c:pt idx="237">
                  <c:v>46188</c:v>
                </c:pt>
                <c:pt idx="238">
                  <c:v>46189</c:v>
                </c:pt>
                <c:pt idx="239">
                  <c:v>46190</c:v>
                </c:pt>
                <c:pt idx="240">
                  <c:v>46191</c:v>
                </c:pt>
                <c:pt idx="241">
                  <c:v>46192</c:v>
                </c:pt>
                <c:pt idx="242">
                  <c:v>46193</c:v>
                </c:pt>
                <c:pt idx="243">
                  <c:v>46194</c:v>
                </c:pt>
                <c:pt idx="244">
                  <c:v>46195</c:v>
                </c:pt>
                <c:pt idx="245">
                  <c:v>46196</c:v>
                </c:pt>
                <c:pt idx="246">
                  <c:v>46197</c:v>
                </c:pt>
                <c:pt idx="247">
                  <c:v>46198</c:v>
                </c:pt>
                <c:pt idx="248">
                  <c:v>46199</c:v>
                </c:pt>
                <c:pt idx="249">
                  <c:v>46200</c:v>
                </c:pt>
                <c:pt idx="250">
                  <c:v>46201</c:v>
                </c:pt>
                <c:pt idx="251">
                  <c:v>46202</c:v>
                </c:pt>
                <c:pt idx="252">
                  <c:v>46203</c:v>
                </c:pt>
                <c:pt idx="253">
                  <c:v>46204</c:v>
                </c:pt>
                <c:pt idx="254">
                  <c:v>46205</c:v>
                </c:pt>
                <c:pt idx="255">
                  <c:v>46206</c:v>
                </c:pt>
                <c:pt idx="256">
                  <c:v>46207</c:v>
                </c:pt>
                <c:pt idx="257">
                  <c:v>46208</c:v>
                </c:pt>
                <c:pt idx="258">
                  <c:v>46209</c:v>
                </c:pt>
                <c:pt idx="259">
                  <c:v>46210</c:v>
                </c:pt>
                <c:pt idx="260">
                  <c:v>46211</c:v>
                </c:pt>
                <c:pt idx="261">
                  <c:v>46212</c:v>
                </c:pt>
                <c:pt idx="262">
                  <c:v>46213</c:v>
                </c:pt>
                <c:pt idx="263">
                  <c:v>46214</c:v>
                </c:pt>
                <c:pt idx="264">
                  <c:v>46215</c:v>
                </c:pt>
                <c:pt idx="265">
                  <c:v>46216</c:v>
                </c:pt>
                <c:pt idx="266">
                  <c:v>46217</c:v>
                </c:pt>
                <c:pt idx="267">
                  <c:v>46218</c:v>
                </c:pt>
                <c:pt idx="268">
                  <c:v>46219</c:v>
                </c:pt>
                <c:pt idx="269">
                  <c:v>46220</c:v>
                </c:pt>
                <c:pt idx="270">
                  <c:v>46221</c:v>
                </c:pt>
                <c:pt idx="271">
                  <c:v>46222</c:v>
                </c:pt>
                <c:pt idx="272">
                  <c:v>46223</c:v>
                </c:pt>
                <c:pt idx="273">
                  <c:v>46224</c:v>
                </c:pt>
                <c:pt idx="274">
                  <c:v>46225</c:v>
                </c:pt>
                <c:pt idx="275">
                  <c:v>46226</c:v>
                </c:pt>
                <c:pt idx="276">
                  <c:v>46227</c:v>
                </c:pt>
                <c:pt idx="277">
                  <c:v>46228</c:v>
                </c:pt>
                <c:pt idx="278">
                  <c:v>46229</c:v>
                </c:pt>
                <c:pt idx="279">
                  <c:v>46230</c:v>
                </c:pt>
                <c:pt idx="280">
                  <c:v>46231</c:v>
                </c:pt>
                <c:pt idx="281">
                  <c:v>46232</c:v>
                </c:pt>
                <c:pt idx="282">
                  <c:v>46233</c:v>
                </c:pt>
                <c:pt idx="283">
                  <c:v>46234</c:v>
                </c:pt>
                <c:pt idx="284">
                  <c:v>46235</c:v>
                </c:pt>
                <c:pt idx="285">
                  <c:v>46236</c:v>
                </c:pt>
                <c:pt idx="286">
                  <c:v>46237</c:v>
                </c:pt>
                <c:pt idx="287">
                  <c:v>46238</c:v>
                </c:pt>
                <c:pt idx="288">
                  <c:v>46239</c:v>
                </c:pt>
                <c:pt idx="289">
                  <c:v>46240</c:v>
                </c:pt>
                <c:pt idx="290">
                  <c:v>46241</c:v>
                </c:pt>
                <c:pt idx="291">
                  <c:v>46242</c:v>
                </c:pt>
                <c:pt idx="292">
                  <c:v>46243</c:v>
                </c:pt>
                <c:pt idx="293">
                  <c:v>46244</c:v>
                </c:pt>
                <c:pt idx="294">
                  <c:v>46245</c:v>
                </c:pt>
                <c:pt idx="295">
                  <c:v>46246</c:v>
                </c:pt>
                <c:pt idx="296">
                  <c:v>46247</c:v>
                </c:pt>
                <c:pt idx="297">
                  <c:v>46248</c:v>
                </c:pt>
                <c:pt idx="298">
                  <c:v>46249</c:v>
                </c:pt>
                <c:pt idx="299">
                  <c:v>46250</c:v>
                </c:pt>
                <c:pt idx="300">
                  <c:v>46251</c:v>
                </c:pt>
                <c:pt idx="301">
                  <c:v>46252</c:v>
                </c:pt>
                <c:pt idx="302">
                  <c:v>46253</c:v>
                </c:pt>
                <c:pt idx="303">
                  <c:v>46254</c:v>
                </c:pt>
                <c:pt idx="304">
                  <c:v>46255</c:v>
                </c:pt>
                <c:pt idx="305">
                  <c:v>46256</c:v>
                </c:pt>
                <c:pt idx="306">
                  <c:v>46257</c:v>
                </c:pt>
                <c:pt idx="307">
                  <c:v>46258</c:v>
                </c:pt>
                <c:pt idx="308">
                  <c:v>46259</c:v>
                </c:pt>
                <c:pt idx="309">
                  <c:v>46260</c:v>
                </c:pt>
                <c:pt idx="310">
                  <c:v>46261</c:v>
                </c:pt>
                <c:pt idx="311">
                  <c:v>46262</c:v>
                </c:pt>
                <c:pt idx="312">
                  <c:v>46263</c:v>
                </c:pt>
                <c:pt idx="313">
                  <c:v>46264</c:v>
                </c:pt>
                <c:pt idx="314">
                  <c:v>46265</c:v>
                </c:pt>
                <c:pt idx="315">
                  <c:v>46266</c:v>
                </c:pt>
                <c:pt idx="316">
                  <c:v>46267</c:v>
                </c:pt>
                <c:pt idx="317">
                  <c:v>46268</c:v>
                </c:pt>
                <c:pt idx="318">
                  <c:v>46269</c:v>
                </c:pt>
                <c:pt idx="319">
                  <c:v>46270</c:v>
                </c:pt>
                <c:pt idx="320">
                  <c:v>46271</c:v>
                </c:pt>
                <c:pt idx="321">
                  <c:v>46272</c:v>
                </c:pt>
                <c:pt idx="322">
                  <c:v>46273</c:v>
                </c:pt>
                <c:pt idx="323">
                  <c:v>46274</c:v>
                </c:pt>
                <c:pt idx="324">
                  <c:v>46275</c:v>
                </c:pt>
                <c:pt idx="325">
                  <c:v>46276</c:v>
                </c:pt>
                <c:pt idx="326">
                  <c:v>46277</c:v>
                </c:pt>
                <c:pt idx="327">
                  <c:v>46278</c:v>
                </c:pt>
                <c:pt idx="328">
                  <c:v>46279</c:v>
                </c:pt>
                <c:pt idx="329">
                  <c:v>46280</c:v>
                </c:pt>
                <c:pt idx="330">
                  <c:v>46281</c:v>
                </c:pt>
                <c:pt idx="331">
                  <c:v>46282</c:v>
                </c:pt>
                <c:pt idx="332">
                  <c:v>46283</c:v>
                </c:pt>
                <c:pt idx="333">
                  <c:v>46284</c:v>
                </c:pt>
                <c:pt idx="334">
                  <c:v>46285</c:v>
                </c:pt>
                <c:pt idx="335">
                  <c:v>46286</c:v>
                </c:pt>
                <c:pt idx="336">
                  <c:v>46287</c:v>
                </c:pt>
                <c:pt idx="337">
                  <c:v>46288</c:v>
                </c:pt>
                <c:pt idx="338">
                  <c:v>46289</c:v>
                </c:pt>
                <c:pt idx="339">
                  <c:v>46290</c:v>
                </c:pt>
                <c:pt idx="340">
                  <c:v>46291</c:v>
                </c:pt>
                <c:pt idx="341">
                  <c:v>46292</c:v>
                </c:pt>
                <c:pt idx="342">
                  <c:v>46293</c:v>
                </c:pt>
                <c:pt idx="343">
                  <c:v>46294</c:v>
                </c:pt>
                <c:pt idx="344">
                  <c:v>46295</c:v>
                </c:pt>
                <c:pt idx="345">
                  <c:v>46296</c:v>
                </c:pt>
                <c:pt idx="346">
                  <c:v>46297</c:v>
                </c:pt>
                <c:pt idx="347">
                  <c:v>46298</c:v>
                </c:pt>
                <c:pt idx="348">
                  <c:v>46299</c:v>
                </c:pt>
                <c:pt idx="349">
                  <c:v>46300</c:v>
                </c:pt>
                <c:pt idx="350">
                  <c:v>46301</c:v>
                </c:pt>
                <c:pt idx="351">
                  <c:v>46302</c:v>
                </c:pt>
                <c:pt idx="352">
                  <c:v>46303</c:v>
                </c:pt>
                <c:pt idx="353">
                  <c:v>46304</c:v>
                </c:pt>
                <c:pt idx="354">
                  <c:v>46305</c:v>
                </c:pt>
                <c:pt idx="355">
                  <c:v>46306</c:v>
                </c:pt>
                <c:pt idx="356">
                  <c:v>46307</c:v>
                </c:pt>
                <c:pt idx="357">
                  <c:v>46308</c:v>
                </c:pt>
                <c:pt idx="358">
                  <c:v>46309</c:v>
                </c:pt>
                <c:pt idx="359">
                  <c:v>46310</c:v>
                </c:pt>
                <c:pt idx="360">
                  <c:v>46311</c:v>
                </c:pt>
                <c:pt idx="361">
                  <c:v>46312</c:v>
                </c:pt>
                <c:pt idx="362">
                  <c:v>46313</c:v>
                </c:pt>
                <c:pt idx="363">
                  <c:v>46314</c:v>
                </c:pt>
                <c:pt idx="364">
                  <c:v>46315</c:v>
                </c:pt>
                <c:pt idx="365">
                  <c:v>46316</c:v>
                </c:pt>
                <c:pt idx="366">
                  <c:v>46317</c:v>
                </c:pt>
              </c:numCache>
            </c:numRef>
          </c:cat>
          <c:val>
            <c:numRef>
              <c:f>Source!$AM$4:$AM$373</c:f>
              <c:numCache>
                <c:formatCode>General</c:formatCode>
                <c:ptCount val="370"/>
                <c:pt idx="0">
                  <c:v>5.25</c:v>
                </c:pt>
                <c:pt idx="1">
                  <c:v>6.33</c:v>
                </c:pt>
                <c:pt idx="2">
                  <c:v>5.8</c:v>
                </c:pt>
                <c:pt idx="3">
                  <c:v>5.95</c:v>
                </c:pt>
                <c:pt idx="4">
                  <c:v>5.95</c:v>
                </c:pt>
                <c:pt idx="5">
                  <c:v>5.95</c:v>
                </c:pt>
                <c:pt idx="6">
                  <c:v>5.93</c:v>
                </c:pt>
                <c:pt idx="7">
                  <c:v>5.55</c:v>
                </c:pt>
                <c:pt idx="8">
                  <c:v>4.63</c:v>
                </c:pt>
                <c:pt idx="9">
                  <c:v>4.3499999999999996</c:v>
                </c:pt>
                <c:pt idx="10">
                  <c:v>5.15</c:v>
                </c:pt>
                <c:pt idx="11">
                  <c:v>5.15</c:v>
                </c:pt>
                <c:pt idx="12">
                  <c:v>5.15</c:v>
                </c:pt>
                <c:pt idx="13">
                  <c:v>5.6</c:v>
                </c:pt>
                <c:pt idx="14">
                  <c:v>5.85</c:v>
                </c:pt>
                <c:pt idx="15">
                  <c:v>6</c:v>
                </c:pt>
                <c:pt idx="16">
                  <c:v>6.05</c:v>
                </c:pt>
                <c:pt idx="17">
                  <c:v>6</c:v>
                </c:pt>
                <c:pt idx="18">
                  <c:v>6</c:v>
                </c:pt>
                <c:pt idx="19">
                  <c:v>6</c:v>
                </c:pt>
                <c:pt idx="20">
                  <c:v>6.1</c:v>
                </c:pt>
                <c:pt idx="21">
                  <c:v>6.1</c:v>
                </c:pt>
                <c:pt idx="22">
                  <c:v>6.15</c:v>
                </c:pt>
                <c:pt idx="23">
                  <c:v>5.45</c:v>
                </c:pt>
                <c:pt idx="24">
                  <c:v>4.75</c:v>
                </c:pt>
                <c:pt idx="25">
                  <c:v>4.75</c:v>
                </c:pt>
                <c:pt idx="26">
                  <c:v>4.75</c:v>
                </c:pt>
                <c:pt idx="27">
                  <c:v>4.6500000000000004</c:v>
                </c:pt>
                <c:pt idx="28">
                  <c:v>4.6500000000000004</c:v>
                </c:pt>
                <c:pt idx="29">
                  <c:v>4.45</c:v>
                </c:pt>
                <c:pt idx="30">
                  <c:v>4.45</c:v>
                </c:pt>
                <c:pt idx="31">
                  <c:v>4.6500000000000004</c:v>
                </c:pt>
                <c:pt idx="32">
                  <c:v>4.6500000000000004</c:v>
                </c:pt>
                <c:pt idx="33">
                  <c:v>4.6500000000000004</c:v>
                </c:pt>
                <c:pt idx="34">
                  <c:v>5.95</c:v>
                </c:pt>
                <c:pt idx="35">
                  <c:v>5.95</c:v>
                </c:pt>
                <c:pt idx="36">
                  <c:v>5.9</c:v>
                </c:pt>
                <c:pt idx="37">
                  <c:v>5.85</c:v>
                </c:pt>
                <c:pt idx="38">
                  <c:v>5.85</c:v>
                </c:pt>
                <c:pt idx="39">
                  <c:v>5.85</c:v>
                </c:pt>
                <c:pt idx="40">
                  <c:v>5.85</c:v>
                </c:pt>
                <c:pt idx="41">
                  <c:v>7.28</c:v>
                </c:pt>
                <c:pt idx="42">
                  <c:v>7.28</c:v>
                </c:pt>
                <c:pt idx="43">
                  <c:v>7.35</c:v>
                </c:pt>
                <c:pt idx="44">
                  <c:v>7.08</c:v>
                </c:pt>
                <c:pt idx="45">
                  <c:v>7.4</c:v>
                </c:pt>
                <c:pt idx="46">
                  <c:v>7.4</c:v>
                </c:pt>
                <c:pt idx="47">
                  <c:v>7.4</c:v>
                </c:pt>
                <c:pt idx="48">
                  <c:v>7.5</c:v>
                </c:pt>
                <c:pt idx="49">
                  <c:v>7.5</c:v>
                </c:pt>
                <c:pt idx="50">
                  <c:v>7.38</c:v>
                </c:pt>
                <c:pt idx="51">
                  <c:v>7.43</c:v>
                </c:pt>
                <c:pt idx="52">
                  <c:v>7.25</c:v>
                </c:pt>
                <c:pt idx="53">
                  <c:v>7.25</c:v>
                </c:pt>
                <c:pt idx="54">
                  <c:v>7.25</c:v>
                </c:pt>
                <c:pt idx="55">
                  <c:v>6.5</c:v>
                </c:pt>
                <c:pt idx="56">
                  <c:v>5.65</c:v>
                </c:pt>
                <c:pt idx="57">
                  <c:v>4.9800000000000004</c:v>
                </c:pt>
                <c:pt idx="58">
                  <c:v>4.95</c:v>
                </c:pt>
                <c:pt idx="59">
                  <c:v>6.15</c:v>
                </c:pt>
                <c:pt idx="60">
                  <c:v>6.15</c:v>
                </c:pt>
                <c:pt idx="61">
                  <c:v>6.15</c:v>
                </c:pt>
                <c:pt idx="62">
                  <c:v>7.03</c:v>
                </c:pt>
                <c:pt idx="63">
                  <c:v>6.55</c:v>
                </c:pt>
                <c:pt idx="64">
                  <c:v>6.45</c:v>
                </c:pt>
                <c:pt idx="65">
                  <c:v>7.9</c:v>
                </c:pt>
                <c:pt idx="66">
                  <c:v>8.5500000000000007</c:v>
                </c:pt>
                <c:pt idx="67">
                  <c:v>8.5500000000000007</c:v>
                </c:pt>
                <c:pt idx="68">
                  <c:v>8.5500000000000007</c:v>
                </c:pt>
                <c:pt idx="69">
                  <c:v>8.48</c:v>
                </c:pt>
                <c:pt idx="70">
                  <c:v>9.15</c:v>
                </c:pt>
                <c:pt idx="71">
                  <c:v>9.1</c:v>
                </c:pt>
                <c:pt idx="72">
                  <c:v>9.1</c:v>
                </c:pt>
                <c:pt idx="73">
                  <c:v>9.1</c:v>
                </c:pt>
                <c:pt idx="74">
                  <c:v>9.1</c:v>
                </c:pt>
                <c:pt idx="75">
                  <c:v>9.1</c:v>
                </c:pt>
                <c:pt idx="76">
                  <c:v>7.33</c:v>
                </c:pt>
                <c:pt idx="77">
                  <c:v>6.1</c:v>
                </c:pt>
                <c:pt idx="78">
                  <c:v>5.25</c:v>
                </c:pt>
                <c:pt idx="79">
                  <c:v>4.43</c:v>
                </c:pt>
                <c:pt idx="80">
                  <c:v>4.3</c:v>
                </c:pt>
                <c:pt idx="81">
                  <c:v>4.3</c:v>
                </c:pt>
                <c:pt idx="82">
                  <c:v>4.3</c:v>
                </c:pt>
                <c:pt idx="83">
                  <c:v>4.3</c:v>
                </c:pt>
                <c:pt idx="84">
                  <c:v>4.45</c:v>
                </c:pt>
                <c:pt idx="85">
                  <c:v>4.8499999999999996</c:v>
                </c:pt>
                <c:pt idx="86">
                  <c:v>5.05</c:v>
                </c:pt>
                <c:pt idx="87">
                  <c:v>4.68</c:v>
                </c:pt>
                <c:pt idx="88">
                  <c:v>4.68</c:v>
                </c:pt>
                <c:pt idx="89">
                  <c:v>4.68</c:v>
                </c:pt>
                <c:pt idx="90">
                  <c:v>4.4000000000000004</c:v>
                </c:pt>
                <c:pt idx="91">
                  <c:v>4.3499999999999996</c:v>
                </c:pt>
                <c:pt idx="92">
                  <c:v>4.2300000000000004</c:v>
                </c:pt>
                <c:pt idx="93">
                  <c:v>4.1500000000000004</c:v>
                </c:pt>
                <c:pt idx="94">
                  <c:v>4.1500000000000004</c:v>
                </c:pt>
                <c:pt idx="95">
                  <c:v>4.1500000000000004</c:v>
                </c:pt>
                <c:pt idx="96">
                  <c:v>4.1500000000000004</c:v>
                </c:pt>
                <c:pt idx="97">
                  <c:v>6.33</c:v>
                </c:pt>
                <c:pt idx="98">
                  <c:v>6.65</c:v>
                </c:pt>
                <c:pt idx="99">
                  <c:v>6.6</c:v>
                </c:pt>
                <c:pt idx="100">
                  <c:v>5.9</c:v>
                </c:pt>
                <c:pt idx="101">
                  <c:v>5.9</c:v>
                </c:pt>
                <c:pt idx="102">
                  <c:v>5.9</c:v>
                </c:pt>
                <c:pt idx="103">
                  <c:v>5.9</c:v>
                </c:pt>
                <c:pt idx="104">
                  <c:v>9.65</c:v>
                </c:pt>
                <c:pt idx="105">
                  <c:v>9.65</c:v>
                </c:pt>
                <c:pt idx="106">
                  <c:v>10</c:v>
                </c:pt>
                <c:pt idx="107">
                  <c:v>8.85</c:v>
                </c:pt>
                <c:pt idx="108">
                  <c:v>9.9</c:v>
                </c:pt>
                <c:pt idx="109">
                  <c:v>9.9</c:v>
                </c:pt>
                <c:pt idx="110">
                  <c:v>9.9</c:v>
                </c:pt>
                <c:pt idx="111">
                  <c:v>9.4</c:v>
                </c:pt>
                <c:pt idx="112">
                  <c:v>8.4499999999999993</c:v>
                </c:pt>
                <c:pt idx="113">
                  <c:v>8.4499999999999993</c:v>
                </c:pt>
                <c:pt idx="114">
                  <c:v>5.65</c:v>
                </c:pt>
                <c:pt idx="115">
                  <c:v>5.9</c:v>
                </c:pt>
                <c:pt idx="116">
                  <c:v>5.9</c:v>
                </c:pt>
                <c:pt idx="117">
                  <c:v>5.9</c:v>
                </c:pt>
                <c:pt idx="118">
                  <c:v>5.9</c:v>
                </c:pt>
                <c:pt idx="119">
                  <c:v>5.9</c:v>
                </c:pt>
                <c:pt idx="120">
                  <c:v>5.9</c:v>
                </c:pt>
                <c:pt idx="121">
                  <c:v>5.9</c:v>
                </c:pt>
                <c:pt idx="122">
                  <c:v>5.9</c:v>
                </c:pt>
                <c:pt idx="123">
                  <c:v>5.9</c:v>
                </c:pt>
                <c:pt idx="124">
                  <c:v>5.9</c:v>
                </c:pt>
                <c:pt idx="125">
                  <c:v>6.9</c:v>
                </c:pt>
                <c:pt idx="126">
                  <c:v>5.55</c:v>
                </c:pt>
                <c:pt idx="127">
                  <c:v>5.65</c:v>
                </c:pt>
                <c:pt idx="128">
                  <c:v>6.2</c:v>
                </c:pt>
                <c:pt idx="129">
                  <c:v>7.3</c:v>
                </c:pt>
                <c:pt idx="130">
                  <c:v>7.3</c:v>
                </c:pt>
                <c:pt idx="131">
                  <c:v>7.3</c:v>
                </c:pt>
                <c:pt idx="132">
                  <c:v>10.130000000000001</c:v>
                </c:pt>
                <c:pt idx="133">
                  <c:v>9.1</c:v>
                </c:pt>
                <c:pt idx="134">
                  <c:v>8.6999999999999993</c:v>
                </c:pt>
                <c:pt idx="135">
                  <c:v>6.25</c:v>
                </c:pt>
                <c:pt idx="136">
                  <c:v>5.35</c:v>
                </c:pt>
                <c:pt idx="137">
                  <c:v>5.35</c:v>
                </c:pt>
                <c:pt idx="138">
                  <c:v>5.35</c:v>
                </c:pt>
                <c:pt idx="139">
                  <c:v>5.35</c:v>
                </c:pt>
                <c:pt idx="140">
                  <c:v>6.33</c:v>
                </c:pt>
                <c:pt idx="141">
                  <c:v>5.65</c:v>
                </c:pt>
                <c:pt idx="142">
                  <c:v>5.2</c:v>
                </c:pt>
                <c:pt idx="143">
                  <c:v>4.9000000000000004</c:v>
                </c:pt>
                <c:pt idx="144">
                  <c:v>4.9000000000000004</c:v>
                </c:pt>
                <c:pt idx="145">
                  <c:v>4.9000000000000004</c:v>
                </c:pt>
                <c:pt idx="146">
                  <c:v>4.9000000000000004</c:v>
                </c:pt>
                <c:pt idx="147">
                  <c:v>5.35</c:v>
                </c:pt>
                <c:pt idx="148">
                  <c:v>5.35</c:v>
                </c:pt>
                <c:pt idx="149">
                  <c:v>5.65</c:v>
                </c:pt>
                <c:pt idx="150">
                  <c:v>5.65</c:v>
                </c:pt>
                <c:pt idx="151">
                  <c:v>5.65</c:v>
                </c:pt>
                <c:pt idx="152">
                  <c:v>5.65</c:v>
                </c:pt>
                <c:pt idx="153">
                  <c:v>6.13</c:v>
                </c:pt>
                <c:pt idx="154">
                  <c:v>8.9499999999999993</c:v>
                </c:pt>
                <c:pt idx="155">
                  <c:v>7.8</c:v>
                </c:pt>
                <c:pt idx="156">
                  <c:v>7.8</c:v>
                </c:pt>
                <c:pt idx="157">
                  <c:v>7.8</c:v>
                </c:pt>
                <c:pt idx="158">
                  <c:v>7.8</c:v>
                </c:pt>
                <c:pt idx="159">
                  <c:v>7.8</c:v>
                </c:pt>
                <c:pt idx="160">
                  <c:v>10.5</c:v>
                </c:pt>
                <c:pt idx="161">
                  <c:v>9.35</c:v>
                </c:pt>
                <c:pt idx="162">
                  <c:v>8.65</c:v>
                </c:pt>
                <c:pt idx="163">
                  <c:v>8.4</c:v>
                </c:pt>
                <c:pt idx="164">
                  <c:v>5.8</c:v>
                </c:pt>
                <c:pt idx="165">
                  <c:v>5.8</c:v>
                </c:pt>
                <c:pt idx="166">
                  <c:v>5.8</c:v>
                </c:pt>
                <c:pt idx="167">
                  <c:v>8.35</c:v>
                </c:pt>
                <c:pt idx="168">
                  <c:v>6.35</c:v>
                </c:pt>
                <c:pt idx="169">
                  <c:v>5.75</c:v>
                </c:pt>
                <c:pt idx="170">
                  <c:v>6</c:v>
                </c:pt>
                <c:pt idx="171">
                  <c:v>7.1</c:v>
                </c:pt>
                <c:pt idx="172">
                  <c:v>7.1</c:v>
                </c:pt>
                <c:pt idx="173">
                  <c:v>7.1</c:v>
                </c:pt>
                <c:pt idx="174">
                  <c:v>6.7</c:v>
                </c:pt>
                <c:pt idx="175">
                  <c:v>5.25</c:v>
                </c:pt>
                <c:pt idx="176">
                  <c:v>4.9000000000000004</c:v>
                </c:pt>
                <c:pt idx="177">
                  <c:v>4.68</c:v>
                </c:pt>
                <c:pt idx="178">
                  <c:v>4.9000000000000004</c:v>
                </c:pt>
                <c:pt idx="179">
                  <c:v>4.9000000000000004</c:v>
                </c:pt>
                <c:pt idx="180">
                  <c:v>4.9000000000000004</c:v>
                </c:pt>
                <c:pt idx="181">
                  <c:v>6.05</c:v>
                </c:pt>
                <c:pt idx="182">
                  <c:v>6.65</c:v>
                </c:pt>
                <c:pt idx="183">
                  <c:v>6.48</c:v>
                </c:pt>
                <c:pt idx="184">
                  <c:v>5.65</c:v>
                </c:pt>
                <c:pt idx="185">
                  <c:v>5.45</c:v>
                </c:pt>
                <c:pt idx="186">
                  <c:v>5.45</c:v>
                </c:pt>
                <c:pt idx="187">
                  <c:v>5.45</c:v>
                </c:pt>
                <c:pt idx="188">
                  <c:v>5.45</c:v>
                </c:pt>
                <c:pt idx="189">
                  <c:v>5.6</c:v>
                </c:pt>
                <c:pt idx="190">
                  <c:v>6.6</c:v>
                </c:pt>
                <c:pt idx="191">
                  <c:v>6.6</c:v>
                </c:pt>
                <c:pt idx="192">
                  <c:v>6.6</c:v>
                </c:pt>
                <c:pt idx="193">
                  <c:v>6.6</c:v>
                </c:pt>
                <c:pt idx="194">
                  <c:v>6.6</c:v>
                </c:pt>
                <c:pt idx="195">
                  <c:v>6.75</c:v>
                </c:pt>
                <c:pt idx="196">
                  <c:v>6.85</c:v>
                </c:pt>
                <c:pt idx="197">
                  <c:v>6.85</c:v>
                </c:pt>
                <c:pt idx="198">
                  <c:v>5.85</c:v>
                </c:pt>
                <c:pt idx="199">
                  <c:v>5.3</c:v>
                </c:pt>
                <c:pt idx="200">
                  <c:v>5.3</c:v>
                </c:pt>
                <c:pt idx="201">
                  <c:v>5.3</c:v>
                </c:pt>
                <c:pt idx="202">
                  <c:v>5.35</c:v>
                </c:pt>
                <c:pt idx="203">
                  <c:v>6.45</c:v>
                </c:pt>
                <c:pt idx="204">
                  <c:v>6.45</c:v>
                </c:pt>
                <c:pt idx="205">
                  <c:v>6.4</c:v>
                </c:pt>
                <c:pt idx="206">
                  <c:v>5.85</c:v>
                </c:pt>
                <c:pt idx="207">
                  <c:v>5.85</c:v>
                </c:pt>
                <c:pt idx="208">
                  <c:v>5.85</c:v>
                </c:pt>
                <c:pt idx="209">
                  <c:v>5.8</c:v>
                </c:pt>
                <c:pt idx="210">
                  <c:v>5.8</c:v>
                </c:pt>
                <c:pt idx="211">
                  <c:v>6.55</c:v>
                </c:pt>
                <c:pt idx="212">
                  <c:v>6.35</c:v>
                </c:pt>
                <c:pt idx="213">
                  <c:v>6.75</c:v>
                </c:pt>
                <c:pt idx="214">
                  <c:v>6.75</c:v>
                </c:pt>
                <c:pt idx="215">
                  <c:v>6.75</c:v>
                </c:pt>
                <c:pt idx="216">
                  <c:v>7.1</c:v>
                </c:pt>
                <c:pt idx="217">
                  <c:v>7.75</c:v>
                </c:pt>
                <c:pt idx="218">
                  <c:v>7.55</c:v>
                </c:pt>
                <c:pt idx="219">
                  <c:v>7.25</c:v>
                </c:pt>
                <c:pt idx="220">
                  <c:v>7.35</c:v>
                </c:pt>
                <c:pt idx="221">
                  <c:v>7.35</c:v>
                </c:pt>
                <c:pt idx="222">
                  <c:v>7.35</c:v>
                </c:pt>
                <c:pt idx="223">
                  <c:v>9.1</c:v>
                </c:pt>
                <c:pt idx="224">
                  <c:v>6.35</c:v>
                </c:pt>
                <c:pt idx="225">
                  <c:v>6.15</c:v>
                </c:pt>
                <c:pt idx="226">
                  <c:v>6.15</c:v>
                </c:pt>
                <c:pt idx="227">
                  <c:v>6.35</c:v>
                </c:pt>
                <c:pt idx="228">
                  <c:v>6.35</c:v>
                </c:pt>
                <c:pt idx="229">
                  <c:v>6.35</c:v>
                </c:pt>
                <c:pt idx="230">
                  <c:v>8.25</c:v>
                </c:pt>
                <c:pt idx="231">
                  <c:v>6.5</c:v>
                </c:pt>
                <c:pt idx="232">
                  <c:v>6.5</c:v>
                </c:pt>
                <c:pt idx="233">
                  <c:v>5.4</c:v>
                </c:pt>
                <c:pt idx="234">
                  <c:v>5.0999999999999996</c:v>
                </c:pt>
                <c:pt idx="235">
                  <c:v>5.0999999999999996</c:v>
                </c:pt>
                <c:pt idx="236">
                  <c:v>5.0999999999999996</c:v>
                </c:pt>
                <c:pt idx="237">
                  <c:v>5</c:v>
                </c:pt>
                <c:pt idx="238">
                  <c:v>5.18</c:v>
                </c:pt>
                <c:pt idx="239">
                  <c:v>5.28</c:v>
                </c:pt>
                <c:pt idx="240">
                  <c:v>5.45</c:v>
                </c:pt>
                <c:pt idx="241">
                  <c:v>5.65</c:v>
                </c:pt>
                <c:pt idx="242">
                  <c:v>5.65</c:v>
                </c:pt>
                <c:pt idx="243">
                  <c:v>5.65</c:v>
                </c:pt>
                <c:pt idx="244">
                  <c:v>5.65</c:v>
                </c:pt>
                <c:pt idx="245">
                  <c:v>6.23</c:v>
                </c:pt>
                <c:pt idx="246">
                  <c:v>7.1</c:v>
                </c:pt>
                <c:pt idx="247">
                  <c:v>7.6</c:v>
                </c:pt>
                <c:pt idx="248">
                  <c:v>7.6</c:v>
                </c:pt>
                <c:pt idx="249">
                  <c:v>7.6</c:v>
                </c:pt>
                <c:pt idx="250">
                  <c:v>7.6</c:v>
                </c:pt>
                <c:pt idx="251">
                  <c:v>9.1</c:v>
                </c:pt>
                <c:pt idx="252">
                  <c:v>9.1</c:v>
                </c:pt>
                <c:pt idx="253">
                  <c:v>6.55</c:v>
                </c:pt>
                <c:pt idx="254">
                  <c:v>6.58</c:v>
                </c:pt>
                <c:pt idx="255">
                  <c:v>6.6</c:v>
                </c:pt>
                <c:pt idx="256">
                  <c:v>6.6</c:v>
                </c:pt>
                <c:pt idx="257">
                  <c:v>6.6</c:v>
                </c:pt>
                <c:pt idx="258">
                  <c:v>6.5</c:v>
                </c:pt>
                <c:pt idx="259">
                  <c:v>6.3</c:v>
                </c:pt>
                <c:pt idx="260">
                  <c:v>6</c:v>
                </c:pt>
                <c:pt idx="261">
                  <c:v>5.4</c:v>
                </c:pt>
                <c:pt idx="262">
                  <c:v>5.15</c:v>
                </c:pt>
                <c:pt idx="263">
                  <c:v>5.15</c:v>
                </c:pt>
                <c:pt idx="264">
                  <c:v>5.15</c:v>
                </c:pt>
                <c:pt idx="265">
                  <c:v>5.03</c:v>
                </c:pt>
                <c:pt idx="266">
                  <c:v>4.9000000000000004</c:v>
                </c:pt>
                <c:pt idx="267">
                  <c:v>4.9800000000000004</c:v>
                </c:pt>
                <c:pt idx="268">
                  <c:v>4.8499999999999996</c:v>
                </c:pt>
                <c:pt idx="269">
                  <c:v>4.7</c:v>
                </c:pt>
                <c:pt idx="270">
                  <c:v>4.7</c:v>
                </c:pt>
                <c:pt idx="271">
                  <c:v>4.7</c:v>
                </c:pt>
                <c:pt idx="272">
                  <c:v>4.53</c:v>
                </c:pt>
                <c:pt idx="273">
                  <c:v>4.55</c:v>
                </c:pt>
                <c:pt idx="274">
                  <c:v>4.2</c:v>
                </c:pt>
                <c:pt idx="275">
                  <c:v>3.98</c:v>
                </c:pt>
                <c:pt idx="276">
                  <c:v>3.93</c:v>
                </c:pt>
                <c:pt idx="277">
                  <c:v>3.93</c:v>
                </c:pt>
                <c:pt idx="278">
                  <c:v>3.93</c:v>
                </c:pt>
                <c:pt idx="279">
                  <c:v>4.4800000000000004</c:v>
                </c:pt>
                <c:pt idx="280">
                  <c:v>4.4800000000000004</c:v>
                </c:pt>
                <c:pt idx="281">
                  <c:v>4.4000000000000004</c:v>
                </c:pt>
                <c:pt idx="282">
                  <c:v>4.3</c:v>
                </c:pt>
                <c:pt idx="283">
                  <c:v>4.3</c:v>
                </c:pt>
                <c:pt idx="284">
                  <c:v>4.3</c:v>
                </c:pt>
                <c:pt idx="285">
                  <c:v>4.3</c:v>
                </c:pt>
                <c:pt idx="286">
                  <c:v>6.33</c:v>
                </c:pt>
                <c:pt idx="287">
                  <c:v>6.5</c:v>
                </c:pt>
                <c:pt idx="288">
                  <c:v>6.05</c:v>
                </c:pt>
                <c:pt idx="289">
                  <c:v>5.45</c:v>
                </c:pt>
                <c:pt idx="290">
                  <c:v>6.15</c:v>
                </c:pt>
                <c:pt idx="291">
                  <c:v>6.15</c:v>
                </c:pt>
                <c:pt idx="292">
                  <c:v>6.15</c:v>
                </c:pt>
                <c:pt idx="293">
                  <c:v>6.15</c:v>
                </c:pt>
                <c:pt idx="294">
                  <c:v>5.65</c:v>
                </c:pt>
                <c:pt idx="295">
                  <c:v>5.4</c:v>
                </c:pt>
                <c:pt idx="296">
                  <c:v>5.0999999999999996</c:v>
                </c:pt>
                <c:pt idx="297">
                  <c:v>5.2</c:v>
                </c:pt>
                <c:pt idx="298">
                  <c:v>5.2</c:v>
                </c:pt>
                <c:pt idx="299">
                  <c:v>5.2</c:v>
                </c:pt>
                <c:pt idx="300">
                  <c:v>5.85</c:v>
                </c:pt>
                <c:pt idx="301">
                  <c:v>5.33</c:v>
                </c:pt>
                <c:pt idx="302">
                  <c:v>4.6500000000000004</c:v>
                </c:pt>
                <c:pt idx="303">
                  <c:v>4.05</c:v>
                </c:pt>
                <c:pt idx="304">
                  <c:v>4.25</c:v>
                </c:pt>
                <c:pt idx="305">
                  <c:v>4.25</c:v>
                </c:pt>
                <c:pt idx="306">
                  <c:v>4.25</c:v>
                </c:pt>
                <c:pt idx="307">
                  <c:v>4.33</c:v>
                </c:pt>
                <c:pt idx="308">
                  <c:v>6.25</c:v>
                </c:pt>
                <c:pt idx="309">
                  <c:v>5.95</c:v>
                </c:pt>
                <c:pt idx="310">
                  <c:v>5.95</c:v>
                </c:pt>
                <c:pt idx="311">
                  <c:v>7.25</c:v>
                </c:pt>
                <c:pt idx="312">
                  <c:v>7.25</c:v>
                </c:pt>
                <c:pt idx="313">
                  <c:v>7.25</c:v>
                </c:pt>
                <c:pt idx="314">
                  <c:v>7.25</c:v>
                </c:pt>
                <c:pt idx="315">
                  <c:v>7.25</c:v>
                </c:pt>
                <c:pt idx="316">
                  <c:v>7.25</c:v>
                </c:pt>
                <c:pt idx="317">
                  <c:v>5.95</c:v>
                </c:pt>
                <c:pt idx="318">
                  <c:v>5.15</c:v>
                </c:pt>
                <c:pt idx="319">
                  <c:v>5.15</c:v>
                </c:pt>
                <c:pt idx="320">
                  <c:v>5.15</c:v>
                </c:pt>
                <c:pt idx="321">
                  <c:v>4.4000000000000004</c:v>
                </c:pt>
                <c:pt idx="322">
                  <c:v>3.4</c:v>
                </c:pt>
                <c:pt idx="323">
                  <c:v>2.95</c:v>
                </c:pt>
                <c:pt idx="324">
                  <c:v>2.65</c:v>
                </c:pt>
                <c:pt idx="325">
                  <c:v>4.0999999999999996</c:v>
                </c:pt>
                <c:pt idx="326">
                  <c:v>4.0999999999999996</c:v>
                </c:pt>
                <c:pt idx="327">
                  <c:v>4.0999999999999996</c:v>
                </c:pt>
                <c:pt idx="328">
                  <c:v>5.5</c:v>
                </c:pt>
                <c:pt idx="329">
                  <c:v>4.75</c:v>
                </c:pt>
                <c:pt idx="330">
                  <c:v>4.2</c:v>
                </c:pt>
                <c:pt idx="331">
                  <c:v>4.2</c:v>
                </c:pt>
                <c:pt idx="332">
                  <c:v>4.2</c:v>
                </c:pt>
                <c:pt idx="333">
                  <c:v>4.2</c:v>
                </c:pt>
                <c:pt idx="334">
                  <c:v>4.2</c:v>
                </c:pt>
                <c:pt idx="335">
                  <c:v>7.15</c:v>
                </c:pt>
                <c:pt idx="336">
                  <c:v>4.4000000000000004</c:v>
                </c:pt>
                <c:pt idx="337">
                  <c:v>4.05</c:v>
                </c:pt>
                <c:pt idx="338">
                  <c:v>5.13</c:v>
                </c:pt>
                <c:pt idx="339">
                  <c:v>5.13</c:v>
                </c:pt>
                <c:pt idx="340">
                  <c:v>5.13</c:v>
                </c:pt>
                <c:pt idx="341">
                  <c:v>5.13</c:v>
                </c:pt>
                <c:pt idx="342">
                  <c:v>6.6</c:v>
                </c:pt>
                <c:pt idx="343">
                  <c:v>6.25</c:v>
                </c:pt>
                <c:pt idx="344">
                  <c:v>7.15</c:v>
                </c:pt>
                <c:pt idx="345">
                  <c:v>4.8499999999999996</c:v>
                </c:pt>
                <c:pt idx="346">
                  <c:v>3.75</c:v>
                </c:pt>
                <c:pt idx="347">
                  <c:v>3.75</c:v>
                </c:pt>
                <c:pt idx="348">
                  <c:v>3.75</c:v>
                </c:pt>
                <c:pt idx="349">
                  <c:v>3.43</c:v>
                </c:pt>
                <c:pt idx="350">
                  <c:v>3.2</c:v>
                </c:pt>
                <c:pt idx="351">
                  <c:v>2.93</c:v>
                </c:pt>
                <c:pt idx="352">
                  <c:v>2.6</c:v>
                </c:pt>
                <c:pt idx="353">
                  <c:v>5.15</c:v>
                </c:pt>
                <c:pt idx="354">
                  <c:v>5.15</c:v>
                </c:pt>
                <c:pt idx="355">
                  <c:v>5.15</c:v>
                </c:pt>
                <c:pt idx="356">
                  <c:v>4.95</c:v>
                </c:pt>
                <c:pt idx="357">
                  <c:v>5</c:v>
                </c:pt>
                <c:pt idx="358">
                  <c:v>4.25</c:v>
                </c:pt>
                <c:pt idx="359">
                  <c:v>3.68</c:v>
                </c:pt>
                <c:pt idx="360">
                  <c:v>4.6500000000000004</c:v>
                </c:pt>
                <c:pt idx="361">
                  <c:v>4.6500000000000004</c:v>
                </c:pt>
                <c:pt idx="362">
                  <c:v>4.6500000000000004</c:v>
                </c:pt>
                <c:pt idx="363">
                  <c:v>4.45</c:v>
                </c:pt>
                <c:pt idx="364">
                  <c:v>4.13</c:v>
                </c:pt>
                <c:pt idx="365">
                  <c:v>3.85</c:v>
                </c:pt>
                <c:pt idx="366">
                  <c:v>4.5</c:v>
                </c:pt>
              </c:numCache>
            </c:numRef>
          </c:val>
          <c:smooth val="1"/>
          <c:extLst>
            <c:ext xmlns:c16="http://schemas.microsoft.com/office/drawing/2014/chart" uri="{C3380CC4-5D6E-409C-BE32-E72D297353CC}">
              <c16:uniqueId val="{00000001-AF70-41B3-99FD-DAACC109ECFB}"/>
            </c:ext>
          </c:extLst>
        </c:ser>
        <c:dLbls>
          <c:showLegendKey val="0"/>
          <c:showVal val="0"/>
          <c:showCatName val="0"/>
          <c:showSerName val="0"/>
          <c:showPercent val="0"/>
          <c:showBubbleSize val="0"/>
        </c:dLbls>
        <c:smooth val="0"/>
        <c:axId val="62721487"/>
        <c:axId val="1772969295"/>
      </c:lineChart>
      <c:dateAx>
        <c:axId val="62721487"/>
        <c:scaling>
          <c:orientation val="minMax"/>
        </c:scaling>
        <c:delete val="0"/>
        <c:axPos val="b"/>
        <c:numFmt formatCode="mmm\ yy" sourceLinked="0"/>
        <c:majorTickMark val="out"/>
        <c:minorTickMark val="none"/>
        <c:tickLblPos val="nextTo"/>
        <c:spPr>
          <a:noFill/>
          <a:ln w="3175" cap="flat" cmpd="sng" algn="ctr">
            <a:solidFill>
              <a:schemeClr val="tx1">
                <a:lumMod val="50000"/>
                <a:lumOff val="50000"/>
              </a:schemeClr>
            </a:solidFill>
            <a:round/>
          </a:ln>
          <a:effectLst/>
        </c:spPr>
        <c:txPr>
          <a:bodyPr rot="-60000000" vert="horz"/>
          <a:lstStyle/>
          <a:p>
            <a:pPr>
              <a:defRPr/>
            </a:pPr>
            <a:endParaRPr lang="en-US"/>
          </a:p>
        </c:txPr>
        <c:crossAx val="1772969295"/>
        <c:crosses val="autoZero"/>
        <c:auto val="0"/>
        <c:lblOffset val="100"/>
        <c:baseTimeUnit val="days"/>
        <c:majorUnit val="3"/>
      </c:dateAx>
      <c:valAx>
        <c:axId val="1772969295"/>
        <c:scaling>
          <c:orientation val="minMax"/>
          <c:min val="0"/>
        </c:scaling>
        <c:delete val="0"/>
        <c:axPos val="l"/>
        <c:numFmt formatCode="#,##0" sourceLinked="0"/>
        <c:majorTickMark val="out"/>
        <c:minorTickMark val="none"/>
        <c:tickLblPos val="nextTo"/>
        <c:spPr>
          <a:noFill/>
          <a:ln w="3175">
            <a:solidFill>
              <a:schemeClr val="tx1">
                <a:lumMod val="50000"/>
                <a:lumOff val="50000"/>
              </a:schemeClr>
            </a:solidFill>
          </a:ln>
          <a:effectLst/>
        </c:spPr>
        <c:txPr>
          <a:bodyPr rot="-60000000" vert="horz"/>
          <a:lstStyle/>
          <a:p>
            <a:pPr>
              <a:defRPr/>
            </a:pPr>
            <a:endParaRPr lang="en-US"/>
          </a:p>
        </c:txPr>
        <c:crossAx val="62721487"/>
        <c:crosses val="autoZero"/>
        <c:crossBetween val="between"/>
      </c:valAx>
      <c:spPr>
        <a:noFill/>
      </c:spPr>
    </c:plotArea>
    <c:legend>
      <c:legendPos val="t"/>
      <c:layout>
        <c:manualLayout>
          <c:xMode val="edge"/>
          <c:yMode val="edge"/>
          <c:x val="0.12702362121845606"/>
          <c:y val="3.0864197530864196E-2"/>
          <c:w val="0.79793756560231344"/>
          <c:h val="8.285983927934934E-2"/>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a:solidFill>
            <a:sysClr val="windowText" lastClr="000000"/>
          </a:solidFill>
          <a:latin typeface="SVN-Gilroy"/>
        </a:defRPr>
      </a:pPr>
      <a:endParaRPr lang="en-US"/>
    </a:p>
  </c:txPr>
  <c:externalData r:id="rId2">
    <c:autoUpdate val="0"/>
  </c:externalData>
  <c:userShapes r:id="rId3"/>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0.87111</cdr:x>
      <cdr:y>0.13615</cdr:y>
    </cdr:from>
    <cdr:to>
      <cdr:x>0.99487</cdr:x>
      <cdr:y>0.20877</cdr:y>
    </cdr:to>
    <cdr:sp macro="" textlink="">
      <cdr:nvSpPr>
        <cdr:cNvPr id="2" name="TextBox 1"/>
        <cdr:cNvSpPr txBox="1"/>
      </cdr:nvSpPr>
      <cdr:spPr>
        <a:xfrm xmlns:a="http://schemas.openxmlformats.org/drawingml/2006/main">
          <a:off x="6929913" y="1170218"/>
          <a:ext cx="984545" cy="624277"/>
        </a:xfrm>
        <a:prstGeom xmlns:a="http://schemas.openxmlformats.org/drawingml/2006/main" prst="rect">
          <a:avLst/>
        </a:prstGeom>
      </cdr:spPr>
      <cdr:txBody>
        <a:bodyPr xmlns:a="http://schemas.openxmlformats.org/drawingml/2006/main" vertOverflow="clip" wrap="none" lIns="0" tIns="0" rIns="0" bIns="0" rtlCol="0"/>
        <a:lstStyle xmlns:a="http://schemas.openxmlformats.org/drawingml/2006/main"/>
        <a:p xmlns:a="http://schemas.openxmlformats.org/drawingml/2006/main">
          <a:pPr algn="r"/>
          <a:r>
            <a:rPr lang="en-US" sz="2100">
              <a:solidFill>
                <a:schemeClr val="accent1">
                  <a:lumMod val="50000"/>
                </a:schemeClr>
              </a:solidFill>
              <a:latin typeface="SVN-Gilroy"/>
            </a:rPr>
            <a:t>(DoD)</a:t>
          </a:r>
        </a:p>
      </cdr:txBody>
    </cdr:sp>
  </cdr:relSizeAnchor>
  <cdr:relSizeAnchor xmlns:cdr="http://schemas.openxmlformats.org/drawingml/2006/chartDrawing">
    <cdr:from>
      <cdr:x>0</cdr:x>
      <cdr:y>0.12348</cdr:y>
    </cdr:from>
    <cdr:to>
      <cdr:x>0.14164</cdr:x>
      <cdr:y>0.23835</cdr:y>
    </cdr:to>
    <cdr:sp macro="" textlink="">
      <cdr:nvSpPr>
        <cdr:cNvPr id="3" name="TextBox 1"/>
        <cdr:cNvSpPr txBox="1"/>
      </cdr:nvSpPr>
      <cdr:spPr>
        <a:xfrm xmlns:a="http://schemas.openxmlformats.org/drawingml/2006/main">
          <a:off x="0" y="1061357"/>
          <a:ext cx="1126786" cy="987349"/>
        </a:xfrm>
        <a:prstGeom xmlns:a="http://schemas.openxmlformats.org/drawingml/2006/main" prst="rect">
          <a:avLst/>
        </a:prstGeom>
      </cdr:spPr>
      <cdr:txBody>
        <a:bodyPr xmlns:a="http://schemas.openxmlformats.org/drawingml/2006/main" wrap="none" lIns="0" tIns="0" rIns="0" bIns="0"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sz="2100">
              <a:solidFill>
                <a:schemeClr val="accent1">
                  <a:lumMod val="50000"/>
                </a:schemeClr>
              </a:solidFill>
              <a:latin typeface="SVN-Gilroy"/>
            </a:rPr>
            <a:t>(points)</a:t>
          </a:r>
        </a:p>
      </cdr:txBody>
    </cdr:sp>
  </cdr:relSizeAnchor>
</c:userShapes>
</file>

<file path=ppt/drawings/drawing2.xml><?xml version="1.0" encoding="utf-8"?>
<c:userShapes xmlns:c="http://schemas.openxmlformats.org/drawingml/2006/chart">
  <cdr:relSizeAnchor xmlns:cdr="http://schemas.openxmlformats.org/drawingml/2006/chartDrawing">
    <cdr:from>
      <cdr:x>0.89962</cdr:x>
      <cdr:y>0.1691</cdr:y>
    </cdr:from>
    <cdr:to>
      <cdr:x>0.99037</cdr:x>
      <cdr:y>0.26718</cdr:y>
    </cdr:to>
    <cdr:sp macro="" textlink="">
      <cdr:nvSpPr>
        <cdr:cNvPr id="4" name="TextBox 3">
          <a:extLst xmlns:a="http://schemas.openxmlformats.org/drawingml/2006/main">
            <a:ext uri="{FF2B5EF4-FFF2-40B4-BE49-F238E27FC236}">
              <a16:creationId xmlns:a16="http://schemas.microsoft.com/office/drawing/2014/main" id="{E0C74F61-2F14-4BB9-A3BB-8F31AC1064C3}"/>
            </a:ext>
          </a:extLst>
        </cdr:cNvPr>
        <cdr:cNvSpPr txBox="1"/>
      </cdr:nvSpPr>
      <cdr:spPr>
        <a:xfrm xmlns:a="http://schemas.openxmlformats.org/drawingml/2006/main">
          <a:off x="3948547" y="432955"/>
          <a:ext cx="398318" cy="25111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0.8596</cdr:x>
      <cdr:y>0.01737</cdr:y>
    </cdr:from>
    <cdr:to>
      <cdr:x>1</cdr:x>
      <cdr:y>0.1345</cdr:y>
    </cdr:to>
    <cdr:sp macro="" textlink="">
      <cdr:nvSpPr>
        <cdr:cNvPr id="7" name="TextBox 2"/>
        <cdr:cNvSpPr txBox="1"/>
      </cdr:nvSpPr>
      <cdr:spPr>
        <a:xfrm xmlns:a="http://schemas.openxmlformats.org/drawingml/2006/main">
          <a:off x="3458497" y="44473"/>
          <a:ext cx="564863" cy="29989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0.00588</cdr:x>
      <cdr:y>0.12028</cdr:y>
    </cdr:from>
    <cdr:to>
      <cdr:x>0.10442</cdr:x>
      <cdr:y>0.22168</cdr:y>
    </cdr:to>
    <cdr:sp macro="" textlink="">
      <cdr:nvSpPr>
        <cdr:cNvPr id="8" name="TextBox 1">
          <a:extLst xmlns:a="http://schemas.openxmlformats.org/drawingml/2006/main">
            <a:ext uri="{FF2B5EF4-FFF2-40B4-BE49-F238E27FC236}">
              <a16:creationId xmlns:a16="http://schemas.microsoft.com/office/drawing/2014/main" id="{A90DF13E-03B6-4643-AB5B-22354335F52B}"/>
            </a:ext>
          </a:extLst>
        </cdr:cNvPr>
        <cdr:cNvSpPr txBox="1"/>
      </cdr:nvSpPr>
      <cdr:spPr>
        <a:xfrm xmlns:a="http://schemas.openxmlformats.org/drawingml/2006/main">
          <a:off x="29143" y="282415"/>
          <a:ext cx="488068" cy="238078"/>
        </a:xfrm>
        <a:prstGeom xmlns:a="http://schemas.openxmlformats.org/drawingml/2006/main" prst="rect">
          <a:avLst/>
        </a:prstGeom>
      </cdr:spPr>
      <cdr:txBody>
        <a:bodyPr xmlns:a="http://schemas.openxmlformats.org/drawingml/2006/main" vertOverflow="clip" vert="horz" wrap="square" lIns="0" tIns="0" rIns="0" bIns="0" rtlCol="0">
          <a:noAutofit/>
        </a:bodyPr>
        <a:lstStyle xmlns:a="http://schemas.openxmlformats.org/drawingml/2006/main"/>
        <a:p xmlns:a="http://schemas.openxmlformats.org/drawingml/2006/main">
          <a:r>
            <a:rPr lang="arn-CL" altLang="ko-KR" sz="2100" b="0" i="0">
              <a:solidFill>
                <a:srgbClr val="000000"/>
              </a:solidFill>
              <a:latin typeface="Noto sans" panose="020B0502040504020204"/>
              <a:ea typeface="HY중고딕"/>
            </a:rPr>
            <a:t>(x)</a:t>
          </a:r>
          <a:endParaRPr lang="ko-KR" altLang="en-US" sz="2100" b="0" i="0">
            <a:solidFill>
              <a:srgbClr val="000000"/>
            </a:solidFill>
            <a:latin typeface="Noto sans" panose="020B0502040504020204"/>
            <a:ea typeface="HY중고딕"/>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0.01483</cdr:x>
      <cdr:y>0.02058</cdr:y>
    </cdr:from>
    <cdr:to>
      <cdr:x>0.12005</cdr:x>
      <cdr:y>0.08863</cdr:y>
    </cdr:to>
    <cdr:sp macro="" textlink="">
      <cdr:nvSpPr>
        <cdr:cNvPr id="2" name="TextBox 1">
          <a:extLst xmlns:a="http://schemas.openxmlformats.org/drawingml/2006/main">
            <a:ext uri="{FF2B5EF4-FFF2-40B4-BE49-F238E27FC236}">
              <a16:creationId xmlns:a16="http://schemas.microsoft.com/office/drawing/2014/main" id="{D0540C4D-FB57-0B39-8058-5A942DF914DB}"/>
            </a:ext>
          </a:extLst>
        </cdr:cNvPr>
        <cdr:cNvSpPr txBox="1"/>
      </cdr:nvSpPr>
      <cdr:spPr>
        <a:xfrm xmlns:a="http://schemas.openxmlformats.org/drawingml/2006/main">
          <a:off x="50800" y="50800"/>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SVN-Gilroy"/>
              <a:ea typeface="HY중고딕"/>
            </a:rPr>
            <a:t>(%)</a:t>
          </a:r>
          <a:endParaRPr lang="ko-KR" altLang="en-US" sz="2100" b="0" i="0">
            <a:solidFill>
              <a:srgbClr val="000000"/>
            </a:solidFill>
            <a:latin typeface="SVN-Gilroy"/>
            <a:ea typeface="HY중고딕"/>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0.0345</cdr:x>
      <cdr:y>0.03874</cdr:y>
    </cdr:from>
    <cdr:to>
      <cdr:x>0.14179</cdr:x>
      <cdr:y>0.10679</cdr:y>
    </cdr:to>
    <cdr:sp macro="" textlink="">
      <cdr:nvSpPr>
        <cdr:cNvPr id="2" name="TextBox 1">
          <a:extLst xmlns:a="http://schemas.openxmlformats.org/drawingml/2006/main">
            <a:ext uri="{FF2B5EF4-FFF2-40B4-BE49-F238E27FC236}">
              <a16:creationId xmlns:a16="http://schemas.microsoft.com/office/drawing/2014/main" id="{051EB664-8D47-4C6F-8C82-1941D0E90082}"/>
            </a:ext>
          </a:extLst>
        </cdr:cNvPr>
        <cdr:cNvSpPr txBox="1"/>
      </cdr:nvSpPr>
      <cdr:spPr>
        <a:xfrm xmlns:a="http://schemas.openxmlformats.org/drawingml/2006/main">
          <a:off x="115923" y="95645"/>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Noto sans" panose="020B0502040504020204"/>
              <a:ea typeface="HY중고딕"/>
            </a:rPr>
            <a:t>(%)</a:t>
          </a:r>
          <a:endParaRPr lang="ko-KR" altLang="en-US" sz="2100" b="0" i="0">
            <a:solidFill>
              <a:srgbClr val="000000"/>
            </a:solidFill>
            <a:latin typeface="Noto sans" panose="020B0502040504020204"/>
            <a:ea typeface="HY중고딕"/>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477504-2EF2-4F2E-9DE1-7105A0313FD7}" type="datetimeFigureOut">
              <a:rPr lang="en-US" smtClean="0"/>
              <a:t>8/25/2026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F80871-522F-4866-B33B-1E8F8F79E57A}" type="slidenum">
              <a:rPr lang="en-US" smtClean="0"/>
              <a:t>‹#›</a:t>
            </a:fld>
            <a:endParaRPr lang="en-US"/>
          </a:p>
        </p:txBody>
      </p:sp>
    </p:spTree>
    <p:extLst>
      <p:ext uri="{BB962C8B-B14F-4D97-AF65-F5344CB8AC3E}">
        <p14:creationId xmlns:p14="http://schemas.microsoft.com/office/powerpoint/2010/main" val="2481743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1</a:t>
            </a:fld>
            <a:endParaRPr lang="en-US"/>
          </a:p>
        </p:txBody>
      </p:sp>
    </p:spTree>
    <p:extLst>
      <p:ext uri="{BB962C8B-B14F-4D97-AF65-F5344CB8AC3E}">
        <p14:creationId xmlns:p14="http://schemas.microsoft.com/office/powerpoint/2010/main" val="2509566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2</a:t>
            </a:fld>
            <a:endParaRPr lang="en-US"/>
          </a:p>
        </p:txBody>
      </p:sp>
    </p:spTree>
    <p:extLst>
      <p:ext uri="{BB962C8B-B14F-4D97-AF65-F5344CB8AC3E}">
        <p14:creationId xmlns:p14="http://schemas.microsoft.com/office/powerpoint/2010/main" val="2079722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3</a:t>
            </a:fld>
            <a:endParaRPr lang="en-US"/>
          </a:p>
        </p:txBody>
      </p:sp>
    </p:spTree>
    <p:extLst>
      <p:ext uri="{BB962C8B-B14F-4D97-AF65-F5344CB8AC3E}">
        <p14:creationId xmlns:p14="http://schemas.microsoft.com/office/powerpoint/2010/main" val="3418955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 SVN </a:t>
            </a:r>
            <a:r>
              <a:rPr lang="en-US" dirty="0" err="1"/>
              <a:t>Giroy</a:t>
            </a:r>
            <a:r>
              <a:rPr lang="en-US" dirty="0"/>
              <a:t>: 20</a:t>
            </a:r>
          </a:p>
          <a:p>
            <a:r>
              <a:rPr lang="en-US" dirty="0"/>
              <a:t>8.7</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1630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p:txBody>
      </p:sp>
      <p:sp>
        <p:nvSpPr>
          <p:cNvPr id="4" name="Slide Number Placeholder 3"/>
          <p:cNvSpPr>
            <a:spLocks noGrp="1"/>
          </p:cNvSpPr>
          <p:nvPr>
            <p:ph type="sldNum" sz="quarter" idx="5"/>
          </p:nvPr>
        </p:nvSpPr>
        <p:spPr/>
        <p:txBody>
          <a:bodyPr/>
          <a:lstStyle/>
          <a:p>
            <a:fld id="{8DF80871-522F-4866-B33B-1E8F8F79E57A}" type="slidenum">
              <a:rPr lang="en-US" smtClean="0"/>
              <a:t>5</a:t>
            </a:fld>
            <a:endParaRPr lang="en-US"/>
          </a:p>
        </p:txBody>
      </p:sp>
    </p:spTree>
    <p:extLst>
      <p:ext uri="{BB962C8B-B14F-4D97-AF65-F5344CB8AC3E}">
        <p14:creationId xmlns:p14="http://schemas.microsoft.com/office/powerpoint/2010/main" val="760619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6</a:t>
            </a:fld>
            <a:endParaRPr lang="en-US"/>
          </a:p>
        </p:txBody>
      </p:sp>
    </p:spTree>
    <p:extLst>
      <p:ext uri="{BB962C8B-B14F-4D97-AF65-F5344CB8AC3E}">
        <p14:creationId xmlns:p14="http://schemas.microsoft.com/office/powerpoint/2010/main" val="903194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77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7682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9258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52B4-C196-53BC-3A2B-CE1F2CD04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ED111-4472-725B-12A5-08E3FE89E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5D56D-72A8-9DEE-5160-D1E0746ADF2F}"/>
              </a:ext>
            </a:extLst>
          </p:cNvPr>
          <p:cNvSpPr>
            <a:spLocks noGrp="1"/>
          </p:cNvSpPr>
          <p:nvPr>
            <p:ph type="body" idx="1"/>
          </p:nvPr>
        </p:nvSpPr>
        <p:spPr/>
        <p:txBody>
          <a:bodyPr/>
          <a:lstStyle/>
          <a:p>
            <a:r>
              <a:rPr lang="en-US"/>
              <a:t>9.4</a:t>
            </a:r>
          </a:p>
          <a:p>
            <a:r>
              <a:rPr lang="en-US"/>
              <a:t>8.7</a:t>
            </a:r>
          </a:p>
          <a:p>
            <a:r>
              <a:rPr lang="en-US"/>
              <a:t>20</a:t>
            </a:r>
          </a:p>
        </p:txBody>
      </p:sp>
      <p:sp>
        <p:nvSpPr>
          <p:cNvPr id="4" name="Slide Number Placeholder 3">
            <a:extLst>
              <a:ext uri="{FF2B5EF4-FFF2-40B4-BE49-F238E27FC236}">
                <a16:creationId xmlns:a16="http://schemas.microsoft.com/office/drawing/2014/main" id="{D328376D-30B0-F1EA-F03E-CF3368B3664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7415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525" y="2244726"/>
            <a:ext cx="8743950" cy="4775200"/>
          </a:xfrm>
        </p:spPr>
        <p:txBody>
          <a:bodyPr anchor="b"/>
          <a:lstStyle>
            <a:lvl1pPr algn="ctr">
              <a:defRPr sz="6750"/>
            </a:lvl1pPr>
          </a:lstStyle>
          <a:p>
            <a:r>
              <a:rPr lang="en-US"/>
              <a:t>Click to edit Master title style</a:t>
            </a:r>
          </a:p>
        </p:txBody>
      </p:sp>
      <p:sp>
        <p:nvSpPr>
          <p:cNvPr id="3" name="Subtitle 2"/>
          <p:cNvSpPr>
            <a:spLocks noGrp="1"/>
          </p:cNvSpPr>
          <p:nvPr>
            <p:ph type="subTitle" idx="1"/>
          </p:nvPr>
        </p:nvSpPr>
        <p:spPr>
          <a:xfrm>
            <a:off x="1285875" y="7204076"/>
            <a:ext cx="7715250" cy="3311524"/>
          </a:xfrm>
        </p:spPr>
        <p:txBody>
          <a:bodyPr/>
          <a:lstStyle>
            <a:lvl1pPr marL="0" indent="0" algn="ctr">
              <a:buNone/>
              <a:defRPr sz="2700"/>
            </a:lvl1pPr>
            <a:lvl2pPr marL="514350" indent="0" algn="ctr">
              <a:buNone/>
              <a:defRPr sz="2250"/>
            </a:lvl2pPr>
            <a:lvl3pPr marL="1028700" indent="0" algn="ctr">
              <a:buNone/>
              <a:defRPr sz="2025"/>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en-US"/>
              <a:t>Click to edit Master subtitle style</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744650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486666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4" y="3419479"/>
            <a:ext cx="8872538" cy="5705474"/>
          </a:xfrm>
        </p:spPr>
        <p:txBody>
          <a:bodyPr anchor="b"/>
          <a:lstStyle>
            <a:lvl1pPr>
              <a:defRPr sz="6750"/>
            </a:lvl1pPr>
          </a:lstStyle>
          <a:p>
            <a:r>
              <a:rPr lang="en-US"/>
              <a:t>Click to edit Master title style</a:t>
            </a:r>
          </a:p>
        </p:txBody>
      </p:sp>
      <p:sp>
        <p:nvSpPr>
          <p:cNvPr id="3" name="Text Placeholder 2"/>
          <p:cNvSpPr>
            <a:spLocks noGrp="1"/>
          </p:cNvSpPr>
          <p:nvPr>
            <p:ph type="body" idx="1"/>
          </p:nvPr>
        </p:nvSpPr>
        <p:spPr>
          <a:xfrm>
            <a:off x="701874" y="9178929"/>
            <a:ext cx="8872538" cy="3000374"/>
          </a:xfrm>
        </p:spPr>
        <p:txBody>
          <a:bodyPr/>
          <a:lstStyle>
            <a:lvl1pPr marL="0" indent="0">
              <a:buNone/>
              <a:defRPr sz="2700">
                <a:solidFill>
                  <a:schemeClr val="tx1">
                    <a:tint val="82000"/>
                  </a:schemeClr>
                </a:solidFill>
              </a:defRPr>
            </a:lvl1pPr>
            <a:lvl2pPr marL="514350" indent="0">
              <a:buNone/>
              <a:defRPr sz="2250">
                <a:solidFill>
                  <a:schemeClr val="tx1">
                    <a:tint val="82000"/>
                  </a:schemeClr>
                </a:solidFill>
              </a:defRPr>
            </a:lvl2pPr>
            <a:lvl3pPr marL="1028700" indent="0">
              <a:buNone/>
              <a:defRPr sz="2025">
                <a:solidFill>
                  <a:schemeClr val="tx1">
                    <a:tint val="82000"/>
                  </a:schemeClr>
                </a:solidFill>
              </a:defRPr>
            </a:lvl3pPr>
            <a:lvl4pPr marL="1543050" indent="0">
              <a:buNone/>
              <a:defRPr sz="1800">
                <a:solidFill>
                  <a:schemeClr val="tx1">
                    <a:tint val="82000"/>
                  </a:schemeClr>
                </a:solidFill>
              </a:defRPr>
            </a:lvl4pPr>
            <a:lvl5pPr marL="2057400" indent="0">
              <a:buNone/>
              <a:defRPr sz="1800">
                <a:solidFill>
                  <a:schemeClr val="tx1">
                    <a:tint val="82000"/>
                  </a:schemeClr>
                </a:solidFill>
              </a:defRPr>
            </a:lvl5pPr>
            <a:lvl6pPr marL="2571750" indent="0">
              <a:buNone/>
              <a:defRPr sz="1800">
                <a:solidFill>
                  <a:schemeClr val="tx1">
                    <a:tint val="82000"/>
                  </a:schemeClr>
                </a:solidFill>
              </a:defRPr>
            </a:lvl6pPr>
            <a:lvl7pPr marL="3086100" indent="0">
              <a:buNone/>
              <a:defRPr sz="1800">
                <a:solidFill>
                  <a:schemeClr val="tx1">
                    <a:tint val="82000"/>
                  </a:schemeClr>
                </a:solidFill>
              </a:defRPr>
            </a:lvl7pPr>
            <a:lvl8pPr marL="3600450" indent="0">
              <a:buNone/>
              <a:defRPr sz="1800">
                <a:solidFill>
                  <a:schemeClr val="tx1">
                    <a:tint val="82000"/>
                  </a:schemeClr>
                </a:solidFill>
              </a:defRPr>
            </a:lvl8pPr>
            <a:lvl9pPr marL="4114800" indent="0">
              <a:buNone/>
              <a:defRPr sz="1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198896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7231"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07794"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00703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730253"/>
            <a:ext cx="8872538" cy="2651126"/>
          </a:xfrm>
        </p:spPr>
        <p:txBody>
          <a:bodyPr/>
          <a:lstStyle/>
          <a:p>
            <a:r>
              <a:rPr lang="en-US"/>
              <a:t>Click to edit Master title style</a:t>
            </a:r>
          </a:p>
        </p:txBody>
      </p:sp>
      <p:sp>
        <p:nvSpPr>
          <p:cNvPr id="3" name="Text Placeholder 2"/>
          <p:cNvSpPr>
            <a:spLocks noGrp="1"/>
          </p:cNvSpPr>
          <p:nvPr>
            <p:ph type="body" idx="1"/>
          </p:nvPr>
        </p:nvSpPr>
        <p:spPr>
          <a:xfrm>
            <a:off x="708572" y="3362326"/>
            <a:ext cx="4351883"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4" name="Content Placeholder 3"/>
          <p:cNvSpPr>
            <a:spLocks noGrp="1"/>
          </p:cNvSpPr>
          <p:nvPr>
            <p:ph sz="half" idx="2"/>
          </p:nvPr>
        </p:nvSpPr>
        <p:spPr>
          <a:xfrm>
            <a:off x="708572" y="5010150"/>
            <a:ext cx="4351883"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07794" y="3362326"/>
            <a:ext cx="4373315"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207794" y="5010150"/>
            <a:ext cx="4373315"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30F98B-F79A-4E11-A094-899AA88A9F47}"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083516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30F98B-F79A-4E11-A094-899AA88A9F47}"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473887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30F98B-F79A-4E11-A094-899AA88A9F47}"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4213180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Content Placeholder 2"/>
          <p:cNvSpPr>
            <a:spLocks noGrp="1"/>
          </p:cNvSpPr>
          <p:nvPr>
            <p:ph idx="1"/>
          </p:nvPr>
        </p:nvSpPr>
        <p:spPr>
          <a:xfrm>
            <a:off x="4373315" y="1974853"/>
            <a:ext cx="5207794" cy="9747250"/>
          </a:xfrm>
        </p:spPr>
        <p:txBody>
          <a:bodyPr/>
          <a:lstStyle>
            <a:lvl1pPr>
              <a:defRPr sz="3600"/>
            </a:lvl1pPr>
            <a:lvl2pPr>
              <a:defRPr sz="3150"/>
            </a:lvl2pPr>
            <a:lvl3pPr>
              <a:defRPr sz="2700"/>
            </a:lvl3pPr>
            <a:lvl4pPr>
              <a:defRPr sz="2250"/>
            </a:lvl4pPr>
            <a:lvl5pPr>
              <a:defRPr sz="2250"/>
            </a:lvl5pPr>
            <a:lvl6pPr>
              <a:defRPr sz="2250"/>
            </a:lvl6pPr>
            <a:lvl7pPr>
              <a:defRPr sz="2250"/>
            </a:lvl7pPr>
            <a:lvl8pPr>
              <a:defRPr sz="2250"/>
            </a:lvl8pPr>
            <a:lvl9pPr>
              <a:defRPr sz="2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12008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Picture Placeholder 2"/>
          <p:cNvSpPr>
            <a:spLocks noGrp="1" noChangeAspect="1"/>
          </p:cNvSpPr>
          <p:nvPr>
            <p:ph type="pic" idx="1"/>
          </p:nvPr>
        </p:nvSpPr>
        <p:spPr>
          <a:xfrm>
            <a:off x="4373315" y="1974853"/>
            <a:ext cx="5207794" cy="9747250"/>
          </a:xfrm>
        </p:spPr>
        <p:txBody>
          <a:bodyPr anchor="t"/>
          <a:lstStyle>
            <a:lvl1pPr marL="0" indent="0">
              <a:buNone/>
              <a:defRPr sz="3600"/>
            </a:lvl1pPr>
            <a:lvl2pPr marL="514350" indent="0">
              <a:buNone/>
              <a:defRPr sz="3150"/>
            </a:lvl2pPr>
            <a:lvl3pPr marL="1028700" indent="0">
              <a:buNone/>
              <a:defRPr sz="2700"/>
            </a:lvl3pPr>
            <a:lvl4pPr marL="1543050" indent="0">
              <a:buNone/>
              <a:defRPr sz="2250"/>
            </a:lvl4pPr>
            <a:lvl5pPr marL="2057400" indent="0">
              <a:buNone/>
              <a:defRPr sz="2250"/>
            </a:lvl5pPr>
            <a:lvl6pPr marL="2571750" indent="0">
              <a:buNone/>
              <a:defRPr sz="2250"/>
            </a:lvl6pPr>
            <a:lvl7pPr marL="3086100" indent="0">
              <a:buNone/>
              <a:defRPr sz="2250"/>
            </a:lvl7pPr>
            <a:lvl8pPr marL="3600450" indent="0">
              <a:buNone/>
              <a:defRPr sz="2250"/>
            </a:lvl8pPr>
            <a:lvl9pPr marL="4114800" indent="0">
              <a:buNone/>
              <a:defRPr sz="2250"/>
            </a:lvl9pPr>
          </a:lstStyle>
          <a:p>
            <a:r>
              <a:rPr lang="en-US"/>
              <a:t>Click icon to add picture</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557754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57914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730250"/>
            <a:ext cx="2218134" cy="1162367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07232" y="730250"/>
            <a:ext cx="6525816"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0965452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7231" y="730253"/>
            <a:ext cx="8872538" cy="265112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07231" y="3651250"/>
            <a:ext cx="8872538"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07231" y="12712703"/>
            <a:ext cx="2314575" cy="730250"/>
          </a:xfrm>
          <a:prstGeom prst="rect">
            <a:avLst/>
          </a:prstGeom>
        </p:spPr>
        <p:txBody>
          <a:bodyPr vert="horz" lIns="91440" tIns="45720" rIns="91440" bIns="45720" rtlCol="0" anchor="ctr"/>
          <a:lstStyle>
            <a:lvl1pPr algn="l">
              <a:defRPr sz="1350">
                <a:solidFill>
                  <a:schemeClr val="tx1">
                    <a:tint val="82000"/>
                  </a:schemeClr>
                </a:solidFill>
              </a:defRPr>
            </a:lvl1pPr>
          </a:lstStyle>
          <a:p>
            <a:fld id="{2D30F98B-F79A-4E11-A094-899AA88A9F47}" type="datetimeFigureOut">
              <a:rPr lang="en-US" smtClean="0"/>
              <a:t>8/25/2026</a:t>
            </a:fld>
            <a:endParaRPr lang="en-US"/>
          </a:p>
        </p:txBody>
      </p:sp>
      <p:sp>
        <p:nvSpPr>
          <p:cNvPr id="5" name="Footer Placeholder 4"/>
          <p:cNvSpPr>
            <a:spLocks noGrp="1"/>
          </p:cNvSpPr>
          <p:nvPr>
            <p:ph type="ftr" sz="quarter" idx="3"/>
          </p:nvPr>
        </p:nvSpPr>
        <p:spPr>
          <a:xfrm>
            <a:off x="3407569" y="12712703"/>
            <a:ext cx="3471863" cy="730250"/>
          </a:xfrm>
          <a:prstGeom prst="rect">
            <a:avLst/>
          </a:prstGeom>
        </p:spPr>
        <p:txBody>
          <a:bodyPr vert="horz" lIns="91440" tIns="45720" rIns="91440" bIns="45720" rtlCol="0" anchor="ctr"/>
          <a:lstStyle>
            <a:lvl1pPr algn="ctr">
              <a:defRPr sz="135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7265194" y="12712703"/>
            <a:ext cx="2314575" cy="730250"/>
          </a:xfrm>
          <a:prstGeom prst="rect">
            <a:avLst/>
          </a:prstGeom>
        </p:spPr>
        <p:txBody>
          <a:bodyPr vert="horz" lIns="91440" tIns="45720" rIns="91440" bIns="45720" rtlCol="0" anchor="ctr"/>
          <a:lstStyle>
            <a:lvl1pPr algn="r">
              <a:defRPr sz="1350">
                <a:solidFill>
                  <a:schemeClr val="tx1">
                    <a:tint val="82000"/>
                  </a:schemeClr>
                </a:solidFill>
              </a:defRPr>
            </a:lvl1pPr>
          </a:lstStyle>
          <a:p>
            <a:fld id="{A9438696-DA09-4C38-ADC7-5AEF933EFFF5}" type="slidenum">
              <a:rPr lang="en-US" smtClean="0"/>
              <a:t>‹#›</a:t>
            </a:fld>
            <a:endParaRPr lang="en-US"/>
          </a:p>
        </p:txBody>
      </p:sp>
    </p:spTree>
    <p:extLst>
      <p:ext uri="{BB962C8B-B14F-4D97-AF65-F5344CB8AC3E}">
        <p14:creationId xmlns:p14="http://schemas.microsoft.com/office/powerpoint/2010/main" val="27152769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1028700" rtl="0" eaLnBrk="1" latinLnBrk="0" hangingPunct="1">
        <a:lnSpc>
          <a:spcPct val="90000"/>
        </a:lnSpc>
        <a:spcBef>
          <a:spcPct val="0"/>
        </a:spcBef>
        <a:buNone/>
        <a:defRPr sz="4950" kern="1200">
          <a:solidFill>
            <a:schemeClr val="tx1"/>
          </a:solidFill>
          <a:latin typeface="+mj-lt"/>
          <a:ea typeface="+mj-ea"/>
          <a:cs typeface="+mj-cs"/>
        </a:defRPr>
      </a:lvl1pPr>
    </p:titleStyle>
    <p:bodyStyle>
      <a:lvl1pPr marL="257175" indent="-257175" algn="l" defTabSz="1028700" rtl="0" eaLnBrk="1" latinLnBrk="0" hangingPunct="1">
        <a:lnSpc>
          <a:spcPct val="90000"/>
        </a:lnSpc>
        <a:spcBef>
          <a:spcPts val="1125"/>
        </a:spcBef>
        <a:buFont typeface="Arial" panose="020B0604020202020204" pitchFamily="34" charset="0"/>
        <a:buChar char="•"/>
        <a:defRPr sz="3150" kern="1200">
          <a:solidFill>
            <a:schemeClr val="tx1"/>
          </a:solidFill>
          <a:latin typeface="+mn-lt"/>
          <a:ea typeface="+mn-ea"/>
          <a:cs typeface="+mn-cs"/>
        </a:defRPr>
      </a:lvl1pPr>
      <a:lvl2pPr marL="771525" indent="-257175" algn="l" defTabSz="1028700" rtl="0" eaLnBrk="1" latinLnBrk="0" hangingPunct="1">
        <a:lnSpc>
          <a:spcPct val="90000"/>
        </a:lnSpc>
        <a:spcBef>
          <a:spcPts val="563"/>
        </a:spcBef>
        <a:buFont typeface="Arial" panose="020B0604020202020204" pitchFamily="34" charset="0"/>
        <a:buChar char="•"/>
        <a:defRPr sz="2700" kern="1200">
          <a:solidFill>
            <a:schemeClr val="tx1"/>
          </a:solidFill>
          <a:latin typeface="+mn-lt"/>
          <a:ea typeface="+mn-ea"/>
          <a:cs typeface="+mn-cs"/>
        </a:defRPr>
      </a:lvl2pPr>
      <a:lvl3pPr marL="1285875" indent="-257175" algn="l" defTabSz="1028700" rtl="0" eaLnBrk="1" latinLnBrk="0" hangingPunct="1">
        <a:lnSpc>
          <a:spcPct val="90000"/>
        </a:lnSpc>
        <a:spcBef>
          <a:spcPts val="563"/>
        </a:spcBef>
        <a:buFont typeface="Arial" panose="020B0604020202020204" pitchFamily="34" charset="0"/>
        <a:buChar char="•"/>
        <a:defRPr sz="2250" kern="1200">
          <a:solidFill>
            <a:schemeClr val="tx1"/>
          </a:solidFill>
          <a:latin typeface="+mn-lt"/>
          <a:ea typeface="+mn-ea"/>
          <a:cs typeface="+mn-cs"/>
        </a:defRPr>
      </a:lvl3pPr>
      <a:lvl4pPr marL="18002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4pPr>
      <a:lvl5pPr marL="23145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9pPr>
    </p:bodyStyle>
    <p:otherStyle>
      <a:defPPr>
        <a:defRPr lang="en-US"/>
      </a:defPPr>
      <a:lvl1pPr marL="0" algn="l" defTabSz="1028700" rtl="0" eaLnBrk="1" latinLnBrk="0" hangingPunct="1">
        <a:defRPr sz="2025" kern="1200">
          <a:solidFill>
            <a:schemeClr val="tx1"/>
          </a:solidFill>
          <a:latin typeface="+mn-lt"/>
          <a:ea typeface="+mn-ea"/>
          <a:cs typeface="+mn-cs"/>
        </a:defRPr>
      </a:lvl1pPr>
      <a:lvl2pPr marL="514350" algn="l" defTabSz="1028700" rtl="0" eaLnBrk="1" latinLnBrk="0" hangingPunct="1">
        <a:defRPr sz="2025" kern="1200">
          <a:solidFill>
            <a:schemeClr val="tx1"/>
          </a:solidFill>
          <a:latin typeface="+mn-lt"/>
          <a:ea typeface="+mn-ea"/>
          <a:cs typeface="+mn-cs"/>
        </a:defRPr>
      </a:lvl2pPr>
      <a:lvl3pPr marL="1028700" algn="l" defTabSz="1028700" rtl="0" eaLnBrk="1" latinLnBrk="0" hangingPunct="1">
        <a:defRPr sz="2025" kern="1200">
          <a:solidFill>
            <a:schemeClr val="tx1"/>
          </a:solidFill>
          <a:latin typeface="+mn-lt"/>
          <a:ea typeface="+mn-ea"/>
          <a:cs typeface="+mn-cs"/>
        </a:defRPr>
      </a:lvl3pPr>
      <a:lvl4pPr marL="1543050" algn="l" defTabSz="1028700" rtl="0" eaLnBrk="1" latinLnBrk="0" hangingPunct="1">
        <a:defRPr sz="2025" kern="1200">
          <a:solidFill>
            <a:schemeClr val="tx1"/>
          </a:solidFill>
          <a:latin typeface="+mn-lt"/>
          <a:ea typeface="+mn-ea"/>
          <a:cs typeface="+mn-cs"/>
        </a:defRPr>
      </a:lvl4pPr>
      <a:lvl5pPr marL="2057400" algn="l" defTabSz="1028700" rtl="0" eaLnBrk="1" latinLnBrk="0" hangingPunct="1">
        <a:defRPr sz="2025" kern="1200">
          <a:solidFill>
            <a:schemeClr val="tx1"/>
          </a:solidFill>
          <a:latin typeface="+mn-lt"/>
          <a:ea typeface="+mn-ea"/>
          <a:cs typeface="+mn-cs"/>
        </a:defRPr>
      </a:lvl5pPr>
      <a:lvl6pPr marL="2571750" algn="l" defTabSz="1028700" rtl="0" eaLnBrk="1" latinLnBrk="0" hangingPunct="1">
        <a:defRPr sz="2025" kern="1200">
          <a:solidFill>
            <a:schemeClr val="tx1"/>
          </a:solidFill>
          <a:latin typeface="+mn-lt"/>
          <a:ea typeface="+mn-ea"/>
          <a:cs typeface="+mn-cs"/>
        </a:defRPr>
      </a:lvl6pPr>
      <a:lvl7pPr marL="3086100" algn="l" defTabSz="1028700" rtl="0" eaLnBrk="1" latinLnBrk="0" hangingPunct="1">
        <a:defRPr sz="2025" kern="1200">
          <a:solidFill>
            <a:schemeClr val="tx1"/>
          </a:solidFill>
          <a:latin typeface="+mn-lt"/>
          <a:ea typeface="+mn-ea"/>
          <a:cs typeface="+mn-cs"/>
        </a:defRPr>
      </a:lvl7pPr>
      <a:lvl8pPr marL="3600450" algn="l" defTabSz="1028700" rtl="0" eaLnBrk="1" latinLnBrk="0" hangingPunct="1">
        <a:defRPr sz="2025" kern="1200">
          <a:solidFill>
            <a:schemeClr val="tx1"/>
          </a:solidFill>
          <a:latin typeface="+mn-lt"/>
          <a:ea typeface="+mn-ea"/>
          <a:cs typeface="+mn-cs"/>
        </a:defRPr>
      </a:lvl8pPr>
      <a:lvl9pPr marL="4114800" algn="l" defTabSz="1028700"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eg"/><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eg"/><Relationship Id="rId4" Type="http://schemas.openxmlformats.org/officeDocument/2006/relationships/image" Target="../media/image4.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eg"/><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eg"/><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eg"/><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eg"/><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A white rectangular object with a pink border&#10;&#10;Description automatically generated">
            <a:extLst>
              <a:ext uri="{FF2B5EF4-FFF2-40B4-BE49-F238E27FC236}">
                <a16:creationId xmlns:a16="http://schemas.microsoft.com/office/drawing/2014/main" id="{78880618-F10F-6EA6-4713-724417FF56FF}"/>
              </a:ext>
            </a:extLst>
          </p:cNvPr>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TextBox 6">
            <a:extLst>
              <a:ext uri="{FF2B5EF4-FFF2-40B4-BE49-F238E27FC236}">
                <a16:creationId xmlns:a16="http://schemas.microsoft.com/office/drawing/2014/main" id="{8634F29D-4355-EC3B-F955-8FE10FBF98FB}"/>
              </a:ext>
            </a:extLst>
          </p:cNvPr>
          <p:cNvSpPr txBox="1"/>
          <p:nvPr/>
        </p:nvSpPr>
        <p:spPr>
          <a:xfrm>
            <a:off x="559467" y="1016162"/>
            <a:ext cx="4584033" cy="646331"/>
          </a:xfrm>
          <a:prstGeom prst="rect">
            <a:avLst/>
          </a:prstGeom>
          <a:noFill/>
        </p:spPr>
        <p:txBody>
          <a:bodyPr wrap="square" rtlCol="0">
            <a:spAutoFit/>
          </a:bodyPr>
          <a:lstStyle/>
          <a:p>
            <a:r>
              <a:rPr lang="en-US" sz="3600" dirty="0">
                <a:solidFill>
                  <a:srgbClr val="01437C"/>
                </a:solidFill>
                <a:latin typeface="SVN-Gilroy SemiBold" panose="00000700000000000000" pitchFamily="50" charset="0"/>
              </a:rPr>
              <a:t>Oct 23, 2026</a:t>
            </a:r>
            <a:endParaRPr lang="en-US" sz="4000" dirty="0">
              <a:solidFill>
                <a:srgbClr val="01437C"/>
              </a:solidFill>
              <a:latin typeface="SVN-Gilroy SemiBold" panose="00000700000000000000" pitchFamily="50" charset="0"/>
            </a:endParaRPr>
          </a:p>
        </p:txBody>
      </p:sp>
      <p:sp>
        <p:nvSpPr>
          <p:cNvPr id="3" name="TextBox 2">
            <a:extLst>
              <a:ext uri="{FF2B5EF4-FFF2-40B4-BE49-F238E27FC236}">
                <a16:creationId xmlns:a16="http://schemas.microsoft.com/office/drawing/2014/main" id="{F2D62D48-5784-279D-C1B2-2F049D2F7343}"/>
              </a:ext>
            </a:extLst>
          </p:cNvPr>
          <p:cNvSpPr txBox="1"/>
          <p:nvPr/>
        </p:nvSpPr>
        <p:spPr>
          <a:xfrm>
            <a:off x="586539" y="7322282"/>
            <a:ext cx="9113922" cy="646331"/>
          </a:xfrm>
          <a:prstGeom prst="rect">
            <a:avLst/>
          </a:prstGeom>
          <a:noFill/>
        </p:spPr>
        <p:txBody>
          <a:bodyPr wrap="square" rtlCol="0">
            <a:spAutoFit/>
          </a:bodyPr>
          <a:lstStyle/>
          <a:p>
            <a:pPr algn="ctr"/>
            <a:r>
              <a:rPr lang="en-US" sz="3600" b="1" dirty="0">
                <a:solidFill>
                  <a:srgbClr val="F38120"/>
                </a:solidFill>
                <a:latin typeface="SVN-Gilroy XBold" panose="00000900000000000000" pitchFamily="50" charset="0"/>
              </a:rPr>
              <a:t>Market performance</a:t>
            </a:r>
          </a:p>
        </p:txBody>
      </p:sp>
      <p:sp>
        <p:nvSpPr>
          <p:cNvPr id="31" name="Freeform: Shape 30">
            <a:extLst>
              <a:ext uri="{FF2B5EF4-FFF2-40B4-BE49-F238E27FC236}">
                <a16:creationId xmlns:a16="http://schemas.microsoft.com/office/drawing/2014/main" id="{2A14E036-983A-D5EF-6CF6-8A6DF63E9293}"/>
              </a:ext>
            </a:extLst>
          </p:cNvPr>
          <p:cNvSpPr/>
          <p:nvPr/>
        </p:nvSpPr>
        <p:spPr>
          <a:xfrm>
            <a:off x="586534" y="2026390"/>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TextBox 31">
            <a:extLst>
              <a:ext uri="{FF2B5EF4-FFF2-40B4-BE49-F238E27FC236}">
                <a16:creationId xmlns:a16="http://schemas.microsoft.com/office/drawing/2014/main" id="{59EED2C3-9F42-CC57-E1FA-944E658BBD18}"/>
              </a:ext>
            </a:extLst>
          </p:cNvPr>
          <p:cNvSpPr txBox="1"/>
          <p:nvPr/>
        </p:nvSpPr>
        <p:spPr>
          <a:xfrm>
            <a:off x="559467" y="2253354"/>
            <a:ext cx="9304824"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Narrow rally extends streak</a:t>
            </a:r>
          </a:p>
        </p:txBody>
      </p:sp>
      <p:sp>
        <p:nvSpPr>
          <p:cNvPr id="33" name="TextBox 32">
            <a:extLst>
              <a:ext uri="{FF2B5EF4-FFF2-40B4-BE49-F238E27FC236}">
                <a16:creationId xmlns:a16="http://schemas.microsoft.com/office/drawing/2014/main" id="{8458AC0D-D6C7-0FD7-DB51-EA458B8F1818}"/>
              </a:ext>
            </a:extLst>
          </p:cNvPr>
          <p:cNvSpPr txBox="1"/>
          <p:nvPr/>
        </p:nvSpPr>
        <p:spPr>
          <a:xfrm>
            <a:off x="559467" y="399526"/>
            <a:ext cx="6012783" cy="784830"/>
          </a:xfrm>
          <a:prstGeom prst="rect">
            <a:avLst/>
          </a:prstGeom>
          <a:noFill/>
        </p:spPr>
        <p:txBody>
          <a:bodyPr wrap="square" rtlCol="0">
            <a:spAutoFit/>
          </a:bodyPr>
          <a:lstStyle/>
          <a:p>
            <a:r>
              <a:rPr lang="en-US" sz="4500" dirty="0">
                <a:solidFill>
                  <a:srgbClr val="F38120"/>
                </a:solidFill>
                <a:latin typeface="SVN-Gilroy XBold" panose="00000900000000000000" pitchFamily="50" charset="0"/>
              </a:rPr>
              <a:t>Good Morning</a:t>
            </a:r>
          </a:p>
        </p:txBody>
      </p:sp>
      <p:sp>
        <p:nvSpPr>
          <p:cNvPr id="38" name="Rectangle: Rounded Corners 37">
            <a:extLst>
              <a:ext uri="{FF2B5EF4-FFF2-40B4-BE49-F238E27FC236}">
                <a16:creationId xmlns:a16="http://schemas.microsoft.com/office/drawing/2014/main" id="{0B91113E-08D5-12C8-0C53-7709CAFC21DA}"/>
              </a:ext>
            </a:extLst>
          </p:cNvPr>
          <p:cNvSpPr/>
          <p:nvPr/>
        </p:nvSpPr>
        <p:spPr>
          <a:xfrm>
            <a:off x="2252837" y="3426295"/>
            <a:ext cx="5781320" cy="339918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2400" b="1">
              <a:solidFill>
                <a:srgbClr val="00427A"/>
              </a:solidFill>
              <a:latin typeface="SVN-Gilroy" panose="00000500000000000000" pitchFamily="50" charset="0"/>
              <a:cs typeface="Poppins" panose="00000500000000000000" pitchFamily="2" charset="0"/>
            </a:endParaRPr>
          </a:p>
          <a:p>
            <a:pPr algn="ctr"/>
            <a:endParaRPr lang="en-US"/>
          </a:p>
        </p:txBody>
      </p:sp>
      <p:sp>
        <p:nvSpPr>
          <p:cNvPr id="39" name="Arrow: Down 38">
            <a:extLst>
              <a:ext uri="{FF2B5EF4-FFF2-40B4-BE49-F238E27FC236}">
                <a16:creationId xmlns:a16="http://schemas.microsoft.com/office/drawing/2014/main" id="{8EE505A7-3A6C-01F1-9962-EA1380636DA1}"/>
              </a:ext>
            </a:extLst>
          </p:cNvPr>
          <p:cNvSpPr/>
          <p:nvPr/>
        </p:nvSpPr>
        <p:spPr>
          <a:xfrm rot="10800000">
            <a:off x="2580444" y="3914307"/>
            <a:ext cx="1013791" cy="2423160"/>
          </a:xfrm>
          <a:prstGeom prst="downArrow">
            <a:avLst/>
          </a:prstGeom>
          <a:solidFill>
            <a:srgbClr val="00B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aphicFrame>
        <p:nvGraphicFramePr>
          <p:cNvPr id="40" name="Table 39">
            <a:extLst>
              <a:ext uri="{FF2B5EF4-FFF2-40B4-BE49-F238E27FC236}">
                <a16:creationId xmlns:a16="http://schemas.microsoft.com/office/drawing/2014/main" id="{593BBA71-E3A4-60B9-00D8-32136BCB171F}"/>
              </a:ext>
            </a:extLst>
          </p:cNvPr>
          <p:cNvGraphicFramePr>
            <a:graphicFrameLocks noGrp="1"/>
          </p:cNvGraphicFramePr>
          <p:nvPr>
            <p:extLst>
              <p:ext uri="{D42A27DB-BD31-4B8C-83A1-F6EECF244321}">
                <p14:modId xmlns:p14="http://schemas.microsoft.com/office/powerpoint/2010/main" val="325107377"/>
              </p:ext>
            </p:extLst>
          </p:nvPr>
        </p:nvGraphicFramePr>
        <p:xfrm>
          <a:off x="3921842" y="3699643"/>
          <a:ext cx="3715125" cy="2743200"/>
        </p:xfrm>
        <a:graphic>
          <a:graphicData uri="http://schemas.openxmlformats.org/drawingml/2006/table">
            <a:tbl>
              <a:tblPr firstRow="1" bandRow="1">
                <a:tableStyleId>{2D5ABB26-0587-4C30-8999-92F81FD0307C}</a:tableStyleId>
              </a:tblPr>
              <a:tblGrid>
                <a:gridCol w="1467285">
                  <a:extLst>
                    <a:ext uri="{9D8B030D-6E8A-4147-A177-3AD203B41FA5}">
                      <a16:colId xmlns:a16="http://schemas.microsoft.com/office/drawing/2014/main" val="3602970718"/>
                    </a:ext>
                  </a:extLst>
                </a:gridCol>
                <a:gridCol w="962723">
                  <a:extLst>
                    <a:ext uri="{9D8B030D-6E8A-4147-A177-3AD203B41FA5}">
                      <a16:colId xmlns:a16="http://schemas.microsoft.com/office/drawing/2014/main" val="3703199259"/>
                    </a:ext>
                  </a:extLst>
                </a:gridCol>
                <a:gridCol w="1285117">
                  <a:extLst>
                    <a:ext uri="{9D8B030D-6E8A-4147-A177-3AD203B41FA5}">
                      <a16:colId xmlns:a16="http://schemas.microsoft.com/office/drawing/2014/main" val="3805853189"/>
                    </a:ext>
                  </a:extLst>
                </a:gridCol>
              </a:tblGrid>
              <a:tr h="527565">
                <a:tc>
                  <a:txBody>
                    <a:bodyPr/>
                    <a:lstStyle/>
                    <a:p>
                      <a:pPr marL="0" algn="ctr" defTabSz="1028700" rtl="0" eaLnBrk="1" latinLnBrk="0" hangingPunct="1"/>
                      <a:r>
                        <a:rPr lang="en-US" sz="2400" b="1" kern="1200" dirty="0" err="1">
                          <a:solidFill>
                            <a:srgbClr val="00427A"/>
                          </a:solidFill>
                          <a:latin typeface="SVN-Gilroy" panose="00000500000000000000" pitchFamily="50" charset="0"/>
                        </a:rPr>
                        <a:t>VNIndex</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Pts</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 DoD</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extLst>
                  <a:ext uri="{0D108BD9-81ED-4DB2-BD59-A6C34878D82A}">
                    <a16:rowId xmlns:a16="http://schemas.microsoft.com/office/drawing/2014/main" val="555997262"/>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ea typeface="+mn-ea"/>
                          <a:cs typeface="+mn-cs"/>
                        </a:rPr>
                        <a:t>Open</a:t>
                      </a: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1,746 </a:t>
                      </a:r>
                    </a:p>
                  </a:txBody>
                  <a:tcPr marL="9525" marR="9525" marT="9525" marB="0" anchor="b"/>
                </a:tc>
                <a:tc>
                  <a:txBody>
                    <a:bodyPr/>
                    <a:lstStyle/>
                    <a:p>
                      <a:pPr algn="r" fontAlgn="b">
                        <a:buNone/>
                      </a:pPr>
                      <a:r>
                        <a:rPr lang="en-US" sz="2400" b="0" i="0" u="none" strike="noStrike">
                          <a:solidFill>
                            <a:srgbClr val="00B050"/>
                          </a:solidFill>
                          <a:effectLst/>
                          <a:latin typeface="SVN-Gilroy" panose="00000500000000000000"/>
                        </a:rPr>
                        <a:t>0.4%</a:t>
                      </a:r>
                    </a:p>
                  </a:txBody>
                  <a:tcPr marL="9525" marR="9525" marT="9525" marB="0" anchor="b"/>
                </a:tc>
                <a:extLst>
                  <a:ext uri="{0D108BD9-81ED-4DB2-BD59-A6C34878D82A}">
                    <a16:rowId xmlns:a16="http://schemas.microsoft.com/office/drawing/2014/main" val="2189032345"/>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High</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1,764 </a:t>
                      </a:r>
                    </a:p>
                  </a:txBody>
                  <a:tcPr marL="9525" marR="9525" marT="9525" marB="0" anchor="b"/>
                </a:tc>
                <a:tc>
                  <a:txBody>
                    <a:bodyPr/>
                    <a:lstStyle/>
                    <a:p>
                      <a:pPr algn="r" fontAlgn="b">
                        <a:buNone/>
                      </a:pPr>
                      <a:r>
                        <a:rPr lang="en-US" sz="2400" b="0" i="0" u="none" strike="noStrike">
                          <a:solidFill>
                            <a:srgbClr val="00B050"/>
                          </a:solidFill>
                          <a:effectLst/>
                          <a:latin typeface="SVN-Gilroy" panose="00000500000000000000"/>
                        </a:rPr>
                        <a:t>1.4%</a:t>
                      </a:r>
                    </a:p>
                  </a:txBody>
                  <a:tcPr marL="9525" marR="9525" marT="9525" marB="0" anchor="b"/>
                </a:tc>
                <a:extLst>
                  <a:ext uri="{0D108BD9-81ED-4DB2-BD59-A6C34878D82A}">
                    <a16:rowId xmlns:a16="http://schemas.microsoft.com/office/drawing/2014/main" val="1082529546"/>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Low</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1,746 </a:t>
                      </a:r>
                    </a:p>
                  </a:txBody>
                  <a:tcPr marL="9525" marR="9525" marT="9525" marB="0" anchor="b"/>
                </a:tc>
                <a:tc>
                  <a:txBody>
                    <a:bodyPr/>
                    <a:lstStyle/>
                    <a:p>
                      <a:pPr algn="r" fontAlgn="b">
                        <a:buNone/>
                      </a:pPr>
                      <a:r>
                        <a:rPr lang="en-US" sz="2400" b="0" i="0" u="none" strike="noStrike" dirty="0">
                          <a:solidFill>
                            <a:srgbClr val="00B050"/>
                          </a:solidFill>
                          <a:effectLst/>
                          <a:latin typeface="SVN-Gilroy" panose="00000500000000000000"/>
                        </a:rPr>
                        <a:t>0.4%</a:t>
                      </a:r>
                    </a:p>
                  </a:txBody>
                  <a:tcPr marL="9525" marR="9525" marT="9525" marB="0" anchor="b"/>
                </a:tc>
                <a:extLst>
                  <a:ext uri="{0D108BD9-81ED-4DB2-BD59-A6C34878D82A}">
                    <a16:rowId xmlns:a16="http://schemas.microsoft.com/office/drawing/2014/main" val="1121654085"/>
                  </a:ext>
                </a:extLst>
              </a:tr>
              <a:tr h="0">
                <a:tc>
                  <a:txBody>
                    <a:bodyPr/>
                    <a:lstStyle/>
                    <a:p>
                      <a:pPr marL="0" algn="ctr" defTabSz="1028700" rtl="0" eaLnBrk="1" latinLnBrk="0" hangingPunct="1"/>
                      <a:r>
                        <a:rPr lang="en-US" sz="2400" b="1" kern="1200" dirty="0">
                          <a:solidFill>
                            <a:srgbClr val="00427A"/>
                          </a:solidFill>
                          <a:latin typeface="SVN-Gilroy" panose="00000500000000000000" pitchFamily="50" charset="0"/>
                        </a:rPr>
                        <a:t>Close</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1,761 </a:t>
                      </a:r>
                    </a:p>
                  </a:txBody>
                  <a:tcPr marL="9525" marR="9525" marT="9525" marB="0" anchor="b"/>
                </a:tc>
                <a:tc>
                  <a:txBody>
                    <a:bodyPr/>
                    <a:lstStyle/>
                    <a:p>
                      <a:pPr algn="r" fontAlgn="b">
                        <a:buNone/>
                      </a:pPr>
                      <a:r>
                        <a:rPr lang="en-US" sz="2400" b="0" i="0" u="none" strike="noStrike" dirty="0">
                          <a:solidFill>
                            <a:srgbClr val="00B050"/>
                          </a:solidFill>
                          <a:effectLst/>
                          <a:latin typeface="SVN-Gilroy" panose="00000500000000000000"/>
                        </a:rPr>
                        <a:t>1.3%</a:t>
                      </a:r>
                    </a:p>
                  </a:txBody>
                  <a:tcPr marL="9525" marR="9525" marT="9525" marB="0" anchor="b"/>
                </a:tc>
                <a:extLst>
                  <a:ext uri="{0D108BD9-81ED-4DB2-BD59-A6C34878D82A}">
                    <a16:rowId xmlns:a16="http://schemas.microsoft.com/office/drawing/2014/main" val="4255838809"/>
                  </a:ext>
                </a:extLst>
              </a:tr>
            </a:tbl>
          </a:graphicData>
        </a:graphic>
      </p:graphicFrame>
      <p:graphicFrame>
        <p:nvGraphicFramePr>
          <p:cNvPr id="2" name="Table 1">
            <a:extLst>
              <a:ext uri="{FF2B5EF4-FFF2-40B4-BE49-F238E27FC236}">
                <a16:creationId xmlns:a16="http://schemas.microsoft.com/office/drawing/2014/main" id="{E34BB174-F4C7-1DC6-08E1-A59F3F89A665}"/>
              </a:ext>
            </a:extLst>
          </p:cNvPr>
          <p:cNvGraphicFramePr>
            <a:graphicFrameLocks noGrp="1"/>
          </p:cNvGraphicFramePr>
          <p:nvPr>
            <p:extLst>
              <p:ext uri="{D42A27DB-BD31-4B8C-83A1-F6EECF244321}">
                <p14:modId xmlns:p14="http://schemas.microsoft.com/office/powerpoint/2010/main" val="2029441629"/>
              </p:ext>
            </p:extLst>
          </p:nvPr>
        </p:nvGraphicFramePr>
        <p:xfrm>
          <a:off x="1133062" y="8249478"/>
          <a:ext cx="8050696" cy="4548710"/>
        </p:xfrm>
        <a:graphic>
          <a:graphicData uri="http://schemas.openxmlformats.org/drawingml/2006/table">
            <a:tbl>
              <a:tblPr firstRow="1" firstCol="1" bandRow="1">
                <a:tableStyleId>{0E3FDE45-AF77-4B5C-9715-49D594BDF05E}</a:tableStyleId>
              </a:tblPr>
              <a:tblGrid>
                <a:gridCol w="2237413">
                  <a:extLst>
                    <a:ext uri="{9D8B030D-6E8A-4147-A177-3AD203B41FA5}">
                      <a16:colId xmlns:a16="http://schemas.microsoft.com/office/drawing/2014/main" val="4038027539"/>
                    </a:ext>
                  </a:extLst>
                </a:gridCol>
                <a:gridCol w="1947191">
                  <a:extLst>
                    <a:ext uri="{9D8B030D-6E8A-4147-A177-3AD203B41FA5}">
                      <a16:colId xmlns:a16="http://schemas.microsoft.com/office/drawing/2014/main" val="4248657183"/>
                    </a:ext>
                  </a:extLst>
                </a:gridCol>
                <a:gridCol w="1288088">
                  <a:extLst>
                    <a:ext uri="{9D8B030D-6E8A-4147-A177-3AD203B41FA5}">
                      <a16:colId xmlns:a16="http://schemas.microsoft.com/office/drawing/2014/main" val="1190983528"/>
                    </a:ext>
                  </a:extLst>
                </a:gridCol>
                <a:gridCol w="1322813">
                  <a:extLst>
                    <a:ext uri="{9D8B030D-6E8A-4147-A177-3AD203B41FA5}">
                      <a16:colId xmlns:a16="http://schemas.microsoft.com/office/drawing/2014/main" val="3663522388"/>
                    </a:ext>
                  </a:extLst>
                </a:gridCol>
                <a:gridCol w="1255191">
                  <a:extLst>
                    <a:ext uri="{9D8B030D-6E8A-4147-A177-3AD203B41FA5}">
                      <a16:colId xmlns:a16="http://schemas.microsoft.com/office/drawing/2014/main" val="893888556"/>
                    </a:ext>
                  </a:extLst>
                </a:gridCol>
              </a:tblGrid>
              <a:tr h="484896">
                <a:tc>
                  <a:txBody>
                    <a:bodyPr/>
                    <a:lstStyle/>
                    <a:p>
                      <a:pPr marL="0" marR="0" algn="l"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 </a:t>
                      </a:r>
                    </a:p>
                  </a:txBody>
                  <a:tcPr marT="91440" marB="91440" anchor="ctr"/>
                </a:tc>
                <a:tc>
                  <a:txBody>
                    <a:bodyPr/>
                    <a:lstStyle/>
                    <a:p>
                      <a:pPr marL="0" marR="19050" algn="r"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Last trade</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1D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1M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1Y (%)</a:t>
                      </a:r>
                    </a:p>
                  </a:txBody>
                  <a:tcPr marT="91440" marB="91440" anchor="ctr"/>
                </a:tc>
                <a:extLst>
                  <a:ext uri="{0D108BD9-81ED-4DB2-BD59-A6C34878D82A}">
                    <a16:rowId xmlns:a16="http://schemas.microsoft.com/office/drawing/2014/main" val="3955706896"/>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VN INDEX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1,760.63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4.9</a:t>
                      </a:r>
                    </a:p>
                  </a:txBody>
                  <a:tcPr marL="9525" marR="9525" marT="9525" marB="0" anchor="ctr"/>
                </a:tc>
                <a:extLst>
                  <a:ext uri="{0D108BD9-81ED-4DB2-BD59-A6C34878D82A}">
                    <a16:rowId xmlns:a16="http://schemas.microsoft.com/office/drawing/2014/main" val="40805538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HNX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261.08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-2.8</a:t>
                      </a:r>
                    </a:p>
                  </a:txBody>
                  <a:tcPr marL="9525" marR="9525" marT="9525" marB="0" anchor="ctr"/>
                </a:tc>
                <a:extLst>
                  <a:ext uri="{0D108BD9-81ED-4DB2-BD59-A6C34878D82A}">
                    <a16:rowId xmlns:a16="http://schemas.microsoft.com/office/drawing/2014/main" val="192013730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UPCOM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126.91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15.6</a:t>
                      </a:r>
                    </a:p>
                  </a:txBody>
                  <a:tcPr marL="9525" marR="9525" marT="9525" marB="0" anchor="ctr"/>
                </a:tc>
                <a:extLst>
                  <a:ext uri="{0D108BD9-81ED-4DB2-BD59-A6C34878D82A}">
                    <a16:rowId xmlns:a16="http://schemas.microsoft.com/office/drawing/2014/main" val="183442232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MSCI EM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1,615.42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17.1</a:t>
                      </a:r>
                    </a:p>
                  </a:txBody>
                  <a:tcPr marL="9525" marR="9525" marT="9525" marB="0" anchor="ctr"/>
                </a:tc>
                <a:extLst>
                  <a:ext uri="{0D108BD9-81ED-4DB2-BD59-A6C34878D82A}">
                    <a16:rowId xmlns:a16="http://schemas.microsoft.com/office/drawing/2014/main" val="3936974461"/>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NIKKEI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62,907.84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27.6</a:t>
                      </a:r>
                    </a:p>
                  </a:txBody>
                  <a:tcPr marL="9525" marR="9525" marT="9525" marB="0" anchor="ctr"/>
                </a:tc>
                <a:extLst>
                  <a:ext uri="{0D108BD9-81ED-4DB2-BD59-A6C34878D82A}">
                    <a16:rowId xmlns:a16="http://schemas.microsoft.com/office/drawing/2014/main" val="3039773606"/>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HANG SENG</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22,934.68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-8.6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-11.0</a:t>
                      </a:r>
                    </a:p>
                  </a:txBody>
                  <a:tcPr marL="9525" marR="9525" marT="9525" marB="0" anchor="ctr"/>
                </a:tc>
                <a:extLst>
                  <a:ext uri="{0D108BD9-81ED-4DB2-BD59-A6C34878D82A}">
                    <a16:rowId xmlns:a16="http://schemas.microsoft.com/office/drawing/2014/main" val="1755520577"/>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KOSPI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5,533.77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-21.1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42.5</a:t>
                      </a:r>
                    </a:p>
                  </a:txBody>
                  <a:tcPr marL="9525" marR="9525" marT="9525" marB="0" anchor="ctr"/>
                </a:tc>
                <a:extLst>
                  <a:ext uri="{0D108BD9-81ED-4DB2-BD59-A6C34878D82A}">
                    <a16:rowId xmlns:a16="http://schemas.microsoft.com/office/drawing/2014/main" val="3164171627"/>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FTSE</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10,698.21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12.4</a:t>
                      </a:r>
                    </a:p>
                  </a:txBody>
                  <a:tcPr marL="9525" marR="9525" marT="9525" marB="0" anchor="ctr"/>
                </a:tc>
                <a:extLst>
                  <a:ext uri="{0D108BD9-81ED-4DB2-BD59-A6C34878D82A}">
                    <a16:rowId xmlns:a16="http://schemas.microsoft.com/office/drawing/2014/main" val="1304793895"/>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S&amp;P 500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7,757.17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15.8</a:t>
                      </a:r>
                    </a:p>
                  </a:txBody>
                  <a:tcPr marL="9525" marR="9525" marT="9525" marB="0" anchor="ctr"/>
                </a:tc>
                <a:extLst>
                  <a:ext uri="{0D108BD9-81ED-4DB2-BD59-A6C34878D82A}">
                    <a16:rowId xmlns:a16="http://schemas.microsoft.com/office/drawing/2014/main" val="78756508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NASDAQ</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26,702.86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-2.0</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17.4</a:t>
                      </a:r>
                    </a:p>
                  </a:txBody>
                  <a:tcPr marL="9525" marR="9525" marT="9525" marB="0" anchor="ctr"/>
                </a:tc>
                <a:extLst>
                  <a:ext uri="{0D108BD9-81ED-4DB2-BD59-A6C34878D82A}">
                    <a16:rowId xmlns:a16="http://schemas.microsoft.com/office/drawing/2014/main" val="2826609192"/>
                  </a:ext>
                </a:extLst>
              </a:tr>
            </a:tbl>
          </a:graphicData>
        </a:graphic>
      </p:graphicFrame>
    </p:spTree>
    <p:extLst>
      <p:ext uri="{BB962C8B-B14F-4D97-AF65-F5344CB8AC3E}">
        <p14:creationId xmlns:p14="http://schemas.microsoft.com/office/powerpoint/2010/main" val="1935054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Box 1">
            <a:extLst>
              <a:ext uri="{FF2B5EF4-FFF2-40B4-BE49-F238E27FC236}">
                <a16:creationId xmlns:a16="http://schemas.microsoft.com/office/drawing/2014/main" id="{595B658D-CE03-E9FD-69BD-C493B97D3800}"/>
              </a:ext>
            </a:extLst>
          </p:cNvPr>
          <p:cNvSpPr txBox="1"/>
          <p:nvPr/>
        </p:nvSpPr>
        <p:spPr>
          <a:xfrm>
            <a:off x="842786" y="1995326"/>
            <a:ext cx="8559363" cy="2867708"/>
          </a:xfrm>
          <a:prstGeom prst="rect">
            <a:avLst/>
          </a:prstGeom>
          <a:noFill/>
        </p:spPr>
        <p:txBody>
          <a:bodyPr wrap="square" rtlCol="0">
            <a:spAutoFit/>
          </a:bodyPr>
          <a:lstStyle/>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The VN-Index climbed from its opening low to 1,760.6pts (+1.3%), a third straight gain.</a:t>
            </a:r>
          </a:p>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Energy rose 2.9%, but breadth was negative with 167 decliners vs 149 advancers.</a:t>
            </a:r>
          </a:p>
        </p:txBody>
      </p:sp>
      <p:sp>
        <p:nvSpPr>
          <p:cNvPr id="3" name="TextBox 2">
            <a:extLst>
              <a:ext uri="{FF2B5EF4-FFF2-40B4-BE49-F238E27FC236}">
                <a16:creationId xmlns:a16="http://schemas.microsoft.com/office/drawing/2014/main" id="{DCDAA5A3-00F1-B978-DE9D-096F8CAEA566}"/>
              </a:ext>
            </a:extLst>
          </p:cNvPr>
          <p:cNvSpPr txBox="1"/>
          <p:nvPr/>
        </p:nvSpPr>
        <p:spPr>
          <a:xfrm>
            <a:off x="768366" y="6224220"/>
            <a:ext cx="8559363"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cs typeface="Poppins" panose="00000500000000000000" pitchFamily="2" charset="0"/>
              </a:rPr>
              <a:t>VIC alone adds 15.5pts to the rally</a:t>
            </a:r>
          </a:p>
        </p:txBody>
      </p:sp>
      <p:sp>
        <p:nvSpPr>
          <p:cNvPr id="9" name="TextBox 8">
            <a:extLst>
              <a:ext uri="{FF2B5EF4-FFF2-40B4-BE49-F238E27FC236}">
                <a16:creationId xmlns:a16="http://schemas.microsoft.com/office/drawing/2014/main" id="{BD5CA234-2F2E-A84E-7014-CB19AD4350E4}"/>
              </a:ext>
            </a:extLst>
          </p:cNvPr>
          <p:cNvSpPr txBox="1"/>
          <p:nvPr/>
        </p:nvSpPr>
        <p:spPr>
          <a:xfrm>
            <a:off x="1042493" y="12420461"/>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 </a:t>
            </a:r>
            <a:r>
              <a:rPr lang="en-US" sz="1600" dirty="0" err="1">
                <a:solidFill>
                  <a:schemeClr val="bg2">
                    <a:lumMod val="25000"/>
                  </a:schemeClr>
                </a:solidFill>
                <a:latin typeface="SVN-Gilroy" panose="00000500000000000000" pitchFamily="50" charset="0"/>
                <a:ea typeface="Karla" pitchFamily="2" charset="0"/>
                <a:cs typeface="Poppins" panose="00000500000000000000" pitchFamily="2" charset="0"/>
              </a:rPr>
              <a:t>Fireant</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sp>
        <p:nvSpPr>
          <p:cNvPr id="10" name="TextBox 9">
            <a:extLst>
              <a:ext uri="{FF2B5EF4-FFF2-40B4-BE49-F238E27FC236}">
                <a16:creationId xmlns:a16="http://schemas.microsoft.com/office/drawing/2014/main" id="{70B28944-C71B-54E7-7AC0-7CE3C5B886A6}"/>
              </a:ext>
            </a:extLst>
          </p:cNvPr>
          <p:cNvSpPr txBox="1"/>
          <p:nvPr/>
        </p:nvSpPr>
        <p:spPr>
          <a:xfrm>
            <a:off x="395636" y="643720"/>
            <a:ext cx="9304824"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Narrow rally extends streak</a:t>
            </a:r>
          </a:p>
        </p:txBody>
      </p:sp>
      <p:pic>
        <p:nvPicPr>
          <p:cNvPr id="8" name="Picture 7">
            <a:extLst>
              <a:ext uri="{FF2B5EF4-FFF2-40B4-BE49-F238E27FC236}">
                <a16:creationId xmlns:a16="http://schemas.microsoft.com/office/drawing/2014/main" id="{6746F82F-B347-7791-7EDB-ACF7167B76F0}"/>
              </a:ext>
            </a:extLst>
          </p:cNvPr>
          <p:cNvPicPr>
            <a:picLocks noChangeAspect="1"/>
          </p:cNvPicPr>
          <p:nvPr/>
        </p:nvPicPr>
        <p:blipFill>
          <a:blip r:embed="rId7"/>
          <a:stretch>
            <a:fillRect/>
          </a:stretch>
        </p:blipFill>
        <p:spPr>
          <a:xfrm>
            <a:off x="1067774" y="7829373"/>
            <a:ext cx="8334375" cy="3598934"/>
          </a:xfrm>
          <a:prstGeom prst="rect">
            <a:avLst/>
          </a:prstGeom>
        </p:spPr>
      </p:pic>
    </p:spTree>
    <p:extLst>
      <p:ext uri="{BB962C8B-B14F-4D97-AF65-F5344CB8AC3E}">
        <p14:creationId xmlns:p14="http://schemas.microsoft.com/office/powerpoint/2010/main" val="147477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55C460-969E-28D2-513E-ADECD46AA3E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9" y="928966"/>
            <a:ext cx="9113922" cy="707886"/>
          </a:xfrm>
          <a:prstGeom prst="rect">
            <a:avLst/>
          </a:prstGeom>
          <a:noFill/>
        </p:spPr>
        <p:txBody>
          <a:bodyPr wrap="square" rtlCol="0">
            <a:spAutoFit/>
          </a:bodyPr>
          <a:lstStyle/>
          <a:p>
            <a:pPr algn="ctr"/>
            <a:r>
              <a:rPr lang="vi-VN" sz="4000" b="1" dirty="0" err="1">
                <a:solidFill>
                  <a:schemeClr val="bg1"/>
                </a:solidFill>
                <a:latin typeface="SVN-Gilroy XBold" panose="00000900000000000000" pitchFamily="50" charset="0"/>
              </a:rPr>
              <a:t>Vietnam</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stock</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market</a:t>
            </a:r>
            <a:r>
              <a:rPr lang="vi-VN" sz="4000" b="1" dirty="0">
                <a:solidFill>
                  <a:schemeClr val="bg1"/>
                </a:solidFill>
                <a:latin typeface="SVN-Gilroy XBold" panose="00000900000000000000" pitchFamily="50" charset="0"/>
              </a:rPr>
              <a:t> </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217989" y="2343866"/>
            <a:ext cx="8190759" cy="4483535"/>
          </a:xfrm>
          <a:prstGeom prst="rect">
            <a:avLst/>
          </a:prstGeom>
          <a:noFill/>
        </p:spPr>
        <p:txBody>
          <a:bodyPr wrap="square" rtlCol="0">
            <a:spAutoFit/>
          </a:bodyPr>
          <a:lstStyle/>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HOSE trading value came to VND15,299bn, above both the 1M average of VND12,221bn and the 6M average of VND14,986bn.</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gainers: VIC, BSR, VHM, TCX</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decliners: LPB, SSB, SSI, BID</a:t>
            </a:r>
          </a:p>
        </p:txBody>
      </p:sp>
      <p:graphicFrame>
        <p:nvGraphicFramePr>
          <p:cNvPr id="4" name="Table 3">
            <a:extLst>
              <a:ext uri="{FF2B5EF4-FFF2-40B4-BE49-F238E27FC236}">
                <a16:creationId xmlns:a16="http://schemas.microsoft.com/office/drawing/2014/main" id="{01731606-DACD-BB3C-ABFA-E9F6B3312FF6}"/>
              </a:ext>
            </a:extLst>
          </p:cNvPr>
          <p:cNvGraphicFramePr>
            <a:graphicFrameLocks noGrp="1"/>
          </p:cNvGraphicFramePr>
          <p:nvPr>
            <p:extLst>
              <p:ext uri="{D42A27DB-BD31-4B8C-83A1-F6EECF244321}">
                <p14:modId xmlns:p14="http://schemas.microsoft.com/office/powerpoint/2010/main" val="2353720095"/>
              </p:ext>
            </p:extLst>
          </p:nvPr>
        </p:nvGraphicFramePr>
        <p:xfrm>
          <a:off x="1217989" y="8100022"/>
          <a:ext cx="7851012" cy="3566159"/>
        </p:xfrm>
        <a:graphic>
          <a:graphicData uri="http://schemas.openxmlformats.org/drawingml/2006/table">
            <a:tbl>
              <a:tblPr firstRow="1" firstCol="1" bandRow="1">
                <a:effectLst>
                  <a:outerShdw blurRad="50800" dist="38100" dir="2700000" algn="tl" rotWithShape="0">
                    <a:prstClr val="black">
                      <a:alpha val="40000"/>
                    </a:prstClr>
                  </a:outerShdw>
                </a:effectLst>
                <a:tableStyleId>{72833802-FEF1-4C79-8D5D-14CF1EAF98D9}</a:tableStyleId>
              </a:tblPr>
              <a:tblGrid>
                <a:gridCol w="1955967">
                  <a:extLst>
                    <a:ext uri="{9D8B030D-6E8A-4147-A177-3AD203B41FA5}">
                      <a16:colId xmlns:a16="http://schemas.microsoft.com/office/drawing/2014/main" val="1886614373"/>
                    </a:ext>
                  </a:extLst>
                </a:gridCol>
                <a:gridCol w="1602163">
                  <a:extLst>
                    <a:ext uri="{9D8B030D-6E8A-4147-A177-3AD203B41FA5}">
                      <a16:colId xmlns:a16="http://schemas.microsoft.com/office/drawing/2014/main" val="1751653577"/>
                    </a:ext>
                  </a:extLst>
                </a:gridCol>
                <a:gridCol w="2428800">
                  <a:extLst>
                    <a:ext uri="{9D8B030D-6E8A-4147-A177-3AD203B41FA5}">
                      <a16:colId xmlns:a16="http://schemas.microsoft.com/office/drawing/2014/main" val="3326030838"/>
                    </a:ext>
                  </a:extLst>
                </a:gridCol>
                <a:gridCol w="1864082">
                  <a:extLst>
                    <a:ext uri="{9D8B030D-6E8A-4147-A177-3AD203B41FA5}">
                      <a16:colId xmlns:a16="http://schemas.microsoft.com/office/drawing/2014/main" val="229801771"/>
                    </a:ext>
                  </a:extLst>
                </a:gridCol>
              </a:tblGrid>
              <a:tr h="750771">
                <a:tc gridSpan="4">
                  <a:txBody>
                    <a:bodyPr/>
                    <a:lstStyle/>
                    <a:p>
                      <a:pPr marL="0" marR="0" latinLnBrk="0">
                        <a:lnSpc>
                          <a:spcPct val="100000"/>
                        </a:lnSpc>
                        <a:spcBef>
                          <a:spcPts val="0"/>
                        </a:spcBef>
                        <a:spcAft>
                          <a:spcPts val="0"/>
                        </a:spcAft>
                      </a:pPr>
                      <a:r>
                        <a:rPr lang="en-US" dirty="0">
                          <a:latin typeface="SVN-Gilroy" panose="00000500000000000000" pitchFamily="50" charset="0"/>
                        </a:rPr>
                        <a:t>Daily trading value (</a:t>
                      </a:r>
                      <a:r>
                        <a:rPr lang="en-US" dirty="0" err="1">
                          <a:latin typeface="SVN-Gilroy" panose="00000500000000000000" pitchFamily="50" charset="0"/>
                        </a:rPr>
                        <a:t>US$mn</a:t>
                      </a:r>
                      <a:r>
                        <a:rPr lang="en-US" dirty="0">
                          <a:latin typeface="SVN-Gilroy" panose="00000500000000000000" pitchFamily="50" charset="0"/>
                        </a:rPr>
                        <a:t>)</a:t>
                      </a:r>
                    </a:p>
                  </a:txBody>
                  <a:tcPr marL="182880" marR="182880" marT="182880" marB="182880" anchor="b">
                    <a:solidFill>
                      <a:srgbClr val="F3812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60817201"/>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 </a:t>
                      </a:r>
                    </a:p>
                  </a:txBody>
                  <a:tcPr marL="182880" marR="182880" marT="182880" marB="182880" anchor="b"/>
                </a:tc>
                <a:tc>
                  <a:txBody>
                    <a:bodyPr/>
                    <a:lstStyle/>
                    <a:p>
                      <a:pPr marL="0" marR="45720" algn="ctr" latinLnBrk="0">
                        <a:lnSpc>
                          <a:spcPct val="100000"/>
                        </a:lnSpc>
                        <a:spcBef>
                          <a:spcPts val="0"/>
                        </a:spcBef>
                        <a:spcAft>
                          <a:spcPts val="0"/>
                        </a:spcAft>
                      </a:pPr>
                      <a:r>
                        <a:rPr lang="en-US" dirty="0">
                          <a:latin typeface="SVN-Gilroy" panose="00000500000000000000" pitchFamily="50" charset="0"/>
                        </a:rPr>
                        <a:t>Today</a:t>
                      </a:r>
                    </a:p>
                  </a:txBody>
                  <a:tcPr marL="182880" marR="182880" marT="182880" marB="182880" anchor="b"/>
                </a:tc>
                <a:tc>
                  <a:txBody>
                    <a:bodyPr/>
                    <a:lstStyle/>
                    <a:p>
                      <a:pPr marL="0" marR="45720" algn="ctr" latinLnBrk="0">
                        <a:lnSpc>
                          <a:spcPct val="100000"/>
                        </a:lnSpc>
                        <a:spcBef>
                          <a:spcPts val="0"/>
                        </a:spcBef>
                        <a:spcAft>
                          <a:spcPts val="0"/>
                        </a:spcAft>
                      </a:pPr>
                      <a:r>
                        <a:rPr lang="en-US" dirty="0">
                          <a:latin typeface="SVN-Gilroy" panose="00000500000000000000" pitchFamily="50" charset="0"/>
                        </a:rPr>
                        <a:t>1M average</a:t>
                      </a:r>
                    </a:p>
                  </a:txBody>
                  <a:tcPr marL="182880" marR="182880" marT="182880" marB="182880" anchor="b"/>
                </a:tc>
                <a:tc>
                  <a:txBody>
                    <a:bodyPr/>
                    <a:lstStyle/>
                    <a:p>
                      <a:pPr marL="0" marR="45720" algn="ctr" latinLnBrk="0">
                        <a:lnSpc>
                          <a:spcPct val="100000"/>
                        </a:lnSpc>
                        <a:spcBef>
                          <a:spcPts val="0"/>
                        </a:spcBef>
                        <a:spcAft>
                          <a:spcPts val="0"/>
                        </a:spcAft>
                      </a:pPr>
                      <a:r>
                        <a:rPr lang="en-US" sz="2100" kern="100" spc="-20">
                          <a:effectLst/>
                          <a:latin typeface="SVN-Gilroy" panose="00000500000000000000" pitchFamily="50" charset="0"/>
                        </a:rPr>
                        <a:t>6M average</a:t>
                      </a:r>
                      <a:endParaRPr lang="en-US" sz="2100" kern="100" spc="-20">
                        <a:effectLst/>
                        <a:latin typeface="SVN-Gilroy" panose="00000500000000000000" pitchFamily="50" charset="0"/>
                        <a:ea typeface="Dotum" panose="020B0600000101010101" pitchFamily="34" charset="-127"/>
                        <a:cs typeface="Gulim" panose="020B0600000101010101" pitchFamily="34" charset="-127"/>
                      </a:endParaRPr>
                    </a:p>
                  </a:txBody>
                  <a:tcPr marL="182880" marR="182880" marT="182880" marB="182880" anchor="b"/>
                </a:tc>
                <a:extLst>
                  <a:ext uri="{0D108BD9-81ED-4DB2-BD59-A6C34878D82A}">
                    <a16:rowId xmlns:a16="http://schemas.microsoft.com/office/drawing/2014/main" val="443543559"/>
                  </a:ext>
                </a:extLst>
              </a:tr>
              <a:tr h="703847">
                <a:tc>
                  <a:txBody>
                    <a:bodyPr/>
                    <a:lstStyle/>
                    <a:p>
                      <a:pPr marL="0" marR="0" algn="dist" latinLnBrk="0">
                        <a:lnSpc>
                          <a:spcPct val="100000"/>
                        </a:lnSpc>
                        <a:spcBef>
                          <a:spcPts val="0"/>
                        </a:spcBef>
                        <a:spcAft>
                          <a:spcPts val="0"/>
                        </a:spcAft>
                      </a:pPr>
                      <a:r>
                        <a:rPr lang="en-US" dirty="0">
                          <a:latin typeface="SVN-Gilroy" panose="00000500000000000000" pitchFamily="50" charset="0"/>
                        </a:rPr>
                        <a:t>VN-INDEX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592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473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580</a:t>
                      </a:r>
                    </a:p>
                  </a:txBody>
                  <a:tcPr marL="9525" marR="9525" marT="9525" marB="0" anchor="ctr"/>
                </a:tc>
                <a:extLst>
                  <a:ext uri="{0D108BD9-81ED-4DB2-BD59-A6C34878D82A}">
                    <a16:rowId xmlns:a16="http://schemas.microsoft.com/office/drawing/2014/main" val="2675082555"/>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HNX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34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32</a:t>
                      </a:r>
                    </a:p>
                  </a:txBody>
                  <a:tcPr marL="9525" marR="9525" marT="9525" marB="0" anchor="ctr"/>
                </a:tc>
                <a:extLst>
                  <a:ext uri="{0D108BD9-81ED-4DB2-BD59-A6C34878D82A}">
                    <a16:rowId xmlns:a16="http://schemas.microsoft.com/office/drawing/2014/main" val="1935242051"/>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UPCOM</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15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13</a:t>
                      </a:r>
                    </a:p>
                  </a:txBody>
                  <a:tcPr marL="9525" marR="9525" marT="9525" marB="0" anchor="ctr"/>
                </a:tc>
                <a:extLst>
                  <a:ext uri="{0D108BD9-81ED-4DB2-BD59-A6C34878D82A}">
                    <a16:rowId xmlns:a16="http://schemas.microsoft.com/office/drawing/2014/main" val="421425372"/>
                  </a:ext>
                </a:extLst>
              </a:tr>
            </a:tbl>
          </a:graphicData>
        </a:graphic>
      </p:graphicFrame>
    </p:spTree>
    <p:extLst>
      <p:ext uri="{BB962C8B-B14F-4D97-AF65-F5344CB8AC3E}">
        <p14:creationId xmlns:p14="http://schemas.microsoft.com/office/powerpoint/2010/main" val="719126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rectangle with pink border&#10;&#10;Description automatically generated">
            <a:extLst>
              <a:ext uri="{FF2B5EF4-FFF2-40B4-BE49-F238E27FC236}">
                <a16:creationId xmlns:a16="http://schemas.microsoft.com/office/drawing/2014/main" id="{A7C078C5-EC70-0FE4-486E-32135D2A5664}"/>
              </a:ext>
            </a:extLst>
          </p:cNvPr>
          <p:cNvPicPr/>
          <p:nvPr/>
        </p:nvPicPr>
        <p:blipFill>
          <a:blip r:embed="rId3">
            <a:extLst>
              <a:ext uri="{28A0092B-C50C-407E-A947-70E740481C1C}">
                <a14:useLocalDpi xmlns:a14="http://schemas.microsoft.com/office/drawing/2010/main" val="0"/>
              </a:ext>
            </a:extLst>
          </a:blip>
          <a:stretch>
            <a:fillRect/>
          </a:stretch>
        </p:blipFill>
        <p:spPr>
          <a:xfrm>
            <a:off x="0" y="62132"/>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daily change: Top contributors</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vi-VN"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Vietnam stock market </a:t>
            </a:r>
            <a:endPar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endParaRPr>
          </a:p>
        </p:txBody>
      </p:sp>
      <p:sp>
        <p:nvSpPr>
          <p:cNvPr id="2" name="TextBox 1">
            <a:extLst>
              <a:ext uri="{FF2B5EF4-FFF2-40B4-BE49-F238E27FC236}">
                <a16:creationId xmlns:a16="http://schemas.microsoft.com/office/drawing/2014/main" id="{23D7E13E-57AE-574B-6B98-3BFB3FD805A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5" name="Chart 4">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402427651"/>
              </p:ext>
            </p:extLst>
          </p:nvPr>
        </p:nvGraphicFramePr>
        <p:xfrm>
          <a:off x="1125036" y="3339344"/>
          <a:ext cx="8036922"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81470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527C8621-805B-DE52-4491-C2B27AE65EA8}"/>
              </a:ext>
            </a:extLst>
          </p:cNvPr>
          <p:cNvSpPr txBox="1"/>
          <p:nvPr/>
        </p:nvSpPr>
        <p:spPr>
          <a:xfrm>
            <a:off x="871623" y="2298410"/>
            <a:ext cx="8543747"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ea typeface="Karla" pitchFamily="2" charset="0"/>
                <a:cs typeface="Poppins" panose="00000500000000000000" pitchFamily="2" charset="0"/>
              </a:rPr>
              <a:t>Foreign investors were net buyers, with a net inflow of </a:t>
            </a:r>
            <a:r>
              <a:rPr lang="vi-VN" sz="2800" b="1" dirty="0">
                <a:solidFill>
                  <a:srgbClr val="01437C"/>
                </a:solidFill>
                <a:latin typeface="SVN-Gilroy" panose="00000500000000000000" pitchFamily="50" charset="0"/>
                <a:ea typeface="Karla" pitchFamily="2" charset="0"/>
                <a:cs typeface="Poppins" panose="00000500000000000000" pitchFamily="2" charset="0"/>
              </a:rPr>
              <a:t>VND</a:t>
            </a:r>
            <a:r>
              <a:rPr lang="en-US" sz="2800" b="1" dirty="0">
                <a:solidFill>
                  <a:srgbClr val="01437C"/>
                </a:solidFill>
                <a:latin typeface="SVN-Gilroy" panose="00000500000000000000" pitchFamily="50" charset="0"/>
                <a:ea typeface="Karla" pitchFamily="2" charset="0"/>
                <a:cs typeface="Poppins" panose="00000500000000000000" pitchFamily="2" charset="0"/>
              </a:rPr>
              <a:t>340</a:t>
            </a:r>
            <a:r>
              <a:rPr lang="vi-VN" sz="2800" b="1" dirty="0">
                <a:solidFill>
                  <a:srgbClr val="01437C"/>
                </a:solidFill>
                <a:latin typeface="SVN-Gilroy" panose="00000500000000000000" pitchFamily="50" charset="0"/>
                <a:ea typeface="Karla" pitchFamily="2" charset="0"/>
                <a:cs typeface="Poppins" panose="00000500000000000000" pitchFamily="2" charset="0"/>
              </a:rPr>
              <a:t>b</a:t>
            </a:r>
            <a:r>
              <a:rPr lang="en-US" sz="2800" b="1" dirty="0">
                <a:solidFill>
                  <a:srgbClr val="01437C"/>
                </a:solidFill>
                <a:latin typeface="SVN-Gilroy" panose="00000500000000000000" pitchFamily="50" charset="0"/>
                <a:ea typeface="Karla" pitchFamily="2" charset="0"/>
                <a:cs typeface="Poppins" panose="00000500000000000000" pitchFamily="2" charset="0"/>
              </a:rPr>
              <a:t>n on HOSE</a:t>
            </a:r>
            <a:endParaRPr lang="vi-VN" sz="2800" b="1" dirty="0">
              <a:solidFill>
                <a:srgbClr val="01437C"/>
              </a:solidFill>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1323439"/>
          </a:xfrm>
          <a:prstGeom prst="rect">
            <a:avLst/>
          </a:prstGeom>
          <a:noFill/>
        </p:spPr>
        <p:txBody>
          <a:bodyPr wrap="square" rtlCol="0">
            <a:spAutoFit/>
          </a:bodyPr>
          <a:lstStyle/>
          <a:p>
            <a:pPr algn="ctr"/>
            <a:r>
              <a:rPr lang="vi-VN" sz="4000" b="1" dirty="0">
                <a:solidFill>
                  <a:schemeClr val="bg1"/>
                </a:solidFill>
                <a:latin typeface="SVN-Gilroy XBold" panose="00000900000000000000" pitchFamily="50" charset="0"/>
              </a:rPr>
              <a:t>Vietnam stock market </a:t>
            </a:r>
            <a:endParaRPr lang="en-US" sz="4000" b="1" dirty="0">
              <a:solidFill>
                <a:schemeClr val="bg1"/>
              </a:solidFill>
              <a:latin typeface="SVN-Gilroy XBold" panose="00000900000000000000" pitchFamily="50" charset="0"/>
            </a:endParaRPr>
          </a:p>
          <a:p>
            <a:pPr algn="ctr"/>
            <a:endParaRPr lang="vi-VN" sz="4000" b="1" dirty="0">
              <a:solidFill>
                <a:schemeClr val="bg1"/>
              </a:solidFill>
              <a:latin typeface="SVN-Gilroy XBold" panose="00000900000000000000" pitchFamily="50" charset="0"/>
            </a:endParaRPr>
          </a:p>
        </p:txBody>
      </p:sp>
      <p:sp>
        <p:nvSpPr>
          <p:cNvPr id="2" name="TextBox 1">
            <a:extLst>
              <a:ext uri="{FF2B5EF4-FFF2-40B4-BE49-F238E27FC236}">
                <a16:creationId xmlns:a16="http://schemas.microsoft.com/office/drawing/2014/main" id="{F654D3CF-8BEC-DA48-502A-056E4216B47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10" name="Chart 9">
            <a:extLst>
              <a:ext uri="{FF2B5EF4-FFF2-40B4-BE49-F238E27FC236}">
                <a16:creationId xmlns:a16="http://schemas.microsoft.com/office/drawing/2014/main" id="{00000000-0008-0000-0500-000003000000}"/>
              </a:ext>
            </a:extLst>
          </p:cNvPr>
          <p:cNvGraphicFramePr>
            <a:graphicFrameLocks/>
          </p:cNvGraphicFramePr>
          <p:nvPr>
            <p:extLst>
              <p:ext uri="{D42A27DB-BD31-4B8C-83A1-F6EECF244321}">
                <p14:modId xmlns:p14="http://schemas.microsoft.com/office/powerpoint/2010/main" val="448899360"/>
              </p:ext>
            </p:extLst>
          </p:nvPr>
        </p:nvGraphicFramePr>
        <p:xfrm>
          <a:off x="1165860" y="3483569"/>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2325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1B92A6-CC4B-6EA1-AFC2-73F942716D89}"/>
              </a:ext>
            </a:extLst>
          </p:cNvPr>
          <p:cNvPicPr/>
          <p:nvPr/>
        </p:nvPicPr>
        <p:blipFill>
          <a:blip r:embed="rId3">
            <a:extLst>
              <a:ext uri="{28A0092B-C50C-407E-A947-70E740481C1C}">
                <a14:useLocalDpi xmlns:a14="http://schemas.microsoft.com/office/drawing/2010/main" val="0"/>
              </a:ext>
            </a:extLst>
          </a:blip>
          <a:stretch>
            <a:fillRect/>
          </a:stretch>
        </p:blipFill>
        <p:spPr>
          <a:xfrm>
            <a:off x="0" y="-15240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498907" y="517332"/>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5" y="752229"/>
            <a:ext cx="9113922" cy="707886"/>
          </a:xfrm>
          <a:prstGeom prst="rect">
            <a:avLst/>
          </a:prstGeom>
          <a:noFill/>
        </p:spPr>
        <p:txBody>
          <a:bodyPr wrap="square" rtlCol="0">
            <a:spAutoFit/>
          </a:bodyPr>
          <a:lstStyle/>
          <a:p>
            <a:pPr algn="ctr"/>
            <a:r>
              <a:rPr lang="vi-VN" sz="4000" b="1" err="1">
                <a:solidFill>
                  <a:schemeClr val="bg1"/>
                </a:solidFill>
                <a:latin typeface="SVN-Gilroy XBold" panose="00000900000000000000" pitchFamily="50" charset="0"/>
              </a:rPr>
              <a:t>Short</a:t>
            </a:r>
            <a:r>
              <a:rPr lang="vi-VN" sz="4000" b="1">
                <a:solidFill>
                  <a:schemeClr val="bg1"/>
                </a:solidFill>
                <a:latin typeface="SVN-Gilroy XBold" panose="00000900000000000000" pitchFamily="50" charset="0"/>
              </a:rPr>
              <a:t> news</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039383" y="2063516"/>
            <a:ext cx="8159950" cy="4483535"/>
          </a:xfrm>
          <a:prstGeom prst="rect">
            <a:avLst/>
          </a:prstGeom>
          <a:noFill/>
        </p:spPr>
        <p:txBody>
          <a:bodyPr wrap="square" rtlCol="0">
            <a:spAutoFit/>
          </a:bodyPr>
          <a:lstStyle/>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Vietnam - Denmark relations upgraded to Comprehensive Strategic Partnership</a:t>
            </a:r>
          </a:p>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Vietnam, Malaysia boost LNG cooperation to ensure energy security</a:t>
            </a:r>
          </a:p>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Ministry proposes US$19mn fund to support industrial energy efficiency</a:t>
            </a:r>
          </a:p>
        </p:txBody>
      </p:sp>
      <p:sp>
        <p:nvSpPr>
          <p:cNvPr id="4" name="AutoShape 6" descr="PM urges acceleration of site clearance for key transport projects |  Vietnam+ (VietnamPlus)">
            <a:extLst>
              <a:ext uri="{FF2B5EF4-FFF2-40B4-BE49-F238E27FC236}">
                <a16:creationId xmlns:a16="http://schemas.microsoft.com/office/drawing/2014/main" id="{59776DA2-CEE0-80EB-1BA8-0B142DCDD9DB}"/>
              </a:ext>
            </a:extLst>
          </p:cNvPr>
          <p:cNvSpPr>
            <a:spLocks noChangeAspect="1" noChangeArrowheads="1"/>
          </p:cNvSpPr>
          <p:nvPr/>
        </p:nvSpPr>
        <p:spPr bwMode="auto">
          <a:xfrm>
            <a:off x="49911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AFAE490-DD69-A9D3-D773-7E17154F600D}"/>
              </a:ext>
            </a:extLst>
          </p:cNvPr>
          <p:cNvSpPr txBox="1"/>
          <p:nvPr/>
        </p:nvSpPr>
        <p:spPr>
          <a:xfrm>
            <a:off x="1133232" y="11922381"/>
            <a:ext cx="8159950" cy="506292"/>
          </a:xfrm>
          <a:prstGeom prst="rect">
            <a:avLst/>
          </a:prstGeom>
          <a:noFill/>
        </p:spPr>
        <p:txBody>
          <a:bodyPr wrap="square" rtlCol="0">
            <a:spAutoFit/>
          </a:bodyPr>
          <a:lstStyle/>
          <a:p>
            <a:pPr algn="just">
              <a:lnSpc>
                <a:spcPct val="150000"/>
              </a:lnSpc>
              <a:spcBef>
                <a:spcPts val="600"/>
              </a:spcBef>
              <a:spcAft>
                <a:spcPts val="600"/>
              </a:spcAft>
            </a:pPr>
            <a:r>
              <a:rPr lang="en-US" sz="2000" dirty="0">
                <a:solidFill>
                  <a:schemeClr val="bg2">
                    <a:lumMod val="25000"/>
                  </a:schemeClr>
                </a:solidFill>
                <a:latin typeface="SVN-Gilroy" panose="00000500000000000000"/>
                <a:ea typeface="Karla" pitchFamily="2" charset="0"/>
                <a:cs typeface="Poppins" panose="00000500000000000000" pitchFamily="2" charset="0"/>
              </a:rPr>
              <a:t>Source: Media reports</a:t>
            </a:r>
          </a:p>
        </p:txBody>
      </p:sp>
      <p:sp>
        <p:nvSpPr>
          <p:cNvPr id="2" name="AutoShape 2" descr="$3.8 mln asset threshold set for domestic banks in International Financial Center">
            <a:extLst>
              <a:ext uri="{FF2B5EF4-FFF2-40B4-BE49-F238E27FC236}">
                <a16:creationId xmlns:a16="http://schemas.microsoft.com/office/drawing/2014/main" id="{018BA3F0-C1C1-D8EB-D2B3-9C556058893F}"/>
              </a:ext>
            </a:extLst>
          </p:cNvPr>
          <p:cNvSpPr>
            <a:spLocks noChangeAspect="1" noChangeArrowheads="1"/>
          </p:cNvSpPr>
          <p:nvPr/>
        </p:nvSpPr>
        <p:spPr bwMode="auto">
          <a:xfrm>
            <a:off x="51435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3.8 mln asset threshold set for domestic banks in International Financial Center">
            <a:extLst>
              <a:ext uri="{FF2B5EF4-FFF2-40B4-BE49-F238E27FC236}">
                <a16:creationId xmlns:a16="http://schemas.microsoft.com/office/drawing/2014/main" id="{CFEDF5C7-C07C-F4B1-CACC-5B1A1BE56BBE}"/>
              </a:ext>
            </a:extLst>
          </p:cNvPr>
          <p:cNvSpPr>
            <a:spLocks noChangeAspect="1" noChangeArrowheads="1"/>
          </p:cNvSpPr>
          <p:nvPr/>
        </p:nvSpPr>
        <p:spPr bwMode="auto">
          <a:xfrm>
            <a:off x="5295900" y="7010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2" descr="Construction of Ho Chi Minh City's North-South axis will start by the end of 2026">
            <a:extLst>
              <a:ext uri="{FF2B5EF4-FFF2-40B4-BE49-F238E27FC236}">
                <a16:creationId xmlns:a16="http://schemas.microsoft.com/office/drawing/2014/main" id="{01116441-007A-C977-7695-54131C6A137B}"/>
              </a:ext>
            </a:extLst>
          </p:cNvPr>
          <p:cNvSpPr>
            <a:spLocks noChangeAspect="1" noChangeArrowheads="1"/>
          </p:cNvSpPr>
          <p:nvPr/>
        </p:nvSpPr>
        <p:spPr bwMode="auto">
          <a:xfrm>
            <a:off x="2838450" y="7162800"/>
            <a:ext cx="2914650" cy="29146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 descr="Transforming SCIC: granting autonomy to drive breakthrough growth">
            <a:extLst>
              <a:ext uri="{FF2B5EF4-FFF2-40B4-BE49-F238E27FC236}">
                <a16:creationId xmlns:a16="http://schemas.microsoft.com/office/drawing/2014/main" id="{CAB43625-0C44-0E58-E8D7-847EDDDC7AAC}"/>
              </a:ext>
            </a:extLst>
          </p:cNvPr>
          <p:cNvSpPr>
            <a:spLocks noChangeAspect="1" noChangeArrowheads="1"/>
          </p:cNvSpPr>
          <p:nvPr/>
        </p:nvSpPr>
        <p:spPr bwMode="auto">
          <a:xfrm>
            <a:off x="5448300" y="7162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 descr="HCM City's IPs attract $773mln in investment in Q1">
            <a:extLst>
              <a:ext uri="{FF2B5EF4-FFF2-40B4-BE49-F238E27FC236}">
                <a16:creationId xmlns:a16="http://schemas.microsoft.com/office/drawing/2014/main" id="{AAE5338C-CEAA-E2E8-3781-5FC3CA8B8A1C}"/>
              </a:ext>
            </a:extLst>
          </p:cNvPr>
          <p:cNvSpPr>
            <a:spLocks noChangeAspect="1" noChangeArrowheads="1"/>
          </p:cNvSpPr>
          <p:nvPr/>
        </p:nvSpPr>
        <p:spPr bwMode="auto">
          <a:xfrm>
            <a:off x="5600700" y="7315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 name="Picture 14">
            <a:extLst>
              <a:ext uri="{FF2B5EF4-FFF2-40B4-BE49-F238E27FC236}">
                <a16:creationId xmlns:a16="http://schemas.microsoft.com/office/drawing/2014/main" id="{FB62405E-CE25-CCBA-3A58-3AED5350A9FD}"/>
              </a:ext>
            </a:extLst>
          </p:cNvPr>
          <p:cNvPicPr>
            <a:picLocks noChangeAspect="1"/>
          </p:cNvPicPr>
          <p:nvPr/>
        </p:nvPicPr>
        <p:blipFill>
          <a:blip r:embed="rId5"/>
          <a:stretch>
            <a:fillRect/>
          </a:stretch>
        </p:blipFill>
        <p:spPr>
          <a:xfrm>
            <a:off x="1412874" y="6691312"/>
            <a:ext cx="7385685" cy="4961172"/>
          </a:xfrm>
          <a:prstGeom prst="rect">
            <a:avLst/>
          </a:prstGeom>
        </p:spPr>
      </p:pic>
    </p:spTree>
    <p:extLst>
      <p:ext uri="{BB962C8B-B14F-4D97-AF65-F5344CB8AC3E}">
        <p14:creationId xmlns:p14="http://schemas.microsoft.com/office/powerpoint/2010/main" val="2952193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2" y="2456109"/>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Historical P/E band chart</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F339ED1-8D77-13F8-5D9E-8D0E5C7C373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7" name="차트 14">
            <a:extLst>
              <a:ext uri="{FF2B5EF4-FFF2-40B4-BE49-F238E27FC236}">
                <a16:creationId xmlns:a16="http://schemas.microsoft.com/office/drawing/2014/main" id="{00000000-0008-0000-0500-000004000000}"/>
              </a:ext>
            </a:extLst>
          </p:cNvPr>
          <p:cNvGraphicFramePr>
            <a:graphicFrameLocks/>
          </p:cNvGraphicFramePr>
          <p:nvPr>
            <p:extLst>
              <p:ext uri="{D42A27DB-BD31-4B8C-83A1-F6EECF244321}">
                <p14:modId xmlns:p14="http://schemas.microsoft.com/office/powerpoint/2010/main" val="3981604667"/>
              </p:ext>
            </p:extLst>
          </p:nvPr>
        </p:nvGraphicFramePr>
        <p:xfrm>
          <a:off x="1380172" y="3265907"/>
          <a:ext cx="7831455"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08027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 Index vs. US$/VND</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C54E5A1-A477-6E69-9EBC-8B038C2F7491}"/>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5000000}"/>
              </a:ext>
            </a:extLst>
          </p:cNvPr>
          <p:cNvGraphicFramePr>
            <a:graphicFrameLocks/>
          </p:cNvGraphicFramePr>
          <p:nvPr>
            <p:extLst>
              <p:ext uri="{D42A27DB-BD31-4B8C-83A1-F6EECF244321}">
                <p14:modId xmlns:p14="http://schemas.microsoft.com/office/powerpoint/2010/main" val="1531099590"/>
              </p:ext>
            </p:extLst>
          </p:nvPr>
        </p:nvGraphicFramePr>
        <p:xfrm>
          <a:off x="1165857" y="3378746"/>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1331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rPr>
              <a:t>Vietnam bond yields</a:t>
            </a:r>
            <a:endParaRPr kumimoji="0" lang="vi-VN"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F6D1E8BF-0C96-47DB-B1F7-7004DCF2AD97}"/>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6000000}"/>
              </a:ext>
            </a:extLst>
          </p:cNvPr>
          <p:cNvGraphicFramePr>
            <a:graphicFrameLocks/>
          </p:cNvGraphicFramePr>
          <p:nvPr>
            <p:extLst>
              <p:ext uri="{D42A27DB-BD31-4B8C-83A1-F6EECF244321}">
                <p14:modId xmlns:p14="http://schemas.microsoft.com/office/powerpoint/2010/main" val="1977933641"/>
              </p:ext>
            </p:extLst>
          </p:nvPr>
        </p:nvGraphicFramePr>
        <p:xfrm>
          <a:off x="1215925" y="3483569"/>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97521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C3461-2193-827D-D421-CCCBA6F08AD3}"/>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3C4F2668-7CFA-9BD4-37C2-7DEF0C64873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EB3BD429-2F45-334E-850D-AE20833E8A7F}"/>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E2D36807-AD9F-8266-3B0E-3CE66D044E1E}"/>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 Vietnam interbank rate</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44C1093B-AC93-54D8-2269-8A4ABB5DCA0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1F8EAAD3-3214-3FA1-37E6-3FCD32C6069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7000000}"/>
              </a:ext>
            </a:extLst>
          </p:cNvPr>
          <p:cNvGraphicFramePr>
            <a:graphicFrameLocks/>
          </p:cNvGraphicFramePr>
          <p:nvPr>
            <p:extLst>
              <p:ext uri="{D42A27DB-BD31-4B8C-83A1-F6EECF244321}">
                <p14:modId xmlns:p14="http://schemas.microsoft.com/office/powerpoint/2010/main" val="987043705"/>
              </p:ext>
            </p:extLst>
          </p:nvPr>
        </p:nvGraphicFramePr>
        <p:xfrm>
          <a:off x="1165857" y="3276590"/>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59295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99A5E3AE-A009-A8E7-962F-EA45E1A61DD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6941308-AB60-A39B-071E-73E41CEB720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TextBox 10">
            <a:extLst>
              <a:ext uri="{FF2B5EF4-FFF2-40B4-BE49-F238E27FC236}">
                <a16:creationId xmlns:a16="http://schemas.microsoft.com/office/drawing/2014/main" id="{E683FF53-4C6F-B5AF-CE2B-073989E45009}"/>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APPENDIX</a:t>
            </a:r>
          </a:p>
        </p:txBody>
      </p:sp>
      <p:sp>
        <p:nvSpPr>
          <p:cNvPr id="3" name="TextBox 2">
            <a:extLst>
              <a:ext uri="{FF2B5EF4-FFF2-40B4-BE49-F238E27FC236}">
                <a16:creationId xmlns:a16="http://schemas.microsoft.com/office/drawing/2014/main" id="{89705891-05F2-9904-B826-2445E5A1027A}"/>
              </a:ext>
            </a:extLst>
          </p:cNvPr>
          <p:cNvSpPr txBox="1"/>
          <p:nvPr/>
        </p:nvSpPr>
        <p:spPr>
          <a:xfrm>
            <a:off x="586534" y="1897000"/>
            <a:ext cx="9113926" cy="11321048"/>
          </a:xfrm>
          <a:prstGeom prst="rect">
            <a:avLst/>
          </a:prstGeom>
          <a:noFill/>
          <a:ln>
            <a:noFill/>
          </a:ln>
        </p:spPr>
        <p:txBody>
          <a:bodyPr wrap="square" rtlCol="0">
            <a:spAutoFit/>
          </a:bodyPr>
          <a:lstStyle/>
          <a:p>
            <a:pPr marR="38108" algn="just" defTabSz="914583" hangingPunct="0">
              <a:spcBef>
                <a:spcPts val="600"/>
              </a:spcBef>
              <a:spcAft>
                <a:spcPts val="400"/>
              </a:spcAft>
            </a:pPr>
            <a:r>
              <a:rPr lang="en-US" sz="1300" u="sng" dirty="0">
                <a:solidFill>
                  <a:prstClr val="black"/>
                </a:solidFill>
                <a:latin typeface="Noto Sans" panose="020B0502040504020204"/>
                <a:ea typeface="Malgun Gothic" panose="020B0503020000020004" pitchFamily="34" charset="-127"/>
                <a:cs typeface="Noto Sans" panose="020B0502040504020204"/>
              </a:rPr>
              <a:t>Analyst Certification</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research analysts who prepared this report (the “Analysts”) are subject to Vietnamese securities regulations. They are neither registered as research analysts in any other jurisdiction nor subject to the laws and regulations thereof. Opinions expressed in this publication about the subject securities and companies accurately reflect the personal views of the Analysts primarily responsible for this report. Mirae Asset Securities (Vietnam) JSC (MAS) policy prohibits its Analysts and members of their households from owning securities of any company in the Analyst’s area of coverage, and the Analysts do not serve as an officer, director or advisory board member of the subject companies. Except as otherwise specified herein, the Analysts have not received any compensation or any other benefits from the subject companies in the past 12 months and have not been promised the same in connection with this report. No part of the compensation of the Analysts was, is, or will be directly or indirectly related to the specific recommendations or views contained in this report but, like all employees of MAS, the Analysts receive compensation that is determined by overall firm profitability, which includes revenues from, among other business units, the institutional equities, investment banking, proprietary trading and private client division. At the time of publication of this report, the Analysts do not know or have reason to know of any actual, material conflict of interest of the Analyst or MAS except as otherwise stated herein.</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marR="38108"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 </a:t>
            </a:r>
            <a:r>
              <a:rPr lang="en-US" sz="1300" u="sng" dirty="0">
                <a:solidFill>
                  <a:prstClr val="black"/>
                </a:solidFill>
                <a:latin typeface="Noto Sans" panose="020B0502040504020204"/>
                <a:ea typeface="Malgun Gothic" panose="020B0503020000020004" pitchFamily="34" charset="-127"/>
                <a:cs typeface="Noto Sans" panose="020B0502040504020204"/>
              </a:rPr>
              <a:t>Disclaimers</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published by Mirae Asset Securities (Vietnam) JSC (MAS), a broker-dealer registered in the Socialist Republic of Vietnam and a member of the Vietnam Stock Exchanges. Information and opinions contained herein have been compiled in good faith and from sources believed to be reliable, but such information has not been independently verified and MAS makes no guarantee, representation or warranty, express or implied, as to the fairness, accuracy, completeness or correctness of the information and opinions contained herein or of any translation into English from the Vietnamese language. In case of an English translation of a report prepared in the Vietnamese language, the original Vietnamese language report may have been made available to investors in advance of this report.</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intended recipients of this report are sophisticated institutional investors who have substantial knowledge of the local business environment, its common practices, laws and accounting principles and no person whose receipt or use of this report would violate any laws and regulations or subject MAS and its affiliates to registration or licensing requirements in any jurisdiction shall receive or make any use hereof.</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for general information purposes only and it is not and shall not be construed as an offer or a solicitation of an offer to effect transactions in any securities or other financial instruments. The report does not constitute investment advice to any person and such person shall not be treated as a client of MAS by virtue of receiving this report. This report does not take into account the particular investment objectives, financial situations, or needs of individual clients. The report is not to be relied upon in substitution for the exercise of independent judgment. </a:t>
            </a:r>
            <a:r>
              <a:rPr lang="en-US" sz="1300" dirty="0">
                <a:solidFill>
                  <a:prstClr val="black"/>
                </a:solidFill>
                <a:latin typeface="Noto Sans" panose="020B0502040504020204"/>
                <a:ea typeface="Malgun Gothic" panose="020B0503020000020004" pitchFamily="34" charset="-127"/>
              </a:rPr>
              <a:t>Information and opinions contained herein are as of the date hereof and are subject to change without notice. The price and value of the investments referred to in this report and the income from them may depreciate or appreciate, and investors may incur losses on investments. Past performance is not a guide to future performance. Future returns are not guaranteed, and a loss of original capital may occur. MAS, its affiliates and their directors, officers, employees and agents do not accept any liability for any loss arising out of the use hereof.</a:t>
            </a: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rPr>
              <a:t>MAS may have issued other reports that are inconsistent with, and reach different conclusions from, the opinions presented in this report. The reports may reflect different assumptions, views and analytical methods of the analysts who prepared them. MAS may make investment decisions that are inconsistent with the opinions and views expressed in this research report. MAS, its affiliates and their directors, officers, employees and agents may have long or short positions in any of the subject securities at any time and may make a purchase or sale, or offer to make a purchase or sale, of any such securities or other financial instruments from time to time in the open market or otherwise, in each case either as principals or agents. MAS and its affiliates may have had, or may be expecting to enter into, business relationships with the subject companies to provide investment banking, market-making or other financial services as are permitted under applicable laws and regulations.</a:t>
            </a:r>
          </a:p>
          <a:p>
            <a:pPr defTabSz="914583">
              <a:spcBef>
                <a:spcPts val="600"/>
              </a:spcBef>
              <a:spcAft>
                <a:spcPts val="400"/>
              </a:spcAft>
            </a:pPr>
            <a:r>
              <a:rPr lang="en-US" sz="1300" dirty="0">
                <a:solidFill>
                  <a:prstClr val="black"/>
                </a:solidFill>
                <a:latin typeface="Noto Sans" panose="020B0502040504020204"/>
                <a:ea typeface="Malgun Gothic" panose="020B0503020000020004" pitchFamily="34" charset="-127"/>
              </a:rPr>
              <a:t>No part of this document may be copied or reproduced in any manner or form or redistributed or published, in whole or in part, without the prior written consent of MAS.</a:t>
            </a:r>
          </a:p>
          <a:p>
            <a:pPr>
              <a:spcBef>
                <a:spcPts val="600"/>
              </a:spcBef>
            </a:pPr>
            <a:endParaRPr lang="en-US" sz="1300" dirty="0"/>
          </a:p>
        </p:txBody>
      </p:sp>
    </p:spTree>
    <p:extLst>
      <p:ext uri="{BB962C8B-B14F-4D97-AF65-F5344CB8AC3E}">
        <p14:creationId xmlns:p14="http://schemas.microsoft.com/office/powerpoint/2010/main" val="32067927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BBSettings xmlns="http://schemas.bloomberg.com/settings/1.0">
  <Item name="DocumentId_Charts">{1AC0657E-1660-4A91-BDFA-3A8543E4A789}</Item>
  <Item xmlns="" name="ShapesMap_Charts">{"{1AC0657E-1660-4A91-BDFA-3A8543E4A789}":{"256":{},"268":{},"269":{},"271":{},"272":{},"273":{},"274":{},"275":{},"276":{},"277":{}}}</Item>
</BBSettings>
</file>

<file path=customXml/itemProps1.xml><?xml version="1.0" encoding="utf-8"?>
<ds:datastoreItem xmlns:ds="http://schemas.openxmlformats.org/officeDocument/2006/customXml" ds:itemID="{E4F14537-C693-49C6-A9C5-AC7F92E8F67D}">
  <ds:schemaRefs>
    <ds:schemaRef ds:uri=""/>
    <ds:schemaRef ds:uri="http://schemas.bloomberg.com/settings/1.0"/>
  </ds:schemaRefs>
</ds:datastoreItem>
</file>

<file path=docProps/app.xml><?xml version="1.0" encoding="utf-8"?>
<Properties xmlns="http://schemas.openxmlformats.org/officeDocument/2006/extended-properties" xmlns:vt="http://schemas.openxmlformats.org/officeDocument/2006/docPropsVTypes">
  <Template>Office Theme</Template>
  <TotalTime>7000</TotalTime>
  <Words>1313</Words>
  <Application>Microsoft Office PowerPoint</Application>
  <PresentationFormat>Custom</PresentationFormat>
  <Paragraphs>165</Paragraphs>
  <Slides>11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Aptos Display</vt:lpstr>
      <vt:lpstr>Arial</vt:lpstr>
      <vt:lpstr>Noto Sans</vt:lpstr>
      <vt:lpstr>Noto Sans</vt:lpstr>
      <vt:lpstr>SVN-Gilroy</vt:lpstr>
      <vt:lpstr>SVN-Gilroy SemiBold</vt:lpstr>
      <vt:lpstr>SVN-Gilroy XBold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HQ 37</dc:creator>
  <cp:lastModifiedBy>HQ 12</cp:lastModifiedBy>
  <cp:revision>996</cp:revision>
  <dcterms:created xsi:type="dcterms:W3CDTF">2024-07-22T08:52:42Z</dcterms:created>
  <dcterms:modified xsi:type="dcterms:W3CDTF">2026-08-25T09:25:56Z</dcterms:modified>
</cp:coreProperties>
</file>