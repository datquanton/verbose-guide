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increased by approximately VND7,800bn year-to-date and VND6,500bn quarter-on-quarter to VND47,957bn, of which around 67% (approximately VND32,000bn) is classified as Group 5, while Group 4 more than doubled (+156%). Our FY26F assumption of an NPL ratio below 4.5% is no longer attainable without a substantial acceleration in write-offs, FY26F provisioning of VND10.4tn (-8.9% YoY) is close to the 1H26 run-rate; the weaker assumption is FY27F, which implies a credit cost of roughly 0.8% while the NPL ratio is still above 7%. Both are under review, together with the HOLD rating and the VND77,800 target price (2.4x FY26F P/B).</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remains attainable on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Our FY26F PBT forecast of VND8,455bn (+10.8% YoY) therefore requires 2H26 PBT of approximately VND4,319bn — around 14x the 2H25 base, but only 4% above the 1H26 level. Other FY26F assumptions are unchanged: NII of VND27,010bn (+1.2% YoY) on 11.7% loan growth, NIM of 2.94% (-38bps YoY), CIR of 42.7% (+2.0%p YoY) and NOI of VND1,327bn (+5% YoY). Separately, STB has taken possession of 507 land-use right certificates at LDG’s Viva City project in Dong Nai against overdue principal of nearly VND350bn and more than VND82bn of accrued overdue interest; the exposure is immaterial to the overall portfolio but illustrates the collateral-resolution channel on which the 2H26 recovery depends.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6,583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và 6,500 tỷ đồng so với quý trước, lên 47,957 tỷ đồng, trong đó khoảng 67% (32,000 tỷ đồng) xếp nhóm 5, nợ nhóm 4 tăng hơn gấp đôi (+156%). Giả định nợ xấu FY26F dưới 4.5% không còn khả thi nếu không đẩy mạnh xóa nợ. Chi phí dự phòng FY26F 10.4 nghìn tỷ đồng (-8.9% CK) sát nhịp thực hiện 1H26; điểm yếu hơn nằm ở FY27F, hàm ý chi phí tín dụng chỉ khoảng 0.8% trong khi nợ xấu vẫn trên 7%. Cả hai đang được rà soát, cùng khuyến nghị NẮM GIỮ và giá mục tiêu 77,800 đồng (2.4x P/B FY26F).</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LNTT FY26F vẫn khả thi nhờ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Dự phóng LNTT FY26F 8,455 tỷ đồng (+10.8% CK) do đó cần 2H26 đạt khoảng 4,319 tỷ đồng — tương đương khoảng 14 lần nền 2H25, nhưng chỉ cao hơn 4% so với mức của 1H26.</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còn lại giữ nguyên: NII 27,010 tỷ đồng (+1.2% CK) với tăng trưởng tín dụng 11.7%, NIM 2.94% (-38bps CK), CIR 42.7% (+2.0%p CK) và thu nhập khác 1,327 tỷ đồng (+5% CK); dự phóng LNTT FY26F vẫn cao hơn kế hoạch 8,100 tỷ đồng đã được ĐHĐCĐ thông qua.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de-rating reflects the AI debate: demand expansion versus compression of headcount-based pricing. Infosys guides FY27 to 1.5-3.0%; FPT’s Global IT grew 13.4%.</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an expanded Microsoft partnership across ASEAN, Japan and Korea,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chung.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Mức chiết khấu phản ánh tranh luận về AI: mở rộng nhu cầu hay thu hẹp mô hình định giá theo nhân sự. Infosys dự báo FY27 chỉ 1.5-3.0%; CNTT nước ngoài của FPT tăng 13.4%.</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theo phương pháp VCSH từ FY26), FPT Retail, Synnex FPT và FPT Online — tăng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chứng nhận trung gian dữ liệu quốc gia.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