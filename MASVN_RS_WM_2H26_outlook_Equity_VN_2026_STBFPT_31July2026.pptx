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Global IT is expected to reaccelerate to +16.7% in FY27F, with Japan at +22%/+23% and the EU at +18%/+20% offsetting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VND10,943bn (+15.6% YoY), FY27F VND12,518bn (+14.4% YoY) and FY28F VND14,156bn (+13.1% YoY), assuming FPT Telecom associate income grows ~15% p.a. Net margin should widen toward 20% and ROE hold near 27.5%,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down 40% year-to-date on heavy foreign selling, the stock trades at 10.4x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CNTT nước ngoài dự kiến tăng tốc lên +16.7% trong FY27F, với Nhật Bản +22%/+23% và châu Âu +18%/+20% bù cho thị trường Mỹ được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10,943 tỷ đồng (+15.6% CK), FY27F 12,518 tỷ đồng (+14.4% CK) và FY28F 14,156 tỷ đồng (+13.1% CK), giả định lợi nhuận từ FPT Telecom tăng khoảng 15%/năm. Biên lợi nhuận ròng dự kiến mở rộng về khoảng 20% và ROE duy trì quanh 27.5%,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giảm 40% từ đầu năm do khối ngoại bán ròng mạnh, cổ phiếu giao dịch ở 10.4x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