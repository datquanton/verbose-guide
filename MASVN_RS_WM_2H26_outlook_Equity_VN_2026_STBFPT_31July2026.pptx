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FY26F provisioning of VND10.4tn (-8.9% YoY) is close to the 1H26 run-rate; the weaker assumption is FY27F, which implies a credit cost of roughly 0.8% while the NPL ratio is still above 7%. Both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so với đầu năm và 6,500 tỷ đồng so với quý trước, lên 47,957 tỷ đồng, trong đó khoảng 67% (32,000 tỷ đồng) xếp nhóm 5, nợ nhóm 4 tăng hơn gấp đôi (+156%). Giả định nợ xấu FY26F dưới 4.5% không còn khả thi nếu không đẩy mạnh xóa nợ. Chi phí dự phòng FY26F 10.4 nghìn tỷ đồng (-8.9% CK) sát nhịp thực hiện 1H26; điểm yếu hơn nằm ở FY27F, hàm ý chi phí tín dụng chỉ khoảng 0.8% trong khi nợ xấu vẫn trên 7%. Cả hai đang được rà soát, cùng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quy mô chưa trọng yếu nhưng thể hiện kênh xử lý tài sản đảm bảo mà đà hồi phục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tracking ahead of plan: revenue VND26,269bn (+12.6% YoY) and PBT VND5,714bn (+18.1% YoY), 45%/49% of the FY26 plan, with the group PBT margin widening to 21.8%. In 2Q26: revenue VND13,789bn, PBT VND2,910bn, NPATMI VND2,568bn (+14% YoY). Technology revenue VND23,138bn (+15% YoY; 88% of group) and PBT VND3,314bn (+16.9%);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grew fastest in 6M26 at VND4,236bn (+22.5% YoY), segment PBT doubling to VND308bn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with the US book cut to +5.9%.</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demand expansion versus compression of headcount-based pricing. Infosys guides FY27 to 1.5-3.0%; FPT’s Global IT grew 13.4%.</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IT services pricing. At VND71,700 the stock trades at 11.2x FY26F earnings against a five-year median above 18x; at the target price, 13.7x FY26F and 11.8x FY27F, implying 23% upside (BUY).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doanh thu 26,269 tỷ đồng (+12.6% CK) và LNTT 5,714 tỷ (+18.1% CK), đạt 45%/49% kế hoạch năm, biên LNTT mở rộng lên 21.8%. Q2/2026: doanh thu 13,789 tỷ, LNTT 2,910 tỷ, LNST-CĐTS 2,568 tỷ (+14% CK). Công nghệ đạt 23,138 tỷ (+15% CK; 88% doanh thu tập đoàn) và LNTT 3,314 tỷ (+16.9%);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CNTT trong nước tăng nhanh nhất 6T26, đạt 4,236 tỷ đồng (+22.5% CK), LNTT mảng tăng gấp đôi lên 308 tỷ nhờ trúng thầu chuyển đổi số quốc gia — nguồn việc nhiều năm, ngoài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mở rộng nhu cầu hay thu hẹp mô hình định giá theo nhân sự. Infosys dự báo FY27 chỉ 1.5-3.0%; CNTT nước ngoài của FPT tăng 13.4%.</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công ty liên kết — FPT Telecom (45.66%, theo phương pháp VCSH từ FY26), FPT Retail, Synnex FPT và FPT Online — tăng lên 2,608 tỷ FY26F và 3,449 tỷ FY28F, đã tăng 40.8% CK trong 1H26. Đòn bẩy hoạt động: chi phí bán hàng và quản lý giảm từ 17.6% doanh thu xuống 16.5% vào FY28F, biên gộp giữ nguyên. ROE quanh 27% nhờ tiền ròng khoảng 60% VCSH và cổ tức 2,000 đồng/cp. Nâng giá mục tiêu DCF (FCFF) lên 87,950 đồng từ 78,750 đồng, hạ chi phí nợ vay về 9.0% từ 11.5% (thực tế 1H26: 4.0%), đưa WACC xuống 11.4%; phần bù rủi ro vốn cổ phần giữ 8.97% và tăng trưởng dài hạn 1.5% để phản ánh rủi ro AI làm giảm giá dịch vụ CNTT. Tại 71,700 đồng, cổ phiếu ở 11.2x P/E FY26F so với trung vị 5 năm trên 18x; tại giá mục tiêu là 13.7x FY26F và 11.8x FY27F, tiềm năng tăng 23% (MUA). Rủi ro: (1) giảm phát giá do AI nhanh hơn giả định tăng trưởng dài hạn (2) chi tiêu CNTT tại Mỹ và toàn cầu thấp cùng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