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6,177</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4.0</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rose approximately VND7,800bn year-to-date to VND47,957bn, of which around 67% (approximately VND32,000bn) is Group 5, while Group 4 more than doubled (+156%). We move our FY26F NPL assumption to 5.9% from below 4.5%, and FY27F to 4.0% from 3.1%. The revision costs nothing at the P&amp;L: existing reserves of about VND21.6tn plus the unchanged FY26F provisioning charge of VND10.9tn fund write-offs of roughly VND8.9tn in 2H26 — 28% of the Group 5 balance — which is what takes 7.54% to 5.9% while holding coverage at 45%. The former 4.5% assumption required some VND18tn of write-offs the reserve stock cannot support.</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VND7,934bn (+4.0% YoY) requires 2H26 PBT of approximately VND3,798bn — around 13x the 2H25 base, and 8% below the 1H26 level. Other FY26F assumptions: NII of VND27,010bn (+1.2% YoY), NIM of 2.94% (-38bps YoY) and CIR of 42.7% (+2.0%p YoY); we flag that 1H26 loan growth of 1.5% sits well below the 11.7% carried for the full year. Separately, STB has taken possession of 507 land-use right certificates at LDG's Viva City project in Dong Nai against overdue principal of nearly VND350bn; the exposure is immaterial to the portfolio but illustrates the collateral-resolution channel the 2H26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12,700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19,600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6,177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4,801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16.2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1,145,118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1,307,669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66,097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75,987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91,254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32,080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36,880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44,290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6,177</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4.0</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lên 47,957 tỷ đồng, trong đó khoảng 67% (32,000 tỷ đồng) xếp nhóm 5, nợ nhóm 4 tăng hơn gấp đôi (+156%). Chúng tôi nâng giả định nợ xấu FY26F lên 5.9% từ mức dưới 4.5%, và FY27F lên 4.0% từ 3.1%. Việc điều chỉnh không làm giảm lợi nhuận: dự phòng đã trích khoảng 21.6 nghìn tỷ đồng cùng chi phí dự phòng FY26F giữ nguyên 10.9 nghìn tỷ đồng đủ để xóa khoảng 8.9 nghìn tỷ đồng trong 2H26 — tương đương 28% dư nợ nhóm 5 — đưa tỷ lệ nợ xấu từ 7.54% về 5.9% với tỷ lệ bao phủ giữ ở 45%. Giả định 4.5% trước đây cần tới khoảng 18 nghìn tỷ đồng xóa nợ, vượt quá nguồn dự phòng hiện có.</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7,934 tỷ đồng (+4.0% CK) do đó cần 2H26 đạt khoảng 3,798 tỷ đồng — tương đương khoảng 13 lần nền 2H25, và thấp hơn 8%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27,010 tỷ đồng (+1.2% CK), NIM 2.94% (-38bps CK) và CIR 42.7% (+2.0%p CK); lưu ý tăng trưởng tín dụng 1H26 chỉ đạt 1.5%, thấp hơn nhiều so với mức 11.7% dự phóng cả năm.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12,700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19,600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6,177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4,801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16.2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1,145,118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1,307,669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66,097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75,987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91,254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32,080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36,880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44,290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