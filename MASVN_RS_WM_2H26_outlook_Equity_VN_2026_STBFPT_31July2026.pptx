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FY26F provisioning of VND10.4tn (-8.9% YoY) is close to the 1H26 run-rate; the weaker assumption is FY27F, which implies a credit cost of roughly 0.8% while the NPL ratio is still above 7%. Both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so với đầu năm và 6,500 tỷ đồng so với quý trước, lên 47,957 tỷ đồng, trong đó khoảng 67% (32,000 tỷ đồng) xếp nhóm 5, nợ nhóm 4 tăng hơn gấp đôi (+156%). Giả định nợ xấu FY26F dưới 4.5% không còn khả thi nếu không đẩy mạnh xóa nợ. Chi phí dự phòng FY26F 10.4 nghìn tỷ đồng (-8.9% CK) sát nhịp thực hiện 1H26; điểm yếu hơn nằm ở FY27F, hàm ý chi phí tín dụng chỉ khoảng 0.8% trong khi nợ xấu vẫn trên 7%. Cả hai đang được rà soát, cùng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quy mô chưa trọng yếu nhưng thể hiện kênh xử lý tài sản đảm bảo mà đà hồi phục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debate — demand expansion versus compression of headcount-based pricing — is answered in FPT's own numbers. AI and data analytics revenue reached VND1,842bn in 1H26, +54% YoY against +15% for Technology, lifting its share of the segment to 8.0% from 5.9% and contributing a fifth of Technology's growth; ex-AI the segment grew 12.5%. Both AI Factories, in Vietnam and Japan, ran above 90% utilisation and turned profitable in 2Q26, about a year after launch. Infosys, for contrast, guides FY27 to 1.5-3.0%.</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expanded partnerships with Microsoft and Intel, AI programmes with CPF, SCG, UOB, Sembcorp, SATS and ComfortDelGro,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Tranh luận về AI — mở rộng nhu cầu hay thu hẹp định giá theo nhân sự — được trả lời bằng số liệu của chính FPT: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phương pháp VCSH từ FY26), FPT Retail, Synnex FPT, FPT Online —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Intel, cùng các tập đoàn CPF, SCG, UOB, Sembcorp, SATS, ComfortDelGro.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