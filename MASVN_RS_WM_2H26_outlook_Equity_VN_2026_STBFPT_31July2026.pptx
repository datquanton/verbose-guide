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6,761</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against management guidance of approximately 5.6%. Group 3-5 balances rose approximately VND7,800bn to VND47,957bn, of which about 67% (VND32,000bn) is Group 5, while Group 4 more than doubled (+156%). We set FY26F NPL at 5.5%, from below 4.5%, and FY27F at 4.0% from 3.1%. The clean-up is reserve-funded, not P&amp;L-funded: reserves reached VND27.2tn at end-2Q26 — 56.7% coverage, up from 50.0% at end-FY25 — after VND7.1tn of 1H26 charges and almost no write-offs. A further VND4.0tn charge in 2H26 funds write-offs of VND11.8tn, or 37% of the Group 5 balance, leaving coverage back at 50.0%. Holding coverage at 50% is what caps the improvement at 5.5%, and it needs 2H26 NPL formation at roughly a quarter of the 1H26 pace.</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lifted on the cost line, against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We raise FY26F PBT to VND8,683bn (+13.8% YoY) from VND7,934bn, entirely on the cost line: 1H26 CIR came in at 35.6% against the 42.9% previously carried, and we now assume 40.0% (-0.7%p YoY), 38.0% in FY27F and 36.0% in FY28F. That still allows 2H26 opex 11.5% above 1H26, and implies 2H26 PBT of VND4,547bn — around 15x the 2H25 base. Other FY26F assumptions: NII of VND27,010bn (+1.2% YoY), NIM of 2.94% (-38bps YoY) and provisioning of VND11.1tn (-2.6% YoY); we flag 1H26 loan growth of 1.5% against the 11.7% carried for the full year.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34,640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6,408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8,683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14,434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21,483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6,761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16,727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1,007,118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1,139,005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1,301,528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66,681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77,919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94,645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32,367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37,822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45,941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6,761</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Chúng tôi đặt giả định nợ xấu FY26F ở 5.5% (từ dưới 4.5%) và FY27F ở 4.0% (từ 3.1%). Quá trình xử lý tài trợ từ nguồn dự phòng đã trích, không phải từ lợi nhuận: dự phòng đạt 27.2 nghìn tỷ đồng cuối Q2/2026 — bao phủ 56.7%, tăng từ 50.0% cuối 2025 — sau khi trích 7.1 nghìn tỷ đồng trong 1H26 và gần như chưa xóa nợ. Trích thêm 4.0 nghìn tỷ đồng trong 2H26 đủ để xóa 11.8 nghìn tỷ đồng, tương đương 37% dư nợ nhóm 5, đưa bao phủ về 50.0%. Việc giữ bao phủ ở 50% giới hạn mức cải thiện ở 5.5%, đồng thời cần nợ xấu phát sinh mới 2H26 chỉ bằng khoảng một phần tư nhịp 1H26.</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Nâng dự phóng LNTT FY26F nhờ chi phí hoạt động, trên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Chúng tôi nâng dự phóng LNTT FY26F lên 8,683 tỷ đồng (+13.8% CK) từ 7,934 tỷ đồng, hoàn toàn nhờ chi phí hoạt động: CIR 1H26 chỉ 35.6% so với 42.9% dự phóng trước đây, và chúng tôi điều chỉnh về 40.0% (-0.7%p CK), 38.0% FY27F và 36.0% FY28F. Mức này vẫn cho phép chi phí hoạt động 2H26 cao hơn 1H26 11.5%, hàm ý LNTT 2H26 khoảng 4,547 tỷ đồng — khoảng 15 lần nền 2H25.</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khác: NII 27,010 tỷ đồng (+1.2% CK), NIM 2.94% (-38bps CK) và chi phí dự phòng 11.1 nghìn tỷ đồng (-2.6% CK); lưu ý tăng trưởng tín dụng 1H26 chỉ 1.5% so với 11.7% dự phóng cả năm.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34,640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6,408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8,683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14,434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21,483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6,761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16,727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1,007,118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1,139,005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1,301,528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66,681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77,919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94,645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32,367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37,822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45,941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debate — demand expansion versus compression of headcount-based pricing — is answered in FPT's own numbers. AI and data analytics revenue reached VND1,842bn in 1H26, +54% YoY against +15% for Technology, lifting its share of the segment to 8.0% from 5.9% and contributing a fifth of Technology's growth; ex-AI the segment grew 12.5%. Both AI Factories, in Vietnam and Japan, ran above 90% utilisation and turned profitable in 2Q26, about a year after launch. Infosys, for contrast, guides FY27 to 1.5-3.0%.</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expanded partnerships with Microsoft and Intel, AI programmes with CPF, SCG, UOB, Sembcorp, SATS and ComfortDelGro,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430000"/>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equity-accounted from FY26F, consolidated in FY23-25. * against a restated FY25 revenue of VND50,607bn the change is +13.2%; NPATMI is unaffected by the change of basis.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Tranh luận về AI — mở rộng nhu cầu hay thu hẹp định giá theo nhân sự — được trả lời bằng số liệu của chính FPT: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Q2/2026. Infosys dự báo FY27 chỉ 1.5-3.0%.</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phương pháp VCSH từ FY26), FPT Retail, Synnex FPT, FPT Online —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Intel, cùng các tập đoàn CPF, SCG, UOB, Sembcorp, SATS, ComfortDelGro.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430000"/>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hợp nhất toàn bộ giai đoạn FY23-25. * so với doanh thu FY25 tính lại 50,607 tỷ đồng, mức tăng là +13.2%; LNST-CĐTS không đổi khi chuyển phương pháp.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