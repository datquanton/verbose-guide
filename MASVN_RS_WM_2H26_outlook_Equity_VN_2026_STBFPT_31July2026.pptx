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FY26F provisioning of VND10.4tn (-8.9% YoY) is close to the 1H26 run-rate; the weaker assumption is FY27F, which implies a credit cost of roughly 0.8% while the NPL ratio is still above 7%. Both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so với đầu năm và 6,500 tỷ đồng so với quý trước, lên 47,957 tỷ đồng, trong đó khoảng 67% (32,000 tỷ đồng) xếp nhóm 5, nợ nhóm 4 tăng hơn gấp đôi (+156%). Giả định nợ xấu FY26F dưới 4.5% không còn khả thi nếu không đẩy mạnh xóa nợ. Chi phí dự phòng FY26F 10.4 nghìn tỷ đồng (-8.9% CK) sát nhịp thực hiện 1H26; điểm yếu hơn nằm ở FY27F, hàm ý chi phí tín dụng chỉ khoảng 0.8% trong khi nợ xấu vẫn trên 7%. Cả hai đang được rà soát, cùng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quy mô chưa trọng yếu nhưng thể hiện kênh xử lý tài sản đảm bảo mà đà hồi phục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plan: revenue reached VND26,269bn (+12.6% YoY) and PBT VND5,714bn (+18.1% YoY), completing 45%/49% of the FY26 revenue/PBT plan, with the group PBT margin widening to 21.8%. In 2Q26, revenue was VND13,789bn, PBT VND2,910bn and NPATMI VND2,568bn (+14% YoY). Technology revenue reached VND23,138bn (+15% YoY; 88% of group) and PBT VND3,314bn (+16.9% YoY) on a 14.3% margin;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wins under the national digital-transformation programme — multi-year work with limited exposure to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delivered in 1H26, with the US book cut to +5.9% on 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with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prices for IT services. At VND71,700 the stock trades at 11.2x FY26F earnings against a five-year median above 18x; at the target price, 13.7x FY26F and 11.8x FY27F, implying 23% upside (BUY). AI newsflow remains supportive: an expanded Microsoft partnership across ASEAN, Japan and Korea, an AI contract worth tens of millions of USD with a European materials group, and data-intermediary certification with the Ministry of Public Security's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từ công ty liên kết — FPT Telecom (45.66%, hạch toán theo phương pháp VCSH từ FY26), FPT Retail, Synnex FPT và FPT Online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Chúng tôi nâng giá mục tiêu DCF (FCFF) lên 87,950 đồng từ 78,750 đồng, hạ chi phí nợ vay về 9.0% từ 11.5% — mức thực tế 1H26 là 4.0% — đưa WACC xuống 11.4%; phần bù rủi ro vốn cổ phần giữ 8.97% và tăng trưởng dài hạn 1.5% để phản ánh rủi ro AI làm giảm giá dịch vụ CNTT. Tại 71,700 đồng, cổ phiếu giao dịch ở 11.2x P/E FY26F so với trung vị 5 năm trên 18x; tại giá mục tiêu là 13.7x FY26F và 11.8x FY27F, hàm ý tiềm năng tăng 23% (MUA). Rủi ro: (1) giảm phát giá do AI nhanh hơn giả định tăng trưởng dài hạn (2) chi tiêu CNTT tại Mỹ và toàn cầu thấp cùng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