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Global IT is expected to reaccelerate to +16.7% in FY27F, with Japan at +22%/+23% and the EU at +18%/+20% offsetting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VND10,943bn (+15.6% YoY), FY27F VND12,692bn (+16.0% YoY) and FY28F VND14,787bn (+16.5% YoY), assuming FPT Telecom associate income grows ~15% p.a. The FY27-28F upgrade comes from operating leverage rather than pricing: SG&amp;A falls from 17.6% of sales to 17.1% and 16.5%, with revenue and gross margin unchanged. ROE holds near 27%,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down 40% year-to-date on heavy foreign selling, the stock trades at 10.4x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7,012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8,170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CNTT nước ngoài dự kiến tăng tốc lên +16.7% trong FY27F, với Nhật Bản +22%/+23% và châu Âu +18%/+20% bù cho thị trường Mỹ được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10,943 tỷ đồng (+15.6% CK), FY27F 12,692 tỷ đồng (+16.0% CK) và FY28F 14,787 tỷ đồng (+16.5% CK), giả định lợi nhuận từ FPT Telecom tăng khoảng 15%/năm. Phần nâng dự phóng FY27-28F đến từ đòn bẩy hoạt động chứ không phải giá bán: chi phí bán hàng và quản lý giảm từ 17.6% doanh thu xuống 17.1% và 16.5%, trong khi doanh thu và biên gộp giữ nguyên. ROE duy trì quanh 27%,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giảm 40% từ đầu năm do khối ngoại bán ròng mạnh, cổ phiếu giao dịch ở 10.4x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8,170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