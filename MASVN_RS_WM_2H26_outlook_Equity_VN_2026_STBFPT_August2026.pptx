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5,840</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Holding the ratio at 5.5% on the smaller loan book would have required net NPL recoveries in 2H26; 5.8% keeps the absolute balance at VND37,157bn and implied net formation just positive. Reserves reached VND27.2tn at end-2Q26 — 56.7% coverage, up from 50.0% at end-FY25 — after VND7.1tn of 1H26 charges. A further VND3.1tn charge in 2H26 funds write-offs of VND11.0tn, or 34% of the Group 5 balance, leaving coverage at 49.8%.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set at VND7,500bn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VND24,570bn (-7.9% YoY), and we set FY26F PBT at VND7,500bn (-1.7% YoY) — 7.4% below the board-approved plan of VND8,100bn, where we previously sat marginally above it. The implied 2H26 PBT is VND3,364bn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VND10.2tn (-10.4% YoY) and non-interest income of VND5,950bn. We carry CIR at 42.0% across all three years; on 1H26 opex of VND6,233bn that puts 2H26 costs at VND6,585bn, +5.6% on the first half, so no cost reduction is being assumed. FY27F NII grows 15.0% as NIM recovers — NII/average loans goes from 3.88% to 4.15% — which carries FY27F PBT to VND10,953bn (+46%) and FY28F to VND16,448bn (+50%).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24,570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28,256</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31,876</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7,500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10,953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8,528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12,806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2,834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4,139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6,216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1,124,830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1,261,601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74,288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87,094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31,920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36,059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42,275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5,840</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5.5% trên nền dư nợ đã thu hẹp sẽ đòi hỏi nợ xấu phải được thu hồi ròng trong 2H26; mức 5.8% giữ số dư tuyệt đối ở 37,157 tỷ đồng và nợ xấu phát sinh mới vẫn dương. Dự phòng đạt 27.2 nghìn tỷ đồng cuối Q2/2026 — bao phủ 56.7%, tăng từ 50.0% cuối 2025 — sau khi trích 7.1 nghìn tỷ đồng trong 1H26 và trích thêm 3.1 nghìn tỷ đồng trong 2H26 đủ để xóa 11.0 nghìn tỷ đồng, tương đương 34% dư nợ nhóm 5, đưa bao phủ về 49.8%.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24,570 tỷ đồng (-7.9% CK), kéo LNTT FY26F xuống 7,500 tỷ đồng (-1.7% CK) — thấp hơn 7% so với kế hoạch 8,100 tỷ đồng đã được ĐHĐCĐ thông qua, trong khi bản trước còn nhỉnh hơn kế hoạch. Mức này hàm ý LNTT 2H26 khoảng 3,364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10.2 nghìn tỷ đồng (-10.4% CK) và thu nhập ngoài lãi 5,950 tỷ đồng. CIR giữ 42.0% cho cả ba năm; với chi phí 1H26 là 6,233 tỷ đồng, mức này cho chi phí 2H26 ở 6,585 tỷ đồng, +5.6% so với nửa đầu năm, tức không giả định cắt giảm chi phí. NII FY27F tăng 15.0% khi NIM hồi phục — NII/dư nợ bình quân từ 3.88% lên 4.15% — đưa LNTT FY27F lên 10,953 tỷ đồng (+46%) và FY28F lên 16,448 tỷ đồng (+50%).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24,570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28,256</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31,876</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7,500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10,953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16,448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12,806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4,139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6,216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1,124,830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1,261,601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74,288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87,094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31,920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36,059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42,275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