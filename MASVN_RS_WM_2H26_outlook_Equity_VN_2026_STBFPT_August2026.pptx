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50.9%.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VND7,461bn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VND24,531bn (-8.1% YoY), and FY26F PBT to VND7,461bn (-2.2% YoY) — 7.9% below the board-approved plan of VND8,100bn, where we previously sat marginally above it. The implied 2H26 PBT is VND3,324bn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CIR is 42.1% in FY26F, 43.6% in FY27F and 43.4% in FY28F; on 1H26 opex of VND6,233bn that puts 2H26 costs at VND6,585bn, +5.6% on the first half, so no cost reduction is assumed. FY27F NII grows 9.9% as NIM turns — NII/average loans goes from 3.87% to 3.96% — carrying FY27F PBT to VND9,642bn (+29%) and FY28F to VND15,170bn (+57%).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9,642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11,811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5,733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1,125,217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1,262,387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73,236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85,047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35,549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41,282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50.9%.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24,531 tỷ đồng (-8.1% CK), kéo LNTT FY26F xuống 7,461 tỷ đồng (-2.2% CK) — thấp hơn 8% so với kế hoạch 8,100 tỷ đồng đã được ĐHĐCĐ thông qua, trong khi bản trước còn nhỉnh hơn kế hoạch. Mức này hàm ý LNTT 2H26 khoảng 3,324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ở 42.1% năm FY26F, 43.6% FY27F và 43.4% FY28F; với chi phí 1H26 là 6,233 tỷ đồng, mức này cho chi phí 2H26 ở 6,585 tỷ đồng, +5.6% so với nửa đầu năm, tức không giả định cắt giảm chi phí. NII FY27F tăng 9.9% khi NIM đảo chiều — NII/dư nợ bình quân từ 3.87% lên 3.96% — đưa LNTT FY27F lên 9,642 tỷ đồng (+29%) và FY28F lên 15,170 tỷ đồng (+57%).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9,642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15,170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5,733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1,125,217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1,262,387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73,236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85,047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35,549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